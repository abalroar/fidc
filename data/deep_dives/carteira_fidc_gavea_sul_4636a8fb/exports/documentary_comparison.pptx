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Natureza dos recebíveis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Originador/endossante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Devedor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Garantia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Elegibilidade · Créditos vincendos; CCB/NC até 720 dias; prazo médio≤60 dias exclui CCB/NC. · Fundos.NET ID 1011996; 13/10/2025; data/raw/18185812000114/1011996_regulamento_cache_integral.txt; regulamento; https://fnet.bmfbovespa.com.br/fnet/publico/exibirDocumento?id=1011996&amp;cvm=true; p.30, Critérios de Elegibilidade critérios · Observação: Regra documental; verificar versão, base e condições antes de monitorar.</a:t>
            </a:r>
          </a:p>
          <a:p>
            <a:r>
              <a:t>CNPJ 18185812000114 · Concentração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Subordinação mínima · Subordinadas ≥45%/PL (relação 181,82%); júnior≥22%/PL com mezanino. · Fundos.NET ID 1011996; 13/10/2025; data/raw/18185812000114/1011996_regulamento_cache_integral.txt; regulamento; https://fnet.bmfbovespa.com.br/fnet/publico/exibirDocumento?id=1011996&amp;cvm=true; p.53, art.141º · Observação: Regra documental; verificar versão, base e condições antes de monitorar.</a:t>
            </a:r>
          </a:p>
          <a:p>
            <a:r>
              <a:t>CNPJ 18185812000114 · Gatilhos de avaliação/liquidação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Reserva de caixa · 2 meses de despesas; amortização 50% emD-10 DU e saldo conforme cronograma. · Fundos.NET ID 1011996; 13/10/2025; data/raw/18185812000114/1011996_regulamento_cache_integral.txt; regulamento; https://fnet.bmfbovespa.com.br/fnet/publico/exibirDocumento?id=1011996&amp;cvm=true; pp.31–32, arts.75º/84º · Observação: Regra documental; verificar versão, base e condições antes de monitorar.</a:t>
            </a:r>
          </a:p>
          <a:p>
            <a:r>
              <a:t>CNPJ 18185812000114 · Derivativos/hedge · Operações com derivativos vedadas. · Fundos.NET ID 1011996; 13/10/2025; data/raw/18185812000114/1011996_regulamento_cache_integral.txt; regulamento; https://fnet.bmfbovespa.com.br/fnet/publico/exibirDocumento?id=1011996&amp;cvm=true; p.31, art.75º, §1º · Observação: Regra documental; verificar versão, base e condições antes de monitorar.</a:t>
            </a:r>
          </a:p>
          <a:p>
            <a:r>
              <a:t>CNPJ 18185812000114 · PDD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Alocação mínima · 67%/PL após 180 dias; cotas FIDC contam para enquadramento tributário. · Fundos.NET ID 1011996; 13/10/2025; data/raw/18185812000114/1011996_regulamento_cache_integral.txt; regulamento; https://fnet.bmfbovespa.com.br/fnet/publico/exibirDocumento?id=1011996&amp;cvm=true; p.31, art.74º · Observação: Regra documental; verificar versão, base e condições antes de monitorar.</a:t>
            </a:r>
          </a:p>
          <a:p>
            <a:r>
              <a:t>CNPJ 18185812000114 · Pool/revolvência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Duração/público-alvo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Cessão/recompra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Coobrigação · Cedente poderá responder solidariamente com os clientes. · Fundos.NET ID 1011996; 13/10/2025; data/raw/18185812000114/1011996_regulamento_cache_integral.txt; regulamento; https://fnet.bmfbovespa.com.br/fnet/publico/exibirDocumento?id=1011996&amp;cvm=true; p.30, critério, §1º · Observação: Regra documental; verificar versão, base e condições antes de monitorar.</a:t>
            </a:r>
          </a:p>
          <a:p>
            <a:r>
              <a:t>CNPJ 18185812000114 · Waterfall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Classes/séries · Sênior 14: 1ª emissão distribuída; demais séries no histórico. · Fundos.NET ID 1222432; 15/06/2026; data/raw/18185812000114/1222432_emissao.full.txt; emissao; pp.1–2; https://fnet.bmfbovespa.com.br/fnet/publico/exibirDocumento?id=1222432&amp;cvm=true · Observação: Condição documental; não confundir deliberação, oferta e integralização efetiva.</a:t>
            </a:r>
          </a:p>
          <a:p>
            <a:r>
              <a:t>CNPJ 18185812000114 · Remuneração · Spread final não localizado nos anúncios; suplemento de 29/05/2026 referido. · Fundos.NET ID 1222432; 15/06/2026; data/raw/18185812000114/1222432_emissao.full.txt; emissao; p.2; https://fnet.bmfbovespa.com.br/fnet/publico/exibirDocumento?id=1222432&amp;cvm=true · Observação: Condição documental; não confundir deliberação, oferta e integralização efetiva.</a:t>
            </a:r>
          </a:p>
          <a:p>
            <a:r>
              <a:t>CNPJ 18185812000114 · Volume/VNU · 100 mil cotas de R$ 1 mil; R$ 100 mi distribuídos, garantia firme de colocação. · Fundos.NET ID 1222432; 15/06/2026; data/raw/18185812000114/1222432_emissao.full.txt; emissao; pp.1–2; https://fnet.bmfbovespa.com.br/fnet/publico/exibirDocumento?id=1222432&amp;cvm=true · Observação: Garantia firme refere-se à colocação; não garante pagamento do lastro ou da cota.</a:t>
            </a:r>
          </a:p>
          <a:p>
            <a:r>
              <a:t>CNPJ 18185812000114 · Ofertas · Início 08/06/2026; encerramento 15/06/2026; integralização prevista 11/06/2026. · Fundos.NET ID 1214708; 08/06/2026; data/raw/18185812000114/1214708_emissao.full.txt; emissao; pp.1–2; https://fnet.bmfbovespa.com.br/fnet/publico/exibirDocumento?id=1214708&amp;cvm=true · Observação: Data prevista no anúncio; encerramento comprovado pelo ID 1222432.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Carência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Juros/amortização · Cronograma fechado não identificado nesta revisão; conferir série/suplemento. · Fundos.NET ID 1011996; 13/10/2025; data/raw/18185812000114/1011996_regulamento_cache_integral.txt; regulamento; https://fnet.bmfbovespa.com.br/fnet/publico/exibirDocumento?id=1011996&amp;cvm=true; escopo e condições da revisão · Observação: Data do regulamento não equivale a data de integralização.</a:t>
            </a:r>
          </a:p>
          <a:p>
            <a:r>
              <a:t>CNPJ 18185812000114 · Vencimento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Administração · Componente 0,175% a.a./PL; administração+gestão total 0,375%; mínimo conjunto R$ 15 mil/mês. · Fundos.NET ID 1011996; 13/10/2025; data/raw/18185812000114/1011996_regulamento_cache_integral.txt; regulamento; https://fnet.bmfbovespa.com.br/fnet/publico/exibirDocumento?id=1011996&amp;cvm=true; p.9, art.21º · Observação: Regra documental; verificar versão, base e condições antes de monitorar.</a:t>
            </a:r>
          </a:p>
          <a:p>
            <a:r>
              <a:t>CNPJ 18185812000114 · Gestão · Componente 0,20% a.a./PL; cláusula fixa de consultoria inclui R$ 7 mil mínimos da gestora. · Fundos.NET ID 1011996; 13/10/2025; data/raw/18185812000114/1011996_regulamento_cache_integral.txt; regulamento; https://fnet.bmfbovespa.com.br/fnet/publico/exibirDocumento?id=1011996&amp;cvm=true; p.9, art.21º, §2º · Observação: Regra documental; verificar versão, base e condições antes de monitorar.</a:t>
            </a:r>
          </a:p>
          <a:p>
            <a:r>
              <a:t>CNPJ 18185812000114 · Custódia · Não confirmado na revisão dirigida; conferir documento ou cláusula específica. · Fundos.NET ID 1011996; 13/10/2025; data/raw/18185812000114/1011996_regulamento_cache_integral.txt; regulamento; https://fnet.bmfbovespa.com.br/fnet/publico/exibirDocumento?id=1011996&amp;cvm=true · Observação: Lacuna desta revisão; não implica inexistência da regra no regulamento.</a:t>
            </a:r>
          </a:p>
          <a:p>
            <a:r>
              <a:t>CNPJ 18185812000114 · Consultoria · R$ 1 milhão/mês no texto; inclui R$ 7/8 mil mínimos de gestão/admin; confirmar composição. · Fundos.NET ID 1011996; 13/10/2025; data/raw/18185812000114/1011996_regulamento_cache_integral.txt; regulamento; https://fnet.bmfbovespa.com.br/fnet/publico/exibirDocumento?id=1011996&amp;cvm=true; p.9, art.21º, §2º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Gávea Sul: CNPJ 18185812000114</a:t>
            </a:r>
          </a:p>
          <a:p>
            <a:r>
              <a:t>Fontes:</a:t>
            </a:r>
          </a:p>
          <a:p>
            <a:r>
              <a:t>CNPJ 18185812000114 · Alocação/subordinação IME · DC/PL e cotas por categoria/PL; validar regra e denominador. · Fundos.NET ID 1011996; 13/10/2025; data/raw/18185812000114/1011996_regulamento_cache_integral.txt; regulamento; https://fnet.bmfbovespa.com.br/fnet/publico/exibirDocumento?id=1011996&amp;cvm=true; escopo e condições da revisão · Observação: Proxy agregado; não comprova enquadramento diário nem prioridade por série.</a:t>
            </a:r>
          </a:p>
          <a:p>
            <a:r>
              <a:t>CNPJ 18185812000114 · Inadimplência/PDD IME · Aging e PDD/crédito agregados; conciliar índice contratual. · Fundos.NET ID 1011996; 13/10/2025; data/raw/18185812000114/1011996_regulamento_cache_integral.txt; regulamento; https://fnet.bmfbovespa.com.br/fnet/publico/exibirDocumento?id=1011996&amp;cvm=true; escopo e condições da revisão · Observação: Proxy parcial; vintage, efeito vagão e defasagem não reproduzidos automaticamente.</a:t>
            </a:r>
          </a:p>
          <a:p>
            <a:r>
              <a:t>CNPJ 18185812000114 · Controles documentais · Lastro, elegibilidade, concentração individual e prestadores exigem documentos. · Fundos.NET ID 1011996; 13/10/2025; data/raw/18185812000114/1011996_regulamento_cache_integral.txt; regulamento; https://fnet.bmfbovespa.com.br/fnet/publico/exibirDocumento?id=1011996&amp;cvm=true; escopo e condições da revisão · Observação: IME público sem granularidade individual; não usar como prova de conformidade.</a:t>
            </a:r>
          </a:p>
          <a:p>
            <a:r>
              <a:t>CNPJ 18185812000114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vincendos; CCB/NC até 720 dias; prazo médio≤60 dias exclui CCB/NC.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≥45%/PL (relação 181,82%); júnior≥22%/PL com mezanino.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 meses de despesas; amortização 50% emD-10 DU e saldo conforme cronograma.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após 180 dias; cotas FIDC contam para enquadramento tributário.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poderá responder solidariamente com os clientes.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14: 1ª emissão distribuída; demais séries no histórico.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 mil cotas de R$ 1 mil; R$ 100 mi distribuídos, garantia firme de colocação.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 08/06/2026; encerramento 15/06/2026; integralização prevista 11/06/2026.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Componente 0,175% a.a./PL; administração+gestão total 0,375%; mínimo conjunto R$ 15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Componente 0,20% a.a./PL; cláusula fixa de consultoria inclui R$ 7 mil mínimos da gestora.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 milhão/mês no texto; inclui R$ 7/8 mil mínimos de gestão/admin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GAVEA SUL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Gávea Sul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