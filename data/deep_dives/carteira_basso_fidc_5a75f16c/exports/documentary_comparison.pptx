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Recebíveis e elegibilidade</a:t>
            </a:r>
          </a:p>
          <a:p>
            <a:r>
              <a:t>Leitura documental: 2026-10-07T16:18:20-03:00</a:t>
            </a:r>
          </a:p>
          <a:p>
            <a:r>
              <a:t>BASSO: CNPJ 26756137000164</a:t>
            </a:r>
          </a:p>
          <a:p>
            <a:r>
              <a:t>Fontes:</a:t>
            </a:r>
          </a:p>
          <a:p>
            <a:r>
              <a:t>CNPJ 26756137000164 · Natureza dos recebíveis · Multissetorial: títulos e contratos industriais, comerciais, imobiliários, agro e serviços; admite a performar · Fundos.NET ID 1280494 | 07/08/2026 | regulamento | p. 71–74; 5.19–5.22;5.30 | data/raw/26756137000164/1280494_regulamento_review_20261007.pdf | https://fnet.bmfbovespa.com.br/fnet/publico/visualizarDocumento?id=1280494 · Observação: Regra da versão indicada; resumo sujeito às condições completas da cláusula. IME agregado não comprova elegibilidade individual.</a:t>
            </a:r>
          </a:p>
          <a:p>
            <a:r>
              <a:t>CNPJ 26756137000164 · Originador/endossante · Cedentes diversos; originação e formalização a cargo de cada cedente · Fundos.NET ID 1280494 | 07/08/2026 | regulamento | p. 70; 5.12 | data/raw/26756137000164/1280494_regulamento_review_20261007.pdf | https://fnet.bmfbovespa.com.br/fnet/publico/visualizarDocumento?id=1280494 · Observação: Regra da versão indicada; resumo sujeito às condições completas da cláusula. IME agregado não comprova elegibilidade individual.</a:t>
            </a:r>
          </a:p>
          <a:p>
            <a:r>
              <a:t>CNPJ 26756137000164 · Devedor · Não localizado nas fontes acessíveis desta leitura · data/raw/26756137000164/access_status_20261007.txt | Consulta Fundos.NET por CNPJ 26756137000164 em 07/10/2026; inventário completo com 320 registros · Observação: Lacuna na revisão dirigida; obter cláusula específica antes de concluir ausência ou enquadramento.</a:t>
            </a:r>
          </a:p>
          <a:p>
            <a:r>
              <a:t>CNPJ 26756137000164 · Garantia · Cessão inclui garantias dos créditos; sem garantia de prestadores ou FGC · Fundos.NET ID 1280494 | 07/08/2026 | regulamento | p. 69,71; 5.8;5.17 | data/raw/26756137000164/1280494_regulamento_review_20261007.pdf | https://fnet.bmfbovespa.com.br/fnet/publico/visualizarDocumento?id=1280494 · Observação: Regra da versão indicada; resumo sujeito às condições completas da cláusula. IME agregado não comprova elegibilidade individual.</a:t>
            </a:r>
          </a:p>
          <a:p>
            <a:r>
              <a:t>CNPJ 26756137000164 · Elegibilidade · Créditos não vencidos; R$ 1 aR$ 10 mi;5–3.600 dias; vedados não padronizados · Fundos.NET ID 1280494 | 07/08/2026 | regulamento | p. 72,74; 5.22;5.30 | data/raw/26756137000164/1280494_regulamento_review_20261007.pdf | https://fnet.bmfbovespa.com.br/fnet/publico/visualizarDocumento?id=1280494 · Observação: Regra da versão indicada; resumo sujeito às condições completas da cláusula. IME agregado não comprova elegibilidade individual.</a:t>
            </a:r>
          </a:p>
          <a:p>
            <a:r>
              <a:t>CNPJ 26756137000164 · Concentração · Cedente/grupo 10% e top 10:50%; devedor/grupo 7% e top 10:30% do PL; texto posterior repete 10% para devedor · Fundos.NET ID 1280494 | 07/08/2026 | regulamento | p. 72,75–76; 5.24;5.32 | data/raw/26756137000164/1280494_regulamento_review_20261007.pdf | https://fnet.bmfbovespa.com.br/fnet/publico/visualizarDocumento?id=1280494 · Observação: Conflito entre limites 7% e 10% por devedor/grupo na mesma versão; adotar validação documental antes de monitorar.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Subordinação, gatilhos e proteção</a:t>
            </a:r>
          </a:p>
          <a:p>
            <a:r>
              <a:t>Leitura documental: 2026-10-07T16:18:20-03:00</a:t>
            </a:r>
          </a:p>
          <a:p>
            <a:r>
              <a:t>BASSO: CNPJ 26756137000164</a:t>
            </a:r>
          </a:p>
          <a:p>
            <a:r>
              <a:t>Fontes:</a:t>
            </a:r>
          </a:p>
          <a:p>
            <a:r>
              <a:t>CNPJ 26756137000164 · Subordinação mínima · Sênior: subordinadas / PL ≥50%; mezanino:(júnior+mezaninoIV eVI) / PL ≥30% · Fundos.NET ID 1280494 | 07/08/2026 | regulamento | p. 101; 10.1–10.2;definições | data/raw/26756137000164/1280494_regulamento_review_20261007.pdf | https://fnet.bmfbovespa.com.br/fnet/publico/visualizarDocumento?id=1280494 · Observação: Regra da versão indicada; resumo sujeito às condições completas da cláusula. IME agregado não comprova elegibilidade individual.</a:t>
            </a:r>
          </a:p>
          <a:p>
            <a:r>
              <a:t>CNPJ 26756137000164 · Gatilhos de avaliação/liquidação · Avaliação: reservas sem cura 10 DU, recompras&gt;25% da carteira e atraso mezanino 5 DU; liquidação: atraso mezanino 20 DU · Fundos.NET ID 1280494 | 07/08/2026 | regulamento | p. 103,105; 11;11.7 | data/raw/26756137000164/1280494_regulamento_review_20261007.pdf | https://fnet.bmfbovespa.com.br/fnet/publico/visualizarDocumento?id=1280494 · Observação: Regra da versão indicada; resumo sujeito às condições completas da cláusula. IME agregado não comprova elegibilidade individual.</a:t>
            </a:r>
          </a:p>
          <a:p>
            <a:r>
              <a:t>CNPJ 26756137000164 · Reserva de caixa · Despesas:80% de um mês em D-5 DU; amortização:30% desde D-60 e 100% desde D-15 · Fundos.NET ID 1280494 | 07/08/2026 | regulamento | p. 98–99; 9.13–9.14.2 | data/raw/26756137000164/1280494_regulamento_review_20261007.pdf | https://fnet.bmfbovespa.com.br/fnet/publico/visualizarDocumento?id=1280494 · Observação: Regra da versão indicada; resumo sujeito às condições completas da cláusula. IME agregado não comprova elegibilidade individual.</a:t>
            </a:r>
          </a:p>
          <a:p>
            <a:r>
              <a:t>CNPJ 26756137000164 · Derivativos/hedge · Proteção patrimonial ou troca de indexador sem exposição a risco de capital · Fundos.NET ID 1280494 | 07/08/2026 | regulamento | p. 73; 5.27 | data/raw/26756137000164/1280494_regulamento_review_20261007.pdf | https://fnet.bmfbovespa.com.br/fnet/publico/visualizarDocumento?id=1280494 · Observação: Regra da versão indicada; resumo sujeito às condições completas da cláusula. IME agregado não comprova elegibilidade individual.</a:t>
            </a:r>
          </a:p>
          <a:p>
            <a:r>
              <a:t>CNPJ 26756137000164 · PDD · Não localizado nas fontes acessíveis desta leitura · data/raw/26756137000164/access_status_20261007.txt | Consulta Fundos.NET por CNPJ 26756137000164 em 07/10/2026; inventário completo com 320 registros · Observação: Lacuna na revisão dirigida; obter cláusula específica antes de concluir ausência ou enquadramento.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Alocação e mecânica contratual</a:t>
            </a:r>
          </a:p>
          <a:p>
            <a:r>
              <a:t>Leitura documental: 2026-10-07T16:18:20-03:00</a:t>
            </a:r>
          </a:p>
          <a:p>
            <a:r>
              <a:t>BASSO: CNPJ 26756137000164</a:t>
            </a:r>
          </a:p>
          <a:p>
            <a:r>
              <a:t>Fontes:</a:t>
            </a:r>
          </a:p>
          <a:p>
            <a:r>
              <a:t>CNPJ 26756137000164 · Alocação mínima · Direitos elegíveis ≥50% do PL em até 180 dias da primeira emissão · Fundos.NET ID 1280494 | 07/08/2026 | regulamento | p. 47,68; Definição;5.4 | data/raw/26756137000164/1280494_regulamento_review_20261007.pdf | https://fnet.bmfbovespa.com.br/fnet/publico/visualizarDocumento?id=1280494 · Observação: Regra da versão indicada; resumo sujeito às condições completas da cláusula. IME agregado não comprova elegibilidade individual.</a:t>
            </a:r>
          </a:p>
          <a:p>
            <a:r>
              <a:t>CNPJ 26756137000164 · Pool/revolvência · Revolvente: novos direitos após liquidação dos adquiridos · Fundos.NET ID 1280494 | 07/08/2026 | regulamento | p. 68; 5.3 | data/raw/26756137000164/1280494_regulamento_review_20261007.pdf | https://fnet.bmfbovespa.com.br/fnet/publico/visualizarDocumento?id=1280494 · Observação: Regra da versão indicada; resumo sujeito às condições completas da cláusula. IME agregado não comprova elegibilidade individual.</a:t>
            </a:r>
          </a:p>
          <a:p>
            <a:r>
              <a:t>CNPJ 26756137000164 · Duração/público-alvo · Indeterminado; investidores qualificados; classe com responsabilidade ilimitada · Fundos.NET ID 1280494 | 07/08/2026 | regulamento | p. 62; 2;2.3 | data/raw/26756137000164/1280494_regulamento_review_20261007.pdf | https://fnet.bmfbovespa.com.br/fnet/publico/visualizarDocumento?id=1280494 · Observação: Regra da versão indicada; resumo sujeito às condições completas da cláusula. IME agregado não comprova elegibilidade individual.</a:t>
            </a:r>
          </a:p>
          <a:p>
            <a:r>
              <a:t>CNPJ 26756137000164 · Cessão/recompra · Não localizado nas fontes acessíveis desta leitura · data/raw/26756137000164/access_status_20261007.txt | Consulta Fundos.NET por CNPJ 26756137000164 em 07/10/2026; inventário completo com 320 registros · Observação: Lacuna na revisão dirigida; obter cláusula específica antes de concluir ausência ou enquadramento.</a:t>
            </a:r>
          </a:p>
          <a:p>
            <a:r>
              <a:t>CNPJ 26756137000164 · Coobrigação · Cedente poderá responder solidariamente com devedores; validar contrato · Fundos.NET ID 1280494 | 07/08/2026 | regulamento | p. 70; 5.13 | data/raw/26756137000164/1280494_regulamento_review_20261007.pdf | https://fnet.bmfbovespa.com.br/fnet/publico/visualizarDocumento?id=1280494 · Observação: Regra da versão indicada; resumo sujeito às condições completas da cláusula. IME agregado não comprova elegibilidade individual.</a:t>
            </a:r>
          </a:p>
          <a:p>
            <a:r>
              <a:t>CNPJ 26756137000164 · Waterfall · Não localizado nas fontes acessíveis desta leitura · data/raw/26756137000164/access_status_20261007.txt | Consulta Fundos.NET por CNPJ 26756137000164 em 07/10/2026; inventário completo com 320 registros · Observação: Lacuna na revisão dirigida; obter cláusula específica antes de concluir ausência ou enquadramento.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Emissões e remuneração</a:t>
            </a:r>
          </a:p>
          <a:p>
            <a:r>
              <a:t>Leitura documental: 2026-10-07T16:18:20-03:00</a:t>
            </a:r>
          </a:p>
          <a:p>
            <a:r>
              <a:t>BASSO: CNPJ 26756137000164</a:t>
            </a:r>
          </a:p>
          <a:p>
            <a:r>
              <a:t>Fontes:</a:t>
            </a:r>
          </a:p>
          <a:p>
            <a:r>
              <a:t>CNPJ 26756137000164 · Classes/séries · Sênior, múltiplos mezaninos e júnior; anúncio recente: mezaninoXIV eXV · Fundos.NET ID 1280494 | 07/08/2026 | regulamento | p. 62; 2.4 | data/raw/26756137000164/1280494_regulamento_review_20261007.pdf | https://fnet.bmfbovespa.com.br/fnet/publico/visualizarDocumento?id=1280494 · Observação: Regra da versão indicada; resumo sujeito às condições completas da cláusula. IME agregado não comprova elegibilidade individual.</a:t>
            </a:r>
          </a:p>
          <a:p>
            <a:r>
              <a:t>CNPJ 26756137000164 · Remuneração · Meta de remuneração remetida a apêndice/suplemento; spread final não localizado · Fundos.NET ID 1280494 | 07/08/2026 | regulamento | p. 67–68; 5.1–5.2 | data/raw/26756137000164/1280494_regulamento_review_20261007.pdf | https://fnet.bmfbovespa.com.br/fnet/publico/visualizarDocumento?id=1280494 · Observação: Regra da versão indicada; resumo sujeito às condições completas da cláusula. IME agregado não comprova elegibilidade individual.</a:t>
            </a:r>
          </a:p>
          <a:p>
            <a:r>
              <a:t>CNPJ 26756137000164 · Volume/VNU · MezaninoXIV:800 cotas, VNU R$ 25; anúncio declara montanteR$ 0, inconsistente com quantidade×VNU · Fundos.NET ID 1323287 | 17/09/2026 | emissao | p. 1; Anúncio encerramento | data/raw/26756137000164/1323287_emissao_review_20261007.pdf | https://fnet.bmfbovespa.com.br/fnet/publico/visualizarDocumento?id=1323287 · Observação: Valor não corrigido por inferência. Quantidade eVNU exigem confirmação no administrador; não usar montante 0 como lacuna preenchida.</a:t>
            </a:r>
          </a:p>
          <a:p>
            <a:r>
              <a:t>CNPJ 26756137000164 · Ofertas · MezaninoXIV: registro 15/06/2026 e anúncio encerramento 17/09/2026 · Fundos.NET ID 1323287 | 17/09/2026 | emissao | p. 1–3; Anúncio encerramento | data/raw/26756137000164/1323287_emissao_review_20261007.pdf | https://fnet.bmfbovespa.com.br/fnet/publico/visualizarDocumento?id=1323287 · Observação: Regra da versão indicada; resumo sujeito às condições completas da cláusula. IME agregado não comprova elegibilidade individual.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Amortização e calendário de pagamentos</a:t>
            </a:r>
          </a:p>
          <a:p>
            <a:r>
              <a:t>Leitura documental: 2026-10-07T16:18:20-03:00</a:t>
            </a:r>
          </a:p>
          <a:p>
            <a:r>
              <a:t>BASSO: CNPJ 26756137000164</a:t>
            </a:r>
          </a:p>
          <a:p>
            <a:r>
              <a:t>Fontes:</a:t>
            </a:r>
          </a:p>
          <a:p>
            <a:r>
              <a:t>CNPJ 26756137000164 · Carência · Não localizado nas fontes acessíveis desta leitura · data/raw/26756137000164/access_status_20261007.txt | Consulta Fundos.NET por CNPJ 26756137000164 em 07/10/2026; inventário completo com 320 registros · Observação: Lacuna na revisão dirigida; obter cláusula específica antes de concluir ausência ou enquadramento.</a:t>
            </a:r>
          </a:p>
          <a:p>
            <a:r>
              <a:t>CNPJ 26756137000164 · Juros/amortização · Não localizado nas fontes acessíveis desta leitura · data/raw/26756137000164/access_status_20261007.txt | Consulta Fundos.NET por CNPJ 26756137000164 em 07/10/2026; inventário completo com 320 registros · Observação: Lacuna na revisão dirigida; obter cláusula específica antes de concluir ausência ou enquadramento.</a:t>
            </a:r>
          </a:p>
          <a:p>
            <a:r>
              <a:t>CNPJ 26756137000164 · Vencimento · Não localizado nas fontes acessíveis desta leitura · data/raw/26756137000164/access_status_20261007.txt | Consulta Fundos.NET por CNPJ 26756137000164 em 07/10/2026; inventário completo com 320 registros · Observação: Lacuna na revisão dirigida; obter cláusula específica antes de concluir ausência ou enquadramento.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Custos estruturais</a:t>
            </a:r>
          </a:p>
          <a:p>
            <a:r>
              <a:t>Leitura documental: 2026-10-07T16:18:20-03:00</a:t>
            </a:r>
          </a:p>
          <a:p>
            <a:r>
              <a:t>BASSO: CNPJ 26756137000164</a:t>
            </a:r>
          </a:p>
          <a:p>
            <a:r>
              <a:t>Fontes:</a:t>
            </a:r>
          </a:p>
          <a:p>
            <a:r>
              <a:t>CNPJ 26756137000164 · Administração · Faixas marginais 0,55/0,50/0,475/0,45/0,425/0,40% a.a.; mínimoR$ 26.143,60/mês, IPCA positivo · Fundos.NET ID 1280494 | 07/08/2026 | regulamento | p. 65–66; 4.1(a) | data/raw/26756137000164/1280494_regulamento_review_20261007.pdf | https://fnet.bmfbovespa.com.br/fnet/publico/visualizarDocumento?id=1280494 · Observação: Regra da versão indicada; resumo sujeito às condições completas da cláusula. IME agregado não comprova elegibilidade individual.</a:t>
            </a:r>
          </a:p>
          <a:p>
            <a:r>
              <a:t>CNPJ 26756137000164 · Gestão · 0,35% a.a. sobre PL; mínimoR$ 4 mil/mês, IGP-M positivo · Fundos.NET ID 1280494 | 07/08/2026 | regulamento | p. 66; 4.1(b) | data/raw/26756137000164/1280494_regulamento_review_20261007.pdf | https://fnet.bmfbovespa.com.br/fnet/publico/visualizarDocumento?id=1280494 · Observação: Regra da versão indicada; resumo sujeito às condições completas da cláusula. IME agregado não comprova elegibilidade individual.</a:t>
            </a:r>
          </a:p>
          <a:p>
            <a:r>
              <a:t>CNPJ 26756137000164 · Custódia · Incluída na taxa de administração; remuneração própria não individualizada · Fundos.NET ID 1280494 | 07/08/2026 | regulamento | p. 65; 4.1(a) | data/raw/26756137000164/1280494_regulamento_review_20261007.pdf | https://fnet.bmfbovespa.com.br/fnet/publico/visualizarDocumento?id=1280494 · Observação: Regra da versão indicada; resumo sujeito às condições completas da cláusula. IME agregado não comprova elegibilidade individual.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Monitoramento IME e controles documentais</a:t>
            </a:r>
          </a:p>
          <a:p>
            <a:r>
              <a:t>Leitura documental: 2026-10-07T16:18:20-03:00</a:t>
            </a:r>
          </a:p>
          <a:p>
            <a:r>
              <a:t>BASSO: CNPJ 26756137000164</a:t>
            </a:r>
          </a:p>
          <a:p>
            <a:r>
              <a:t>Fontes:</a:t>
            </a:r>
          </a:p>
          <a:p>
            <a:r>
              <a:t>CNPJ 26756137000164 · Alocação/subordinação IME · Direitos creditórios / PL e cotas subordinadas / PL; validar ativo elegível, subclasses e fórmula contratual · data/raw/26756137000164/access_status_20261007.txt | Consulta Fundos.NET por CNPJ 26756137000164 em 07/10/2026; inventário completo com 320 registros · Observação: Avaliação metodológica do IME público; dados de cache e monitoramento ao vivo são apresentados separadamente.</a:t>
            </a:r>
          </a:p>
          <a:p>
            <a:r>
              <a:t>CNPJ 26756137000164 · Inadimplência/PDD IME · Over 30/60/90 e PDD / crédito: indicadores agregados; gatilhos dependem de denominador e janela contratual · data/raw/26756137000164/access_status_20261007.txt | Consulta Fundos.NET por CNPJ 26756137000164 em 07/10/2026; inventário completo com 320 registros · Observação: Avaliação metodológica do IME público; dados de cache e monitoramento ao vivo são apresentados separadamente.</a:t>
            </a:r>
          </a:p>
          <a:p>
            <a:r>
              <a:t>CNPJ 26756137000164 · Controles documentais · Elegibilidade, concentração por devedor/grupo, lastro, prestadores e eventos: validação documental e operacional · data/raw/26756137000164/access_status_20261007.txt | Consulta Fundos.NET por CNPJ 26756137000164 em 07/10/2026; inventário completo com 320 registros · Observação: Avaliação metodológica do IME público; dados de cache e monitoramento ao vivo são apresentados separadamente.</a:t>
            </a:r>
          </a:p>
          <a:p>
            <a:r>
              <a:t>CNPJ 26756137000164 · Competência IME · Sem competência IME carregada em cache local · Inventário de .cache/fundonet em 2026-10-07 · Observação: Leitura documental preservada. Carregar competência no Monitoramento para avaliar enquadramento.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Basso FIDC – Recebíveis e elegibilidade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24688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BASSO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Natureza dos recebíveis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Multissetorial: títulos e contratos industriais, comerciais, imobiliários, agro e serviços; admite 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performar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Originador/endossante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Cedentes diversos; originação e formalização a cargo de cada cedente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Devedor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Garantia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Cessão inclui garantias dos créditos; sem garantia de prestadores ou FGC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Elegibilidade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Créditos não vencidos; R$ 1 aR$ 10 mi;5–3.600 dias; vedados não padronizados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Concentração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Cedente/grupo 10% e top 10:50%; devedor/grupo 7% e top 10:30% do PL; texto posterior repete 10% para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devedor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1/7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Basso FIDC – Subordinação, gatilhos e proteção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9979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BASSO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Subordinação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Sênior: subordinadas / PL ≥50%; mezanino:(júnior+mezaninoIV eVI) / PL ≥30%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Gatilhos de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avaliação/liquidação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Avaliação: reservas sem cura 10 DU, recompras&gt;25% da carteira e atraso mezanino 5 DU; liquidação: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atraso mezanino 20 DU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Reserva de caixa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Despesas:80% de um mês em D-5 DU; amortização:30% desde D-60 e 100% desde D-15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Derivativos/hedge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Proteção patrimonial ou troca de indexador sem exposição a risco de capital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PDD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2/7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Basso FIDC – Alocação e mecânica contratual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20939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BASSO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Direitos elegíveis ≥50% do PL em até 180 dias da primeira emissão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Pool/revolvência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Revolvente: novos direitos após liquidação dos adquiridos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Duração/público-alvo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Indeterminado; investidores qualificados; classe com responsabilidade ilimitada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Cessão/recompra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Coobrigação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Cedente poderá responder solidariamente com devedores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Waterfall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3/7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Basso FIDC – Emissões e remuneração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5270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BASSO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Classes/séries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Sênior, múltiplos mezaninos e júnior; anúncio recente: mezaninoXIV eXV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Remuneração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Volume/VNU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MezaninoXIV:800 cotas, VNU R$ 25; anúncio declara montanteR$ 0, inconsistente com quantidade×VNU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Ofertas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MezaninoXIV: registro 15/06/2026 e anúncio encerramento 17/09/2026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4/7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Basso FIDC – Amortização e calendário de pagamentos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2435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BASSO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Carência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Juros/amortização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Vencimento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5/7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Basso FIDC – Custos estruturais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2435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BASSO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Administração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Faixas marginais 0,55/0,50/0,475/0,45/0,425/0,40% a.a.; mínimoR$ 26.143,60/mês, IPCA positivo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Gestão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0,35% a.a. sobre PL; mínimoR$ 4 mil/mês, IGP-M positivo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Custódia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Incluída na taxa de administração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6/7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Basso FIDC – Monitoramento IME e controles documentais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20894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BASSO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Alocação/subordinação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Direitos creditórios / PL e cotas subordinadas / PL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Inadimplência/PDD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Over 30/60/90 e PDD / crédito: indicadores agregados; gatilhos dependem de denominador e janela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contratual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Controles documentais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Elegibilidade, concentração por devedor/grupo, lastro, prestadores e eventos: validação documental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operacional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Competência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7/7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