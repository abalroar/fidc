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2026-10-07T16:18:20-03:00</a:t>
            </a:r>
          </a:p>
          <a:p>
            <a:r>
              <a:t>BASSO: CNPJ 26756137000164</a:t>
            </a:r>
          </a:p>
          <a:p>
            <a:r>
              <a:t>Fontes:</a:t>
            </a:r>
          </a:p>
          <a:p>
            <a:r>
              <a:t>CNPJ 26756137000164 · Natureza dos recebíveis · Multissetorial: títulos e contratos industriais, comerciais, imobiliários, agro e serviços; admite a performar · Fundos.NET ID 1280494 | 07/08/2026 | regulamento | p. 71–74; 5.19–5.22;5.30 | data/raw/26756137000164/1280494_regulamento_review_20261007.pdf | https://fnet.bmfbovespa.com.br/fnet/publico/visualizarDocumento?id=1280494 · Observação: Regra da versão indicada; resumo sujeito às condições completas da cláusula. IME agregado não comprova elegibilidade individual.</a:t>
            </a:r>
          </a:p>
          <a:p>
            <a:r>
              <a:t>CNPJ 26756137000164 · Originador/endossante · Cedentes diversos; originação e formalização a cargo de cada cedente · Fundos.NET ID 1280494 | 07/08/2026 | regulamento | p. 70; 5.12 | data/raw/26756137000164/1280494_regulamento_review_20261007.pdf | https://fnet.bmfbovespa.com.br/fnet/publico/visualizarDocumento?id=1280494 · Observação: Regra da versão indicada; resumo sujeito às condições completas da cláusula. IME agregado não comprova elegibilidade individual.</a:t>
            </a:r>
          </a:p>
          <a:p>
            <a:r>
              <a:t>CNPJ 26756137000164 · Devedor · Não localizado nas fontes acessíveis desta leitura · data/raw/26756137000164/access_status_20261007.txt | Consulta Fundos.NET por CNPJ 26756137000164 em 07/10/2026; inventário completo com 320 registros · Observação: Lacuna na revisão dirigida; obter cláusula específica antes de concluir ausência ou enquadramento.</a:t>
            </a:r>
          </a:p>
          <a:p>
            <a:r>
              <a:t>CNPJ 26756137000164 · Garantia · Cessão inclui garantias dos créditos; sem garantia de prestadores ou FGC · Fundos.NET ID 1280494 | 07/08/2026 | regulamento | p. 69,71; 5.8;5.17 | data/raw/26756137000164/1280494_regulamento_review_20261007.pdf | https://fnet.bmfbovespa.com.br/fnet/publico/visualizarDocumento?id=1280494 · Observação: Regra da versão indicada; resumo sujeito às condições completas da cláusula. IME agregado não comprova elegibilidade individual.</a:t>
            </a:r>
          </a:p>
          <a:p>
            <a:r>
              <a:t>CNPJ 26756137000164 · Elegibilidade · Créditos não vencidos; R$ 1 aR$ 10 mi;5–3.600 dias; vedados não padronizados · Fundos.NET ID 1280494 | 07/08/2026 | regulamento | p. 72,74; 5.22;5.30 | data/raw/26756137000164/1280494_regulamento_review_20261007.pdf | https://fnet.bmfbovespa.com.br/fnet/publico/visualizarDocumento?id=1280494 · Observação: Regra da versão indicada; resumo sujeito às condições completas da cláusula. IME agregado não comprova elegibilidade individual.</a:t>
            </a:r>
          </a:p>
          <a:p>
            <a:r>
              <a:t>CNPJ 26756137000164 · Concentração · Cedente/grupo 10% e top 10:50%; devedor/grupo 7% e top 10:30% do PL; texto posterior repete 10% para devedor · Fundos.NET ID 1280494 | 07/08/2026 | regulamento | p. 72,75–76; 5.24;5.32 | data/raw/26756137000164/1280494_regulamento_review_20261007.pdf | https://fnet.bmfbovespa.com.br/fnet/publico/visualizarDocumento?id=1280494 · Observação: Conflito entre limites 7% e 10% por devedor/grupo na mesma versão; adotar validação documental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2026-10-07T16:18:20-03:00</a:t>
            </a:r>
          </a:p>
          <a:p>
            <a:r>
              <a:t>BASSO: CNPJ 26756137000164</a:t>
            </a:r>
          </a:p>
          <a:p>
            <a:r>
              <a:t>Fontes:</a:t>
            </a:r>
          </a:p>
          <a:p>
            <a:r>
              <a:t>CNPJ 26756137000164 · Subordinação mínima · Sênior: subordinadas / PL ≥50%; mezanino:(júnior+mezaninoIV eVI) / PL ≥30% · Fundos.NET ID 1280494 | 07/08/2026 | regulamento | p. 101; 10.1–10.2;definições | data/raw/26756137000164/1280494_regulamento_review_20261007.pdf | https://fnet.bmfbovespa.com.br/fnet/publico/visualizarDocumento?id=1280494 · Observação: Regra da versão indicada; resumo sujeito às condições completas da cláusula. IME agregado não comprova elegibilidade individual.</a:t>
            </a:r>
          </a:p>
          <a:p>
            <a:r>
              <a:t>CNPJ 26756137000164 · Gatilhos de avaliação/liquidação · Avaliação: reservas sem cura 10 DU, recompras&gt;25% da carteira e atraso mezanino 5 DU; liquidação: atraso mezanino 20 DU · Fundos.NET ID 1280494 | 07/08/2026 | regulamento | p. 103,105; 11;11.7 | data/raw/26756137000164/1280494_regulamento_review_20261007.pdf | https://fnet.bmfbovespa.com.br/fnet/publico/visualizarDocumento?id=1280494 · Observação: Regra da versão indicada; resumo sujeito às condições completas da cláusula. IME agregado não comprova elegibilidade individual.</a:t>
            </a:r>
          </a:p>
          <a:p>
            <a:r>
              <a:t>CNPJ 26756137000164 · Reserva de caixa · Despesas:80% de um mês em D-5 DU; amortização:30% desde D-60 e 100% desde D-15 · Fundos.NET ID 1280494 | 07/08/2026 | regulamento | p. 98–99; 9.13–9.14.2 | data/raw/26756137000164/1280494_regulamento_review_20261007.pdf | https://fnet.bmfbovespa.com.br/fnet/publico/visualizarDocumento?id=1280494 · Observação: Regra da versão indicada; resumo sujeito às condições completas da cláusula. IME agregado não comprova elegibilidade individual.</a:t>
            </a:r>
          </a:p>
          <a:p>
            <a:r>
              <a:t>CNPJ 26756137000164 · Derivativos/hedge · Proteção patrimonial ou troca de indexador sem exposição a risco de capital · Fundos.NET ID 1280494 | 07/08/2026 | regulamento | p. 73; 5.27 | data/raw/26756137000164/1280494_regulamento_review_20261007.pdf | https://fnet.bmfbovespa.com.br/fnet/publico/visualizarDocumento?id=1280494 · Observação: Regra da versão indicada; resumo sujeito às condições completas da cláusula. IME agregado não comprova elegibilidade individual.</a:t>
            </a:r>
          </a:p>
          <a:p>
            <a:r>
              <a:t>CNPJ 26756137000164 · PDD · Não localizado nas fontes acessíveis desta leitura · data/raw/26756137000164/access_status_20261007.txt | Consulta Fundos.NET por CNPJ 26756137000164 em 07/10/2026; inventário completo com 320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2026-10-07T16:18:20-03:00</a:t>
            </a:r>
          </a:p>
          <a:p>
            <a:r>
              <a:t>BASSO: CNPJ 26756137000164</a:t>
            </a:r>
          </a:p>
          <a:p>
            <a:r>
              <a:t>Fontes:</a:t>
            </a:r>
          </a:p>
          <a:p>
            <a:r>
              <a:t>CNPJ 26756137000164 · Alocação mínima · Direitos elegíveis ≥50% do PL em até 180 dias da primeira emissão · Fundos.NET ID 1280494 | 07/08/2026 | regulamento | p. 47,68; Definição;5.4 | data/raw/26756137000164/1280494_regulamento_review_20261007.pdf | https://fnet.bmfbovespa.com.br/fnet/publico/visualizarDocumento?id=1280494 · Observação: Regra da versão indicada; resumo sujeito às condições completas da cláusula. IME agregado não comprova elegibilidade individual.</a:t>
            </a:r>
          </a:p>
          <a:p>
            <a:r>
              <a:t>CNPJ 26756137000164 · Pool/revolvência · Revolvente: novos direitos após liquidação dos adquiridos · Fundos.NET ID 1280494 | 07/08/2026 | regulamento | p. 68; 5.3 | data/raw/26756137000164/1280494_regulamento_review_20261007.pdf | https://fnet.bmfbovespa.com.br/fnet/publico/visualizarDocumento?id=1280494 · Observação: Regra da versão indicada; resumo sujeito às condições completas da cláusula. IME agregado não comprova elegibilidade individual.</a:t>
            </a:r>
          </a:p>
          <a:p>
            <a:r>
              <a:t>CNPJ 26756137000164 · Duração/público-alvo · Indeterminado; investidores qualificados; classe com responsabilidade ilimitada · Fundos.NET ID 1280494 | 07/08/2026 | regulamento | p. 62; 2;2.3 | data/raw/26756137000164/1280494_regulamento_review_20261007.pdf | https://fnet.bmfbovespa.com.br/fnet/publico/visualizarDocumento?id=1280494 · Observação: Regra da versão indicada; resumo sujeito às condições completas da cláusula. IME agregado não comprova elegibilidade individual.</a:t>
            </a:r>
          </a:p>
          <a:p>
            <a:r>
              <a:t>CNPJ 26756137000164 · Cessão/recompra · Não localizado nas fontes acessíveis desta leitura · data/raw/26756137000164/access_status_20261007.txt | Consulta Fundos.NET por CNPJ 26756137000164 em 07/10/2026; inventário completo com 320 registros · Observação: Lacuna na revisão dirigida; obter cláusula específica antes de concluir ausência ou enquadramento.</a:t>
            </a:r>
          </a:p>
          <a:p>
            <a:r>
              <a:t>CNPJ 26756137000164 · Coobrigação · Cedente poderá responder solidariamente com devedores; validar contrato · Fundos.NET ID 1280494 | 07/08/2026 | regulamento | p. 70; 5.13 | data/raw/26756137000164/1280494_regulamento_review_20261007.pdf | https://fnet.bmfbovespa.com.br/fnet/publico/visualizarDocumento?id=1280494 · Observação: Regra da versão indicada; resumo sujeito às condições completas da cláusula. IME agregado não comprova elegibilidade individual.</a:t>
            </a:r>
          </a:p>
          <a:p>
            <a:r>
              <a:t>CNPJ 26756137000164 · Waterfall · Não localizado nas fontes acessíveis desta leitura · data/raw/26756137000164/access_status_20261007.txt | Consulta Fundos.NET por CNPJ 26756137000164 em 07/10/2026; inventário completo com 320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2026-10-07T16:18:20-03:00</a:t>
            </a:r>
          </a:p>
          <a:p>
            <a:r>
              <a:t>BASSO: CNPJ 26756137000164</a:t>
            </a:r>
          </a:p>
          <a:p>
            <a:r>
              <a:t>Fontes:</a:t>
            </a:r>
          </a:p>
          <a:p>
            <a:r>
              <a:t>CNPJ 26756137000164 · Classes/séries · Sênior, múltiplos mezaninos e júnior; anúncio recente: mezaninoXIV eXV · Fundos.NET ID 1280494 | 07/08/2026 | regulamento | p. 62; 2.4 | data/raw/26756137000164/1280494_regulamento_review_20261007.pdf | https://fnet.bmfbovespa.com.br/fnet/publico/visualizarDocumento?id=1280494 · Observação: Regra da versão indicada; resumo sujeito às condições completas da cláusula. IME agregado não comprova elegibilidade individual.</a:t>
            </a:r>
          </a:p>
          <a:p>
            <a:r>
              <a:t>CNPJ 26756137000164 · Remuneração · Meta de remuneração remetida a apêndice/suplemento; spread final não localizado · Fundos.NET ID 1280494 | 07/08/2026 | regulamento | p. 67–68; 5.1–5.2 | data/raw/26756137000164/1280494_regulamento_review_20261007.pdf | https://fnet.bmfbovespa.com.br/fnet/publico/visualizarDocumento?id=1280494 · Observação: Regra da versão indicada; resumo sujeito às condições completas da cláusula. IME agregado não comprova elegibilidade individual.</a:t>
            </a:r>
          </a:p>
          <a:p>
            <a:r>
              <a:t>CNPJ 26756137000164 · Volume/VNU · MezaninoXIV:800 cotas, VNU R$ 25; anúncio declara montanteR$ 0, inconsistente com quantidade×VNU · Fundos.NET ID 1323287 | 17/09/2026 | emissao | p. 1; Anúncio encerramento | data/raw/26756137000164/1323287_emissao_review_20261007.pdf | https://fnet.bmfbovespa.com.br/fnet/publico/visualizarDocumento?id=1323287 · Observação: Valor não corrigido por inferência. Quantidade eVNU exigem confirmação no administrador; não usar montante 0 como lacuna preenchida.</a:t>
            </a:r>
          </a:p>
          <a:p>
            <a:r>
              <a:t>CNPJ 26756137000164 · Ofertas · MezaninoXIV: registro 15/06/2026 e anúncio encerramento 17/09/2026 · Fundos.NET ID 1323287 | 17/09/2026 | emissao | p. 1–3; Anúncio encerramento | data/raw/26756137000164/1323287_emissao_review_20261007.pdf | https://fnet.bmfbovespa.com.br/fnet/publico/visualizarDocumento?id=1323287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2026-10-07T16:18:20-03:00</a:t>
            </a:r>
          </a:p>
          <a:p>
            <a:r>
              <a:t>BASSO: CNPJ 26756137000164</a:t>
            </a:r>
          </a:p>
          <a:p>
            <a:r>
              <a:t>Fontes:</a:t>
            </a:r>
          </a:p>
          <a:p>
            <a:r>
              <a:t>CNPJ 26756137000164 · Carência · Não localizado nas fontes acessíveis desta leitura · data/raw/26756137000164/access_status_20261007.txt | Consulta Fundos.NET por CNPJ 26756137000164 em 07/10/2026; inventário completo com 320 registros · Observação: Lacuna na revisão dirigida; obter cláusula específica antes de concluir ausência ou enquadramento.</a:t>
            </a:r>
          </a:p>
          <a:p>
            <a:r>
              <a:t>CNPJ 26756137000164 · Juros/amortização · Não localizado nas fontes acessíveis desta leitura · data/raw/26756137000164/access_status_20261007.txt | Consulta Fundos.NET por CNPJ 26756137000164 em 07/10/2026; inventário completo com 320 registros · Observação: Lacuna na revisão dirigida; obter cláusula específica antes de concluir ausência ou enquadramento.</a:t>
            </a:r>
          </a:p>
          <a:p>
            <a:r>
              <a:t>CNPJ 26756137000164 · Vencimento · Não localizado nas fontes acessíveis desta leitura · data/raw/26756137000164/access_status_20261007.txt | Consulta Fundos.NET por CNPJ 26756137000164 em 07/10/2026; inventário completo com 320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2026-10-07T16:18:20-03:00</a:t>
            </a:r>
          </a:p>
          <a:p>
            <a:r>
              <a:t>BASSO: CNPJ 26756137000164</a:t>
            </a:r>
          </a:p>
          <a:p>
            <a:r>
              <a:t>Fontes:</a:t>
            </a:r>
          </a:p>
          <a:p>
            <a:r>
              <a:t>CNPJ 26756137000164 · Administração · Faixas marginais 0,55/0,50/0,475/0,45/0,425/0,40% a.a.; mínimoR$ 26.143,60/mês, IPCA positivo · Fundos.NET ID 1280494 | 07/08/2026 | regulamento | p. 65–66; 4.1(a) | data/raw/26756137000164/1280494_regulamento_review_20261007.pdf | https://fnet.bmfbovespa.com.br/fnet/publico/visualizarDocumento?id=1280494 · Observação: Regra da versão indicada; resumo sujeito às condições completas da cláusula. IME agregado não comprova elegibilidade individual.</a:t>
            </a:r>
          </a:p>
          <a:p>
            <a:r>
              <a:t>CNPJ 26756137000164 · Gestão · 0,35% a.a. sobre PL; mínimoR$ 4 mil/mês, IGP-M positivo · Fundos.NET ID 1280494 | 07/08/2026 | regulamento | p. 66; 4.1(b) | data/raw/26756137000164/1280494_regulamento_review_20261007.pdf | https://fnet.bmfbovespa.com.br/fnet/publico/visualizarDocumento?id=1280494 · Observação: Regra da versão indicada; resumo sujeito às condições completas da cláusula. IME agregado não comprova elegibilidade individual.</a:t>
            </a:r>
          </a:p>
          <a:p>
            <a:r>
              <a:t>CNPJ 26756137000164 · Custódia · Incluída na taxa de administração; remuneração própria não individualizada · Fundos.NET ID 1280494 | 07/08/2026 | regulamento | p. 65; 4.1(a) | data/raw/26756137000164/1280494_regulamento_review_20261007.pdf | https://fnet.bmfbovespa.com.br/fnet/publico/visualizarDocumento?id=1280494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2026-10-07T16:18:20-03:00</a:t>
            </a:r>
          </a:p>
          <a:p>
            <a:r>
              <a:t>BASSO: CNPJ 26756137000164</a:t>
            </a:r>
          </a:p>
          <a:p>
            <a:r>
              <a:t>Fontes:</a:t>
            </a:r>
          </a:p>
          <a:p>
            <a:r>
              <a:t>CNPJ 26756137000164 · Alocação/subordinação IME · Direitos creditórios / PL e cotas subordinadas / PL; validar ativo elegível, subclasses e fórmula contratual · data/raw/26756137000164/access_status_20261007.txt | Consulta Fundos.NET por CNPJ 26756137000164 em 07/10/2026; inventário completo com 320 registros · Observação: Avaliação metodológica do IME público; dados de cache e monitoramento ao vivo são apresentados separadamente.</a:t>
            </a:r>
          </a:p>
          <a:p>
            <a:r>
              <a:t>CNPJ 26756137000164 · Inadimplência/PDD IME · Over 30/60/90 e PDD / crédito: indicadores agregados; gatilhos dependem de denominador e janela contratual · data/raw/26756137000164/access_status_20261007.txt | Consulta Fundos.NET por CNPJ 26756137000164 em 07/10/2026; inventário completo com 320 registros · Observação: Avaliação metodológica do IME público; dados de cache e monitoramento ao vivo são apresentados separadamente.</a:t>
            </a:r>
          </a:p>
          <a:p>
            <a:r>
              <a:t>CNPJ 26756137000164 · Controles documentais · Elegibilidade, concentração por devedor/grupo, lastro, prestadores e eventos: validação documental e operacional · data/raw/26756137000164/access_status_20261007.txt | Consulta Fundos.NET por CNPJ 26756137000164 em 07/10/2026; inventário completo com 320 registros · Observação: Avaliação metodológica do IME público; dados de cache e monitoramento ao vivo são apresentados separadamente.</a:t>
            </a:r>
          </a:p>
          <a:p>
            <a:r>
              <a:t>CNPJ 26756137000164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Basso FIDC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BASSO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Multissetorial: títulos e contratos industriais, comerciais, imobiliários, agro e serviços; admite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performar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diversos; originação e formalização a cargo de cada cedente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inclui garantias dos créditos; sem garantia de prestadores ou 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não vencidos; R$ 1 aR$ 10 mi;5–3.600 dias; vedados não padronizados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Cedente/grupo 10% e top 10:50%; devedor/grupo 7% e top 10:30% do PL; texto posterior repete 10%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Basso FIDC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BASSO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Sênior: subordinadas / PL ≥50%; mezanino:(júnior+mezaninoIV eVI) / PL ≥30%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Avaliação: reservas sem cura 10 DU, recompras&gt;25% da carteira e atraso mezanino 5 DU; liquidação: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 mezanino 20 DU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Despesas:80% de um mês em D-5 DU; amortização:30% desde D-60 e 100% desde D-15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patrimonial ou troca de indexador sem exposição a risco de capital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Basso FIDC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BASSO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elegíveis ≥50% do PL em até 180 dias da primeira emissão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Revolvente: novos direitos após liquidação dos adquiridos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Indeterminado; investidores qualificados; classe com responsabilidade ilimitada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poderá responder solidariamente com devedores; validar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Basso FIDC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BASSO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múltiplos mezaninos e júnior; anúncio recente: mezaninoXIV eXV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Meta de remuneração remetida a apêndice/suplemento; spread final não 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MezaninoXIV:800 cotas, VNU R$ 25; anúncio declara montanteR$ 0, inconsistente com quantidade×VNU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MezaninoXIV: registro 15/06/2026 e anúncio encerramento 17/09/2026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Basso FIDC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BASSO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Basso FIDC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BASSO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marginais 0,55/0,50/0,475/0,45/0,425/0,40% a.a.; mínimoR$ 26.143,60/mês, IPCA positivo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0,35% a.a. sobre PL; mínimoR$ 4 mil/mês, IGP-M positivo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taxa de administração; remuneração própria não individualizada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Basso FIDC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BASSO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 PL; validar ativo elegível, subclasses e fórmula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 crédito: indicadores agregados; gatilhos dependem de denominador e janela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 por devedor/grupo, lastro, prestadores e eventos: validação documental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