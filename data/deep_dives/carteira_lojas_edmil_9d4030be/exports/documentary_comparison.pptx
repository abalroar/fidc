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2026-10-07T16:29:09-03:00</a:t>
            </a:r>
          </a:p>
          <a:p>
            <a:r>
              <a:t>GTCS: CNPJ 57107628000108</a:t>
            </a:r>
          </a:p>
          <a:p>
            <a:r>
              <a:t>Fontes:</a:t>
            </a:r>
          </a:p>
          <a:p>
            <a:r>
              <a:t>CNPJ 57107628000108 · Natureza dos recebíveis · CCBs e acordos; créditos em reais com documentação comprobatória · data/raw/57107628000108/910187_regulamento.pdf | Fundos.NET ID 910187 | 16/05/2025 | regulamento | p. 38 · Observação: Regra da versão citada; contratos e séries exigem seus instrumentos próprios.</a:t>
            </a:r>
          </a:p>
          <a:p>
            <a:r>
              <a:t>CNPJ 57107628000108 · Originador/endossante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Devedor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Garantia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Elegibilidade · Prazo máximo de 24 meses; créditos denominados em reais · data/raw/57107628000108/910187_regulamento.pdf | Fundos.NET ID 910187 | 16/05/2025 | regulamento | p. 38 · Observação: Regra da versão citada; contratos e séries exigem seus instrumentos próprios.</a:t>
            </a:r>
          </a:p>
          <a:p>
            <a:r>
              <a:t>CNPJ 57107628000108 · Concentração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2026-10-07T16:29:09-03:00</a:t>
            </a:r>
          </a:p>
          <a:p>
            <a:r>
              <a:t>GTCS: CNPJ 57107628000108</a:t>
            </a:r>
          </a:p>
          <a:p>
            <a:r>
              <a:t>Fontes:</a:t>
            </a:r>
          </a:p>
          <a:p>
            <a:r>
              <a:t>CNPJ 57107628000108 · Subordinação mínima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Gatilhos de avaliação/liquidação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Reserva de caixa · Despesas ordinárias estimadas de 1 mês · data/raw/57107628000108/910187_regulamento.pdf | Fundos.NET ID 910187 | 16/05/2025 | regulamento | p. 15 · Observação: Regra da versão citada; contratos e séries exigem seus instrumentos próprios.</a:t>
            </a:r>
          </a:p>
          <a:p>
            <a:r>
              <a:t>CNPJ 57107628000108 · Derivativos/hedge · Derivativos vedados · data/raw/57107628000108/910187_regulamento.pdf | Fundos.NET ID 910187 | 16/05/2025 | regulamento | p. 37 · Observação: Regra da versão citada; contratos e séries exigem seus instrumentos próprios.</a:t>
            </a:r>
          </a:p>
          <a:p>
            <a:r>
              <a:t>CNPJ 57107628000108 · PDD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2026-10-07T16:29:09-03:00</a:t>
            </a:r>
          </a:p>
          <a:p>
            <a:r>
              <a:t>GTCS: CNPJ 57107628000108</a:t>
            </a:r>
          </a:p>
          <a:p>
            <a:r>
              <a:t>Fontes:</a:t>
            </a:r>
          </a:p>
          <a:p>
            <a:r>
              <a:t>CNPJ 57107628000108 · Alocação mínima · DC &gt;67% PL em até 180 dias · data/raw/57107628000108/910187_regulamento.pdf | Fundos.NET ID 910187 | 16/05/2025 | regulamento | p. 36 · Observação: Regra da versão citada; contratos e séries exigem seus instrumentos próprios.</a:t>
            </a:r>
          </a:p>
          <a:p>
            <a:r>
              <a:t>CNPJ 57107628000108 · Pool/revolvência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Duração/público-alvo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Cessão/recompra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Coobrigação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Waterfall · Despesas e reservas precedem pagamentos sênior e subordinados · data/raw/57107628000108/910187_regulamento.pdf | Fundos.NET ID 910187 | 16/05/2025 | regulamento | p. 56 · Observação: Ordem completa exige validar as condições de cada item, não só a composição de cotas do 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2026-10-07T16:29:09-03:00</a:t>
            </a:r>
          </a:p>
          <a:p>
            <a:r>
              <a:t>GTCS: CNPJ 57107628000108</a:t>
            </a:r>
          </a:p>
          <a:p>
            <a:r>
              <a:t>Fontes:</a:t>
            </a:r>
          </a:p>
          <a:p>
            <a:r>
              <a:t>CNPJ 57107628000108 · Classes/séries · 1ª emissão júnior · data/raw/57107628000108/792036_emissao.pdf | Fundos.NET ID 792036 | 29/11/2024 | emissao | p. 1,4 · Observação: Cláusula documental; confirmar versão aplicável e instrumento específico antes de ativar controle.</a:t>
            </a:r>
          </a:p>
          <a:p>
            <a:r>
              <a:t>CNPJ 57107628000108 · Remuneração · Spread final não localizado nas cláusulas revisadas; requer suplemento ou ato específico · data/raw/57107628000108/910187_regulamento.pdf | Fundos.NET ID 910187 | 16/05/2025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Volume/VNU · R$ 15 milhões aprovados · data/raw/57107628000108/792036_emissao.pdf | Fundos.NET ID 792036 | 29/11/2024 | emissao | p. 1,4 · Observação: Cláusula documental; confirmar versão aplicável e instrumento específico antes de ativar controle.</a:t>
            </a:r>
          </a:p>
          <a:p>
            <a:r>
              <a:t>CNPJ 57107628000108 · Ofertas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2026-10-07T16:29:09-03:00</a:t>
            </a:r>
          </a:p>
          <a:p>
            <a:r>
              <a:t>GTCS: CNPJ 57107628000108</a:t>
            </a:r>
          </a:p>
          <a:p>
            <a:r>
              <a:t>Fontes:</a:t>
            </a:r>
          </a:p>
          <a:p>
            <a:r>
              <a:t>CNPJ 57107628000108 · Carência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Juros/amortização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  <a:p>
            <a:r>
              <a:t>CNPJ 57107628000108 · Vencimento · Não localizado nas cláusulas revisadas; requer documento aplicável · data/raw/57107628000108/910187_regulamento.pdf | Fundos.NET ID 910187 | 16/05/2025; data/raw/57107628000108/792036_emissao.pdf | Fundos.NET ID 792036 | 29/11/2024 · Observação: Não individualizado nas cláusulas materiais revisadas; obter suplemento, contrato ou documento aplicável. Leitura dirigida não equivale à leitura integral do inventário.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2026-10-07T16:29:09-03:00</a:t>
            </a:r>
          </a:p>
          <a:p>
            <a:r>
              <a:t>GTCS: CNPJ 57107628000108</a:t>
            </a:r>
          </a:p>
          <a:p>
            <a:r>
              <a:t>Fontes:</a:t>
            </a:r>
          </a:p>
          <a:p>
            <a:r>
              <a:t>CNPJ 57107628000108 · Administração · 0,20% a.a. PL; mínimo R$ 20 mil/mês; inclui custódia/controladoria · data/raw/57107628000108/910187_regulamento.pdf | Fundos.NET ID 910187 | 16/05/2025 | regulamento | p. 62 · Observação: Regra da versão citada; contratos e séries exigem seus instrumentos próprios.</a:t>
            </a:r>
          </a:p>
          <a:p>
            <a:r>
              <a:t>CNPJ 57107628000108 · Gestão · 0,40% a.a. PL; mínimo R$ 40 mil/mês; desconto R$ 3 mil nos 6 primeiros meses · data/raw/57107628000108/910187_regulamento.pdf | Fundos.NET ID 910187 | 16/05/2025 | regulamento | p. 62 · Observação: Regra da versão citada; contratos e séries exigem seus instrumentos próprios.</a:t>
            </a:r>
          </a:p>
          <a:p>
            <a:r>
              <a:t>CNPJ 57107628000108 · Custódia · Incluída na administração; taxa separada não individualizada · data/raw/57107628000108/910187_regulamento.pdf | Fundos.NET ID 910187 | 16/05/2025 | regulamento | p. 62 · Observação: Regra da versão citada; contratos e séries exigem seus instrumentos próprios.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2026-10-07T16:29:09-03:00</a:t>
            </a:r>
          </a:p>
          <a:p>
            <a:r>
              <a:t>GTCS: CNPJ 57107628000108</a:t>
            </a:r>
          </a:p>
          <a:p>
            <a:r>
              <a:t>Fontes:</a:t>
            </a:r>
          </a:p>
          <a:p>
            <a:r>
              <a:t>CNPJ 57107628000108 · Alocação/subordinação IME · DC/PL e composição de cotas ajudam; validar numerador, denominador e versão contratual · data/raw/57107628000108/910187_regulamento.pdf | Fundos.NET ID 910187 | 16/05/2025; data/raw/57107628000108/792036_emissao.pdf | Fundos.NET ID 792036 | 29/11/2024 · Observação: Proxy metodológica. FIC investe em cotas: não usar DC/PL como substituto da alocação em fundos-alvo. Nenhum saldo observado nesta revisão documental.</a:t>
            </a:r>
          </a:p>
          <a:p>
            <a:r>
              <a:t>CNPJ 57107628000108 · Inadimplência/PDD IME · Over e PDD agregados são alertas; fórmulas contratuais exigem validação · data/raw/57107628000108/910187_regulamento.pdf | Fundos.NET ID 910187 | 16/05/2025; data/raw/57107628000108/792036_emissao.pdf | Fundos.NET ID 792036 | 29/11/2024 · Observação: Não reproduzem médias móveis, coortes, exposição individual, motivo de recompra, chargeback e perdas históricas sem dados adicionais.</a:t>
            </a:r>
          </a:p>
          <a:p>
            <a:r>
              <a:t>CNPJ 57107628000108 · Controles documentais · Elegibilidade, concentração, lastro e eventos exigem controles por contrato · data/raw/57107628000108/910187_regulamento.pdf | Fundos.NET ID 910187 | 16/05/2025; data/raw/57107628000108/792036_emissao.pdf | Fundos.NET ID 792036 | 29/11/2024 · Observação: IME público agregado não certifica devedor/cedente/grupo nem alterações de prestadores e cross default.</a:t>
            </a:r>
          </a:p>
          <a:p>
            <a:r>
              <a:t>CNPJ 57107628000108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Lojas Edmil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GTCS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CCBs e acordos; créditos em reais com documentação comprobatória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Prazo máximo de 24 meses; créditos denominados em reais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Lojas Edmil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GTCS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ordinárias estimadas de 1 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Derivativos vedados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Lojas Edmil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GTCS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 &gt;67% PL em até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 e reservas precedem pagamentos sênior e subordinados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Lojas Edmil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GTCS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1ª emissão júnior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R$ 15 milhões aprovados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Lojas Edmil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GTCS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Lojas Edmil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GTCS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0,20% a.a. PL; mínimo R$ 20 mil/mês; inclui custódia/controladoria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0,40% a.a. PL; mínimo R$ 40 mil/mês; desconto R$ 3 mil nos 6 primeiros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Incluída na 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Lojas Edmil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714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GTCS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DC/PL e composição de cotas ajudam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e PDD agregados são alertas; fórmulas contratuais exigem validação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concentração, lastro e eventos exigem controles por contrato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