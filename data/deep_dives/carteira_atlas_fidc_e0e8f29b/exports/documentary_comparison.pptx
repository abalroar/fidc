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2026-10-07T16:18:20-03:00</a:t>
            </a:r>
          </a:p>
          <a:p>
            <a:r>
              <a:t>ATLAS: CNPJ 19390746000187</a:t>
            </a:r>
          </a:p>
          <a:p>
            <a:r>
              <a:t>Fontes:</a:t>
            </a:r>
          </a:p>
          <a:p>
            <a:r>
              <a:t>CNPJ 19390746000187 · Natureza dos recebíveis · Multissetorial: industrial, comercial, agro, financeiro e serviços; admite não padronizados · Fundos.NET ID 1045232 | 21/11/2025 | regulamento | p. 47,53; 7.1;8.2 | data/raw/19390746000187/1045232_regulamento_review_20261007.pdf | https://fnet.bmfbovespa.com.br/fnet/publico/visualizarDocumento?id=1045232 · Observação: Regra da versão indicada; resumo sujeito às condições completas da cláusula. IME agregado não comprova elegibilidade individual.</a:t>
            </a:r>
          </a:p>
          <a:p>
            <a:r>
              <a:t>CNPJ 19390746000187 · Originador/endossante · Não localizado nas fontes acessíveis desta leitura · data/raw/19390746000187/access_status_20261007.txt | Consulta Fundos.NET por CNPJ 19390746000187 em 07/10/2026; inventário completo com 137 registros · Observação: Lacuna na revisão dirigida; obter cláusula específica antes de concluir ausência ou enquadramento.</a:t>
            </a:r>
          </a:p>
          <a:p>
            <a:r>
              <a:t>CNPJ 19390746000187 · Devedor · Não localizado nas fontes acessíveis desta leitura · data/raw/19390746000187/access_status_20261007.txt | Consulta Fundos.NET por CNPJ 19390746000187 em 07/10/2026; inventário completo com 137 registros · Observação: Lacuna na revisão dirigida; obter cláusula específica antes de concluir ausência ou enquadramento.</a:t>
            </a:r>
          </a:p>
          <a:p>
            <a:r>
              <a:t>CNPJ 19390746000187 · Garantia · Não localizado nas fontes acessíveis desta leitura · data/raw/19390746000187/access_status_20261007.txt | Consulta Fundos.NET por CNPJ 19390746000187 em 07/10/2026; inventário completo com 137 registros · Observação: Lacuna na revisão dirigida; obter cláusula específica antes de concluir ausência ou enquadramento.</a:t>
            </a:r>
          </a:p>
          <a:p>
            <a:r>
              <a:t>CNPJ 19390746000187 · Elegibilidade · Duplicatas: R$ 10 mínimo e 3–1.440 dias; admite vencidos e créditos de empresas em recuperação sob condições · Fundos.NET ID 1045232 | 21/11/2025 | regulamento | p. 51–53; 8.2 | data/raw/19390746000187/1045232_regulamento_review_20261007.pdf | https://fnet.bmfbovespa.com.br/fnet/publico/visualizarDocumento?id=1045232 · Observação: Regra da versão indicada; resumo sujeito às condições completas da cláusula. IME agregado não comprova elegibilidade individual.</a:t>
            </a:r>
          </a:p>
          <a:p>
            <a:r>
              <a:t>CNPJ 19390746000187 · Concentração · Classe profissional: sem limites por devedor, emissor ou tipo, preservada alocação mínima · Fundos.NET ID 1045232 | 21/11/2025 | regulamento | p. 48; 7.4 | data/raw/19390746000187/1045232_regulamento_review_20261007.pdf | https://fnet.bmfbovespa.com.br/fnet/publico/visualizarDocumento?id=1045232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2026-10-07T16:18:20-03:00</a:t>
            </a:r>
          </a:p>
          <a:p>
            <a:r>
              <a:t>ATLAS: CNPJ 19390746000187</a:t>
            </a:r>
          </a:p>
          <a:p>
            <a:r>
              <a:t>Fontes:</a:t>
            </a:r>
          </a:p>
          <a:p>
            <a:r>
              <a:t>CNPJ 19390746000187 · Subordinação mínima · Júnior / PL da classe ≥50%, apuração diária · Fundos.NET ID 1045232 | 21/11/2025 | regulamento | p. 46; 5.1 | data/raw/19390746000187/1045232_regulamento_review_20261007.pdf | https://fnet.bmfbovespa.com.br/fnet/publico/visualizarDocumento?id=1045232 · Observação: Regra da versão indicada; resumo sujeito às condições completas da cláusula. IME agregado não comprova elegibilidade individual.</a:t>
            </a:r>
          </a:p>
          <a:p>
            <a:r>
              <a:t>CNPJ 19390746000187 · Gatilhos de avaliação/liquidação · Saída de administrador, custodiante ou consultora sem substituição pode liquidar a classe · Fundos.NET ID 1045232 | 21/11/2025 | regulamento | p. 56; 13.1 | data/raw/19390746000187/1045232_regulamento_review_20261007.pdf | https://fnet.bmfbovespa.com.br/fnet/publico/visualizarDocumento?id=1045232 · Observação: Regra da versão indicada; resumo sujeito às condições completas da cláusula. IME agregado não comprova elegibilidade individual.</a:t>
            </a:r>
          </a:p>
          <a:p>
            <a:r>
              <a:t>CNPJ 19390746000187 · Reserva de caixa · Maior entre 90 dias de despesas e 0,1% do PL; validar divergência com extenso · Fundos.NET ID 1045232 | 21/11/2025 | regulamento | p. 54; 10.3 | data/raw/19390746000187/1045232_regulamento_review_20261007.pdf | https://fnet.bmfbovespa.com.br/fnet/publico/visualizarDocumento?id=1045232 · Observação: Regra da versão indicada; resumo sujeito às condições completas da cláusula. IME agregado não comprova elegibilidade individual.</a:t>
            </a:r>
          </a:p>
          <a:p>
            <a:r>
              <a:t>CNPJ 19390746000187 · Derivativos/hedge · Derivativos vedados, inclusive para proteção · Fundos.NET ID 1045232 | 21/11/2025 | regulamento | p. 49; 7.12 | data/raw/19390746000187/1045232_regulamento_review_20261007.pdf | https://fnet.bmfbovespa.com.br/fnet/publico/visualizarDocumento?id=1045232 · Observação: Regra da versão indicada; resumo sujeito às condições completas da cláusula. IME agregado não comprova elegibilidade individual.</a:t>
            </a:r>
          </a:p>
          <a:p>
            <a:r>
              <a:t>CNPJ 19390746000187 · PDD · Não localizado nas fontes acessíveis desta leitura · data/raw/19390746000187/access_status_20261007.txt | Consulta Fundos.NET por CNPJ 19390746000187 em 07/10/2026; inventário completo com 137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2026-10-07T16:18:20-03:00</a:t>
            </a:r>
          </a:p>
          <a:p>
            <a:r>
              <a:t>ATLAS: CNPJ 19390746000187</a:t>
            </a:r>
          </a:p>
          <a:p>
            <a:r>
              <a:t>Fontes:</a:t>
            </a:r>
          </a:p>
          <a:p>
            <a:r>
              <a:t>CNPJ 19390746000187 · Alocação mínima · Direitos creditórios &gt;50% do PL em até 180 dias · Fundos.NET ID 1045232 | 21/11/2025 | regulamento | p. 48; 7.3 | data/raw/19390746000187/1045232_regulamento_review_20261007.pdf | https://fnet.bmfbovespa.com.br/fnet/publico/visualizarDocumento?id=1045232 · Observação: Regra da versão indicada; resumo sujeito às condições completas da cláusula. IME agregado não comprova elegibilidade individual.</a:t>
            </a:r>
          </a:p>
          <a:p>
            <a:r>
              <a:t>CNPJ 19390746000187 · Pool/revolvência · Não localizado nas fontes acessíveis desta leitura · data/raw/19390746000187/access_status_20261007.txt | Consulta Fundos.NET por CNPJ 19390746000187 em 07/10/2026; inventário completo com 137 registros · Observação: Lacuna na revisão dirigida; obter cláusula específica antes de concluir ausência ou enquadramento.</a:t>
            </a:r>
          </a:p>
          <a:p>
            <a:r>
              <a:t>CNPJ 19390746000187 · Duração/público-alvo · Indeterminado; exclusivamente investidores profissionais · Fundos.NET ID 1045232 | 21/11/2025 | regulamento | p. 42; 2.1;3.1 | data/raw/19390746000187/1045232_regulamento_review_20261007.pdf | https://fnet.bmfbovespa.com.br/fnet/publico/visualizarDocumento?id=1045232 · Observação: Regra da versão indicada; resumo sujeito às condições completas da cláusula. IME agregado não comprova elegibilidade individual.</a:t>
            </a:r>
          </a:p>
          <a:p>
            <a:r>
              <a:t>CNPJ 19390746000187 · Cessão/recompra · Desenquadramento posterior não obriga alienação nem gera regresso automático · Fundos.NET ID 1045232 | 21/11/2025 | regulamento | p. 53; 8.2.2 | data/raw/19390746000187/1045232_regulamento_review_20261007.pdf | https://fnet.bmfbovespa.com.br/fnet/publico/visualizarDocumento?id=1045232 · Observação: Regra da versão indicada; resumo sujeito às condições completas da cláusula. IME agregado não comprova elegibilidade individual.</a:t>
            </a:r>
          </a:p>
          <a:p>
            <a:r>
              <a:t>CNPJ 19390746000187 · Coobrigação · Não localizado nas fontes acessíveis desta leitura · data/raw/19390746000187/access_status_20261007.txt | Consulta Fundos.NET por CNPJ 19390746000187 em 07/10/2026; inventário completo com 137 registros · Observação: Lacuna na revisão dirigida; obter cláusula específica antes de concluir ausência ou enquadramento.</a:t>
            </a:r>
          </a:p>
          <a:p>
            <a:r>
              <a:t>CNPJ 19390746000187 · Waterfall · Não localizado nas fontes acessíveis desta leitura · data/raw/19390746000187/access_status_20261007.txt | Consulta Fundos.NET por CNPJ 19390746000187 em 07/10/2026; inventário completo com 137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2026-10-07T16:18:20-03:00</a:t>
            </a:r>
          </a:p>
          <a:p>
            <a:r>
              <a:t>ATLAS: CNPJ 19390746000187</a:t>
            </a:r>
          </a:p>
          <a:p>
            <a:r>
              <a:t>Fontes:</a:t>
            </a:r>
          </a:p>
          <a:p>
            <a:r>
              <a:t>CNPJ 19390746000187 · Classes/séries · Não localizado nas fontes acessíveis desta leitura · data/raw/19390746000187/access_status_20261007.txt | Consulta Fundos.NET por CNPJ 19390746000187 em 07/10/2026; inventário completo com 137 registros · Observação: Lacuna na revisão dirigida; obter cláusula específica antes de concluir ausência ou enquadramento.</a:t>
            </a:r>
          </a:p>
          <a:p>
            <a:r>
              <a:t>CNPJ 19390746000187 · Remuneração · Spread final não localizado; requer suplemento específico por série · Fundos.NET ID 1045232 | 21/11/2025 | regulamento | p. 43–44; Cotas/índice de referência | data/raw/19390746000187/1045232_regulamento_review_20261007.pdf | https://fnet.bmfbovespa.com.br/fnet/publico/visualizarDocumento?id=1045232 · Observação: Regra da versão indicada; resumo sujeito às condições completas da cláusula. IME agregado não comprova elegibilidade individual.</a:t>
            </a:r>
          </a:p>
          <a:p>
            <a:r>
              <a:t>CNPJ 19390746000187 · Volume/VNU · Não localizado nas fontes acessíveis desta leitura · data/raw/19390746000187/access_status_20261007.txt | Consulta Fundos.NET por CNPJ 19390746000187 em 07/10/2026; inventário completo com 137 registros · Observação: Lacuna na revisão dirigida; obter cláusula específica antes de concluir ausência ou enquadramento.</a:t>
            </a:r>
          </a:p>
          <a:p>
            <a:r>
              <a:t>CNPJ 19390746000187 · Ofertas · Não localizado nas fontes acessíveis desta leitura · data/raw/19390746000187/access_status_20261007.txt | Consulta Fundos.NET por CNPJ 19390746000187 em 07/10/2026; inventário completo com 137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2026-10-07T16:18:20-03:00</a:t>
            </a:r>
          </a:p>
          <a:p>
            <a:r>
              <a:t>ATLAS: CNPJ 19390746000187</a:t>
            </a:r>
          </a:p>
          <a:p>
            <a:r>
              <a:t>Fontes:</a:t>
            </a:r>
          </a:p>
          <a:p>
            <a:r>
              <a:t>CNPJ 19390746000187 · Carência · Não localizado nas fontes acessíveis desta leitura · data/raw/19390746000187/access_status_20261007.txt | Consulta Fundos.NET por CNPJ 19390746000187 em 07/10/2026; inventário completo com 137 registros · Observação: Lacuna na revisão dirigida; obter cláusula específica antes de concluir ausência ou enquadramento.</a:t>
            </a:r>
          </a:p>
          <a:p>
            <a:r>
              <a:t>CNPJ 19390746000187 · Juros/amortização · Não localizado nas fontes acessíveis desta leitura · data/raw/19390746000187/access_status_20261007.txt | Consulta Fundos.NET por CNPJ 19390746000187 em 07/10/2026; inventário completo com 137 registros · Observação: Lacuna na revisão dirigida; obter cláusula específica antes de concluir ausência ou enquadramento.</a:t>
            </a:r>
          </a:p>
          <a:p>
            <a:r>
              <a:t>CNPJ 19390746000187 · Vencimento · Não localizado nas fontes acessíveis desta leitura · data/raw/19390746000187/access_status_20261007.txt | Consulta Fundos.NET por CNPJ 19390746000187 em 07/10/2026; inventário completo com 137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2026-10-07T16:18:20-03:00</a:t>
            </a:r>
          </a:p>
          <a:p>
            <a:r>
              <a:t>ATLAS: CNPJ 19390746000187</a:t>
            </a:r>
          </a:p>
          <a:p>
            <a:r>
              <a:t>Fontes:</a:t>
            </a:r>
          </a:p>
          <a:p>
            <a:r>
              <a:t>CNPJ 19390746000187 · Administração · 0,18% a.a. do PL, incluindo custódia · Fundos.NET ID 1045232 | 21/11/2025 | regulamento | p. 47; 6.1 | data/raw/19390746000187/1045232_regulamento_review_20261007.pdf | https://fnet.bmfbovespa.com.br/fnet/publico/visualizarDocumento?id=1045232 · Observação: Regra da versão indicada; resumo sujeito às condições completas da cláusula. IME agregado não comprova elegibilidade individual.</a:t>
            </a:r>
          </a:p>
          <a:p>
            <a:r>
              <a:t>CNPJ 19390746000187 · Gestão · 0,06% a.a. do PL · Fundos.NET ID 1045232 | 21/11/2025 | regulamento | p. 47; 6.2 | data/raw/19390746000187/1045232_regulamento_review_20261007.pdf | https://fnet.bmfbovespa.com.br/fnet/publico/visualizarDocumento?id=1045232 · Observação: Regra da versão indicada; resumo sujeito às condições completas da cláusula. IME agregado não comprova elegibilidade individual.</a:t>
            </a:r>
          </a:p>
          <a:p>
            <a:r>
              <a:t>CNPJ 19390746000187 · Custódia · Incluída na administração de 0,18% a.a.; taxa própria não individualizada · Fundos.NET ID 1045232 | 21/11/2025 | regulamento | p. 47; 6.1 | data/raw/19390746000187/1045232_regulamento_review_20261007.pdf | https://fnet.bmfbovespa.com.br/fnet/publico/visualizarDocumento?id=1045232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2026-10-07T16:18:20-03:00</a:t>
            </a:r>
          </a:p>
          <a:p>
            <a:r>
              <a:t>ATLAS: CNPJ 19390746000187</a:t>
            </a:r>
          </a:p>
          <a:p>
            <a:r>
              <a:t>Fontes:</a:t>
            </a:r>
          </a:p>
          <a:p>
            <a:r>
              <a:t>CNPJ 19390746000187 · Alocação/subordinação IME · Direitos creditórios / PL e cotas subordinadas / PL; validar ativo elegível, subclasses e fórmula contratual · data/raw/19390746000187/access_status_20261007.txt | Consulta Fundos.NET por CNPJ 19390746000187 em 07/10/2026; inventário completo com 137 registros · Observação: Avaliação metodológica do IME público; dados de cache e monitoramento ao vivo são apresentados separadamente.</a:t>
            </a:r>
          </a:p>
          <a:p>
            <a:r>
              <a:t>CNPJ 19390746000187 · Inadimplência/PDD IME · Over 30/60/90 e PDD / crédito: indicadores agregados; gatilhos dependem de denominador e janela contratual · data/raw/19390746000187/access_status_20261007.txt | Consulta Fundos.NET por CNPJ 19390746000187 em 07/10/2026; inventário completo com 137 registros · Observação: Avaliação metodológica do IME público; dados de cache e monitoramento ao vivo são apresentados separadamente.</a:t>
            </a:r>
          </a:p>
          <a:p>
            <a:r>
              <a:t>CNPJ 19390746000187 · Controles documentais · Elegibilidade, concentração por devedor/grupo, lastro, prestadores e eventos: validação documental e operacional · data/raw/19390746000187/access_status_20261007.txt | Consulta Fundos.NET por CNPJ 19390746000187 em 07/10/2026; inventário completo com 137 registros · Observação: Avaliação metodológica do IME público; dados de cache e monitoramento ao vivo são apresentados separadamente.</a:t>
            </a:r>
          </a:p>
          <a:p>
            <a:r>
              <a:t>CNPJ 19390746000187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ATLAS FIDC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ATLAS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Multissetorial: industrial, comercial, agro, financeiro e serviços; admite não padronizados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Duplicatas: R$ 10 mínimo e 3–1.440 dias; admite vencidos e créditos de empresas em recuperação sob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profissional: sem limites por devedor, emissor ou tipo, preservada 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ATLAS FIDC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ATLAS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/ PL da classe ≥50%, apuração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Saída de administrador, custodiante ou consultora sem substituição pode liquidar a classe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Maior entre 90 dias de despesas e 0,1% do PL; Divergência com extenso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vedados, inclusive para proteção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ATLAS FIDC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ATLAS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&gt;50% do PL em até 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Indeterminado; exclusivamente investidores 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Desenquadramento posterior não obriga alienação nem gera regresso automático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ATLAS FIDC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ATLAS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ATLAS FIDC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ATLAS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ATLAS FIDC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ATLAS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0,18% a.a. do PL, incluindo 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0,06% a.a. do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administração de 0,18%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ATLAS FIDC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ATLAS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 crédito: indicadores agregados; gatilhos dependem de denominador e janela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por devedor/grupo, lastro, prestadores e eventos: validação documental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