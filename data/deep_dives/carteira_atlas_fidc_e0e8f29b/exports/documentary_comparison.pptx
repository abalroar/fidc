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Natureza dos recebíveis · Multissetorial: industrial, comercial, agro, financeiro e serviços; admite não padronizados · Fundos.NET ID 1045232 | 21/11/2025 | regulamento | p. 47,53; 7.1;8.2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Originador/endossante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Devedor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Garantia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Elegibilidade · Duplicatas: R$ 10 mínimo e 3–1.440 dias; admite vencidos e créditos de empresas em recuperação sob condições · Fundos.NET ID 1045232 | 21/11/2025 | regulamento | p. 51–53; 8.2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Concentração · Classe profissional: sem limites por devedor, emissor ou tipo, preservada alocação mínima · Fundos.NET ID 1045232 | 21/11/2025 | regulamento | p. 48; 7.4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Subordinação mínima · Júnior / PL da classe ≥50%, apuração diária · Fundos.NET ID 1045232 | 21/11/2025 | regulamento | p. 46; 5.1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Gatilhos de avaliação/liquidação · Saída de administrador, custodiante ou consultora sem substituição pode liquidar a classe · Fundos.NET ID 1045232 | 21/11/2025 | regulamento | p. 56; 13.1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Reserva de caixa · Maior entre 90 dias de despesas e 0,1% do PL; validar divergência com extenso · Fundos.NET ID 1045232 | 21/11/2025 | regulamento | p. 54; 10.3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Derivativos/hedge · Derivativos vedados, inclusive para proteção · Fundos.NET ID 1045232 | 21/11/2025 | regulamento | p. 49; 7.12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PDD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Alocação mínima · Direitos creditórios &gt;50% do PL em até 180 dias · Fundos.NET ID 1045232 | 21/11/2025 | regulamento | p. 48; 7.3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Pool/revolvência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Duração/público-alvo · Indeterminado; exclusivamente investidores profissionais · Fundos.NET ID 1045232 | 21/11/2025 | regulamento | p. 42; 2.1;3.1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Cessão/recompra · Desenquadramento posterior não obriga alienação nem gera regresso automático · Fundos.NET ID 1045232 | 21/11/2025 | regulamento | p. 53; 8.2.2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Coobrigação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Waterfall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Classes/séries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Remuneração · Spread final não localizado; requer suplemento específico por série · Fundos.NET ID 1045232 | 21/11/2025 | regulamento | p. 43–44; Cotas/índice de referência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Volume/VNU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Ofertas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Carência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Juros/amortização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  <a:p>
            <a:r>
              <a:t>CNPJ 19390746000187 · Vencimento · Não localizado nas fontes acessíveis desta leitura · data/raw/19390746000187/access_status_20261007.txt | Consulta Fundos.NET por CNPJ 19390746000187 em 07/10/2026; inventário completo com 137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Administração · 0,18% a.a. do PL, incluindo custódia · Fundos.NET ID 1045232 | 21/11/2025 | regulamento | p. 47; 6.1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Gestão · 0,06% a.a. do PL · Fundos.NET ID 1045232 | 21/11/2025 | regulamento | p. 47; 6.2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  <a:p>
            <a:r>
              <a:t>CNPJ 19390746000187 · Custódia · Incluída na administração de 0,18% a.a.; taxa própria não individualizada · Fundos.NET ID 1045232 | 21/11/2025 | regulamento | p. 47; 6.1 | data/raw/19390746000187/1045232_regulamento_review_20261007.pdf | https://fnet.bmfbovespa.com.br/fnet/publico/visualizarDocumento?id=1045232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2026-10-07T16:18:20-03:00</a:t>
            </a:r>
          </a:p>
          <a:p>
            <a:r>
              <a:t>ATLAS: CNPJ 19390746000187</a:t>
            </a:r>
          </a:p>
          <a:p>
            <a:r>
              <a:t>Fontes:</a:t>
            </a:r>
          </a:p>
          <a:p>
            <a:r>
              <a:t>CNPJ 19390746000187 · Alocação/subordinação IME · Direitos creditórios / PL e cotas subordinadas / PL; validar ativo elegível, subclasses e fórmula contratual · data/raw/19390746000187/access_status_20261007.txt | Consulta Fundos.NET por CNPJ 19390746000187 em 07/10/2026; inventário completo com 137 registros · Observação: Avaliação metodológica do IME público; dados de cache e monitoramento ao vivo são apresentados separadamente.</a:t>
            </a:r>
          </a:p>
          <a:p>
            <a:r>
              <a:t>CNPJ 19390746000187 · Inadimplência/PDD IME · Over 30/60/90 e PDD / crédito: indicadores agregados; gatilhos dependem de denominador e janela contratual · data/raw/19390746000187/access_status_20261007.txt | Consulta Fundos.NET por CNPJ 19390746000187 em 07/10/2026; inventário completo com 137 registros · Observação: Avaliação metodológica do IME público; dados de cache e monitoramento ao vivo são apresentados separadamente.</a:t>
            </a:r>
          </a:p>
          <a:p>
            <a:r>
              <a:t>CNPJ 19390746000187 · Controles documentais · Elegibilidade, concentração por devedor/grupo, lastro, prestadores e eventos: validação documental e operacional · data/raw/19390746000187/access_status_20261007.txt | Consulta Fundos.NET por CNPJ 19390746000187 em 07/10/2026; inventário completo com 137 registros · Observação: Avaliação metodológica do IME público; dados de cache e monitoramento ao vivo são apresentados separadamente.</a:t>
            </a:r>
          </a:p>
          <a:p>
            <a:r>
              <a:t>CNPJ 19390746000187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Multissetorial: industrial, comercial, agro, financeiro e serviços; admite não padronizados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Duplicatas: R$ 10 mínimo e 3–1.440 dias; admite vencidos e créditos de empresas em recuperação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profissional: sem limites por devedor, emissor ou tipo, preservada 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da classe ≥50%,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Saída de administrador, custodiante ou consultora sem substituição pode liquidar 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90 dias de despesas e 0,1% do PL; validar divergência com 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vedados, inclusive para proteção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&gt;50% do PL em 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exclusivamente investidores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 posterior não obriga alienação nem gera regresso automático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localizado; requer suplemento específico por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0,18% a.a. do PL, incluindo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 de 0,18% a.a.; taxa própria não individualizada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ATLAS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