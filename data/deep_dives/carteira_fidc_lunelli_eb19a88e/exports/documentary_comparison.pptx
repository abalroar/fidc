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Recebíveis e elegibilidade</a:t>
            </a:r>
          </a:p>
          <a:p>
            <a:r>
              <a:t>Leitura documental: 2026-10-07T16:29:59-03:00</a:t>
            </a:r>
          </a:p>
          <a:p>
            <a:r>
              <a:t>Trindade (Lunelli): CNPJ 36643621000130</a:t>
            </a:r>
          </a:p>
          <a:p>
            <a:r>
              <a:t>Fontes:</a:t>
            </a:r>
          </a:p>
          <a:p>
            <a:r>
              <a:t>CNPJ 36643621000130 · Natureza dos recebíveis · Multicarteira com direitos/títulos de crédito e ativos financeiros elegíveis. · Fundos.NET ID 826314; 13/01/2025; data/raw/36643621000130/826314_regulamento_cache_integral.txt; regulamento; https://fnet.bmfbovespa.com.br/fnet/publico/exibirDocumento?id=826314&amp;cvm=true; p.7, 1.2; pp.8–9, política · Observação: Regra documental; verificar versão, base e condições antes de monitorar.</a:t>
            </a:r>
          </a:p>
          <a:p>
            <a:r>
              <a:t>CNPJ 36643621000130 · Originador/endossante · Não confirmado na revisão dirigida; conferir documento ou cláusula específica. · Fundos.NET ID 826314; 13/01/2025; data/raw/36643621000130/826314_regulamento_cache_integral.txt; regulamento; https://fnet.bmfbovespa.com.br/fnet/publico/exibirDocumento?id=826314&amp;cvm=true · Observação: Lacuna desta revisão; não implica inexistência da regra no regulamento.</a:t>
            </a:r>
          </a:p>
          <a:p>
            <a:r>
              <a:t>CNPJ 36643621000130 · Devedor · Não confirmado na revisão dirigida; conferir documento ou cláusula específica. · Fundos.NET ID 826314; 13/01/2025; data/raw/36643621000130/826314_regulamento_cache_integral.txt; regulamento; https://fnet.bmfbovespa.com.br/fnet/publico/exibirDocumento?id=826314&amp;cvm=true · Observação: Lacuna desta revisão; não implica inexistência da regra no regulamento.</a:t>
            </a:r>
          </a:p>
          <a:p>
            <a:r>
              <a:t>CNPJ 36643621000130 · Garantia · Não confirmado na revisão dirigida; conferir documento ou cláusula específica. · Fundos.NET ID 826314; 13/01/2025; data/raw/36643621000130/826314_regulamento_cache_integral.txt; regulamento; https://fnet.bmfbovespa.com.br/fnet/publico/exibirDocumento?id=826314&amp;cvm=true · Observação: Lacuna desta revisão; não implica inexistência da regra no regulamento.</a:t>
            </a:r>
          </a:p>
          <a:p>
            <a:r>
              <a:t>CNPJ 36643621000130 · Elegibilidade · Prazos vincendos de 4 a 371 dias; validação de lastro e análise cadastral/crédito. · Fundos.NET ID 826314; 13/01/2025; data/raw/36643621000130/826314_regulamento_cache_integral.txt; regulamento; https://fnet.bmfbovespa.com.br/fnet/publico/exibirDocumento?id=826314&amp;cvm=true; pp.9–10, 4.5–4.6 · Observação: Regra documental; verificar versão, base e condições antes de monitorar.</a:t>
            </a:r>
          </a:p>
          <a:p>
            <a:r>
              <a:t>CNPJ 36643621000130 · Concentração · Mesmo devedor≤20%/PL; condições adicionais por grupo. · Fundos.NET ID 826314; 13/01/2025; data/raw/36643621000130/826314_regulamento_cache_integral.txt; regulamento; https://fnet.bmfbovespa.com.br/fnet/publico/exibirDocumento?id=826314&amp;cvm=true; p.10, 4.6(vii) · Observação: Regra documental; verificar versão, base e condições antes de monitorar.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Subordinação, gatilhos e proteção</a:t>
            </a:r>
          </a:p>
          <a:p>
            <a:r>
              <a:t>Leitura documental: 2026-10-07T16:29:59-03:00</a:t>
            </a:r>
          </a:p>
          <a:p>
            <a:r>
              <a:t>Trindade (Lunelli): CNPJ 36643621000130</a:t>
            </a:r>
          </a:p>
          <a:p>
            <a:r>
              <a:t>Fontes:</a:t>
            </a:r>
          </a:p>
          <a:p>
            <a:r>
              <a:t>CNPJ 36643621000130 · Subordinação mínima · Não confirmado na revisão dirigida; conferir documento ou cláusula específica. · Fundos.NET ID 826314; 13/01/2025; data/raw/36643621000130/826314_regulamento_cache_integral.txt; regulamento; https://fnet.bmfbovespa.com.br/fnet/publico/exibirDocumento?id=826314&amp;cvm=true · Observação: Lacuna desta revisão; não implica inexistência da regra no regulamento.</a:t>
            </a:r>
          </a:p>
          <a:p>
            <a:r>
              <a:t>CNPJ 36643621000130 · Gatilhos de avaliação/liquidação · Não confirmado na revisão dirigida; conferir documento ou cláusula específica. · Fundos.NET ID 826314; 13/01/2025; data/raw/36643621000130/826314_regulamento_cache_integral.txt; regulamento; https://fnet.bmfbovespa.com.br/fnet/publico/exibirDocumento?id=826314&amp;cvm=true · Observação: Lacuna desta revisão; não implica inexistência da regra no regulamento.</a:t>
            </a:r>
          </a:p>
          <a:p>
            <a:r>
              <a:t>CNPJ 36643621000130 · Reserva de caixa · Não confirmado na revisão dirigida; conferir documento ou cláusula específica. · Fundos.NET ID 826314; 13/01/2025; data/raw/36643621000130/826314_regulamento_cache_integral.txt; regulamento; https://fnet.bmfbovespa.com.br/fnet/publico/exibirDocumento?id=826314&amp;cvm=true · Observação: Lacuna desta revisão; não implica inexistência da regra no regulamento.</a:t>
            </a:r>
          </a:p>
          <a:p>
            <a:r>
              <a:t>CNPJ 36643621000130 · Derivativos/hedge · Proteção ou troca de indexador sem risco de capital; day trade vedado. · Fundos.NET ID 826314; 13/01/2025; data/raw/36643621000130/826314_regulamento_cache_integral.txt; regulamento; https://fnet.bmfbovespa.com.br/fnet/publico/exibirDocumento?id=826314&amp;cvm=true; pp.11–12, 4.17–4.18 · Observação: Regra documental; verificar versão, base e condições antes de monitorar.</a:t>
            </a:r>
          </a:p>
          <a:p>
            <a:r>
              <a:t>CNPJ 36643621000130 · PDD · Não confirmado na revisão dirigida; conferir documento ou cláusula específica. · Fundos.NET ID 826314; 13/01/2025; data/raw/36643621000130/826314_regulamento_cache_integral.txt; regulamento; https://fnet.bmfbovespa.com.br/fnet/publico/exibirDocumento?id=826314&amp;cvm=true · Observação: Lacuna desta revisão; não implica inexistência da regra no regulamento.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Alocação e mecânica contratual</a:t>
            </a:r>
          </a:p>
          <a:p>
            <a:r>
              <a:t>Leitura documental: 2026-10-07T16:29:59-03:00</a:t>
            </a:r>
          </a:p>
          <a:p>
            <a:r>
              <a:t>Trindade (Lunelli): CNPJ 36643621000130</a:t>
            </a:r>
          </a:p>
          <a:p>
            <a:r>
              <a:t>Fontes:</a:t>
            </a:r>
          </a:p>
          <a:p>
            <a:r>
              <a:t>CNPJ 36643621000130 · Alocação mínima · Alocação tributária 67%/PL; base CMN inclui instrumentos/cotas elegíveis. · Fundos.NET ID 826314; 13/01/2025; data/raw/36643621000130/826314_regulamento_cache_integral.txt; regulamento; https://fnet.bmfbovespa.com.br/fnet/publico/exibirDocumento?id=826314&amp;cvm=true; glossário, Alocação Mínima Tributária · Observação: Regra documental; verificar versão, base e condições antes de monitorar.</a:t>
            </a:r>
          </a:p>
          <a:p>
            <a:r>
              <a:t>CNPJ 36643621000130 · Pool/revolvência · Não confirmado na revisão dirigida; conferir documento ou cláusula específica. · Fundos.NET ID 826314; 13/01/2025; data/raw/36643621000130/826314_regulamento_cache_integral.txt; regulamento; https://fnet.bmfbovespa.com.br/fnet/publico/exibirDocumento?id=826314&amp;cvm=true · Observação: Lacuna desta revisão; não implica inexistência da regra no regulamento.</a:t>
            </a:r>
          </a:p>
          <a:p>
            <a:r>
              <a:t>CNPJ 36643621000130 · Duração/público-alvo · Classe aberta, prazo indeterminado; investidores profissionais; responsabilidade limitada. · Fundos.NET ID 826314; 13/01/2025; data/raw/36643621000130/826314_regulamento_cache_integral.txt; regulamento; https://fnet.bmfbovespa.com.br/fnet/publico/exibirDocumento?id=826314&amp;cvm=true; pp.7–8, 1.2/2.1 · Observação: Regra documental; verificar versão, base e condições antes de monitorar.</a:t>
            </a:r>
          </a:p>
          <a:p>
            <a:r>
              <a:t>CNPJ 36643621000130 · Cessão/recompra · Não confirmado na revisão dirigida; conferir documento ou cláusula específica. · Fundos.NET ID 826314; 13/01/2025; data/raw/36643621000130/826314_regulamento_cache_integral.txt; regulamento; https://fnet.bmfbovespa.com.br/fnet/publico/exibirDocumento?id=826314&amp;cvm=true · Observação: Lacuna desta revisão; não implica inexistência da regra no regulamento.</a:t>
            </a:r>
          </a:p>
          <a:p>
            <a:r>
              <a:t>CNPJ 36643621000130 · Coobrigação · Não confirmado na revisão dirigida; conferir documento ou cláusula específica. · Fundos.NET ID 826314; 13/01/2025; data/raw/36643621000130/826314_regulamento_cache_integral.txt; regulamento; https://fnet.bmfbovespa.com.br/fnet/publico/exibirDocumento?id=826314&amp;cvm=true · Observação: Lacuna desta revisão; não implica inexistência da regra no regulamento.</a:t>
            </a:r>
          </a:p>
          <a:p>
            <a:r>
              <a:t>CNPJ 36643621000130 · Waterfall · Não confirmado na revisão dirigida; conferir documento ou cláusula específica. · Fundos.NET ID 826314; 13/01/2025; data/raw/36643621000130/826314_regulamento_cache_integral.txt; regulamento; https://fnet.bmfbovespa.com.br/fnet/publico/exibirDocumento?id=826314&amp;cvm=true · Observação: Lacuna desta revisão; não implica inexistência da regra no regulamento.</a:t>
            </a:r>
          </a:p>
          <a:p>
            <a:r>
              <a:t>CNPJ 36643621000130 · Evento posterior · Assembleia de 23/04/2026 aprova demonstrações de 2024/2025 sem ressalvas. · Fundos.NET ID 1168425; 23/04/2026 09:00; data/raw/36643621000130/1168425_assembleia.full.txt; assembleia; pp.1–2; https://fnet.bmfbovespa.com.br/fnet/publico/exibirDocumento?id=1168425&amp;cvm=true · Observação: Aprovação documental não representa validação independente dos saldos nesta revisão.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Emissões e remuneração</a:t>
            </a:r>
          </a:p>
          <a:p>
            <a:r>
              <a:t>Leitura documental: 2026-10-07T16:29:59-03:00</a:t>
            </a:r>
          </a:p>
          <a:p>
            <a:r>
              <a:t>Trindade (Lunelli): CNPJ 36643621000130</a:t>
            </a:r>
          </a:p>
          <a:p>
            <a:r>
              <a:t>Fontes:</a:t>
            </a:r>
          </a:p>
          <a:p>
            <a:r>
              <a:t>CNPJ 36643621000130 · Classes/séries · Não confirmado na revisão dirigida; conferir documento ou cláusula específica. · Fundos.NET ID 826314; 13/01/2025; data/raw/36643621000130/826314_regulamento_cache_integral.txt; regulamento; https://fnet.bmfbovespa.com.br/fnet/publico/exibirDocumento?id=826314&amp;cvm=true · Observação: Lacuna desta revisão; não implica inexistência da regra no regulamento.</a:t>
            </a:r>
          </a:p>
          <a:p>
            <a:r>
              <a:t>CNPJ 36643621000130 · Remuneração · Spread final não localizado nesta revisão; conferir suplemento preenchido. · Fundos.NET ID 826314; 13/01/2025; data/raw/36643621000130/826314_regulamento_cache_integral.txt; regulamento; https://fnet.bmfbovespa.com.br/fnet/publico/exibirDocumento?id=826314&amp;cvm=true; escopo e condições da revisão · Observação: Taxas de prestadores não representam remuneração das cotas.</a:t>
            </a:r>
          </a:p>
          <a:p>
            <a:r>
              <a:t>CNPJ 36643621000130 · Volume/VNU · Não confirmado na revisão dirigida; conferir documento ou cláusula específica. · Fundos.NET ID 826314; 13/01/2025; data/raw/36643621000130/826314_regulamento_cache_integral.txt; regulamento; https://fnet.bmfbovespa.com.br/fnet/publico/exibirDocumento?id=826314&amp;cvm=true · Observação: Lacuna desta revisão; não implica inexistência da regra no regulamento.</a:t>
            </a:r>
          </a:p>
          <a:p>
            <a:r>
              <a:t>CNPJ 36643621000130 · Ofertas · Não confirmado na revisão dirigida; conferir documento ou cláusula específica. · Fundos.NET ID 826314; 13/01/2025; data/raw/36643621000130/826314_regulamento_cache_integral.txt; regulamento; https://fnet.bmfbovespa.com.br/fnet/publico/exibirDocumento?id=826314&amp;cvm=true · Observação: Lacuna desta revisão; não implica inexistência da regra no regulamento.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Amortização e calendário de pagamentos</a:t>
            </a:r>
          </a:p>
          <a:p>
            <a:r>
              <a:t>Leitura documental: 2026-10-07T16:29:59-03:00</a:t>
            </a:r>
          </a:p>
          <a:p>
            <a:r>
              <a:t>Trindade (Lunelli): CNPJ 36643621000130</a:t>
            </a:r>
          </a:p>
          <a:p>
            <a:r>
              <a:t>Fontes:</a:t>
            </a:r>
          </a:p>
          <a:p>
            <a:r>
              <a:t>CNPJ 36643621000130 · Carência · Não confirmado na revisão dirigida; conferir documento ou cláusula específica. · Fundos.NET ID 826314; 13/01/2025; data/raw/36643621000130/826314_regulamento_cache_integral.txt; regulamento; https://fnet.bmfbovespa.com.br/fnet/publico/exibirDocumento?id=826314&amp;cvm=true · Observação: Lacuna desta revisão; não implica inexistência da regra no regulamento.</a:t>
            </a:r>
          </a:p>
          <a:p>
            <a:r>
              <a:t>CNPJ 36643621000130 · Juros/amortização · Cronograma fechado não identificado nesta revisão; conferir série/suplemento. · Fundos.NET ID 826314; 13/01/2025; data/raw/36643621000130/826314_regulamento_cache_integral.txt; regulamento; https://fnet.bmfbovespa.com.br/fnet/publico/exibirDocumento?id=826314&amp;cvm=true; escopo e condições da revisão · Observação: Data do regulamento não equivale a data de integralização.</a:t>
            </a:r>
          </a:p>
          <a:p>
            <a:r>
              <a:t>CNPJ 36643621000130 · Vencimento · Não confirmado na revisão dirigida; conferir documento ou cláusula específica. · Fundos.NET ID 826314; 13/01/2025; data/raw/36643621000130/826314_regulamento_cache_integral.txt; regulamento; https://fnet.bmfbovespa.com.br/fnet/publico/exibirDocumento?id=826314&amp;cvm=true · Observação: Lacuna desta revisão; não implica inexistência da regra no regulamento.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Custos estruturais</a:t>
            </a:r>
          </a:p>
          <a:p>
            <a:r>
              <a:t>Leitura documental: 2026-10-07T16:29:59-03:00</a:t>
            </a:r>
          </a:p>
          <a:p>
            <a:r>
              <a:t>Trindade (Lunelli): CNPJ 36643621000130</a:t>
            </a:r>
          </a:p>
          <a:p>
            <a:r>
              <a:t>Fontes:</a:t>
            </a:r>
          </a:p>
          <a:p>
            <a:r>
              <a:t>CNPJ 36643621000130 · Administração · 0,04% a.a./PL; mínimo R$ 15 mil/mês; IPCA. · Fundos.NET ID 826314; 13/01/2025; data/raw/36643621000130/826314_regulamento_cache_integral.txt; regulamento; https://fnet.bmfbovespa.com.br/fnet/publico/exibirDocumento?id=826314&amp;cvm=true; p.22, 12.1 · Observação: Regra documental; verificar versão, base e condições antes de monitorar.</a:t>
            </a:r>
          </a:p>
          <a:p>
            <a:r>
              <a:t>CNPJ 36643621000130 · Gestão · Numérico 0,31% a.a., extenso 0,26%; mínimo R$ 10 mil/mês; taxa divergente. · Fundos.NET ID 826314; 13/01/2025; data/raw/36643621000130/826314_regulamento_cache_integral.txt; regulamento; https://fnet.bmfbovespa.com.br/fnet/publico/exibirDocumento?id=826314&amp;cvm=true; pp.22–23, 12.3 · Observação: Regra documental; verificar versão, base e condições antes de monitorar.</a:t>
            </a:r>
          </a:p>
          <a:p>
            <a:r>
              <a:t>CNPJ 36643621000130 · Custódia · 0,03% a.a./PL; mínimo R$ 2 mil/mês, já englobado na administração. · Fundos.NET ID 826314; 13/01/2025; data/raw/36643621000130/826314_regulamento_cache_integral.txt; regulamento; https://fnet.bmfbovespa.com.br/fnet/publico/exibirDocumento?id=826314&amp;cvm=true; p.23, 12.5 · Observação: Regra documental; verificar versão, base e condições antes de monitorar.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Monitoramento IME e controles documentais</a:t>
            </a:r>
          </a:p>
          <a:p>
            <a:r>
              <a:t>Leitura documental: 2026-10-07T16:29:59-03:00</a:t>
            </a:r>
          </a:p>
          <a:p>
            <a:r>
              <a:t>Trindade (Lunelli): CNPJ 36643621000130</a:t>
            </a:r>
          </a:p>
          <a:p>
            <a:r>
              <a:t>Fontes:</a:t>
            </a:r>
          </a:p>
          <a:p>
            <a:r>
              <a:t>CNPJ 36643621000130 · Alocação/subordinação IME · DC/PL e cotas por categoria/PL; validar regra e denominador. · Fundos.NET ID 826314; 13/01/2025; data/raw/36643621000130/826314_regulamento_cache_integral.txt; regulamento; https://fnet.bmfbovespa.com.br/fnet/publico/exibirDocumento?id=826314&amp;cvm=true; escopo e condições da revisão · Observação: Proxy agregado; não comprova enquadramento diário nem prioridade por série.</a:t>
            </a:r>
          </a:p>
          <a:p>
            <a:r>
              <a:t>CNPJ 36643621000130 · Inadimplência/PDD IME · Aging e PDD/crédito agregados; conciliar índice contratual. · Fundos.NET ID 826314; 13/01/2025; data/raw/36643621000130/826314_regulamento_cache_integral.txt; regulamento; https://fnet.bmfbovespa.com.br/fnet/publico/exibirDocumento?id=826314&amp;cvm=true; escopo e condições da revisão · Observação: Proxy parcial; vintage, efeito vagão e defasagem não reproduzidos automaticamente.</a:t>
            </a:r>
          </a:p>
          <a:p>
            <a:r>
              <a:t>CNPJ 36643621000130 · Controles documentais · Lastro, elegibilidade, concentração individual e prestadores exigem documentos. · Fundos.NET ID 826314; 13/01/2025; data/raw/36643621000130/826314_regulamento_cache_integral.txt; regulamento; https://fnet.bmfbovespa.com.br/fnet/publico/exibirDocumento?id=826314&amp;cvm=true; escopo e condições da revisão · Observação: IME público sem granularidade individual; não usar como prova de conformidade.</a:t>
            </a:r>
          </a:p>
          <a:p>
            <a:r>
              <a:t>CNPJ 36643621000130 · Competência IME · Sem competência IME carregada em cache local · Inventário de .cache/fundonet em 2026-10-07 · Observação: Leitura documental preservada. Carregar competência no Monitoramento para avaliar enquadramento.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FIDC Lunelli – Recebíveis e elegibilidade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71" cy="209397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8982151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Trindade (Lunelli)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Natureza dos recebíveis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Multicarteira com direitos/títulos de crédito e ativos financeiros elegíveis.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Originador/endossante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Devedor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Garantia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Elegibilidade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Prazos vincendos de 4 a 371 dias; validação de lastro e análise cadastral/crédito.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Concentração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Mesmo devedor≤20%/PL; condições adicionais por grupo.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1/7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FIDC Lunelli – Subordinação, gatilhos e proteção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71" cy="199796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8982151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Trindade (Lunelli)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Subordinação mínima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Gatilhos de</a:t>
                      </a:r>
                    </a:p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avaliação/liquidação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Reserva de caixa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Derivativos/hedge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Proteção ou troca de indexador sem risco de capital; day trade vedado.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PDD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2/7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FIDC Lunelli – Alocação e mecânica contratual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71" cy="23774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8982151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Trindade (Lunelli)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Alocação mínima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Alocação tributária 67%/PL; base CMN inclui instrumentos/cotas elegíveis.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Pool/revolvência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Duração/público-alvo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Classe aberta, prazo indeterminado; investidores profissionais; responsabilidade limitada.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Cessão/recompra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Coobrigação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Waterfall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Evento posterior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Assembleia de 23/04/2026 aprova demonstrações de 2024/2025 sem ressalvas.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3/7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FIDC Lunelli – Emissões e remuneração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71" cy="152704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8982151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Trindade (Lunelli)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Classes/séries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Remuneração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Volume/VNU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Ofertas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4/7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FIDC Lunelli – Amortização e calendário de pagamentos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71" cy="124358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8982151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Trindade (Lunelli)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Carência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Juros/amortização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Vencimento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5/7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FIDC Lunelli – Custos estruturais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71" cy="124358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8982151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Trindade (Lunelli)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Administração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0,04% a.a./PL; mínimo R$ 15 mil/mês; IPCA.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Gestão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Numérico 0,31% a.a., extenso 0,26%; mínimo R$ 10 mil/mês; taxa divergente.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Custódia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0,03% a.a./PL; mínimo R$ 2 mil/mês, já englobado na administração.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6/7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FIDC Lunelli – Monitoramento IME e controles documentais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71" cy="17145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8982151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Trindade (Lunelli)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Alocação/subordinação</a:t>
                      </a:r>
                    </a:p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IME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DC/PL e cotas por categoria/PL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Inadimplência/PDD IME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Aging e PDD/crédito agregados; conciliar índice contratual.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Controles documentais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Lastro, elegibilidade, concentração individual e prestadores exigem documentos.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Competência IME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7/7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