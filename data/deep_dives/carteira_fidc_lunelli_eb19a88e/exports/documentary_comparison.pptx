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2026-10-07T16:29:59-03:00</a:t>
            </a:r>
          </a:p>
          <a:p>
            <a:r>
              <a:t>Trindade (Lunelli): CNPJ 36643621000130</a:t>
            </a:r>
          </a:p>
          <a:p>
            <a:r>
              <a:t>Fontes:</a:t>
            </a:r>
          </a:p>
          <a:p>
            <a:r>
              <a:t>CNPJ 36643621000130 · Natureza dos recebíveis · Multicarteira com direitos/títulos de crédito e ativos financeiros elegíveis. · Fundos.NET ID 826314; 13/01/2025; data/raw/36643621000130/826314_regulamento_cache_integral.txt; regulamento; https://fnet.bmfbovespa.com.br/fnet/publico/exibirDocumento?id=826314&amp;cvm=true; p.7, 1.2; pp.8–9, política · Observação: Regra documental; verificar versão, base e condições antes de monitorar.</a:t>
            </a:r>
          </a:p>
          <a:p>
            <a:r>
              <a:t>CNPJ 36643621000130 · Originador/endossante · Não confirmado na revisão dirigida; conferir documento ou cláusula específica. · Fundos.NET ID 826314; 13/01/2025; data/raw/36643621000130/826314_regulamento_cache_integral.txt; regulamento; https://fnet.bmfbovespa.com.br/fnet/publico/exibirDocumento?id=826314&amp;cvm=true · Observação: Lacuna desta revisão; não implica inexistência da regra no regulamento.</a:t>
            </a:r>
          </a:p>
          <a:p>
            <a:r>
              <a:t>CNPJ 36643621000130 · Devedor · Não confirmado na revisão dirigida; conferir documento ou cláusula específica. · Fundos.NET ID 826314; 13/01/2025; data/raw/36643621000130/826314_regulamento_cache_integral.txt; regulamento; https://fnet.bmfbovespa.com.br/fnet/publico/exibirDocumento?id=826314&amp;cvm=true · Observação: Lacuna desta revisão; não implica inexistência da regra no regulamento.</a:t>
            </a:r>
          </a:p>
          <a:p>
            <a:r>
              <a:t>CNPJ 36643621000130 · Garantia · Não confirmado na revisão dirigida; conferir documento ou cláusula específica. · Fundos.NET ID 826314; 13/01/2025; data/raw/36643621000130/826314_regulamento_cache_integral.txt; regulamento; https://fnet.bmfbovespa.com.br/fnet/publico/exibirDocumento?id=826314&amp;cvm=true · Observação: Lacuna desta revisão; não implica inexistência da regra no regulamento.</a:t>
            </a:r>
          </a:p>
          <a:p>
            <a:r>
              <a:t>CNPJ 36643621000130 · Elegibilidade · Prazos vincendos de 4 a 371 dias; validação de lastro e análise cadastral/crédito. · Fundos.NET ID 826314; 13/01/2025; data/raw/36643621000130/826314_regulamento_cache_integral.txt; regulamento; https://fnet.bmfbovespa.com.br/fnet/publico/exibirDocumento?id=826314&amp;cvm=true; pp.9–10, 4.5–4.6 · Observação: Regra documental; verificar versão, base e condições antes de monitorar.</a:t>
            </a:r>
          </a:p>
          <a:p>
            <a:r>
              <a:t>CNPJ 36643621000130 · Concentração · Mesmo devedor≤20%/PL; condições adicionais por grupo. · Fundos.NET ID 826314; 13/01/2025; data/raw/36643621000130/826314_regulamento_cache_integral.txt; regulamento; https://fnet.bmfbovespa.com.br/fnet/publico/exibirDocumento?id=826314&amp;cvm=true; p.10, 4.6(vii) · Observação: Regra documental; verificar versão, base e condições antes de monitorar.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2026-10-07T16:29:59-03:00</a:t>
            </a:r>
          </a:p>
          <a:p>
            <a:r>
              <a:t>Trindade (Lunelli): CNPJ 36643621000130</a:t>
            </a:r>
          </a:p>
          <a:p>
            <a:r>
              <a:t>Fontes:</a:t>
            </a:r>
          </a:p>
          <a:p>
            <a:r>
              <a:t>CNPJ 36643621000130 · Subordinação mínima · Não confirmado na revisão dirigida; conferir documento ou cláusula específica. · Fundos.NET ID 826314; 13/01/2025; data/raw/36643621000130/826314_regulamento_cache_integral.txt; regulamento; https://fnet.bmfbovespa.com.br/fnet/publico/exibirDocumento?id=826314&amp;cvm=true · Observação: Lacuna desta revisão; não implica inexistência da regra no regulamento.</a:t>
            </a:r>
          </a:p>
          <a:p>
            <a:r>
              <a:t>CNPJ 36643621000130 · Gatilhos de avaliação/liquidação · Não confirmado na revisão dirigida; conferir documento ou cláusula específica. · Fundos.NET ID 826314; 13/01/2025; data/raw/36643621000130/826314_regulamento_cache_integral.txt; regulamento; https://fnet.bmfbovespa.com.br/fnet/publico/exibirDocumento?id=826314&amp;cvm=true · Observação: Lacuna desta revisão; não implica inexistência da regra no regulamento.</a:t>
            </a:r>
          </a:p>
          <a:p>
            <a:r>
              <a:t>CNPJ 36643621000130 · Reserva de caixa · Não confirmado na revisão dirigida; conferir documento ou cláusula específica. · Fundos.NET ID 826314; 13/01/2025; data/raw/36643621000130/826314_regulamento_cache_integral.txt; regulamento; https://fnet.bmfbovespa.com.br/fnet/publico/exibirDocumento?id=826314&amp;cvm=true · Observação: Lacuna desta revisão; não implica inexistência da regra no regulamento.</a:t>
            </a:r>
          </a:p>
          <a:p>
            <a:r>
              <a:t>CNPJ 36643621000130 · Derivativos/hedge · Proteção ou troca de indexador sem risco de capital; day trade vedado. · Fundos.NET ID 826314; 13/01/2025; data/raw/36643621000130/826314_regulamento_cache_integral.txt; regulamento; https://fnet.bmfbovespa.com.br/fnet/publico/exibirDocumento?id=826314&amp;cvm=true; pp.11–12, 4.17–4.18 · Observação: Regra documental; verificar versão, base e condições antes de monitorar.</a:t>
            </a:r>
          </a:p>
          <a:p>
            <a:r>
              <a:t>CNPJ 36643621000130 · PDD · Não confirmado na revisão dirigida; conferir documento ou cláusula específica. · Fundos.NET ID 826314; 13/01/2025; data/raw/36643621000130/826314_regulamento_cache_integral.txt; regulamento; https://fnet.bmfbovespa.com.br/fnet/publico/exibirDocumento?id=826314&amp;cvm=true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2026-10-07T16:29:59-03:00</a:t>
            </a:r>
          </a:p>
          <a:p>
            <a:r>
              <a:t>Trindade (Lunelli): CNPJ 36643621000130</a:t>
            </a:r>
          </a:p>
          <a:p>
            <a:r>
              <a:t>Fontes:</a:t>
            </a:r>
          </a:p>
          <a:p>
            <a:r>
              <a:t>CNPJ 36643621000130 · Alocação mínima · Alocação tributária 67%/PL; base CMN inclui instrumentos/cotas elegíveis. · Fundos.NET ID 826314; 13/01/2025; data/raw/36643621000130/826314_regulamento_cache_integral.txt; regulamento; https://fnet.bmfbovespa.com.br/fnet/publico/exibirDocumento?id=826314&amp;cvm=true; glossário, Alocação Mínima Tributária · Observação: Regra documental; verificar versão, base e condições antes de monitorar.</a:t>
            </a:r>
          </a:p>
          <a:p>
            <a:r>
              <a:t>CNPJ 36643621000130 · Pool/revolvência · Não confirmado na revisão dirigida; conferir documento ou cláusula específica. · Fundos.NET ID 826314; 13/01/2025; data/raw/36643621000130/826314_regulamento_cache_integral.txt; regulamento; https://fnet.bmfbovespa.com.br/fnet/publico/exibirDocumento?id=826314&amp;cvm=true · Observação: Lacuna desta revisão; não implica inexistência da regra no regulamento.</a:t>
            </a:r>
          </a:p>
          <a:p>
            <a:r>
              <a:t>CNPJ 36643621000130 · Duração/público-alvo · Classe aberta, prazo indeterminado; investidores profissionais; responsabilidade limitada. · Fundos.NET ID 826314; 13/01/2025; data/raw/36643621000130/826314_regulamento_cache_integral.txt; regulamento; https://fnet.bmfbovespa.com.br/fnet/publico/exibirDocumento?id=826314&amp;cvm=true; pp.7–8, 1.2/2.1 · Observação: Regra documental; verificar versão, base e condições antes de monitorar.</a:t>
            </a:r>
          </a:p>
          <a:p>
            <a:r>
              <a:t>CNPJ 36643621000130 · Cessão/recompra · Não confirmado na revisão dirigida; conferir documento ou cláusula específica. · Fundos.NET ID 826314; 13/01/2025; data/raw/36643621000130/826314_regulamento_cache_integral.txt; regulamento; https://fnet.bmfbovespa.com.br/fnet/publico/exibirDocumento?id=826314&amp;cvm=true · Observação: Lacuna desta revisão; não implica inexistência da regra no regulamento.</a:t>
            </a:r>
          </a:p>
          <a:p>
            <a:r>
              <a:t>CNPJ 36643621000130 · Coobrigação · Não confirmado na revisão dirigida; conferir documento ou cláusula específica. · Fundos.NET ID 826314; 13/01/2025; data/raw/36643621000130/826314_regulamento_cache_integral.txt; regulamento; https://fnet.bmfbovespa.com.br/fnet/publico/exibirDocumento?id=826314&amp;cvm=true · Observação: Lacuna desta revisão; não implica inexistência da regra no regulamento.</a:t>
            </a:r>
          </a:p>
          <a:p>
            <a:r>
              <a:t>CNPJ 36643621000130 · Waterfall · Não confirmado na revisão dirigida; conferir documento ou cláusula específica. · Fundos.NET ID 826314; 13/01/2025; data/raw/36643621000130/826314_regulamento_cache_integral.txt; regulamento; https://fnet.bmfbovespa.com.br/fnet/publico/exibirDocumento?id=826314&amp;cvm=true · Observação: Lacuna desta revisão; não implica inexistência da regra no regulamento.</a:t>
            </a:r>
          </a:p>
          <a:p>
            <a:r>
              <a:t>CNPJ 36643621000130 · Evento posterior · Assembleia de 23/04/2026 aprova demonstrações de 2024/2025 sem ressalvas. · Fundos.NET ID 1168425; 23/04/2026 09:00; data/raw/36643621000130/1168425_assembleia.full.txt; assembleia; pp.1–2; https://fnet.bmfbovespa.com.br/fnet/publico/exibirDocumento?id=1168425&amp;cvm=true · Observação: Aprovação documental não representa validação independente dos saldos nesta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2026-10-07T16:29:59-03:00</a:t>
            </a:r>
          </a:p>
          <a:p>
            <a:r>
              <a:t>Trindade (Lunelli): CNPJ 36643621000130</a:t>
            </a:r>
          </a:p>
          <a:p>
            <a:r>
              <a:t>Fontes:</a:t>
            </a:r>
          </a:p>
          <a:p>
            <a:r>
              <a:t>CNPJ 36643621000130 · Classes/séries · Não confirmado na revisão dirigida; conferir documento ou cláusula específica. · Fundos.NET ID 826314; 13/01/2025; data/raw/36643621000130/826314_regulamento_cache_integral.txt; regulamento; https://fnet.bmfbovespa.com.br/fnet/publico/exibirDocumento?id=826314&amp;cvm=true · Observação: Lacuna desta revisão; não implica inexistência da regra no regulamento.</a:t>
            </a:r>
          </a:p>
          <a:p>
            <a:r>
              <a:t>CNPJ 36643621000130 · Remuneração · Spread final não localizado nesta revisão; conferir suplemento preenchido. · Fundos.NET ID 826314; 13/01/2025; data/raw/36643621000130/826314_regulamento_cache_integral.txt; regulamento; https://fnet.bmfbovespa.com.br/fnet/publico/exibirDocumento?id=826314&amp;cvm=true; escopo e condições da revisão · Observação: Taxas de prestadores não representam remuneração das cotas.</a:t>
            </a:r>
          </a:p>
          <a:p>
            <a:r>
              <a:t>CNPJ 36643621000130 · Volume/VNU · Não confirmado na revisão dirigida; conferir documento ou cláusula específica. · Fundos.NET ID 826314; 13/01/2025; data/raw/36643621000130/826314_regulamento_cache_integral.txt; regulamento; https://fnet.bmfbovespa.com.br/fnet/publico/exibirDocumento?id=826314&amp;cvm=true · Observação: Lacuna desta revisão; não implica inexistência da regra no regulamento.</a:t>
            </a:r>
          </a:p>
          <a:p>
            <a:r>
              <a:t>CNPJ 36643621000130 · Ofertas · Não confirmado na revisão dirigida; conferir documento ou cláusula específica. · Fundos.NET ID 826314; 13/01/2025; data/raw/36643621000130/826314_regulamento_cache_integral.txt; regulamento; https://fnet.bmfbovespa.com.br/fnet/publico/exibirDocumento?id=826314&amp;cvm=true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2026-10-07T16:29:59-03:00</a:t>
            </a:r>
          </a:p>
          <a:p>
            <a:r>
              <a:t>Trindade (Lunelli): CNPJ 36643621000130</a:t>
            </a:r>
          </a:p>
          <a:p>
            <a:r>
              <a:t>Fontes:</a:t>
            </a:r>
          </a:p>
          <a:p>
            <a:r>
              <a:t>CNPJ 36643621000130 · Carência · Não confirmado na revisão dirigida; conferir documento ou cláusula específica. · Fundos.NET ID 826314; 13/01/2025; data/raw/36643621000130/826314_regulamento_cache_integral.txt; regulamento; https://fnet.bmfbovespa.com.br/fnet/publico/exibirDocumento?id=826314&amp;cvm=true · Observação: Lacuna desta revisão; não implica inexistência da regra no regulamento.</a:t>
            </a:r>
          </a:p>
          <a:p>
            <a:r>
              <a:t>CNPJ 36643621000130 · Juros/amortização · Cronograma fechado não identificado nesta revisão; conferir série/suplemento. · Fundos.NET ID 826314; 13/01/2025; data/raw/36643621000130/826314_regulamento_cache_integral.txt; regulamento; https://fnet.bmfbovespa.com.br/fnet/publico/exibirDocumento?id=826314&amp;cvm=true; escopo e condições da revisão · Observação: Data do regulamento não equivale a data de integralização.</a:t>
            </a:r>
          </a:p>
          <a:p>
            <a:r>
              <a:t>CNPJ 36643621000130 · Vencimento · Não confirmado na revisão dirigida; conferir documento ou cláusula específica. · Fundos.NET ID 826314; 13/01/2025; data/raw/36643621000130/826314_regulamento_cache_integral.txt; regulamento; https://fnet.bmfbovespa.com.br/fnet/publico/exibirDocumento?id=826314&amp;cvm=true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2026-10-07T16:29:59-03:00</a:t>
            </a:r>
          </a:p>
          <a:p>
            <a:r>
              <a:t>Trindade (Lunelli): CNPJ 36643621000130</a:t>
            </a:r>
          </a:p>
          <a:p>
            <a:r>
              <a:t>Fontes:</a:t>
            </a:r>
          </a:p>
          <a:p>
            <a:r>
              <a:t>CNPJ 36643621000130 · Administração · 0,04% a.a./PL; mínimo R$ 15 mil/mês; IPCA. · Fundos.NET ID 826314; 13/01/2025; data/raw/36643621000130/826314_regulamento_cache_integral.txt; regulamento; https://fnet.bmfbovespa.com.br/fnet/publico/exibirDocumento?id=826314&amp;cvm=true; p.22, 12.1 · Observação: Regra documental; verificar versão, base e condições antes de monitorar.</a:t>
            </a:r>
          </a:p>
          <a:p>
            <a:r>
              <a:t>CNPJ 36643621000130 · Gestão · Numérico 0,31% a.a., extenso 0,26%; mínimo R$ 10 mil/mês; taxa divergente. · Fundos.NET ID 826314; 13/01/2025; data/raw/36643621000130/826314_regulamento_cache_integral.txt; regulamento; https://fnet.bmfbovespa.com.br/fnet/publico/exibirDocumento?id=826314&amp;cvm=true; pp.22–23, 12.3 · Observação: Regra documental; verificar versão, base e condições antes de monitorar.</a:t>
            </a:r>
          </a:p>
          <a:p>
            <a:r>
              <a:t>CNPJ 36643621000130 · Custódia · 0,03% a.a./PL; mínimo R$ 2 mil/mês, já englobado na administração. · Fundos.NET ID 826314; 13/01/2025; data/raw/36643621000130/826314_regulamento_cache_integral.txt; regulamento; https://fnet.bmfbovespa.com.br/fnet/publico/exibirDocumento?id=826314&amp;cvm=true; p.23, 12.5 · Observação: Regra documental; verificar versão, base e condições antes de monitorar.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2026-10-07T16:29:59-03:00</a:t>
            </a:r>
          </a:p>
          <a:p>
            <a:r>
              <a:t>Trindade (Lunelli): CNPJ 36643621000130</a:t>
            </a:r>
          </a:p>
          <a:p>
            <a:r>
              <a:t>Fontes:</a:t>
            </a:r>
          </a:p>
          <a:p>
            <a:r>
              <a:t>CNPJ 36643621000130 · Alocação/subordinação IME · DC/PL e cotas por categoria/PL; validar regra e denominador. · Fundos.NET ID 826314; 13/01/2025; data/raw/36643621000130/826314_regulamento_cache_integral.txt; regulamento; https://fnet.bmfbovespa.com.br/fnet/publico/exibirDocumento?id=826314&amp;cvm=true; escopo e condições da revisão · Observação: Proxy agregado; não comprova enquadramento diário nem prioridade por série.</a:t>
            </a:r>
          </a:p>
          <a:p>
            <a:r>
              <a:t>CNPJ 36643621000130 · Inadimplência/PDD IME · Aging e PDD/crédito agregados; conciliar índice contratual. · Fundos.NET ID 826314; 13/01/2025; data/raw/36643621000130/826314_regulamento_cache_integral.txt; regulamento; https://fnet.bmfbovespa.com.br/fnet/publico/exibirDocumento?id=826314&amp;cvm=true; escopo e condições da revisão · Observação: Proxy parcial; vintage, efeito vagão e defasagem não reproduzidos automaticamente.</a:t>
            </a:r>
          </a:p>
          <a:p>
            <a:r>
              <a:t>CNPJ 36643621000130 · Controles documentais · Lastro, elegibilidade, concentração individual e prestadores exigem documentos. · Fundos.NET ID 826314; 13/01/2025; data/raw/36643621000130/826314_regulamento_cache_integral.txt; regulamento; https://fnet.bmfbovespa.com.br/fnet/publico/exibirDocumento?id=826314&amp;cvm=true; escopo e condições da revisão · Observação: IME público sem granularidade individual; não usar como prova de conformidade.</a:t>
            </a:r>
          </a:p>
          <a:p>
            <a:r>
              <a:t>CNPJ 36643621000130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Lunelli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Trindade (Lunelli)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Multicarteira com direitos/títulos de crédito e ativos financeiros elegíveis.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Prazos vincendos de 4 a 371 dias; validação de lastro e análise cadastral/crédito.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Mesmo devedor≤20%/PL; condições adicionais por grupo.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Lunelli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Trindade (Lunelli)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ou troca de indexador sem risco de capital; day trade vedado.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Lunelli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Trindade (Lunelli)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Alocação tributária 67%/PL; base CMN inclui instrumentos/cotas elegíveis.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aberta, prazo indeterminado; investidores profissionais; responsabilidade limitada.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Evento posterior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Assembleia de 23/04/2026 aprova demonstrações de 2024/2025 sem ressalvas.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Lunelli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Trindade (Lunelli)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 nesta revisão; conferir suplemento preenchido.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Lunelli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Trindade (Lunelli)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Cronograma fechado não identificado nesta revisão; conferir série/suplemento.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Lunelli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Trindade (Lunelli)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0,04% a.a./PL; mínimo R$ 15 mil/mês; IPCA.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Numérico 0,31% a.a., extenso 0,26%; mínimo R$ 10 mil/mês; taxa divergente.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0,03% a.a./PL; mínimo R$ 2 mil/mês, já englobado na administração.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Lunelli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Trindade (Lunelli)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por categoria/PL; validar regra e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PDD/crédito agregados; conciliar índice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Lastro, elegibilidade, concentração individual e prestadores exigem documentos.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