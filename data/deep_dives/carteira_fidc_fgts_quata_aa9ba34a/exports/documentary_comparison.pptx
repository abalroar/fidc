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Natureza dos recebíveis · CCBs de antecipação do saque-aniversário FGTS; aquisições de IFs e FIDCs · Fundos.NET ID 1051890 · 01/12/2025 · Regulamento · p. 15-16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Originador/endossante · IFs aprovadas e fundos geridos pela Quatá; credor original conforme operação · Fundos.NET ID 1051890 · 01/12/2025 · Regulamento · p. 15-16 · data/raw/55401645000128/1051890_documentary_review.pdf · https://fnet.bmfbovespa.com.br/fnet/publico/exibirDocumento?id=1051890 · Observação: Nomes e carteira final requerem instrumentos de endosso.</a:t>
            </a:r>
          </a:p>
          <a:p>
            <a:r>
              <a:t>CNPJ 55401645000128 · Devedor · Pessoa física; 18 a 75a11m29d na emissão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Garantia · Cessão fiduciária do saque-aniversário, com bloqueio/averbação · Fundos.NET ID 1051890 · 01/12/2025 · Regulamento · p. 15, 26-28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Elegibilidade · Prefixado; retorno médio de aquisição ≥ 1,35% a.m.; prazo ≤ 3.650 dias · Fundos.NET ID 1051890 · 01/12/2025 · Regulamento · p. 28 · data/raw/55401645000128/1051890_documentary_review.pdf · https://fnet.bmfbovespa.com.br/fnet/publico/exibirDocumento?id=1051890 · Observação: Retorno líquido de custos de originação; observar demais critérios da cláusula 5.1 e score antifraude.</a:t>
            </a:r>
          </a:p>
          <a:p>
            <a:r>
              <a:t>CNPJ 55401645000128 · Concentração · Saldo por devedor ≤ R$ 50 mil · Fundos.NET ID 1051890 · 01/12/2025 · Regulamento · p. 28 · data/raw/55401645000128/1051890_documentary_review.pdf · https://fnet.bmfbovespa.com.br/fnet/publico/exibirDocumento?id=1051890 · Observação: Conclusão documental revisada; preservar a versão e a unidade indicadas.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Subordinação mínima · Mezanino + júnior/PL ≥ 15%; júnior/PL ≥ 3%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Gatilhos de avaliação/liquidação · Intervenção/falência de endossante ou prestadores; índices e eventos do cap. 9/10 · Fundos.NET ID 1051890 · 01/12/2025 · Regulamento · p. 43-47 · data/raw/55401645000128/1051890_documentary_review.pdf · https://fnet.bmfbovespa.com.br/fnet/publico/exibirDocumento?id=1051890 · Observação: Lista integral permanece no regulamento; não cadastrar limiar sem definição e unidade.</a:t>
            </a:r>
          </a:p>
          <a:p>
            <a:r>
              <a:t>CNPJ 55401645000128 · Reserva de caixa · 3 meses de despesas estimadas; apuração mensal · Fundos.NET ID 1051890 · 01/12/2025 · Regulamento · p. 48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Derivativos/hedge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PDD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Alocação mínima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Pool/revolvência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Duração/público-alvo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Cessão/recompra · Endosso definitivo; documentos originais e condições no contrato · Fundos.NET ID 1051890 · 01/12/2025 · Regulamento · p. 27-29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Coobrigação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Waterfall · Despesas/derivativos → reserva → sênior → mezanino → júnior · Fundos.NET ID 1051890 · 01/12/2025 · Regulamento · p. 48-50 · data/raw/55401645000128/1051890_documentary_review.pdf · https://fnet.bmfbovespa.com.br/fnet/publico/exibirDocumento?id=1051890 · Observação: Ordem distingue carência, investimento e desinvestimento.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Classes/séries · Sênior; mezanino; júnior · Fundos.NET ID 1051890 · 01/12/2025 · Regulamento · p. 42-43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Remuneração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Volume/VNU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Ofertas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Carência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  <a:p>
            <a:r>
              <a:t>CNPJ 55401645000128 · Juros/amortização · Após carência: sênior conforme suplemento; subordinadas em regime de caixa · Fundos.NET ID 1051890 · 01/12/2025 · Regulamento · p. 43, 49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Vencimento · Não localizado no corpus acessível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Lacuna documental explícita; exige regulamento, anexo, suplemento ou contrato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Administração · 0,25%/0,23%/0,18% a.a.; mínimo R$ 16,5 mil nos 3 primeiros meses, R$ 20 mil depois · Fundos.NET ID 1051890 · 01/12/2025 · Regulamento · p. 40-41 · data/raw/55401645000128/1051890_documentary_review.pdf · https://fnet.bmfbovespa.com.br/fnet/publico/exibirDocumento?id=1051890 · Observação: PL: até R$ 50 mi; acima de R$ 50 a R$ 100 mi; acima de R$ 100 mi. Reajuste IGP-M anual.</a:t>
            </a:r>
          </a:p>
          <a:p>
            <a:r>
              <a:t>CNPJ 55401645000128 · Gestão · 0,50% a.a. do PL; mínimo R$ 25 mil/mês + tributos · Fundos.NET ID 1051890 · 01/12/2025 · Regulamento · p. 41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Custódia · Incluída na administração; percentual próprio não segregado · Fundos.NET ID 1051890 · 01/12/2025 · Regulamento · p. 40 · data/raw/55401645000128/1051890_documentary_review.pdf · https://fnet.bmfbovespa.com.br/fnet/publico/exibirDocumento?id=1051890 · Observação: Consultoria cobra até 25% dos juros pagos por parcela de DC originado em IF; não é spread das cotas.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2026-10-07T14:59:40-03:00</a:t>
            </a:r>
          </a:p>
          <a:p>
            <a:r>
              <a:t>Quatá FGTS: CNPJ 55401645000128</a:t>
            </a:r>
          </a:p>
          <a:p>
            <a:r>
              <a:t>Fontes:</a:t>
            </a:r>
          </a:p>
          <a:p>
            <a:r>
              <a:t>CNPJ 55401645000128 · Alocação/subordinação IME · Subordinadas/PL e júnior/PL diretos; validar identificação de cada subclasse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Inadimplência/PDD IME · Índices de atraso/arrecadação usam fluxo/face; Over público é proxy parcial · Fundos.NET ID 1051890 · 01/12/2025 · Regulamento · p. 17 · data/raw/55401645000128/1051890_documentary_review.pdf · https://fnet.bmfbovespa.com.br/fnet/publico/exibirDocumento?id=1051890 · Observação: Conclusão documental revisada; preservar a versão e a unidade indicadas.</a:t>
            </a:r>
          </a:p>
          <a:p>
            <a:r>
              <a:t>CNPJ 55401645000128 · Controles documentais · Elegibilidade, concentração, lastro, prestadores e eventos exigem documentação específica · Corpus acessível CNPJ 55401645000128: ID 1051890 (01/12/2025), data/raw/55401645000128/1051890_documentary_review.pdf; ID 984906 (04/09/2025), data/raw/55401645000128/984906_documentary_review.pdf; ID 987420 (09/09/2025), data/raw/55401645000128/987420_documentary_review.pdf; ID 984909 (04/09/2025), data/raw/55401645000128/984909_documentary_review.pdf; ID 798348 (10/12/2024), data/raw/55401645000128/798348_documentary_review.pdf; ID 678447 (12/06/2024), data/raw/55401645000128/678447_documentary_review.pdf; ID 1051889 (01/12/2025), data/raw/55401645000128/1051889_documentary_review.pdf; ID 885831 (23/04/2025), data/raw/55401645000128/885831_documentary_review.pdf · Observação: O IME público agregado não certifica essas condições.</a:t>
            </a:r>
          </a:p>
          <a:p>
            <a:r>
              <a:t>CNPJ 55401645000128 · Competência IME · Cache local: 03/2026; selecionar competência para monitorar · .cache/fundonet-ime/bc17e56789257c833f39a9dbfc4c4cdb9a335bb2b5d2625dcccd1175289781af/manifest.json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antecipação do saque-aniversário FGTS; aquisições de IFs e FIDCs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aprovadas e fundos geridos pela Quatá; credor original conforme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física; 18 a 75a11m29d na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fiduciária do saque-aniversário, com bloqueio/averbação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Prefixado; retorno médio de aquisição ≥ 1,35% a.m.; prazo ≤ 3.650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R$ 50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 + júnior/PL ≥ 15%; júnior/PL ≥ 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Intervenção/falência de endossante ou prestadores; índices e eventos do cap. 9/10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estimadas; apuração 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 documentos originais e condições no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Despesas/derivativos → reserva → sênior → mezanino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carência: sênior conforme suplemento; subordinadas em regime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 corpus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0,25%/0,23%/0,18% a.a.; mínimo R$ 16,5 mil nos 3 primeiros meses, R$ 20 mil depois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do PL; mínimo R$ 25 mil/mês + tributos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administração; percentual próprio não segregado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FGTS Quatá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Quatá FGTS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e júnior/PL diretos; validar identificação de cada subclasse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de atraso/arrecadação usam fluxo/face; Over público é proxy parcial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lastro, prestadores e eventos exigem documentação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