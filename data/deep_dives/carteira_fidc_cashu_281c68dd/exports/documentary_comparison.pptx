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Natureza dos recebíveis · Antecipação de recebíveis de cedente e fornecedores; contratos/títulos elegíveis. · Fundos.NET ID 400722; 12/01/2023; data/raw/47669476000183/400722_regulamento_cache_integral.txt; regulamento; https://fnet.bmfbovespa.com.br/fnet/publico/exibirDocumento?id=400722&amp;cvm=true; p.3, 4.2/5.2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Originador/endossante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Devedor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Garantia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Elegibilidade · Vincendos; devedor sem atraso&gt;60 dias; prazo médio≤180 e individual≤365 dias; cessão≥100% DI. · Fundos.NET ID 400722; 12/01/2023; data/raw/47669476000183/400722_regulamento_cache_integral.txt; regulamento; https://fnet.bmfbovespa.com.br/fnet/publico/exibirDocumento?id=400722&amp;cvm=true; p.6, 6.1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Concentração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Subordinação mínima · Total≥25%/PL; júnior≥12,5% com mezanino e 25% sem mezanino. · Fundos.NET ID 400722; 12/01/2023; data/raw/47669476000183/400722_regulamento_cache_integral.txt; regulamento; https://fnet.bmfbovespa.com.br/fnet/publico/exibirDocumento?id=400722&amp;cvm=true; pp.11–12, 8.13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Gatilhos de avaliação/liquidação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Reserva de caixa · Amortização:50% emD-20 e 100% emD-10; verificar dias/calendário do suplemento. · Fundos.NET ID 400722; 12/01/2023; data/raw/47669476000183/400722_regulamento_cache_integral.txt; regulamento; https://fnet.bmfbovespa.com.br/fnet/publico/exibirDocumento?id=400722&amp;cvm=true; p.50, definição Reserva de Amortização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Derivativos/hedge · Derivativos e day trade vedados. · Fundos.NET ID 400722; 12/01/2023; data/raw/47669476000183/400722_regulamento_cache_integral.txt; regulamento; https://fnet.bmfbovespa.com.br/fnet/publico/exibirDocumento?id=400722&amp;cvm=true; p.5, 5.7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PDD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Alocação mínima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Pool/revolvência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Duração/público-alvo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Cessão/recompra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Coobrigação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Waterfall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Situação documental · Liquidação em 18/12/2023; sem subscrição, cotistas ou início de atividades até o ato. · Fundos.NET ID 572305; 18/12/2023; data/raw/47669476000183/572305_emissao.full.txt; emissao; p.1; https://fnet.bmfbovespa.com.br/fnet/publico/exibirDocumento?id=572305&amp;cvm=true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Classes/séries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Remuneração · Spread final não localizado nesta revisão; conferir suplemento preenchido. · Fundos.NET ID 400722; 12/01/2023; data/raw/47669476000183/400722_regulamento_cache_integral.txt; regulamento; https://fnet.bmfbovespa.com.br/fnet/publico/exibirDocumento?id=400722&amp;cvm=true; escopo e condições da revisão · Observação: Regra histórica anterior ao ato de liquidação ID 572305 de 18/12/2023. Taxas de prestadores não representam remuneração das cotas.</a:t>
            </a:r>
          </a:p>
          <a:p>
            <a:r>
              <a:t>CNPJ 47669476000183 · Volume/VNU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Ofertas · Ato de liquidação declara ausência de subscrição até 18/12/2023. · Fundos.NET ID 572305; 18/12/2023; data/raw/47669476000183/572305_emissao.full.txt; emissao; p.1; https://fnet.bmfbovespa.com.br/fnet/publico/exibirDocumento?id=572305&amp;cvm=true · Observação: Condição documental; não confundir deliberação, oferta e integralização efetiva.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Carência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  <a:p>
            <a:r>
              <a:t>CNPJ 47669476000183 · Juros/amortização · Cronograma fechado não identificado nesta revisão; conferir série/suplemento. · Fundos.NET ID 400722; 12/01/2023; data/raw/47669476000183/400722_regulamento_cache_integral.txt; regulamento; https://fnet.bmfbovespa.com.br/fnet/publico/exibirDocumento?id=400722&amp;cvm=true; escopo e condições da revisão · Observação: Regra histórica anterior ao ato de liquidação ID 572305 de 18/12/2023. Data do regulamento não equivale a data de integralização.</a:t>
            </a:r>
          </a:p>
          <a:p>
            <a:r>
              <a:t>CNPJ 47669476000183 · Vencimento · Não confirmado na revisão dirigida; conferir documento ou cláusula específica. · Fundos.NET ID 400722; 12/01/2023; data/raw/47669476000183/400722_regulamento_cache_integral.txt; regulamento; https://fnet.bmfbovespa.com.br/fnet/publico/exibirDocumento?id=400722&amp;cvm=true · Observação: Regra histórica anterior ao ato de liquidação ID 572305 de 18/12/2023. Lacuna desta revisão; não implica inexistência da regra no regulamento.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Administração · Taxa conjunta 0,35% a.a./PL; mínimos R$ 14 mil (meses 1–6) eR$ 18 mil (≥7); IPCA. · Fundos.NET ID 400722; 12/01/2023; data/raw/47669476000183/400722_regulamento_cache_integral.txt; regulamento; https://fnet.bmfbovespa.com.br/fnet/publico/exibirDocumento?id=400722&amp;cvm=true; p.29, 17.1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Gestão · Incluída na taxa conjunta 0,35% a.a.; componente próprio não confirmado. · Fundos.NET ID 400722; 12/01/2023; data/raw/47669476000183/400722_regulamento_cache_integral.txt; regulamento; https://fnet.bmfbovespa.com.br/fnet/publico/exibirDocumento?id=400722&amp;cvm=true; p.29, 17.1 · Observação: Regra histórica anterior ao ato de liquidação ID 572305 de 18/12/2023. Regra documental; verificar versão, base e condições antes de monitorar.</a:t>
            </a:r>
          </a:p>
          <a:p>
            <a:r>
              <a:t>CNPJ 47669476000183 · Custódia · Cobrança como encargo, fora da taxa conjunta; tarifa não individualizada. · Fundos.NET ID 400722; 12/01/2023; data/raw/47669476000183/400722_regulamento_cache_integral.txt; regulamento; https://fnet.bmfbovespa.com.br/fnet/publico/exibirDocumento?id=400722&amp;cvm=true; p.29, 17.3 · Observação: Regra histórica anterior ao ato de liquidação ID 572305 de 18/12/2023. Regra documental; verificar versão, base e condições antes de monitorar.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2026-10-07T16:29:59-03:00</a:t>
            </a:r>
          </a:p>
          <a:p>
            <a:r>
              <a:t>Inova CredTech II: CNPJ 47669476000183</a:t>
            </a:r>
          </a:p>
          <a:p>
            <a:r>
              <a:t>Fontes:</a:t>
            </a:r>
          </a:p>
          <a:p>
            <a:r>
              <a:t>CNPJ 47669476000183 · Alocação/subordinação IME · DC/PL e cotas por categoria/PL; validar regra e denominador. · Fundos.NET ID 400722; 12/01/2023; data/raw/47669476000183/400722_regulamento_cache_integral.txt; regulamento; https://fnet.bmfbovespa.com.br/fnet/publico/exibirDocumento?id=400722&amp;cvm=true; escopo e condições da revisão · Observação: Regra histórica anterior ao ato de liquidação ID 572305 de 18/12/2023. Proxy agregado; não comprova enquadramento diário nem prioridade por série.</a:t>
            </a:r>
          </a:p>
          <a:p>
            <a:r>
              <a:t>CNPJ 47669476000183 · Inadimplência/PDD IME · Aging e PDD/crédito agregados; conciliar índice contratual. · Fundos.NET ID 400722; 12/01/2023; data/raw/47669476000183/400722_regulamento_cache_integral.txt; regulamento; https://fnet.bmfbovespa.com.br/fnet/publico/exibirDocumento?id=400722&amp;cvm=true; escopo e condições da revisão · Observação: Regra histórica anterior ao ato de liquidação ID 572305 de 18/12/2023. Proxy parcial; vintage, efeito vagão e defasagem não reproduzidos automaticamente.</a:t>
            </a:r>
          </a:p>
          <a:p>
            <a:r>
              <a:t>CNPJ 47669476000183 · Controles documentais · Lastro, elegibilidade, concentração individual e prestadores exigem documentos. · Fundos.NET ID 400722; 12/01/2023; data/raw/47669476000183/400722_regulamento_cache_integral.txt; regulamento; https://fnet.bmfbovespa.com.br/fnet/publico/exibirDocumento?id=400722&amp;cvm=true; escopo e condições da revisão · Observação: Regra histórica anterior ao ato de liquidação ID 572305 de 18/12/2023. IME público sem granularidade individual; não usar como prova de conformidade.</a:t>
            </a:r>
          </a:p>
          <a:p>
            <a:r>
              <a:t>CNPJ 47669476000183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Antecipação de recebíveis de cedente e fornecedores; contratos/títulos elegíveis.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Vincendos; devedor sem atraso&gt;60 dias; prazo médio≤180 e individual≤365 dias; cessão≥100% DI.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Total≥25%/PL; júnior≥12,5% com mezanino e 25% sem mezanino.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Amortização:50% emD-20 e 100% emD-10; verificar dias/calendário do 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Derivativos e day trade vedados.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Situação documental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Liquidação em 18/12/2023; sem subscrição, cotistas ou início de atividades até o ato.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Spread final não localizado nesta revisão; conferir suplemento preenchido.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Ato de liquidação declara ausência de subscrição até 18/12/2023.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 nesta revisão; conferir série/suplemento.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Não confirmado na revisão dirigida; conferir documento ou cláusula específica.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Taxa conjunta 0,35% a.a./PL; mínimos R$ 14 mil (meses 1–6) eR$ 18 mil (≥7); IPCA.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Incluída na taxa conjunta 0,35% a.a.; componente próprio não confirmado.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Cobrança como encargo, fora da taxa conjunta; tarifa não individualizada.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FIDC CashU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714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Inova CredTech II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cotas por categoria/PL; validar regra e denominador.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Aging e PDD/crédito agregados; conciliar índice contratual.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Lastro, elegibilidade, concentração individual e prestadores exigem documentos.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