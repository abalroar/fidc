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Recebíveis e elegibilidade</a:t>
            </a:r>
          </a:p>
          <a:p>
            <a:r>
              <a:t>Leitura documental: 2026-10-07T16:29:59-03:00</a:t>
            </a:r>
          </a:p>
          <a:p>
            <a:r>
              <a:t>Inova CredTech II: CNPJ 47669476000183</a:t>
            </a:r>
          </a:p>
          <a:p>
            <a:r>
              <a:t>Fontes:</a:t>
            </a:r>
          </a:p>
          <a:p>
            <a:r>
              <a:t>CNPJ 47669476000183 · Natureza dos recebíveis · Antecipação de recebíveis de cedente e fornecedores; contratos/títulos elegíveis. · Fundos.NET ID 400722; 12/01/2023; data/raw/47669476000183/400722_regulamento_cache_integral.txt; regulamento; https://fnet.bmfbovespa.com.br/fnet/publico/exibirDocumento?id=400722&amp;cvm=true; p.3, 4.2/5.2 · Observação: Regra histórica anterior ao ato de liquidação ID 572305 de 18/12/2023. Regra documental; verificar versão, base e condições antes de monitorar.</a:t>
            </a:r>
          </a:p>
          <a:p>
            <a:r>
              <a:t>CNPJ 47669476000183 · Originador/endossante · Não confirmado na revisão dirigida; conferir documento ou cláusula específica. · Fundos.NET ID 400722; 12/01/2023; data/raw/47669476000183/400722_regulamento_cache_integral.txt; regulamento; https://fnet.bmfbovespa.com.br/fnet/publico/exibirDocumento?id=400722&amp;cvm=true · Observação: Regra histórica anterior ao ato de liquidação ID 572305 de 18/12/2023. Lacuna desta revisão; não implica inexistência da regra no regulamento.</a:t>
            </a:r>
          </a:p>
          <a:p>
            <a:r>
              <a:t>CNPJ 47669476000183 · Devedor · Não confirmado na revisão dirigida; conferir documento ou cláusula específica. · Fundos.NET ID 400722; 12/01/2023; data/raw/47669476000183/400722_regulamento_cache_integral.txt; regulamento; https://fnet.bmfbovespa.com.br/fnet/publico/exibirDocumento?id=400722&amp;cvm=true · Observação: Regra histórica anterior ao ato de liquidação ID 572305 de 18/12/2023. Lacuna desta revisão; não implica inexistência da regra no regulamento.</a:t>
            </a:r>
          </a:p>
          <a:p>
            <a:r>
              <a:t>CNPJ 47669476000183 · Garantia · Não confirmado na revisão dirigida; conferir documento ou cláusula específica. · Fundos.NET ID 400722; 12/01/2023; data/raw/47669476000183/400722_regulamento_cache_integral.txt; regulamento; https://fnet.bmfbovespa.com.br/fnet/publico/exibirDocumento?id=400722&amp;cvm=true · Observação: Regra histórica anterior ao ato de liquidação ID 572305 de 18/12/2023. Lacuna desta revisão; não implica inexistência da regra no regulamento.</a:t>
            </a:r>
          </a:p>
          <a:p>
            <a:r>
              <a:t>CNPJ 47669476000183 · Elegibilidade · Vincendos; devedor sem atraso&gt;60 dias; prazo médio≤180 e individual≤365 dias; cessão≥100% DI. · Fundos.NET ID 400722; 12/01/2023; data/raw/47669476000183/400722_regulamento_cache_integral.txt; regulamento; https://fnet.bmfbovespa.com.br/fnet/publico/exibirDocumento?id=400722&amp;cvm=true; p.6, 6.1 · Observação: Regra histórica anterior ao ato de liquidação ID 572305 de 18/12/2023. Regra documental; verificar versão, base e condições antes de monitorar.</a:t>
            </a:r>
          </a:p>
          <a:p>
            <a:r>
              <a:t>CNPJ 47669476000183 · Concentração · Não confirmado na revisão dirigida; conferir documento ou cláusula específica. · Fundos.NET ID 400722; 12/01/2023; data/raw/47669476000183/400722_regulamento_cache_integral.txt; regulamento; https://fnet.bmfbovespa.com.br/fnet/publico/exibirDocumento?id=400722&amp;cvm=true · Observação: Regra histórica anterior ao ato de liquidação ID 572305 de 18/12/2023. Lacuna desta revisão; não implica inexistência da regra no regulamento.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Subordinação, gatilhos e proteção</a:t>
            </a:r>
          </a:p>
          <a:p>
            <a:r>
              <a:t>Leitura documental: 2026-10-07T16:29:59-03:00</a:t>
            </a:r>
          </a:p>
          <a:p>
            <a:r>
              <a:t>Inova CredTech II: CNPJ 47669476000183</a:t>
            </a:r>
          </a:p>
          <a:p>
            <a:r>
              <a:t>Fontes:</a:t>
            </a:r>
          </a:p>
          <a:p>
            <a:r>
              <a:t>CNPJ 47669476000183 · Subordinação mínima · Total≥25%/PL; júnior≥12,5% com mezanino e 25% sem mezanino. · Fundos.NET ID 400722; 12/01/2023; data/raw/47669476000183/400722_regulamento_cache_integral.txt; regulamento; https://fnet.bmfbovespa.com.br/fnet/publico/exibirDocumento?id=400722&amp;cvm=true; pp.11–12, 8.13 · Observação: Regra histórica anterior ao ato de liquidação ID 572305 de 18/12/2023. Regra documental; verificar versão, base e condições antes de monitorar.</a:t>
            </a:r>
          </a:p>
          <a:p>
            <a:r>
              <a:t>CNPJ 47669476000183 · Gatilhos de avaliação/liquidação · Não confirmado na revisão dirigida; conferir documento ou cláusula específica. · Fundos.NET ID 400722; 12/01/2023; data/raw/47669476000183/400722_regulamento_cache_integral.txt; regulamento; https://fnet.bmfbovespa.com.br/fnet/publico/exibirDocumento?id=400722&amp;cvm=true · Observação: Regra histórica anterior ao ato de liquidação ID 572305 de 18/12/2023. Lacuna desta revisão; não implica inexistência da regra no regulamento.</a:t>
            </a:r>
          </a:p>
          <a:p>
            <a:r>
              <a:t>CNPJ 47669476000183 · Reserva de caixa · Amortização:50% emD-20 e 100% emD-10; verificar dias/calendário do suplemento. · Fundos.NET ID 400722; 12/01/2023; data/raw/47669476000183/400722_regulamento_cache_integral.txt; regulamento; https://fnet.bmfbovespa.com.br/fnet/publico/exibirDocumento?id=400722&amp;cvm=true; p.50, definição Reserva de Amortização · Observação: Regra histórica anterior ao ato de liquidação ID 572305 de 18/12/2023. Regra documental; verificar versão, base e condições antes de monitorar.</a:t>
            </a:r>
          </a:p>
          <a:p>
            <a:r>
              <a:t>CNPJ 47669476000183 · Derivativos/hedge · Derivativos e day trade vedados. · Fundos.NET ID 400722; 12/01/2023; data/raw/47669476000183/400722_regulamento_cache_integral.txt; regulamento; https://fnet.bmfbovespa.com.br/fnet/publico/exibirDocumento?id=400722&amp;cvm=true; p.5, 5.7 · Observação: Regra histórica anterior ao ato de liquidação ID 572305 de 18/12/2023. Regra documental; verificar versão, base e condições antes de monitorar.</a:t>
            </a:r>
          </a:p>
          <a:p>
            <a:r>
              <a:t>CNPJ 47669476000183 · PDD · Não confirmado na revisão dirigida; conferir documento ou cláusula específica. · Fundos.NET ID 400722; 12/01/2023; data/raw/47669476000183/400722_regulamento_cache_integral.txt; regulamento; https://fnet.bmfbovespa.com.br/fnet/publico/exibirDocumento?id=400722&amp;cvm=true · Observação: Regra histórica anterior ao ato de liquidação ID 572305 de 18/12/2023. Lacuna desta revisão; não implica inexistência da regra no regulamento.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Alocação e mecânica contratual</a:t>
            </a:r>
          </a:p>
          <a:p>
            <a:r>
              <a:t>Leitura documental: 2026-10-07T16:29:59-03:00</a:t>
            </a:r>
          </a:p>
          <a:p>
            <a:r>
              <a:t>Inova CredTech II: CNPJ 47669476000183</a:t>
            </a:r>
          </a:p>
          <a:p>
            <a:r>
              <a:t>Fontes:</a:t>
            </a:r>
          </a:p>
          <a:p>
            <a:r>
              <a:t>CNPJ 47669476000183 · Alocação mínima · Não confirmado na revisão dirigida; conferir documento ou cláusula específica. · Fundos.NET ID 400722; 12/01/2023; data/raw/47669476000183/400722_regulamento_cache_integral.txt; regulamento; https://fnet.bmfbovespa.com.br/fnet/publico/exibirDocumento?id=400722&amp;cvm=true · Observação: Regra histórica anterior ao ato de liquidação ID 572305 de 18/12/2023. Lacuna desta revisão; não implica inexistência da regra no regulamento.</a:t>
            </a:r>
          </a:p>
          <a:p>
            <a:r>
              <a:t>CNPJ 47669476000183 · Pool/revolvência · Não confirmado na revisão dirigida; conferir documento ou cláusula específica. · Fundos.NET ID 400722; 12/01/2023; data/raw/47669476000183/400722_regulamento_cache_integral.txt; regulamento; https://fnet.bmfbovespa.com.br/fnet/publico/exibirDocumento?id=400722&amp;cvm=true · Observação: Regra histórica anterior ao ato de liquidação ID 572305 de 18/12/2023. Lacuna desta revisão; não implica inexistência da regra no regulamento.</a:t>
            </a:r>
          </a:p>
          <a:p>
            <a:r>
              <a:t>CNPJ 47669476000183 · Duração/público-alvo · Não confirmado na revisão dirigida; conferir documento ou cláusula específica. · Fundos.NET ID 400722; 12/01/2023; data/raw/47669476000183/400722_regulamento_cache_integral.txt; regulamento; https://fnet.bmfbovespa.com.br/fnet/publico/exibirDocumento?id=400722&amp;cvm=true · Observação: Regra histórica anterior ao ato de liquidação ID 572305 de 18/12/2023. Lacuna desta revisão; não implica inexistência da regra no regulamento.</a:t>
            </a:r>
          </a:p>
          <a:p>
            <a:r>
              <a:t>CNPJ 47669476000183 · Cessão/recompra · Não confirmado na revisão dirigida; conferir documento ou cláusula específica. · Fundos.NET ID 400722; 12/01/2023; data/raw/47669476000183/400722_regulamento_cache_integral.txt; regulamento; https://fnet.bmfbovespa.com.br/fnet/publico/exibirDocumento?id=400722&amp;cvm=true · Observação: Regra histórica anterior ao ato de liquidação ID 572305 de 18/12/2023. Lacuna desta revisão; não implica inexistência da regra no regulamento.</a:t>
            </a:r>
          </a:p>
          <a:p>
            <a:r>
              <a:t>CNPJ 47669476000183 · Coobrigação · Não confirmado na revisão dirigida; conferir documento ou cláusula específica. · Fundos.NET ID 400722; 12/01/2023; data/raw/47669476000183/400722_regulamento_cache_integral.txt; regulamento; https://fnet.bmfbovespa.com.br/fnet/publico/exibirDocumento?id=400722&amp;cvm=true · Observação: Regra histórica anterior ao ato de liquidação ID 572305 de 18/12/2023. Lacuna desta revisão; não implica inexistência da regra no regulamento.</a:t>
            </a:r>
          </a:p>
          <a:p>
            <a:r>
              <a:t>CNPJ 47669476000183 · Waterfall · Não confirmado na revisão dirigida; conferir documento ou cláusula específica. · Fundos.NET ID 400722; 12/01/2023; data/raw/47669476000183/400722_regulamento_cache_integral.txt; regulamento; https://fnet.bmfbovespa.com.br/fnet/publico/exibirDocumento?id=400722&amp;cvm=true · Observação: Regra histórica anterior ao ato de liquidação ID 572305 de 18/12/2023. Lacuna desta revisão; não implica inexistência da regra no regulamento.</a:t>
            </a:r>
          </a:p>
          <a:p>
            <a:r>
              <a:t>CNPJ 47669476000183 · Situação documental · Liquidação em 18/12/2023; sem subscrição, cotistas ou início de atividades até o ato. · Fundos.NET ID 572305; 18/12/2023; data/raw/47669476000183/572305_emissao.full.txt; emissao; p.1; https://fnet.bmfbovespa.com.br/fnet/publico/exibirDocumento?id=572305&amp;cvm=true · Observação: Condição documental; não confundir deliberação, oferta e integralização efetiva.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Emissões e remuneração</a:t>
            </a:r>
          </a:p>
          <a:p>
            <a:r>
              <a:t>Leitura documental: 2026-10-07T16:29:59-03:00</a:t>
            </a:r>
          </a:p>
          <a:p>
            <a:r>
              <a:t>Inova CredTech II: CNPJ 47669476000183</a:t>
            </a:r>
          </a:p>
          <a:p>
            <a:r>
              <a:t>Fontes:</a:t>
            </a:r>
          </a:p>
          <a:p>
            <a:r>
              <a:t>CNPJ 47669476000183 · Classes/séries · Não confirmado na revisão dirigida; conferir documento ou cláusula específica. · Fundos.NET ID 400722; 12/01/2023; data/raw/47669476000183/400722_regulamento_cache_integral.txt; regulamento; https://fnet.bmfbovespa.com.br/fnet/publico/exibirDocumento?id=400722&amp;cvm=true · Observação: Regra histórica anterior ao ato de liquidação ID 572305 de 18/12/2023. Lacuna desta revisão; não implica inexistência da regra no regulamento.</a:t>
            </a:r>
          </a:p>
          <a:p>
            <a:r>
              <a:t>CNPJ 47669476000183 · Remuneração · Spread final não localizado nesta revisão; conferir suplemento preenchido. · Fundos.NET ID 400722; 12/01/2023; data/raw/47669476000183/400722_regulamento_cache_integral.txt; regulamento; https://fnet.bmfbovespa.com.br/fnet/publico/exibirDocumento?id=400722&amp;cvm=true; escopo e condições da revisão · Observação: Regra histórica anterior ao ato de liquidação ID 572305 de 18/12/2023. Taxas de prestadores não representam remuneração das cotas.</a:t>
            </a:r>
          </a:p>
          <a:p>
            <a:r>
              <a:t>CNPJ 47669476000183 · Volume/VNU · Não confirmado na revisão dirigida; conferir documento ou cláusula específica. · Fundos.NET ID 400722; 12/01/2023; data/raw/47669476000183/400722_regulamento_cache_integral.txt; regulamento; https://fnet.bmfbovespa.com.br/fnet/publico/exibirDocumento?id=400722&amp;cvm=true · Observação: Regra histórica anterior ao ato de liquidação ID 572305 de 18/12/2023. Lacuna desta revisão; não implica inexistência da regra no regulamento.</a:t>
            </a:r>
          </a:p>
          <a:p>
            <a:r>
              <a:t>CNPJ 47669476000183 · Ofertas · Ato de liquidação declara ausência de subscrição até 18/12/2023. · Fundos.NET ID 572305; 18/12/2023; data/raw/47669476000183/572305_emissao.full.txt; emissao; p.1; https://fnet.bmfbovespa.com.br/fnet/publico/exibirDocumento?id=572305&amp;cvm=true · Observação: Condição documental; não confundir deliberação, oferta e integralização efetiva.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Amortização e calendário de pagamentos</a:t>
            </a:r>
          </a:p>
          <a:p>
            <a:r>
              <a:t>Leitura documental: 2026-10-07T16:29:59-03:00</a:t>
            </a:r>
          </a:p>
          <a:p>
            <a:r>
              <a:t>Inova CredTech II: CNPJ 47669476000183</a:t>
            </a:r>
          </a:p>
          <a:p>
            <a:r>
              <a:t>Fontes:</a:t>
            </a:r>
          </a:p>
          <a:p>
            <a:r>
              <a:t>CNPJ 47669476000183 · Carência · Não confirmado na revisão dirigida; conferir documento ou cláusula específica. · Fundos.NET ID 400722; 12/01/2023; data/raw/47669476000183/400722_regulamento_cache_integral.txt; regulamento; https://fnet.bmfbovespa.com.br/fnet/publico/exibirDocumento?id=400722&amp;cvm=true · Observação: Regra histórica anterior ao ato de liquidação ID 572305 de 18/12/2023. Lacuna desta revisão; não implica inexistência da regra no regulamento.</a:t>
            </a:r>
          </a:p>
          <a:p>
            <a:r>
              <a:t>CNPJ 47669476000183 · Juros/amortização · Cronograma fechado não identificado nesta revisão; conferir série/suplemento. · Fundos.NET ID 400722; 12/01/2023; data/raw/47669476000183/400722_regulamento_cache_integral.txt; regulamento; https://fnet.bmfbovespa.com.br/fnet/publico/exibirDocumento?id=400722&amp;cvm=true; escopo e condições da revisão · Observação: Regra histórica anterior ao ato de liquidação ID 572305 de 18/12/2023. Data do regulamento não equivale a data de integralização.</a:t>
            </a:r>
          </a:p>
          <a:p>
            <a:r>
              <a:t>CNPJ 47669476000183 · Vencimento · Não confirmado na revisão dirigida; conferir documento ou cláusula específica. · Fundos.NET ID 400722; 12/01/2023; data/raw/47669476000183/400722_regulamento_cache_integral.txt; regulamento; https://fnet.bmfbovespa.com.br/fnet/publico/exibirDocumento?id=400722&amp;cvm=true · Observação: Regra histórica anterior ao ato de liquidação ID 572305 de 18/12/2023. Lacuna desta revisão; não implica inexistência da regra no regulamento.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Custos estruturais</a:t>
            </a:r>
          </a:p>
          <a:p>
            <a:r>
              <a:t>Leitura documental: 2026-10-07T16:29:59-03:00</a:t>
            </a:r>
          </a:p>
          <a:p>
            <a:r>
              <a:t>Inova CredTech II: CNPJ 47669476000183</a:t>
            </a:r>
          </a:p>
          <a:p>
            <a:r>
              <a:t>Fontes:</a:t>
            </a:r>
          </a:p>
          <a:p>
            <a:r>
              <a:t>CNPJ 47669476000183 · Administração · Taxa conjunta 0,35% a.a./PL; mínimos R$ 14 mil (meses 1–6) eR$ 18 mil (≥7); IPCA. · Fundos.NET ID 400722; 12/01/2023; data/raw/47669476000183/400722_regulamento_cache_integral.txt; regulamento; https://fnet.bmfbovespa.com.br/fnet/publico/exibirDocumento?id=400722&amp;cvm=true; p.29, 17.1 · Observação: Regra histórica anterior ao ato de liquidação ID 572305 de 18/12/2023. Regra documental; verificar versão, base e condições antes de monitorar.</a:t>
            </a:r>
          </a:p>
          <a:p>
            <a:r>
              <a:t>CNPJ 47669476000183 · Gestão · Incluída na taxa conjunta 0,35% a.a.; componente próprio não confirmado. · Fundos.NET ID 400722; 12/01/2023; data/raw/47669476000183/400722_regulamento_cache_integral.txt; regulamento; https://fnet.bmfbovespa.com.br/fnet/publico/exibirDocumento?id=400722&amp;cvm=true; p.29, 17.1 · Observação: Regra histórica anterior ao ato de liquidação ID 572305 de 18/12/2023. Regra documental; verificar versão, base e condições antes de monitorar.</a:t>
            </a:r>
          </a:p>
          <a:p>
            <a:r>
              <a:t>CNPJ 47669476000183 · Custódia · Cobrança como encargo, fora da taxa conjunta; tarifa não individualizada. · Fundos.NET ID 400722; 12/01/2023; data/raw/47669476000183/400722_regulamento_cache_integral.txt; regulamento; https://fnet.bmfbovespa.com.br/fnet/publico/exibirDocumento?id=400722&amp;cvm=true; p.29, 17.3 · Observação: Regra histórica anterior ao ato de liquidação ID 572305 de 18/12/2023. Regra documental; verificar versão, base e condições antes de monitorar.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Monitoramento IME e controles documentais</a:t>
            </a:r>
          </a:p>
          <a:p>
            <a:r>
              <a:t>Leitura documental: 2026-10-07T16:29:59-03:00</a:t>
            </a:r>
          </a:p>
          <a:p>
            <a:r>
              <a:t>Inova CredTech II: CNPJ 47669476000183</a:t>
            </a:r>
          </a:p>
          <a:p>
            <a:r>
              <a:t>Fontes:</a:t>
            </a:r>
          </a:p>
          <a:p>
            <a:r>
              <a:t>CNPJ 47669476000183 · Alocação/subordinação IME · DC/PL e cotas por categoria/PL; validar regra e denominador. · Fundos.NET ID 400722; 12/01/2023; data/raw/47669476000183/400722_regulamento_cache_integral.txt; regulamento; https://fnet.bmfbovespa.com.br/fnet/publico/exibirDocumento?id=400722&amp;cvm=true; escopo e condições da revisão · Observação: Regra histórica anterior ao ato de liquidação ID 572305 de 18/12/2023. Proxy agregado; não comprova enquadramento diário nem prioridade por série.</a:t>
            </a:r>
          </a:p>
          <a:p>
            <a:r>
              <a:t>CNPJ 47669476000183 · Inadimplência/PDD IME · Aging e PDD/crédito agregados; conciliar índice contratual. · Fundos.NET ID 400722; 12/01/2023; data/raw/47669476000183/400722_regulamento_cache_integral.txt; regulamento; https://fnet.bmfbovespa.com.br/fnet/publico/exibirDocumento?id=400722&amp;cvm=true; escopo e condições da revisão · Observação: Regra histórica anterior ao ato de liquidação ID 572305 de 18/12/2023. Proxy parcial; vintage, efeito vagão e defasagem não reproduzidos automaticamente.</a:t>
            </a:r>
          </a:p>
          <a:p>
            <a:r>
              <a:t>CNPJ 47669476000183 · Controles documentais · Lastro, elegibilidade, concentração individual e prestadores exigem documentos. · Fundos.NET ID 400722; 12/01/2023; data/raw/47669476000183/400722_regulamento_cache_integral.txt; regulamento; https://fnet.bmfbovespa.com.br/fnet/publico/exibirDocumento?id=400722&amp;cvm=true; escopo e condições da revisão · Observação: Regra histórica anterior ao ato de liquidação ID 572305 de 18/12/2023. IME público sem granularidade individual; não usar como prova de conformidade.</a:t>
            </a:r>
          </a:p>
          <a:p>
            <a:r>
              <a:t>CNPJ 47669476000183 · Competência IME · Sem competência IME carregada em cache local · Inventário de .cache/fundonet em 2026-10-07 · Observação: Leitura documental preservada. Carregar competência no Monitoramento para avaliar enquadramento.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FIDC CashU – Recebíveis e elegibilidade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20939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Inova CredTech 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Natureza dos recebíveis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Antecipação de recebíveis de cedente e fornecedores; contratos/títulos elegíveis.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Originador/endossante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Devedor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Garantia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Elegibilidade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Vincendos; devedor sem atraso&gt;60 dias; prazo médio≤180 e individual≤365 dias; cessão≥100% DI.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Concentração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1/7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FIDC CashU – Subordinação, gatilhos e proteção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9979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Inova CredTech 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Subordinação mínima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Total≥25%/PL; júnior≥12,5% com mezanino e 25% sem mezanino.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Gatilhos de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avaliação/liquidação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Reserva de caixa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Amortização:50% emD-20 e 100% emD-10; verificar dias/calendário do suplemento.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Derivativos/hedge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Derivativos e day trade vedados.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PDD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2/7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FIDC CashU – Alocação e mecânica contratual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23774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Inova CredTech 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Alocação mínima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Pool/revolvência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Duração/público-alvo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Cessão/recompra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Coobrigação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Waterfall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Situação documental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Liquidação em 18/12/2023; sem subscrição, cotistas ou início de atividades até o ato.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3/7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FIDC CashU – Emissões e remuneração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5270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Inova CredTech 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Classes/séries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Remuneração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Volume/VNU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Ofertas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Ato de liquidação declara ausência de subscrição até 18/12/2023.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4/7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FIDC CashU – Amortização e calendário de pagamentos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2435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Inova CredTech 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Carência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Juros/amortização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Vencimento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5/7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FIDC CashU – Custos estruturais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2435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Inova CredTech 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Administração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Taxa conjunta 0,35% a.a./PL; mínimos R$ 14 mil (meses 1–6) eR$ 18 mil (≥7); IPCA.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Gestão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Incluída na taxa conjunta 0,35% a.a.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Custódia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Cobrança como encargo, fora da taxa conjunta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6/7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FIDC CashU – Monitoramento IME e controles documentais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7145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Inova CredTech 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Alocação/subordinação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DC/PL e cotas por categoria/PL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Inadimplência/PDD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Aging e PDD/crédito agregados; conciliar índice contratual.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Controles documentais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Lastro, elegibilidade, concentração individual e prestadores exigem documentos.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Competência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7/7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