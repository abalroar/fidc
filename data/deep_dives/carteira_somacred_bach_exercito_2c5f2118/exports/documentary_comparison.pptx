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2026-10-07T16:21:17-03:00</a:t>
            </a:r>
          </a:p>
          <a:p>
            <a:r>
              <a:t>Somacred Bach: CNPJ 39669950000149</a:t>
            </a:r>
          </a:p>
          <a:p>
            <a:r>
              <a:t>Fontes:</a:t>
            </a:r>
          </a:p>
          <a:p>
            <a:r>
              <a:t>CNPJ 39669950000149 · Natureza dos recebíveis · Crédito consignado: contratos de assistência financeira · data/raw/39669950000149/1238679_regulamento.pdf | Fundos.NET ID 1238679 | 30/06/2026 | regulamento | p. 37,46 · Observação: Regra da versão documental citada; demais contratos e séries exigem instrumento próprio.</a:t>
            </a:r>
          </a:p>
          <a:p>
            <a:r>
              <a:t>CNPJ 39669950000149 · Originador/endossante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Devedor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Garantia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Elegibilidade · Até 120parcelas; parcela≥R$ 30; saldo por devedor≤R$ 125 mil; adimplente · data/raw/39669950000149/1238679_regulamento.pdf | Fundos.NET ID 1238679 | 30/06/2026 | regulamento | p. 46 · Observação: Regra da versão documental citada; demais contratos e séries exigem instrumento próprio.</a:t>
            </a:r>
          </a:p>
          <a:p>
            <a:r>
              <a:t>CNPJ 39669950000149 · Concentração · Exército Brasileiro:65%–100% PL; devedor/grupo≤20% PL com exceções legais · data/raw/39669950000149/1238679_regulamento.pdf | Fundos.NET ID 1238679 | 30/06/2026 | regulamento | p. 39,46 · Observação: Regra da versão documental citada; demais contratos e séries exigem instrumento próprio.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2026-10-07T16:21:17-03:00</a:t>
            </a:r>
          </a:p>
          <a:p>
            <a:r>
              <a:t>Somacred Bach: CNPJ 39669950000149</a:t>
            </a:r>
          </a:p>
          <a:p>
            <a:r>
              <a:t>Fontes:</a:t>
            </a:r>
          </a:p>
          <a:p>
            <a:r>
              <a:t>CNPJ 39669950000149 · Subordinação mínima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Gatilhos de avaliação/liquidação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Reserva de caixa · Reserva de despesas e MTM mensal negativo; também aquisição e liquidação · data/raw/39669950000149/1238679_regulamento.pdf | Fundos.NET ID 1238679 | 30/06/2026 | regulamento | p. 82-83 · Observação: Regra da versão documental citada; demais contratos e séries exigem instrumento próprio.</a:t>
            </a:r>
          </a:p>
          <a:p>
            <a:r>
              <a:t>CNPJ 39669950000149 · Derivativos/hedge · Somente proteção de posições à vista, até a posição coberta e sem exposição&gt;PL · data/raw/39669950000149/1238679_regulamento.pdf | Fundos.NET ID 1238679 | 30/06/2026 | regulamento | p. 41 · Observação: Regra da versão documental citada; demais contratos e séries exigem instrumento próprio.</a:t>
            </a:r>
          </a:p>
          <a:p>
            <a:r>
              <a:t>CNPJ 39669950000149 · PDD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2026-10-07T16:21:17-03:00</a:t>
            </a:r>
          </a:p>
          <a:p>
            <a:r>
              <a:t>Somacred Bach: CNPJ 39669950000149</a:t>
            </a:r>
          </a:p>
          <a:p>
            <a:r>
              <a:t>Fontes:</a:t>
            </a:r>
          </a:p>
          <a:p>
            <a:r>
              <a:t>CNPJ 39669950000149 · Alocação mínima · Busca67% tributários após180 dias; glossário diverge67% numérico/50% extenso · data/raw/39669950000149/1238679_regulamento.pdf | Fundos.NET ID 1238679 | 30/06/2026 | regulamento | p. 38,106 · Observação: Percentual da definição diverge de sua expressão por extenso; confirmar regra aplicável. O percentual tributário não substitui requisito regulatório.</a:t>
            </a:r>
          </a:p>
          <a:p>
            <a:r>
              <a:t>CNPJ 39669950000149 · Pool/revolvência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Duração/público-alvo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Cessão/recompra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Coobrigação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Waterfall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2026-10-07T16:21:17-03:00</a:t>
            </a:r>
          </a:p>
          <a:p>
            <a:r>
              <a:t>Somacred Bach: CNPJ 39669950000149</a:t>
            </a:r>
          </a:p>
          <a:p>
            <a:r>
              <a:t>Fontes:</a:t>
            </a:r>
          </a:p>
          <a:p>
            <a:r>
              <a:t>CNPJ 39669950000149 · Classes/séries · 2ª emissão: sênior 5ª série e mezz A/B/C3ª série · data/raw/39669950000149/1325707_emissao.pdf | Fundos.NET ID 1325707 | 22/09/2026 | emissao | p. 1-2 · Observação: Cláusula documental; confirmar versão aplicável e instrumento específico antes de ativar controle.</a:t>
            </a:r>
          </a:p>
          <a:p>
            <a:r>
              <a:t>CNPJ 39669950000149 · Remuneração · Spread final não localizado nas cláusulas revisadas; requer suplemento ou ato específico · data/raw/39669950000149/1238679_regulamento.pdf | Fundos.NET ID 1238679 | 30/06/2026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Volume/VNU · 2ª emissão: até R$ 112,2 mi; sênior 95 mi, mezz A8,5 mi/B4,7 mi/C4 mi · data/raw/39669950000149/1325707_emissao.pdf | Fundos.NET ID 1325707 | 22/09/2026 | emissao | p. 1-2 · Observação: Cláusula documental; confirmar versão aplicável e instrumento específico antes de ativar controle.</a:t>
            </a:r>
          </a:p>
          <a:p>
            <a:r>
              <a:t>CNPJ 39669950000149 · Ofertas · 2ª emissão 5ª série sênior: mínimo de distribuição corrigido de100 mil para10 mil cotas · data/raw/39669950000149/1325583_regulamento.pdf | Fundos.NET ID 1325583 | 21/09/2026 | regulamento | p. 1-2 · Observação: Retificação de21/09/2026; demais termos ratificados. Não confundir com a oferta encerrada em julho.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2026-10-07T16:21:17-03:00</a:t>
            </a:r>
          </a:p>
          <a:p>
            <a:r>
              <a:t>Somacred Bach: CNPJ 39669950000149</a:t>
            </a:r>
          </a:p>
          <a:p>
            <a:r>
              <a:t>Fontes:</a:t>
            </a:r>
          </a:p>
          <a:p>
            <a:r>
              <a:t>CNPJ 39669950000149 · Carência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Juros/amortização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39669950000149 · Vencimento · Não localizado nas cláusulas revisadas; requer documento aplicável · data/raw/39669950000149/1238679_regulamento.pdf | Fundos.NET ID 1238679 | 30/06/2026; data/raw/39669950000149/1325583_regulamento.pdf | Fundos.NET ID 1325583 | 21/09/2026; data/raw/39669950000149/1325707_emissao.pdf | Fundos.NET ID 1325707 | 22/09/2026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2026-10-07T16:21:17-03:00</a:t>
            </a:r>
          </a:p>
          <a:p>
            <a:r>
              <a:t>Somacred Bach: CNPJ 39669950000149</a:t>
            </a:r>
          </a:p>
          <a:p>
            <a:r>
              <a:t>Fontes:</a:t>
            </a:r>
          </a:p>
          <a:p>
            <a:r>
              <a:t>CNPJ 39669950000149 · Administração · Taxa global:0,185%/0,160%/0,140%/0,120%/0,100% a.a. por faixas PL · data/raw/39669950000149/1238679_regulamento.pdf | Fundos.NET ID 1238679 | 30/06/2026 | regulamento | p. 84-85 · Observação: Inclui administração, gestão, custódia, escrituração e controladoria; faixas até 300/500/700/1.000 mi e excedente. Rateio não individualizado.</a:t>
            </a:r>
          </a:p>
          <a:p>
            <a:r>
              <a:t>CNPJ 39669950000149 · Gestão · Incluída na taxa global; rateio por prestador não localizado · data/raw/39669950000149/1238679_regulamento.pdf | Fundos.NET ID 1238679 | 30/06/2026 | regulamento | p. 84-85 · Observação: Regra da versão documental citada; demais contratos e séries exigem instrumento próprio.</a:t>
            </a:r>
          </a:p>
          <a:p>
            <a:r>
              <a:t>CNPJ 39669950000149 · Custódia · Incluída na taxa global; verificação de lastro adicional · data/raw/39669950000149/1238679_regulamento.pdf | Fundos.NET ID 1238679 | 30/06/2026 | regulamento | p. 84-85 · Observação: Regra da versão documental citada; demais contratos e séries exigem instrumento próprio.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2026-10-07T16:21:17-03:00</a:t>
            </a:r>
          </a:p>
          <a:p>
            <a:r>
              <a:t>Somacred Bach: CNPJ 39669950000149</a:t>
            </a:r>
          </a:p>
          <a:p>
            <a:r>
              <a:t>Fontes:</a:t>
            </a:r>
          </a:p>
          <a:p>
            <a:r>
              <a:t>CNPJ 39669950000149 · Alocação/subordinação IME · DC/PL e composição de cotas ajudam; validar numerador, denominador e versão contratual · data/raw/39669950000149/1238679_regulamento.pdf | Fundos.NET ID 1238679 | 30/06/2026; data/raw/39669950000149/1325583_regulamento.pdf | Fundos.NET ID 1325583 | 21/09/2026; data/raw/39669950000149/1325707_emissao.pdf | Fundos.NET ID 1325707 | 22/09/2026 · Observação: Proxy metodológica. FIC investe em cotas: não usar DC/PL como substituto da alocação em fundos-alvo. Nenhum saldo observado nesta revisão documental.</a:t>
            </a:r>
          </a:p>
          <a:p>
            <a:r>
              <a:t>CNPJ 39669950000149 · Inadimplência/PDD IME · Over e PDD agregados são alertas; fórmulas contratuais exigem validação · data/raw/39669950000149/1238679_regulamento.pdf | Fundos.NET ID 1238679 | 30/06/2026; data/raw/39669950000149/1325583_regulamento.pdf | Fundos.NET ID 1325583 | 21/09/2026; data/raw/39669950000149/1325707_emissao.pdf | Fundos.NET ID 1325707 | 22/09/2026 · Observação: Não reproduzem médias móveis, coortes, exposição individual, motivo de recompra, chargeback e perdas históricas sem dados adicionais.</a:t>
            </a:r>
          </a:p>
          <a:p>
            <a:r>
              <a:t>CNPJ 39669950000149 · Controles documentais · Elegibilidade, concentração, lastro e eventos exigem controles por contrato · data/raw/39669950000149/1238679_regulamento.pdf | Fundos.NET ID 1238679 | 30/06/2026; data/raw/39669950000149/1325583_regulamento.pdf | Fundos.NET ID 1325583 | 21/09/2026; data/raw/39669950000149/1325707_emissao.pdf | Fundos.NET ID 1325707 | 22/09/2026 · Observação: IME público agregado não certifica devedor/cedente/grupo nem alterações de prestadores e cross default.</a:t>
            </a:r>
          </a:p>
          <a:p>
            <a:r>
              <a:t>CNPJ 39669950000149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Somacred Bach (Exército)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Somacred Bach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consignado: contratos de assistência financeira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120parcelas; parcela≥R$ 30; saldo por devedor≤R$ 125 mil; adimplente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Exército Brasileiro:65%–100% PL; devedor/grupo≤20% PL com exceções legais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Somacred Bach (Exército)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Somacred Bach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 e MTM mensal negativo; também aquisição e 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de posições à vista, até a posição coberta e sem exposição&gt;PL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Somacred Bach (Exército)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Somacred Bach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Busca67% tributários após180 dias; glossário diverge67% numérico/50% extenso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Somacred Bach (Exército)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Somacred Bach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emissão: sênior 5ª série e mezz A/B/C3ª série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nas cláusulas revisadas; requer suplemento ou ato 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emissão: até R$ 112,2 mi; sênior 95 mi, mezz A8,5 mi/B4,7 mi/C4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 5ª série sênior: mínimo de distribuição corrigido de100 mil para10 mil cotas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Somacred Bach (Exército)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Somacred Bach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Somacred Bach (Exército)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Somacred Bach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Taxa global:0,185%/0,160%/0,140%/0,120%/0,100% a.a. por faixas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global; rateio por prestador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global; verificação de lastro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Somacred Bach (Exército)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Somacred Bach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 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