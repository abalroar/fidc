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2026-10-07T16:26:11-03:00</a:t>
            </a:r>
          </a:p>
          <a:p>
            <a:r>
              <a:t>SOLIS KEDU: CNPJ 47117685000114</a:t>
            </a:r>
          </a:p>
          <a:p>
            <a:r>
              <a:t>Fontes:</a:t>
            </a:r>
          </a:p>
          <a:p>
            <a:r>
              <a:t>CNPJ 47117685000114 · Natureza dos recebíveis · Serviços educacionais; contratos entre escolas privadas conveniadas e alunos/devedores · Fundos.NET ID 988409 | 11/09/2025 | regulamento | p. 25–26; Definições; 5.2 | data/raw/47117685000114/988409_regulamento_review_20261007.pdf | https://fnet.bmfbovespa.com.br/fnet/publico/visualizarDocumento?id=988409 · Observação: Regra da versão indicada; resumo sujeito às condições completas da cláusula. IME agregado não comprova elegibilidade individual.</a:t>
            </a:r>
          </a:p>
          <a:p>
            <a:r>
              <a:t>CNPJ 47117685000114 · Originador/endossante · Kedu Serviços e Soluções Educacionais e Financeiras; também agente de cobrança · Fundos.NET ID 988409 | 11/09/2025 | regulamento | p. 24–26; Definições | data/raw/47117685000114/988409_regulamento_review_20261007.pdf | https://fnet.bmfbovespa.com.br/fnet/publico/visualizarDocumento?id=988409 · Observação: Regra da versão indicada; resumo sujeito às condições completas da cláusula. IME agregado não comprova elegibilidade individual.</a:t>
            </a:r>
          </a:p>
          <a:p>
            <a:r>
              <a:t>CNPJ 47117685000114 · Devedor · Pessoas físicas vinculadas às escolas conveniadas · Fundos.NET ID 988409 | 11/09/2025 | regulamento | p. 25; Definições | data/raw/47117685000114/988409_regulamento_review_20261007.pdf | https://fnet.bmfbovespa.com.br/fnet/publico/visualizarDocumento?id=988409 · Observação: Regra da versão indicada; resumo sujeito às condições completas da cláusula. IME agregado não comprova elegibilidade individual.</a:t>
            </a:r>
          </a:p>
          <a:p>
            <a:r>
              <a:t>CNPJ 47117685000114 · Garantia · Não localizado nas fontes acessíveis desta leitura · data/raw/47117685000114/access_status_20261007.txt | Consulta Fundos.NET por CNPJ 47117685000114 em 07/10/2026; inventário completo com 93 registros · Observação: Lacuna na revisão dirigida; obter cláusula específica antes de concluir ausência ou enquadramento.</a:t>
            </a:r>
          </a:p>
          <a:p>
            <a:r>
              <a:t>CNPJ 47117685000114 · Elegibilidade · Não localizado nas fontes acessíveis desta leitura · data/raw/47117685000114/access_status_20261007.txt | Consulta Fundos.NET por CNPJ 47117685000114 em 07/10/2026; inventário completo com 93 registros · Observação: Lacuna na revisão dirigida; obter cláusula específica antes de concluir ausência ou enquadramento.</a:t>
            </a:r>
          </a:p>
          <a:p>
            <a:r>
              <a:t>CNPJ 47117685000114 · Concentração · Devedor ≤20% do PL anterior; Kedu pode ceder até 100%; dispensas para classe exclusivamente profissional · Fundos.NET ID 988409 | 11/09/2025 | regulamento | p. 29; 5.16–5.18 | data/raw/47117685000114/988409_regulamento_review_20261007.pdf | https://fnet.bmfbovespa.com.br/fnet/publico/visualizarDocumento?id=988409 · Observação: Regra da versão indicada; resumo sujeito às condições completas da cláusula. IME agregado não comprova elegibilidade individual.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2026-10-07T16:26:11-03:00</a:t>
            </a:r>
          </a:p>
          <a:p>
            <a:r>
              <a:t>SOLIS KEDU: CNPJ 47117685000114</a:t>
            </a:r>
          </a:p>
          <a:p>
            <a:r>
              <a:t>Fontes:</a:t>
            </a:r>
          </a:p>
          <a:p>
            <a:r>
              <a:t>CNPJ 47117685000114 · Subordinação mínima · Com mezanino: subordinadas / PL≥30% (júnior 20% e mezanino 10%); sem mezanino: júnior≥20% · Fundos.NET ID 988409 | 11/09/2025 | regulamento | p. 36; 12.1 | data/raw/47117685000114/988409_regulamento_review_20261007.pdf | https://fnet.bmfbovespa.com.br/fnet/publico/visualizarDocumento?id=988409 · Observação: Regra da versão indicada; resumo sujeito às condições completas da cláusula. IME agregado não comprova elegibilidade individual.</a:t>
            </a:r>
          </a:p>
          <a:p>
            <a:r>
              <a:t>CNPJ 47117685000114 · Gatilhos de avaliação/liquidação · Não localizado nas fontes acessíveis desta leitura · data/raw/47117685000114/access_status_20261007.txt | Consulta Fundos.NET por CNPJ 47117685000114 em 07/10/2026; inventário completo com 93 registros · Observação: Lacuna na revisão dirigida; obter cláusula específica antes de concluir ausência ou enquadramento.</a:t>
            </a:r>
          </a:p>
          <a:p>
            <a:r>
              <a:t>CNPJ 47117685000114 · Reserva de caixa · Não localizado nas fontes acessíveis desta leitura · data/raw/47117685000114/access_status_20261007.txt | Consulta Fundos.NET por CNPJ 47117685000114 em 07/10/2026; inventário completo com 93 registros · Observação: Lacuna na revisão dirigida; obter cláusula específica antes de concluir ausência ou enquadramento.</a:t>
            </a:r>
          </a:p>
          <a:p>
            <a:r>
              <a:t>CNPJ 47117685000114 · Derivativos/hedge · Somente com garantia para proteger posições à vista, até o limite destas · Fundos.NET ID 988409 | 11/09/2025 | regulamento | p. 29; 5.19 | data/raw/47117685000114/988409_regulamento_review_20261007.pdf | https://fnet.bmfbovespa.com.br/fnet/publico/visualizarDocumento?id=988409 · Observação: Regra da versão indicada; resumo sujeito às condições completas da cláusula. IME agregado não comprova elegibilidade individual.</a:t>
            </a:r>
          </a:p>
          <a:p>
            <a:r>
              <a:t>CNPJ 47117685000114 · PDD · Não localizado nas fontes acessíveis desta leitura · data/raw/47117685000114/access_status_20261007.txt | Consulta Fundos.NET por CNPJ 47117685000114 em 07/10/2026; inventário completo com 93 registros · Observação: Lacuna na revisão dirigida; obter cláusula específica antes de concluir ausência ou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2026-10-07T16:26:11-03:00</a:t>
            </a:r>
          </a:p>
          <a:p>
            <a:r>
              <a:t>SOLIS KEDU: CNPJ 47117685000114</a:t>
            </a:r>
          </a:p>
          <a:p>
            <a:r>
              <a:t>Fontes:</a:t>
            </a:r>
          </a:p>
          <a:p>
            <a:r>
              <a:t>CNPJ 47117685000114 · Alocação mínima · Direitos creditórios≥50% do PL; prazo numérico 180 dias contém extenso divergente · Fundos.NET ID 988409 | 11/09/2025 | regulamento | p. 27; 5.3 | data/raw/47117685000114/988409_regulamento_review_20261007.pdf | https://fnet.bmfbovespa.com.br/fnet/publico/visualizarDocumento?id=988409 · Observação: Confirmar prazo com administrador: o texto apresenta 180 (cento) dias.</a:t>
            </a:r>
          </a:p>
          <a:p>
            <a:r>
              <a:t>CNPJ 47117685000114 · Pool/revolvência · Revolvência permitida enquanto não houver evento de avaliação ou liquidação · Fundos.NET ID 988409 | 11/09/2025 | regulamento | p. 27; 5.8 | data/raw/47117685000114/988409_regulamento_review_20261007.pdf | https://fnet.bmfbovespa.com.br/fnet/publico/visualizarDocumento?id=988409 · Observação: Regra da versão indicada; resumo sujeito às condições completas da cláusula. IME agregado não comprova elegibilidade individual.</a:t>
            </a:r>
          </a:p>
          <a:p>
            <a:r>
              <a:t>CNPJ 47117685000114 · Duração/público-alvo · Classe fechada, indeterminada, qualificados; suplementos sênior destinados a profissionais · Fundos.NET ID 988409 | 11/09/2025 | regulamento | p. 24; 1.1–3.1 | data/raw/47117685000114/988409_regulamento_review_20261007.pdf | https://fnet.bmfbovespa.com.br/fnet/publico/visualizarDocumento?id=988409 · Observação: Regra da versão indicada; resumo sujeito às condições completas da cláusula. IME agregado não comprova elegibilidade individual.</a:t>
            </a:r>
          </a:p>
          <a:p>
            <a:r>
              <a:t>CNPJ 47117685000114 · Cessão/recompra · Cessão definitiva e irrevogável; cedente responde pela validade e formalização · Fundos.NET ID 988409 | 11/09/2025 | regulamento | p. 27; 5.5–5.6 | data/raw/47117685000114/988409_regulamento_review_20261007.pdf | https://fnet.bmfbovespa.com.br/fnet/publico/visualizarDocumento?id=988409 · Observação: Regra da versão indicada; resumo sujeito às condições completas da cláusula. IME agregado não comprova elegibilidade individual.</a:t>
            </a:r>
          </a:p>
          <a:p>
            <a:r>
              <a:t>CNPJ 47117685000114 · Coobrigação · Cedente pode coobrigar-se; vedada coobrigação para cedente em recuperação · Fundos.NET ID 988409 | 11/09/2025 | regulamento | p. 27; 5.7 | data/raw/47117685000114/988409_regulamento_review_20261007.pdf | https://fnet.bmfbovespa.com.br/fnet/publico/visualizarDocumento?id=988409 · Observação: Regra da versão indicada; resumo sujeito às condições completas da cláusula. IME agregado não comprova elegibilidade individual.</a:t>
            </a:r>
          </a:p>
          <a:p>
            <a:r>
              <a:t>CNPJ 47117685000114 · Waterfall · Não localizado nas fontes acessíveis desta leitura · data/raw/47117685000114/access_status_20261007.txt | Consulta Fundos.NET por CNPJ 47117685000114 em 07/10/2026; inventário completo com 93 registros · Observação: Lacuna na revisão dirigida; obter cláusula específica antes de concluir ausência ou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2026-10-07T16:26:11-03:00</a:t>
            </a:r>
          </a:p>
          <a:p>
            <a:r>
              <a:t>SOLIS KEDU: CNPJ 47117685000114</a:t>
            </a:r>
          </a:p>
          <a:p>
            <a:r>
              <a:t>Fontes:</a:t>
            </a:r>
          </a:p>
          <a:p>
            <a:r>
              <a:t>CNPJ 47117685000114 · Classes/séries · Sênior 1/2 e mezanino 1/2 · Fundos.NET ID 1166758 | 17/04/2026 10:00 | assembleia | p. 9–16; Suplementos | data/raw/47117685000114/1166758_assembleia_review_20261007.pdf | https://fnet.bmfbovespa.com.br/fnet/publico/visualizarDocumento?id=1166758 · Observação: Regra da versão indicada; resumo sujeito às condições completas da cláusula. IME agregado não comprova elegibilidade individual.</a:t>
            </a:r>
          </a:p>
          <a:p>
            <a:r>
              <a:t>CNPJ 47117685000114 · Remuneração · DI +4,50% a.a. sênior 1/2; DI +8,00% a.a. mezanino 1/2; vigência 22/04/2026 · Fundos.NET ID 1166758 | 17/04/2026 10:00 | assembleia | p. 1–4,9–16; Deliberações; suplementos | data/raw/47117685000114/1166758_assembleia_review_20261007.pdf | https://fnet.bmfbovespa.com.br/fnet/publico/visualizarDocumento?id=1166758 · Observação: Regra da versão indicada; resumo sujeito às condições completas da cláusula. IME agregado não comprova elegibilidade individual.</a:t>
            </a:r>
          </a:p>
          <a:p>
            <a:r>
              <a:t>CNPJ 47117685000114 · Volume/VNU · Sênior 1 R$ 35 mi; sênior 2 R$ 30 mi; mezanino 1/2 R$ 5 mi cada; VNU R$ 1 mil · Fundos.NET ID 1166758 | 17/04/2026 10:00 | assembleia | p. 9,11,13,15; Suplementos item3 | data/raw/47117685000114/1166758_assembleia_review_20261007.pdf | https://fnet.bmfbovespa.com.br/fnet/publico/visualizarDocumento?id=1166758 · Observação: Regra da versão indicada; resumo sujeito às condições completas da cláusula. IME agregado não comprova elegibilidade individual.</a:t>
            </a:r>
          </a:p>
          <a:p>
            <a:r>
              <a:t>CNPJ 47117685000114 · Ofertas · Mezanino 3:9 mil cotas, R$ 9 mi; início 04/05/2026 e encerramento previsto 31/10/2026 · Fundos.NET ID 1180435 | 04/05/2026 | emissao | p. 1–2; Anúncio início | data/raw/47117685000114/1180435_emissao_review_20261007.pdf | https://fnet.bmfbovespa.com.br/fnet/publico/visualizarDocumento?id=1180435 · Observação: Cronograma indicativo; não confirma encerramento efetivo. Spread mezanino 3 não localizado.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2026-10-07T16:26:11-03:00</a:t>
            </a:r>
          </a:p>
          <a:p>
            <a:r>
              <a:t>SOLIS KEDU: CNPJ 47117685000114</a:t>
            </a:r>
          </a:p>
          <a:p>
            <a:r>
              <a:t>Fontes:</a:t>
            </a:r>
          </a:p>
          <a:p>
            <a:r>
              <a:t>CNPJ 47117685000114 · Carência · Sênior 1/mezanino 1:30 meses; sênior 2/mezanino 2:18 meses · Fundos.NET ID 1166758 | 17/04/2026 10:00 | assembleia | p. 9–16; Suplementos item6 | data/raw/47117685000114/1166758_assembleia_review_20261007.pdf | https://fnet.bmfbovespa.com.br/fnet/publico/visualizarDocumento?id=1166758 · Observação: Regra da versão indicada; resumo sujeito às condições completas da cláusula. IME agregado não comprova elegibilidade individual.</a:t>
            </a:r>
          </a:p>
          <a:p>
            <a:r>
              <a:t>CNPJ 47117685000114 · Juros/amortização · Principal e rendimentos mensais:18 parcelas após carência; fração sobre saldo 1/18 até 1/1 · Fundos.NET ID 1166758 | 17/04/2026 10:00 | assembleia | p. 10,12,14,16; Tabelas de amortização | data/raw/47117685000114/1166758_assembleia_review_20261007.pdf | https://fnet.bmfbovespa.com.br/fnet/publico/visualizarDocumento?id=1166758 · Observação: Regra da versão indicada; resumo sujeito às condições completas da cláusula. IME agregado não comprova elegibilidade individual.</a:t>
            </a:r>
          </a:p>
          <a:p>
            <a:r>
              <a:t>CNPJ 47117685000114 · Vencimento · Sênior 1/mezanino 1:48 meses; sênior 2/mezanino 2:36 meses desde integralização; datas absolutas pendentes · Fundos.NET ID 1166758 | 17/04/2026 10:00 | assembleia | p. 9,11,13,15; Suplementos3.2 | data/raw/47117685000114/1166758_assembleia_review_20261007.pdf | https://fnet.bmfbovespa.com.br/fnet/publico/visualizarDocumento?id=1166758 · Observação: Regra da versão indicada; resumo sujeito às condições completas da cláusula. IME agregado não comprova elegibilidade individual.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2026-10-07T16:26:11-03:00</a:t>
            </a:r>
          </a:p>
          <a:p>
            <a:r>
              <a:t>SOLIS KEDU: CNPJ 47117685000114</a:t>
            </a:r>
          </a:p>
          <a:p>
            <a:r>
              <a:t>Fontes:</a:t>
            </a:r>
          </a:p>
          <a:p>
            <a:r>
              <a:t>CNPJ 47117685000114 · Administração · Faixas marginais PL:0,38%/0,35%/0,30% a.a. (R$ 30/50 mi); mínimo R$ 10 mil até 6º mês e R$ 15,5 mil após · Fundos.NET ID 988409 | 11/09/2025 | regulamento | p. 35; 11.1 | data/raw/47117685000114/988409_regulamento_review_20261007.pdf | https://fnet.bmfbovespa.com.br/fnet/publico/visualizarDocumento?id=988409 · Observação: Regra da versão indicada; resumo sujeito às condições completas da cláusula. IME agregado não comprova elegibilidade individual.</a:t>
            </a:r>
          </a:p>
          <a:p>
            <a:r>
              <a:t>CNPJ 47117685000114 · Gestão · 0,45% a.a. PL; mínimo 1º mês R$ 61,6 mil, meses 2–6 R$ 15 mil, após R$ 18 mil · Fundos.NET ID 988409 | 11/09/2025 | regulamento | p. 35–36; 11.2 | data/raw/47117685000114/988409_regulamento_review_20261007.pdf | https://fnet.bmfbovespa.com.br/fnet/publico/visualizarDocumento?id=988409 · Observação: Regra da versão indicada; resumo sujeito às condições completas da cláusula. IME agregado não comprova elegibilidade individual.</a:t>
            </a:r>
          </a:p>
          <a:p>
            <a:r>
              <a:t>CNPJ 47117685000114 · Custódia · Fixa: R$ 2,5 mil/mês até 6º mês e R$ 5 mil após; escrituração R$ 2,5 mil salvo cotista único · Fundos.NET ID 988409 | 11/09/2025 | regulamento | p. 35; 11.1 | data/raw/47117685000114/988409_regulamento_review_20261007.pdf | https://fnet.bmfbovespa.com.br/fnet/publico/visualizarDocumento?id=988409 · Observação: Regra da versão indicada; resumo sujeito às condições completas da cláusula. IME agregado não comprova elegibilidade individual.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2026-10-07T16:26:11-03:00</a:t>
            </a:r>
          </a:p>
          <a:p>
            <a:r>
              <a:t>SOLIS KEDU: CNPJ 47117685000114</a:t>
            </a:r>
          </a:p>
          <a:p>
            <a:r>
              <a:t>Fontes:</a:t>
            </a:r>
          </a:p>
          <a:p>
            <a:r>
              <a:t>CNPJ 47117685000114 · Alocação/subordinação IME · Direitos creditórios / PL e cotas subordinadas / PL; validar ativo elegível, subclasses e fórmula contratual · data/raw/47117685000114/access_status_20261007.txt | Consulta Fundos.NET por CNPJ 47117685000114 em 07/10/2026; inventário completo com 93 registros · Observação: Avaliação metodológica do IME público; dados de cache e monitoramento ao vivo são apresentados separadamente.</a:t>
            </a:r>
          </a:p>
          <a:p>
            <a:r>
              <a:t>CNPJ 47117685000114 · Inadimplência/PDD IME · Over 30/60/90 e PDD / crédito: indicadores agregados; gatilhos dependem de denominador e janela contratual · data/raw/47117685000114/access_status_20261007.txt | Consulta Fundos.NET por CNPJ 47117685000114 em 07/10/2026; inventário completo com 93 registros · Observação: Avaliação metodológica do IME público; dados de cache e monitoramento ao vivo são apresentados separadamente.</a:t>
            </a:r>
          </a:p>
          <a:p>
            <a:r>
              <a:t>CNPJ 47117685000114 · Controles documentais · Elegibilidade, concentração por devedor/grupo, lastro, prestadores e eventos: validação documental e operacional · data/raw/47117685000114/access_status_20261007.txt | Consulta Fundos.NET por CNPJ 47117685000114 em 07/10/2026; inventário completo com 93 registros · Observação: Avaliação metodológica do IME público; dados de cache e monitoramento ao vivo são apresentados separadamente.</a:t>
            </a:r>
          </a:p>
          <a:p>
            <a:r>
              <a:t>CNPJ 47117685000114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SOLIS KEDU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2814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SOLIS KEDU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Serviços educacionais; contratos entre escolas privadas conveniadas e alunos/devedores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Kedu Serviços e Soluções Educacionais e Financeiras; também agente de cobrança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Pessoas físicas vinculadas às escolas conveniadas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 ≤20% do PL anterior; Kedu pode ceder até 100%; dispensas para classe exclusivamente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profissional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SOLIS KEDU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997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SOLIS KEDU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 mezanino: subordinadas / PL≥30% (júnior 20% e mezanino 10%); sem mezanino: júnior≥20%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Somente com garantia para proteger posições à vista, até o limite destas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SOLIS KEDU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SOLIS KEDU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Direitos creditórios≥50% do PL; prazo numérico 180 dias contém extenso divergente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Revolvência permitida enquanto não houver evento de avaliação ou 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Classe fechada, indeterminada, qualificados; suplementos sênior destinados a profissionais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Cessão definitiva e irrevogável; cedente responde pela validade e formalização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 pode coobrigar-se; vedada coobrigação para cedente em recuperação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SOLIS KEDU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SOLIS KEDU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1/2 e mezanino 1/2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 +4,50% a.a. sênior 1/2; DI +8,00% a.a. mezanino 1/2; vigência 22/04/2026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1 R$ 35 mi; sênior 2 R$ 30 mi; mezanino 1/2 R$ 5 mi cada; VNU R$ 1 mil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Mezanino 3:9 mil cotas, R$ 9 mi; início 04/05/2026 e encerramento previsto 31/10/2026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SOLIS KEDU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4310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SOLIS KEDU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1/mezanino 1:30 meses; sênior 2/mezanino 2:18 meses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Principal e rendimentos mensais:18 parcelas após carência; fração sobre saldo 1/18 até 1/1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1/mezanino 1:48 meses; sênior 2/mezanino 2:36 meses desde integralização; datas absolutas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pendentes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SOLIS KEDU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4310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SOLIS KEDU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Faixas marginais PL:0,38%/0,35%/0,30% a.a. (R$ 30/50 mi); mínimo R$ 10 mil até 6º mês e R$ 15,5 mil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após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0,45% a.a. PL; mínimo 1º mês R$ 61,6 mil, meses 2–6 R$ 15 mil, após R$ 18 mil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Fixa: R$ 2,5 mil/mês até 6º mês e R$ 5 mil após; escrituração R$ 2,5 mil salvo cotista único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SOLIS KEDU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894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SOLIS KEDU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Direitos creditórios / PL e cotas subordinadas / PL; validar ativo elegível, subclasses e fórmula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30/60/90 e PDD / crédito: indicadores agregados; gatilhos dependem de denominador e janela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 por devedor/grupo, lastro, prestadores e eventos: validação documental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operacional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competência IME carregada em cache local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