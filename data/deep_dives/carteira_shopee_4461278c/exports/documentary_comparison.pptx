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2026-10-07T16:30:31-03:00</a:t>
            </a:r>
          </a:p>
          <a:p>
            <a:r>
              <a:t>Monee II: CNPJ 58152340000118</a:t>
            </a:r>
          </a:p>
          <a:p>
            <a:r>
              <a:t>Fontes:</a:t>
            </a:r>
          </a:p>
          <a:p>
            <a:r>
              <a:t>CNPJ 58152340000118 · Natureza dos recebíveis · CCBs de crédito a pessoas físicas · data/raw/58152340000118/1324346_regulamento.pdf | Fundos.NET ID 1324346 | 18/09/2026 | regulamento | p. 37 · Observação: Regra da versão citada; contratos e séries exigem seus instrumentos próprios.</a:t>
            </a:r>
          </a:p>
          <a:p>
            <a:r>
              <a:t>CNPJ 58152340000118 · Originador/endossante · Maree SCD origina; endossantes Maree SCD e, conforme o caso, FIDC Maree I · data/raw/58152340000118/1324346_regulamento.pdf | Fundos.NET ID 1324346 | 18/09/2026 | regulamento | p. 37,40 · Observação: Regra da versão citada; contratos e séries exigem seus instrumentos próprios.</a:t>
            </a:r>
          </a:p>
          <a:p>
            <a:r>
              <a:t>CNPJ 58152340000118 · Devedor · Pessoas naturais · data/raw/58152340000118/1324346_regulamento.pdf | Fundos.NET ID 1324346 | 18/09/2026 | regulamento | p. 37 · Observação: Regra da versão citada; contratos e séries exigem seus instrumentos próprios.</a:t>
            </a:r>
          </a:p>
          <a:p>
            <a:r>
              <a:t>CNPJ 58152340000118 · Garantia · Não localizado nas cláusulas revisadas; requer documento aplicável · data/raw/58152340000118/1324346_regulamento.pdf | Fundos.NET ID 1324346 | 18/09/2026; data/raw/58152340000118/1096182_emissao.pdf | Fundos.NET ID 1096182 | 29/01/2026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58152340000118 · Elegibilidade · Não localizado nas cláusulas revisadas; requer documento aplicável · data/raw/58152340000118/1324346_regulamento.pdf | Fundos.NET ID 1324346 | 18/09/2026; data/raw/58152340000118/1096182_emissao.pdf | Fundos.NET ID 1096182 | 29/01/2026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58152340000118 · Concentração · Não localizado nas cláusulas revisadas; requer documento aplicável · data/raw/58152340000118/1324346_regulamento.pdf | Fundos.NET ID 1324346 | 18/09/2026; data/raw/58152340000118/1096182_emissao.pdf | Fundos.NET ID 1096182 | 29/01/2026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2026-10-07T16:30:31-03:00</a:t>
            </a:r>
          </a:p>
          <a:p>
            <a:r>
              <a:t>Monee II: CNPJ 58152340000118</a:t>
            </a:r>
          </a:p>
          <a:p>
            <a:r>
              <a:t>Fontes:</a:t>
            </a:r>
          </a:p>
          <a:p>
            <a:r>
              <a:t>CNPJ 58152340000118 · Subordinação mínima · Subordinadas/PL ≥30%; verificação diária · data/raw/58152340000118/1324346_regulamento.pdf | Fundos.NET ID 1324346 | 18/09/2026 | regulamento | p. 105 · Observação: Regra da versão citada; contratos e séries exigem seus instrumentos próprios.</a:t>
            </a:r>
          </a:p>
          <a:p>
            <a:r>
              <a:t>CNPJ 58152340000118 · Gatilhos de avaliação/liquidação · Não localizado nas cláusulas revisadas; requer documento aplicável · data/raw/58152340000118/1324346_regulamento.pdf | Fundos.NET ID 1324346 | 18/09/2026; data/raw/58152340000118/1096182_emissao.pdf | Fundos.NET ID 1096182 | 29/01/2026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58152340000118 · Reserva de caixa · Pelo menos 3 meses de despesas ordinárias · data/raw/58152340000118/1324346_regulamento.pdf | Fundos.NET ID 1324346 | 18/09/2026 | regulamento | p. 42 · Observação: Regra da versão citada; contratos e séries exigem seus instrumentos próprios.</a:t>
            </a:r>
          </a:p>
          <a:p>
            <a:r>
              <a:t>CNPJ 58152340000118 · Derivativos/hedge · Proteção de posições detidas à vista, até seu limite · data/raw/58152340000118/1324346_regulamento.pdf | Fundos.NET ID 1324346 | 18/09/2026 | regulamento | p. 45 · Observação: Regra da versão citada; contratos e séries exigem seus instrumentos próprios.</a:t>
            </a:r>
          </a:p>
          <a:p>
            <a:r>
              <a:t>CNPJ 58152340000118 · PDD · Não localizado nas cláusulas revisadas; requer documento aplicável · data/raw/58152340000118/1324346_regulamento.pdf | Fundos.NET ID 1324346 | 18/09/2026; data/raw/58152340000118/1096182_emissao.pdf | Fundos.NET ID 1096182 | 29/01/2026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2026-10-07T16:30:31-03:00</a:t>
            </a:r>
          </a:p>
          <a:p>
            <a:r>
              <a:t>Monee II: CNPJ 58152340000118</a:t>
            </a:r>
          </a:p>
          <a:p>
            <a:r>
              <a:t>Fontes:</a:t>
            </a:r>
          </a:p>
          <a:p>
            <a:r>
              <a:t>CNPJ 58152340000118 · Alocação mínima · 67% PL; prazo diverge 180 numérico e cento por extenso · data/raw/58152340000118/1324346_regulamento.pdf | Fundos.NET ID 1324346 | 18/09/2026 | regulamento | p. 43 · Observação: Confirmar prazo de enquadramento antes de parametrizar; não resolver contradição por hipótese.</a:t>
            </a:r>
          </a:p>
          <a:p>
            <a:r>
              <a:t>CNPJ 58152340000118 · Pool/revolvência · Não localizado nas cláusulas revisadas; requer documento aplicável · data/raw/58152340000118/1324346_regulamento.pdf | Fundos.NET ID 1324346 | 18/09/2026; data/raw/58152340000118/1096182_emissao.pdf | Fundos.NET ID 1096182 | 29/01/2026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58152340000118 · Duração/público-alvo · Não localizado nas cláusulas revisadas; requer documento aplicável · data/raw/58152340000118/1324346_regulamento.pdf | Fundos.NET ID 1324346 | 18/09/2026; data/raw/58152340000118/1096182_emissao.pdf | Fundos.NET ID 1096182 | 29/01/2026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58152340000118 · Cessão/recompra · Não localizado nas cláusulas revisadas; requer documento aplicável · data/raw/58152340000118/1324346_regulamento.pdf | Fundos.NET ID 1324346 | 18/09/2026; data/raw/58152340000118/1096182_emissao.pdf | Fundos.NET ID 1096182 | 29/01/2026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58152340000118 · Coobrigação · Não localizado nas cláusulas revisadas; requer documento aplicável · data/raw/58152340000118/1324346_regulamento.pdf | Fundos.NET ID 1324346 | 18/09/2026; data/raw/58152340000118/1096182_emissao.pdf | Fundos.NET ID 1096182 | 29/01/2026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58152340000118 · Waterfall · Não localizado nas cláusulas revisadas; requer documento aplicável · data/raw/58152340000118/1324346_regulamento.pdf | Fundos.NET ID 1324346 | 18/09/2026; data/raw/58152340000118/1096182_emissao.pdf | Fundos.NET ID 1096182 | 29/01/2026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2026-10-07T16:30:31-03:00</a:t>
            </a:r>
          </a:p>
          <a:p>
            <a:r>
              <a:t>Monee II: CNPJ 58152340000118</a:t>
            </a:r>
          </a:p>
          <a:p>
            <a:r>
              <a:t>Fontes:</a:t>
            </a:r>
          </a:p>
          <a:p>
            <a:r>
              <a:t>CNPJ 58152340000118 · Classes/séries · Sênior 1ª série · data/raw/58152340000118/1096182_emissao.pdf | Fundos.NET ID 1096182 | 29/01/2026 | emissao | p. 1-2 · Observação: Cláusula documental; confirmar versão aplicável e instrumento específico antes de ativar controle.</a:t>
            </a:r>
          </a:p>
          <a:p>
            <a:r>
              <a:t>CNPJ 58152340000118 · Remuneração · Spread final não localizado nas cláusulas revisadas; requer suplemento ou ato específico · data/raw/58152340000118/1324346_regulamento.pdf | Fundos.NET ID 1324346 | 18/09/2026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58152340000118 · Volume/VNU · Até R$ 250 milhões ofertados · data/raw/58152340000118/1096182_emissao.pdf | Fundos.NET ID 1096182 | 29/01/2026 | emissao | p. 1-2 · Observação: Cláusula documental; confirmar versão aplicável e instrumento específico antes de ativar controle.</a:t>
            </a:r>
          </a:p>
          <a:p>
            <a:r>
              <a:t>CNPJ 58152340000118 · Ofertas · Não localizado nas cláusulas revisadas; requer documento aplicável · data/raw/58152340000118/1324346_regulamento.pdf | Fundos.NET ID 1324346 | 18/09/2026; data/raw/58152340000118/1096182_emissao.pdf | Fundos.NET ID 1096182 | 29/01/2026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2026-10-07T16:30:31-03:00</a:t>
            </a:r>
          </a:p>
          <a:p>
            <a:r>
              <a:t>Monee II: CNPJ 58152340000118</a:t>
            </a:r>
          </a:p>
          <a:p>
            <a:r>
              <a:t>Fontes:</a:t>
            </a:r>
          </a:p>
          <a:p>
            <a:r>
              <a:t>CNPJ 58152340000118 · Carência · Não localizado nas cláusulas revisadas; requer documento aplicável · data/raw/58152340000118/1324346_regulamento.pdf | Fundos.NET ID 1324346 | 18/09/2026; data/raw/58152340000118/1096182_emissao.pdf | Fundos.NET ID 1096182 | 29/01/2026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58152340000118 · Juros/amortização · Não localizado nas cláusulas revisadas; requer documento aplicável · data/raw/58152340000118/1324346_regulamento.pdf | Fundos.NET ID 1324346 | 18/09/2026; data/raw/58152340000118/1096182_emissao.pdf | Fundos.NET ID 1096182 | 29/01/2026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58152340000118 · Vencimento · Não localizado nas cláusulas revisadas; requer documento aplicável · data/raw/58152340000118/1324346_regulamento.pdf | Fundos.NET ID 1324346 | 18/09/2026; data/raw/58152340000118/1096182_emissao.pdf | Fundos.NET ID 1096182 | 29/01/2026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2026-10-07T16:30:31-03:00</a:t>
            </a:r>
          </a:p>
          <a:p>
            <a:r>
              <a:t>Monee II: CNPJ 58152340000118</a:t>
            </a:r>
          </a:p>
          <a:p>
            <a:r>
              <a:t>Fontes:</a:t>
            </a:r>
          </a:p>
          <a:p>
            <a:r>
              <a:t>CNPJ 58152340000118 · Administração · Faixas marginais 0,25%/0,225%/0,20% a.a. PL; mínimo R$ 30 mil/mês; implantação R$ 30 mil · data/raw/58152340000118/1324346_regulamento.pdf | Fundos.NET ID 1324346 | 18/09/2026 | regulamento | p. 56 · Observação: Faixas até R$ 1 bi, R$ 1–2 bi e excedente. Inclui custódia, controladoria e escrituração.</a:t>
            </a:r>
          </a:p>
          <a:p>
            <a:r>
              <a:t>CNPJ 58152340000118 · Gestão · 0,20% a.a. PL; mínimo R$ 30 mil/mês; IPCA · data/raw/58152340000118/1324346_regulamento.pdf | Fundos.NET ID 1324346 | 18/09/2026 | regulamento | p. 56-57 · Observação: Regra da versão citada; contratos e séries exigem seus instrumentos próprios.</a:t>
            </a:r>
          </a:p>
          <a:p>
            <a:r>
              <a:t>CNPJ 58152340000118 · Custódia · Incluída na administração; taxa separada não individualizada · data/raw/58152340000118/1324346_regulamento.pdf | Fundos.NET ID 1324346 | 18/09/2026 | regulamento | p. 56 · Observação: Regra da versão citada; contratos e séries exigem seus instrumentos próprios.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2026-10-07T16:30:31-03:00</a:t>
            </a:r>
          </a:p>
          <a:p>
            <a:r>
              <a:t>Monee II: CNPJ 58152340000118</a:t>
            </a:r>
          </a:p>
          <a:p>
            <a:r>
              <a:t>Fontes:</a:t>
            </a:r>
          </a:p>
          <a:p>
            <a:r>
              <a:t>CNPJ 58152340000118 · Alocação/subordinação IME · DC/PL e composição de cotas ajudam; validar numerador, denominador e versão contratual · data/raw/58152340000118/1324346_regulamento.pdf | Fundos.NET ID 1324346 | 18/09/2026; data/raw/58152340000118/1096182_emissao.pdf | Fundos.NET ID 1096182 | 29/01/2026 · Observação: Proxy metodológica. FIC investe em cotas: não usar DC/PL como substituto da alocação em fundos-alvo. Nenhum saldo observado nesta revisão documental.</a:t>
            </a:r>
          </a:p>
          <a:p>
            <a:r>
              <a:t>CNPJ 58152340000118 · Inadimplência/PDD IME · Over e PDD agregados são alertas; fórmulas contratuais exigem validação · data/raw/58152340000118/1324346_regulamento.pdf | Fundos.NET ID 1324346 | 18/09/2026; data/raw/58152340000118/1096182_emissao.pdf | Fundos.NET ID 1096182 | 29/01/2026 · Observação: Não reproduzem médias móveis, coortes, exposição individual, motivo de recompra, chargeback e perdas históricas sem dados adicionais.</a:t>
            </a:r>
          </a:p>
          <a:p>
            <a:r>
              <a:t>CNPJ 58152340000118 · Controles documentais · Elegibilidade, concentração, lastro e eventos exigem controles por contrato · data/raw/58152340000118/1324346_regulamento.pdf | Fundos.NET ID 1324346 | 18/09/2026; data/raw/58152340000118/1096182_emissao.pdf | Fundos.NET ID 1096182 | 29/01/2026 · Observação: IME público agregado não certifica devedor/cedente/grupo nem alterações de prestadores e cross default.</a:t>
            </a:r>
          </a:p>
          <a:p>
            <a:r>
              <a:t>CNPJ 58152340000118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Shopee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Monee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crédito a pessoas físicas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Maree SCD origina; endossantes Maree SCD e, conforme o caso, FIDC Maree 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naturais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Shopee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Monee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Subordinadas/PL ≥30%; verificação diária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Pelo menos 3 meses de despesas ordinárias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de posições detidas à vista, até seu limite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Shopee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Monee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 PL; prazo diverge 180 numérico e cento por extenso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Shopee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Monee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1ª série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R$ 250 milhões ofertados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Shopee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Monee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Shopee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Monee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marginais 0,25%/0,225%/0,20% a.a. PL; mínimo R$ 30 mil/mês; implantação R$ 30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0,20% a.a. PL; mínimo R$ 30 mil/mês; IPCA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Shopee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Monee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