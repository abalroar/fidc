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2026-10-07T16:29:10-03:00</a:t>
            </a:r>
          </a:p>
          <a:p>
            <a:r>
              <a:t>CREDILOG II: CNPJ 51655558000146</a:t>
            </a:r>
          </a:p>
          <a:p>
            <a:r>
              <a:t>Credilog: CNPJ 44302374000137</a:t>
            </a:r>
          </a:p>
          <a:p>
            <a:r>
              <a:t>Fontes:</a:t>
            </a:r>
          </a:p>
          <a:p>
            <a:r>
              <a:t>CNPJ 51655558000146 · Natureza dos recebíveis · Recebíveis performados de agro, indústria e comércio; veda créditos não padronizados · Fundos.NET ID 1318766 | 11/09/2026 | regulamento | p. 35; 8.1 | data/raw/51655558000146/1318766_regulamento_review_20261007.pdf | https://fnet.bmfbovespa.com.br/fnet/publico/visualizarDocumento?id=1318766 · Observação: Regra da versão indicada; resumo sujeito às condições completas da cláusula. IME agregado não comprova elegibilidade individual.</a:t>
            </a:r>
          </a:p>
          <a:p>
            <a:r>
              <a:t>CNPJ 44302374000137 · Natureza dos recebíveis · Títulos de cedentes agro/indústria/comércio, conforme política multissetorial · data/raw/44302374000137/1033262_regulamento.pdf | Fundos.NET ID 1033262 | 11/11/2025 | regulamento | p. 34 · Observação: Regra da versão documental citada; série e operação concreta dependem dos respectivos instrumentos.</a:t>
            </a:r>
          </a:p>
          <a:p>
            <a:r>
              <a:t>CNPJ 51655558000146 · Originador/endossante · Não localizado nas fontes acessíveis desta leitura · data/raw/51655558000146/access_status_20261007.txt | Consulta Fundos.NET por CNPJ 51655558000146 em 07/10/2026; inventário completo com 76 registros · Observação: Lacuna na revisão dirigida; obter cláusula específica antes de concluir ausência ou enquadramento.</a:t>
            </a:r>
          </a:p>
          <a:p>
            <a:r>
              <a:t>CNPJ 44302374000137 · Originador/endossante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51655558000146 · Devedor · Não localizado nas fontes acessíveis desta leitura · data/raw/51655558000146/access_status_20261007.txt | Consulta Fundos.NET por CNPJ 51655558000146 em 07/10/2026; inventário completo com 76 registros · Observação: Lacuna na revisão dirigida; obter cláusula específica antes de concluir ausência ou enquadramento.</a:t>
            </a:r>
          </a:p>
          <a:p>
            <a:r>
              <a:t>CNPJ 44302374000137 · Devedor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51655558000146 · Garantia · Pode ter garantia real ou fidejussória; não exige garantia universal · Fundos.NET ID 1318766 | 11/09/2026 | regulamento | p. 35; 8.1(c) | data/raw/51655558000146/1318766_regulamento_review_20261007.pdf | https://fnet.bmfbovespa.com.br/fnet/publico/visualizarDocumento?id=1318766 · Observação: Regra da versão indicada; resumo sujeito às condições completas da cláusula. IME agregado não comprova elegibilidade individual.</a:t>
            </a:r>
          </a:p>
          <a:p>
            <a:r>
              <a:t>CNPJ 44302374000137 · Garantia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51655558000146 · Elegibilidade · Não localizado nas fontes acessíveis desta leitura · data/raw/51655558000146/access_status_20261007.txt | Consulta Fundos.NET por CNPJ 51655558000146 em 07/10/2026; inventário completo com 76 registros · Observação: Lacuna na revisão dirigida; obter cláusula específica antes de concluir ausência ou enquadramento.</a:t>
            </a:r>
          </a:p>
          <a:p>
            <a:r>
              <a:t>CNPJ 44302374000137 · Elegibilidade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51655558000146 · Concentração · Devedor≤20% PL; até 100% se demonstrações auditadas atendem condições · Fundos.NET ID 1318766 | 11/09/2026 | regulamento | p. 33; 7.2–7.2.1 | data/raw/51655558000146/1318766_regulamento_review_20261007.pdf | https://fnet.bmfbovespa.com.br/fnet/publico/visualizarDocumento?id=1318766 · Observação: Regra da versão indicada; resumo sujeito às condições completas da cláusula. IME agregado não comprova elegibilidade individual.</a:t>
            </a:r>
          </a:p>
          <a:p>
            <a:r>
              <a:t>CNPJ 44302374000137 · Concentração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2026-10-07T16:29:10-03:00</a:t>
            </a:r>
          </a:p>
          <a:p>
            <a:r>
              <a:t>CREDILOG II: CNPJ 51655558000146</a:t>
            </a:r>
          </a:p>
          <a:p>
            <a:r>
              <a:t>Credilog: CNPJ 44302374000137</a:t>
            </a:r>
          </a:p>
          <a:p>
            <a:r>
              <a:t>Fontes:</a:t>
            </a:r>
          </a:p>
          <a:p>
            <a:r>
              <a:t>CNPJ 51655558000146 · Subordinação mínima · Júnior≥40% PL; relação PL/sênior≥167%, apuração diária · Fundos.NET ID 1318766 | 11/09/2026 | regulamento | p. 31; 5.27–5.28 | data/raw/51655558000146/1318766_regulamento_review_20261007.pdf | https://fnet.bmfbovespa.com.br/fnet/publico/visualizarDocumento?id=1318766 · Observação: Regra da versão indicada; resumo sujeito às condições completas da cláusula. IME agregado não comprova elegibilidade individual.</a:t>
            </a:r>
          </a:p>
          <a:p>
            <a:r>
              <a:t>CNPJ 44302374000137 · Subordinação mínima · Subordinadas/PL ≥30%; apuração diária · data/raw/44302374000137/1033262_regulamento.pdf | Fundos.NET ID 1033262 | 11/11/2025 | regulamento | p. 31 · Observação: Regra da versão documental citada; série e operação concreta dependem dos respectivos instrumentos.</a:t>
            </a:r>
          </a:p>
          <a:p>
            <a:r>
              <a:t>CNPJ 51655558000146 · Gatilhos de avaliação/liquidação · Não localizado nas fontes acessíveis desta leitura · data/raw/51655558000146/access_status_20261007.txt | Consulta Fundos.NET por CNPJ 51655558000146 em 07/10/2026; inventário completo com 76 registros · Observação: Lacuna na revisão dirigida; obter cláusula específica antes de concluir ausência ou enquadramento.</a:t>
            </a:r>
          </a:p>
          <a:p>
            <a:r>
              <a:t>CNPJ 44302374000137 · Gatilhos de avaliação/liquidação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51655558000146 · Reserva de caixa · Não localizado nas fontes acessíveis desta leitura · data/raw/51655558000146/access_status_20261007.txt | Consulta Fundos.NET por CNPJ 51655558000146 em 07/10/2026; inventário completo com 76 registros · Observação: Lacuna na revisão dirigida; obter cláusula específica antes de concluir ausência ou enquadramento.</a:t>
            </a:r>
          </a:p>
          <a:p>
            <a:r>
              <a:t>CNPJ 44302374000137 · Reserva de caixa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51655558000146 · Derivativos/hedge · Proteção patrimonial com contraparte central · Fundos.NET ID 1318766 | 11/09/2026 | regulamento | p. 34; 7.5 | data/raw/51655558000146/1318766_regulamento_review_20261007.pdf | https://fnet.bmfbovespa.com.br/fnet/publico/visualizarDocumento?id=1318766 · Observação: Regra da versão indicada; resumo sujeito às condições completas da cláusula. IME agregado não comprova elegibilidade individual.</a:t>
            </a:r>
          </a:p>
          <a:p>
            <a:r>
              <a:t>CNPJ 44302374000137 · Derivativos/hedge · Proteção patrimonial exclusivamente, com contraparte central · data/raw/44302374000137/1033262_regulamento.pdf | Fundos.NET ID 1033262 | 11/11/2025 | regulamento | p. 33 · Observação: Regra da versão documental citada; série e operação concreta dependem dos respectivos instrumentos.</a:t>
            </a:r>
          </a:p>
          <a:p>
            <a:r>
              <a:t>CNPJ 51655558000146 · PDD · Não localizado nas fontes acessíveis desta leitura · data/raw/51655558000146/access_status_20261007.txt | Consulta Fundos.NET por CNPJ 51655558000146 em 07/10/2026; inventário completo com 76 registros · Observação: Lacuna na revisão dirigida; obter cláusula específica antes de concluir ausência ou enquadramento.</a:t>
            </a:r>
          </a:p>
          <a:p>
            <a:r>
              <a:t>CNPJ 44302374000137 · PDD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2026-10-07T16:29:10-03:00</a:t>
            </a:r>
          </a:p>
          <a:p>
            <a:r>
              <a:t>CREDILOG II: CNPJ 51655558000146</a:t>
            </a:r>
          </a:p>
          <a:p>
            <a:r>
              <a:t>Credilog: CNPJ 44302374000137</a:t>
            </a:r>
          </a:p>
          <a:p>
            <a:r>
              <a:t>Fontes:</a:t>
            </a:r>
          </a:p>
          <a:p>
            <a:r>
              <a:t>CNPJ 51655558000146 · Alocação mínima · Direitos creditórios≥67% PL após 180 dias · Fundos.NET ID 1318766 | 11/09/2026 | regulamento | p. 1,33; Definição;7.3 | data/raw/51655558000146/1318766_regulamento_review_20261007.pdf | https://fnet.bmfbovespa.com.br/fnet/publico/visualizarDocumento?id=1318766 · Observação: Regra da versão indicada; resumo sujeito às condições completas da cláusula. IME agregado não comprova elegibilidade individual.</a:t>
            </a:r>
          </a:p>
          <a:p>
            <a:r>
              <a:t>CNPJ 44302374000137 · Alocação mínima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51655558000146 · Pool/revolvência · Revolvência durante duração da classe, conforme ordem de alocação · Fundos.NET ID 1318766 | 11/09/2026 | regulamento | p. 36; 8.3 | data/raw/51655558000146/1318766_regulamento_review_20261007.pdf | https://fnet.bmfbovespa.com.br/fnet/publico/visualizarDocumento?id=1318766 · Observação: Regra da versão indicada; resumo sujeito às condições completas da cláusula. IME agregado não comprova elegibilidade individual.</a:t>
            </a:r>
          </a:p>
          <a:p>
            <a:r>
              <a:t>CNPJ 44302374000137 · Pool/revolvência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51655558000146 · Duração/público-alvo · Não localizado nas fontes acessíveis desta leitura · data/raw/51655558000146/access_status_20261007.txt | Consulta Fundos.NET por CNPJ 51655558000146 em 07/10/2026; inventário completo com 76 registros · Observação: Lacuna na revisão dirigida; obter cláusula específica antes de concluir ausência ou enquadramento.</a:t>
            </a:r>
          </a:p>
          <a:p>
            <a:r>
              <a:t>CNPJ 44302374000137 · Duração/público-alvo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51655558000146 · Cessão/recompra · Cessão definitiva, irrevogável e irretratável · Fundos.NET ID 1318766 | 11/09/2026 | regulamento | p. 35; 8.2 | data/raw/51655558000146/1318766_regulamento_review_20261007.pdf | https://fnet.bmfbovespa.com.br/fnet/publico/visualizarDocumento?id=1318766 · Observação: Regra da versão indicada; resumo sujeito às condições completas da cláusula. IME agregado não comprova elegibilidade individual.</a:t>
            </a:r>
          </a:p>
          <a:p>
            <a:r>
              <a:t>CNPJ 44302374000137 · Cessão/recompra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51655558000146 · Coobrigação · Aquisição com ou sem coobrigação do cedente ou terceiros · Fundos.NET ID 1318766 | 11/09/2026 | regulamento | p. 35; 8.2(a) | data/raw/51655558000146/1318766_regulamento_review_20261007.pdf | https://fnet.bmfbovespa.com.br/fnet/publico/visualizarDocumento?id=1318766 · Observação: Regra da versão indicada; resumo sujeito às condições completas da cláusula. IME agregado não comprova elegibilidade individual.</a:t>
            </a:r>
          </a:p>
          <a:p>
            <a:r>
              <a:t>CNPJ 44302374000137 · Coobrigação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51655558000146 · Waterfall · Não localizado nas fontes acessíveis desta leitura · data/raw/51655558000146/access_status_20261007.txt | Consulta Fundos.NET por CNPJ 51655558000146 em 07/10/2026; inventário completo com 76 registros · Observação: Lacuna na revisão dirigida; obter cláusula específica antes de concluir ausência ou enquadramento.</a:t>
            </a:r>
          </a:p>
          <a:p>
            <a:r>
              <a:t>CNPJ 44302374000137 · Waterfall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2026-10-07T16:29:10-03:00</a:t>
            </a:r>
          </a:p>
          <a:p>
            <a:r>
              <a:t>CREDILOG II: CNPJ 51655558000146</a:t>
            </a:r>
          </a:p>
          <a:p>
            <a:r>
              <a:t>Credilog: CNPJ 44302374000137</a:t>
            </a:r>
          </a:p>
          <a:p>
            <a:r>
              <a:t>Fontes:</a:t>
            </a:r>
          </a:p>
          <a:p>
            <a:r>
              <a:t>CNPJ 51655558000146 · Classes/séries · Não localizado nas fontes acessíveis desta leitura · data/raw/51655558000146/access_status_20261007.txt | Consulta Fundos.NET por CNPJ 51655558000146 em 07/10/2026; inventário completo com 76 registros · Observação: Lacuna na revisão dirigida; obter cláusula específica antes de concluir ausência ou enquadramento.</a:t>
            </a:r>
          </a:p>
          <a:p>
            <a:r>
              <a:t>CNPJ 44302374000137 · Classes/séries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51655558000146 · Remuneração · Spread final não localizado nas fontes dirigidas desta leitura · Fundos.NET ID 1318766 | 11/09/2026 | regulamento | p. 1; Suplementos de emissão | data/raw/51655558000146/1318766_regulamento_review_20261007.pdf | https://fnet.bmfbovespa.com.br/fnet/publico/visualizarDocumento?id=1318766 · Observação: Regra da versão indicada; resumo sujeito às condições completas da cláusula. IME agregado não comprova elegibilidade individual.</a:t>
            </a:r>
          </a:p>
          <a:p>
            <a:r>
              <a:t>CNPJ 44302374000137 · Remuneração · Spread final não localizado nas cláusulas revisadas; requer suplemento ou ato específico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51655558000146 · Volume/VNU · Não localizado nas fontes acessíveis desta leitura · data/raw/51655558000146/access_status_20261007.txt | Consulta Fundos.NET por CNPJ 51655558000146 em 07/10/2026; inventário completo com 76 registros · Observação: Lacuna na revisão dirigida; obter cláusula específica antes de concluir ausência ou enquadramento.</a:t>
            </a:r>
          </a:p>
          <a:p>
            <a:r>
              <a:t>CNPJ 44302374000137 · Volume/VNU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51655558000146 · Ofertas · Não localizado nas fontes acessíveis desta leitura · data/raw/51655558000146/access_status_20261007.txt | Consulta Fundos.NET por CNPJ 51655558000146 em 07/10/2026; inventário completo com 76 registros · Observação: Lacuna na revisão dirigida; obter cláusula específica antes de concluir ausência ou enquadramento.</a:t>
            </a:r>
          </a:p>
          <a:p>
            <a:r>
              <a:t>CNPJ 44302374000137 · Ofertas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2026-10-07T16:29:10-03:00</a:t>
            </a:r>
          </a:p>
          <a:p>
            <a:r>
              <a:t>CREDILOG II: CNPJ 51655558000146</a:t>
            </a:r>
          </a:p>
          <a:p>
            <a:r>
              <a:t>Credilog: CNPJ 44302374000137</a:t>
            </a:r>
          </a:p>
          <a:p>
            <a:r>
              <a:t>Fontes:</a:t>
            </a:r>
          </a:p>
          <a:p>
            <a:r>
              <a:t>CNPJ 51655558000146 · Carência · Não localizado nas fontes acessíveis desta leitura · data/raw/51655558000146/access_status_20261007.txt | Consulta Fundos.NET por CNPJ 51655558000146 em 07/10/2026; inventário completo com 76 registros · Observação: Lacuna na revisão dirigida; obter cláusula específica antes de concluir ausência ou enquadramento.</a:t>
            </a:r>
          </a:p>
          <a:p>
            <a:r>
              <a:t>CNPJ 44302374000137 · Carência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51655558000146 · Juros/amortização · Não localizado nas fontes acessíveis desta leitura · data/raw/51655558000146/access_status_20261007.txt | Consulta Fundos.NET por CNPJ 51655558000146 em 07/10/2026; inventário completo com 76 registros · Observação: Lacuna na revisão dirigida; obter cláusula específica antes de concluir ausência ou enquadramento.</a:t>
            </a:r>
          </a:p>
          <a:p>
            <a:r>
              <a:t>CNPJ 44302374000137 · Juros/amortização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51655558000146 · Vencimento · Não localizado nas fontes acessíveis desta leitura · data/raw/51655558000146/access_status_20261007.txt | Consulta Fundos.NET por CNPJ 51655558000146 em 07/10/2026; inventário completo com 76 registros · Observação: Lacuna na revisão dirigida; obter cláusula específica antes de concluir ausência ou enquadramento.</a:t>
            </a:r>
          </a:p>
          <a:p>
            <a:r>
              <a:t>CNPJ 44302374000137 · Vencimento · Não localizado nas cláusulas revisadas; requer documento aplicável · data/raw/44302374000137/1033262_regulamento.pdf | Fundos.NET ID 1033262 | 11/11/2025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2026-10-07T16:29:10-03:00</a:t>
            </a:r>
          </a:p>
          <a:p>
            <a:r>
              <a:t>CREDILOG II: CNPJ 51655558000146</a:t>
            </a:r>
          </a:p>
          <a:p>
            <a:r>
              <a:t>Credilog: CNPJ 44302374000137</a:t>
            </a:r>
          </a:p>
          <a:p>
            <a:r>
              <a:t>Fontes:</a:t>
            </a:r>
          </a:p>
          <a:p>
            <a:r>
              <a:t>CNPJ 51655558000146 · Administração · 0,24% sobre PL, provisionamento 1/252; mínimo R$ 8,5 mil/mês · Fundos.NET ID 1318766 | 11/09/2026 | regulamento | p. 31–32; 6.1;6.4 | data/raw/51655558000146/1318766_regulamento_review_20261007.pdf | https://fnet.bmfbovespa.com.br/fnet/publico/visualizarDocumento?id=1318766 · Observação: Cláusula chama taxa mensal, mas 6.4 aplica 1/252 diário. Periodicidade anual requer confirmação textual.</a:t>
            </a:r>
          </a:p>
          <a:p>
            <a:r>
              <a:t>CNPJ 44302374000137 · Administração · 0,24% PL; mínimo R$ 7,5 mil/mês; base temporal com redação ambígua · data/raw/44302374000137/1033262_regulamento.pdf | Fundos.NET ID 1033262 | 11/11/2025 | regulamento | p. 31-32 · Observação: Cláusula7.1 usa taxa mensal e7.4 provisiona1/252; não anualizar por hipótese.</a:t>
            </a:r>
          </a:p>
          <a:p>
            <a:r>
              <a:t>CNPJ 51655558000146 · Gestão · 1,20% sobre PL, provisionamento 1/252; mínimo R$ 14,5 mil/mês · Fundos.NET ID 1318766 | 11/09/2026 | regulamento | p. 32; 6.2;6.4 | data/raw/51655558000146/1318766_regulamento_review_20261007.pdf | https://fnet.bmfbovespa.com.br/fnet/publico/visualizarDocumento?id=1318766 · Observação: Numeral e extenso divergem; anualização sugerida pelo 1/252 precisa confirmação do administrador.</a:t>
            </a:r>
          </a:p>
          <a:p>
            <a:r>
              <a:t>CNPJ 44302374000137 · Gestão · 1,20% a.a. PL; mínimo não individualizado nas cláusulas revisadas · data/raw/44302374000137/1033262_regulamento.pdf | Fundos.NET ID 1033262 | 11/11/2025 | regulamento | p. 31 · Observação: Regra da versão documental citada; série e operação concreta dependem dos respectivos instrumentos.</a:t>
            </a:r>
          </a:p>
          <a:p>
            <a:r>
              <a:t>CNPJ 51655558000146 · Custódia · 0,03% a.a. PL, mínimo R$ 7 mil; inclui escrituração e controladoria · Fundos.NET ID 1318766 | 11/09/2026 | regulamento | p. 32; 6.3 | data/raw/51655558000146/1318766_regulamento_review_20261007.pdf | https://fnet.bmfbovespa.com.br/fnet/publico/visualizarDocumento?id=1318766 · Observação: Regra da versão indicada; resumo sujeito às condições completas da cláusula. IME agregado não comprova elegibilidade individual.</a:t>
            </a:r>
          </a:p>
          <a:p>
            <a:r>
              <a:t>CNPJ 44302374000137 · Custódia · 0,06% a.a. PL; mínimo R$ 7 mil/mês · data/raw/44302374000137/1033262_regulamento.pdf | Fundos.NET ID 1033262 | 11/11/2025 | regulamento | p. 32 · Observação: Regra da versão documental citada; série e operação concreta dependem dos respectivos instrumentos.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2026-10-07T16:29:10-03:00</a:t>
            </a:r>
          </a:p>
          <a:p>
            <a:r>
              <a:t>CREDILOG II: CNPJ 51655558000146</a:t>
            </a:r>
          </a:p>
          <a:p>
            <a:r>
              <a:t>Credilog: CNPJ 44302374000137</a:t>
            </a:r>
          </a:p>
          <a:p>
            <a:r>
              <a:t>Fontes:</a:t>
            </a:r>
          </a:p>
          <a:p>
            <a:r>
              <a:t>CNPJ 51655558000146 · Alocação/subordinação IME · Direitos creditórios / PL e cotas subordinadas / PL; validar ativo elegível, subclasses e fórmula contratual · data/raw/51655558000146/access_status_20261007.txt | Consulta Fundos.NET por CNPJ 51655558000146 em 07/10/2026; inventário completo com 76 registros · Observação: Avaliação metodológica do IME público; dados de cache e monitoramento ao vivo são apresentados separadamente.</a:t>
            </a:r>
          </a:p>
          <a:p>
            <a:r>
              <a:t>CNPJ 44302374000137 · Alocação/subordinação IME · DC/PL e composição de cotas ajudam; validar numerador, denominador e versão contratual · data/raw/44302374000137/1033262_regulamento.pdf | Fundos.NET ID 1033262 | 11/11/2025 · Observação: Proxy metodológica. FIC investe em cotas: não usar DC/PL como substituto da alocação em fundos-alvo. Nenhum saldo observado nesta revisão documental.</a:t>
            </a:r>
          </a:p>
          <a:p>
            <a:r>
              <a:t>CNPJ 51655558000146 · Inadimplência/PDD IME · Over 30/60/90 e PDD / crédito: indicadores agregados; gatilhos dependem de denominador e janela contratual · data/raw/51655558000146/access_status_20261007.txt | Consulta Fundos.NET por CNPJ 51655558000146 em 07/10/2026; inventário completo com 76 registros · Observação: Avaliação metodológica do IME público; dados de cache e monitoramento ao vivo são apresentados separadamente.</a:t>
            </a:r>
          </a:p>
          <a:p>
            <a:r>
              <a:t>CNPJ 44302374000137 · Inadimplência/PDD IME · Over e PDD agregados são alertas; fórmulas contratuais exigem validação · data/raw/44302374000137/1033262_regulamento.pdf | Fundos.NET ID 1033262 | 11/11/2025 · Observação: Não reproduzem médias móveis, coortes, exposição individual, motivo de recompra, chargeback e perdas históricas sem dados adicionais.</a:t>
            </a:r>
          </a:p>
          <a:p>
            <a:r>
              <a:t>CNPJ 51655558000146 · Controles documentais · Elegibilidade, concentração por devedor/grupo, lastro, prestadores e eventos: validação documental e operacional · data/raw/51655558000146/access_status_20261007.txt | Consulta Fundos.NET por CNPJ 51655558000146 em 07/10/2026; inventário completo com 76 registros · Observação: Avaliação metodológica do IME público; dados de cache e monitoramento ao vivo são apresentados separadamente.</a:t>
            </a:r>
          </a:p>
          <a:p>
            <a:r>
              <a:t>CNPJ 44302374000137 · Controles documentais · Elegibilidade, concentração, lastro e eventos exigem controles por contrato · data/raw/44302374000137/1033262_regulamento.pdf | Fundos.NET ID 1033262 | 11/11/2025 · Observação: IME público agregado não certifica devedor/cedente/grupo nem alterações de prestadores e cross default.</a:t>
            </a:r>
          </a:p>
          <a:p>
            <a:r>
              <a:t>CNPJ 51655558000146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44302374000137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CREDILOG - FIDC AXON TRANSPORTES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6563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CREDILOG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Credilog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performados de agro, indústria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comércio; veda créditos não padronizados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Títulos de cedentes agro/indústria/comércio,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política multissetorial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Pode ter garantia real ou fidejussória; não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 universal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Devedor≤20% PL; até 100% se demonstrações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auditadas atendem condições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CREDILOG - FIDC AXON TRANSPORTES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3728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CREDILOG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Credilog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Júnior≥40% PL; relação PL/sênior≥167%, apuração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≥30%; apuração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patrimonial com contraparte central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patrimonial exclusivamente,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contraparte central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CREDILOG - FIDC AXON TRANSPORTES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CREDILOG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Credilog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creditórios≥67% PL após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Revolvência durante duração da classe,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ordem de alocação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definitiva, irrevogável e irretratável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com ou sem coobrigação do cedente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terceiros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CREDILOG - FIDC AXON TRANSPORTES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CREDILOG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Credilog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CREDILOG - FIDC AXON TRANSPORTES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CREDILOG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Credilog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CREDILOG - FIDC AXON TRANSPORTES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1805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CREDILOG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Credilog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0,24% sobre PL, provisionamento 1/252;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8,5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0,24% PL; mínimo R$ 7,5 mil/mês; base temporal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redação ambígua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1,20% sobre PL, provisionamento 1/252;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14,5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1,20% a.a.;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0,03% a.a. PL, mínimo R$ 7 mil; inclui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escrituração e controladoria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0,06% a.a. PL; mínimo R$ 7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CREDILOG - FIDC AXON TRANSPORTES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4643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CREDILOG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Credilog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 crédito: indicadores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gatilhos dependem de denominador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janela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por devedor/grupo,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prestadores e eventos: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 e 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