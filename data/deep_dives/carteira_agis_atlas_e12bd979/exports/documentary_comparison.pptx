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2026-10-07T16:30:31-03:00</a:t>
            </a:r>
          </a:p>
          <a:p>
            <a:r>
              <a:t>Ágis: CNPJ 35689601000138</a:t>
            </a:r>
          </a:p>
          <a:p>
            <a:r>
              <a:t>Fontes:</a:t>
            </a:r>
          </a:p>
          <a:p>
            <a:r>
              <a:t>CNPJ 35689601000138 · Natureza dos recebíveis · Créditos de cedentes dos segmentos agro, indústria, comércio e serviços · data/raw/35689601000138/1073041_regulamento.pdf | Fundos.NET ID 1073041 | 24/11/2025 | regulamento | p. 29 · Observação: Regra da versão citada; contratos e séries exigem seus instrumentos próprios.</a:t>
            </a:r>
          </a:p>
          <a:p>
            <a:r>
              <a:t>CNPJ 35689601000138 · Originador/endossante · Não localizado nas cláusulas revisadas; requer documento aplicável · data/raw/35689601000138/1073041_regulamento.pdf | Fundos.NET ID 1073041 | 24/11/2025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35689601000138 · Devedor · Não localizado nas cláusulas revisadas; requer documento aplicável · data/raw/35689601000138/1073041_regulamento.pdf | Fundos.NET ID 1073041 | 24/11/2025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35689601000138 · Garantia · Não localizado nas cláusulas revisadas; requer documento aplicável · data/raw/35689601000138/1073041_regulamento.pdf | Fundos.NET ID 1073041 | 24/11/2025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35689601000138 · Elegibilidade · Reais, válidos e exigíveis, não vencidos; devedor sem atraso no fundo; documentação completa · data/raw/35689601000138/1073041_regulamento.pdf | Fundos.NET ID 1073041 | 24/11/2025 | regulamento | p. 30 · Observação: Regra da versão citada; contratos e séries exigem seus instrumentos próprios.</a:t>
            </a:r>
          </a:p>
          <a:p>
            <a:r>
              <a:t>CNPJ 35689601000138 · Concentração · Não localizado nas cláusulas revisadas; requer documento aplicável · data/raw/35689601000138/1073041_regulamento.pdf | Fundos.NET ID 1073041 | 24/11/2025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2026-10-07T16:30:31-03:00</a:t>
            </a:r>
          </a:p>
          <a:p>
            <a:r>
              <a:t>Ágis: CNPJ 35689601000138</a:t>
            </a:r>
          </a:p>
          <a:p>
            <a:r>
              <a:t>Fontes:</a:t>
            </a:r>
          </a:p>
          <a:p>
            <a:r>
              <a:t>CNPJ 35689601000138 · Subordinação mínima · Não localizado nas cláusulas revisadas; requer documento aplicável · data/raw/35689601000138/1073041_regulamento.pdf | Fundos.NET ID 1073041 | 24/11/2025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35689601000138 · Gatilhos de avaliação/liquidação · Não localizado nas cláusulas revisadas; requer documento aplicável · data/raw/35689601000138/1073041_regulamento.pdf | Fundos.NET ID 1073041 | 24/11/2025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35689601000138 · Reserva de caixa · Não localizado nas cláusulas revisadas; requer documento aplicável · data/raw/35689601000138/1073041_regulamento.pdf | Fundos.NET ID 1073041 | 24/11/2025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35689601000138 · Derivativos/hedge · Proteção patrimonial exclusivamente; contraparte central · data/raw/35689601000138/1073041_regulamento.pdf | Fundos.NET ID 1073041 | 24/11/2025 | regulamento | p. 28 · Observação: Regra da versão citada; contratos e séries exigem seus instrumentos próprios.</a:t>
            </a:r>
          </a:p>
          <a:p>
            <a:r>
              <a:t>CNPJ 35689601000138 · PDD · Não localizado nas cláusulas revisadas; requer documento aplicável · data/raw/35689601000138/1073041_regulamento.pdf | Fundos.NET ID 1073041 | 24/11/2025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2026-10-07T16:30:31-03:00</a:t>
            </a:r>
          </a:p>
          <a:p>
            <a:r>
              <a:t>Ágis: CNPJ 35689601000138</a:t>
            </a:r>
          </a:p>
          <a:p>
            <a:r>
              <a:t>Fontes:</a:t>
            </a:r>
          </a:p>
          <a:p>
            <a:r>
              <a:t>CNPJ 35689601000138 · Alocação mínima · Não localizado nas cláusulas revisadas; requer documento aplicável · data/raw/35689601000138/1073041_regulamento.pdf | Fundos.NET ID 1073041 | 24/11/2025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35689601000138 · Pool/revolvência · Revolvência durante prazo da classe, sujeita à ordem de recursos · data/raw/35689601000138/1073041_regulamento.pdf | Fundos.NET ID 1073041 | 24/11/2025 | regulamento | p. 30 · Observação: Regra da versão citada; contratos e séries exigem seus instrumentos próprios.</a:t>
            </a:r>
          </a:p>
          <a:p>
            <a:r>
              <a:t>CNPJ 35689601000138 · Duração/público-alvo · Não localizado nas cláusulas revisadas; requer documento aplicável · data/raw/35689601000138/1073041_regulamento.pdf | Fundos.NET ID 1073041 | 24/11/2025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35689601000138 · Cessão/recompra · Não localizado nas cláusulas revisadas; requer documento aplicável · data/raw/35689601000138/1073041_regulamento.pdf | Fundos.NET ID 1073041 | 24/11/2025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35689601000138 · Coobrigação · Não localizado nas cláusulas revisadas; requer documento aplicável · data/raw/35689601000138/1073041_regulamento.pdf | Fundos.NET ID 1073041 | 24/11/2025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35689601000138 · Waterfall · Não localizado nas cláusulas revisadas; requer documento aplicável · data/raw/35689601000138/1073041_regulamento.pdf | Fundos.NET ID 1073041 | 24/11/2025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2026-10-07T16:30:31-03:00</a:t>
            </a:r>
          </a:p>
          <a:p>
            <a:r>
              <a:t>Ágis: CNPJ 35689601000138</a:t>
            </a:r>
          </a:p>
          <a:p>
            <a:r>
              <a:t>Fontes:</a:t>
            </a:r>
          </a:p>
          <a:p>
            <a:r>
              <a:t>CNPJ 35689601000138 · Classes/séries · Não localizado nas cláusulas revisadas; requer documento aplicável · data/raw/35689601000138/1073041_regulamento.pdf | Fundos.NET ID 1073041 | 24/11/2025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35689601000138 · Remuneração · Spread final não localizado nas cláusulas revisadas; requer suplemento ou ato específico · data/raw/35689601000138/1073041_regulamento.pdf | Fundos.NET ID 1073041 | 24/11/2025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35689601000138 · Volume/VNU · Não localizado nas cláusulas revisadas; requer documento aplicável · data/raw/35689601000138/1073041_regulamento.pdf | Fundos.NET ID 1073041 | 24/11/2025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35689601000138 · Ofertas · Não localizado nas cláusulas revisadas; requer documento aplicável · data/raw/35689601000138/1073041_regulamento.pdf | Fundos.NET ID 1073041 | 24/11/2025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2026-10-07T16:30:31-03:00</a:t>
            </a:r>
          </a:p>
          <a:p>
            <a:r>
              <a:t>Ágis: CNPJ 35689601000138</a:t>
            </a:r>
          </a:p>
          <a:p>
            <a:r>
              <a:t>Fontes:</a:t>
            </a:r>
          </a:p>
          <a:p>
            <a:r>
              <a:t>CNPJ 35689601000138 · Carência · Não localizado nas cláusulas revisadas; requer documento aplicável · data/raw/35689601000138/1073041_regulamento.pdf | Fundos.NET ID 1073041 | 24/11/2025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35689601000138 · Juros/amortização · Não localizado nas cláusulas revisadas; requer documento aplicável · data/raw/35689601000138/1073041_regulamento.pdf | Fundos.NET ID 1073041 | 24/11/2025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35689601000138 · Vencimento · Não localizado nas cláusulas revisadas; requer documento aplicável · data/raw/35689601000138/1073041_regulamento.pdf | Fundos.NET ID 1073041 | 24/11/2025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2026-10-07T16:30:31-03:00</a:t>
            </a:r>
          </a:p>
          <a:p>
            <a:r>
              <a:t>Ágis: CNPJ 35689601000138</a:t>
            </a:r>
          </a:p>
          <a:p>
            <a:r>
              <a:t>Fontes:</a:t>
            </a:r>
          </a:p>
          <a:p>
            <a:r>
              <a:t>CNPJ 35689601000138 · Administração · 0,34% PL; mínimo R$ 10,5 mil/mês; base temporal ambígua · data/raw/35689601000138/1073041_regulamento.pdf | Fundos.NET ID 1073041 | 24/11/2025 | regulamento | p. 25-26 · Observação: Cláusula usa taxa mensal e provisiona 1/252; confirmar interpretação anual antes de normalizar.</a:t>
            </a:r>
          </a:p>
          <a:p>
            <a:r>
              <a:t>CNPJ 35689601000138 · Gestão · 0,50% a.a. até R$ 100 mi; 0,45% acima; mínimo R$ 17,5 mil/mês · data/raw/35689601000138/1073041_regulamento.pdf | Fundos.NET ID 1073041 | 24/11/2025 | regulamento | p. 26 · Observação: Regra da versão citada; contratos e séries exigem seus instrumentos próprios.</a:t>
            </a:r>
          </a:p>
          <a:p>
            <a:r>
              <a:t>CNPJ 35689601000138 · Custódia · 0,06% a.a. PL; mínimo R$ 7 mil/mês; lastro pode ser adicional · data/raw/35689601000138/1073041_regulamento.pdf | Fundos.NET ID 1073041 | 24/11/2025 | regulamento | p. 26 · Observação: Regra da versão citada; contratos e séries exigem seus instrumentos próprios.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2026-10-07T16:30:31-03:00</a:t>
            </a:r>
          </a:p>
          <a:p>
            <a:r>
              <a:t>Ágis: CNPJ 35689601000138</a:t>
            </a:r>
          </a:p>
          <a:p>
            <a:r>
              <a:t>Fontes:</a:t>
            </a:r>
          </a:p>
          <a:p>
            <a:r>
              <a:t>CNPJ 35689601000138 · Alocação/subordinação IME · DC/PL e composição de cotas ajudam; validar numerador, denominador e versão contratual · data/raw/35689601000138/1073041_regulamento.pdf | Fundos.NET ID 1073041 | 24/11/2025 · Observação: Proxy metodológica. FIC investe em cotas: não usar DC/PL como substituto da alocação em fundos-alvo. Nenhum saldo observado nesta revisão documental.</a:t>
            </a:r>
          </a:p>
          <a:p>
            <a:r>
              <a:t>CNPJ 35689601000138 · Inadimplência/PDD IME · Over e PDD agregados são alertas; fórmulas contratuais exigem validação · data/raw/35689601000138/1073041_regulamento.pdf | Fundos.NET ID 1073041 | 24/11/2025 · Observação: Não reproduzem médias móveis, coortes, exposição individual, motivo de recompra, chargeback e perdas históricas sem dados adicionais.</a:t>
            </a:r>
          </a:p>
          <a:p>
            <a:r>
              <a:t>CNPJ 35689601000138 · Controles documentais · Elegibilidade, concentração, lastro e eventos exigem controles por contrato · data/raw/35689601000138/1073041_regulamento.pdf | Fundos.NET ID 1073041 | 24/11/2025 · Observação: IME público agregado não certifica devedor/cedente/grupo nem alterações de prestadores e cross default.</a:t>
            </a:r>
          </a:p>
          <a:p>
            <a:r>
              <a:t>CNPJ 35689601000138 · Competência IME · Cache local: 06/2026; selecionar competência para monitorar · .cache/fundonet-ime/32634bb730b581966385d98457453556a55f4fbd71f5638bcb3e5ee1dee23788/manifest.json · Observação: Dado offline do IME; não representa atualização ao vivo nem comprovação dos critérios jurídicos.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Agis (Atlas)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Ágis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Créditos de cedentes dos segmentos agro, indústria, comércio e serviços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Reais, válidos e exigíveis, não vencidos; devedor sem atraso no fundo; documentação completa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Agis (Atlas)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997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Ágis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Proteção patrimonial exclusivamente; contraparte central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Agis (Atlas)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Ágis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Revolvência durante prazo da classe, sujeita à ordem de recursos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Agis (Atlas)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527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Ágis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Spread final não localizado nas cláusulas revisadas; requer suplemento ou ato específico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Agis (Atlas)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Ágis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Agis (Atlas)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Ágis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0,34% PL; mínimo R$ 10,5 mil/mês; base temporal ambígua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0,50% a.a. até R$ 100 mi; 0,45% acima; mínimo R$ 17,5 mil/mês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0,06% a.a. PL; mínimo R$ 7 mil/mês; lastro pode ser adicional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Agis (Atlas)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714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Ágis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composição de cotas ajudam; validar numerador, denominador e versão contratual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 e PDD agregados são alertas; fórmulas contratuais exigem validação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concentração, lastro e eventos exigem controles por contrato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06/2026; selecionar competência 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