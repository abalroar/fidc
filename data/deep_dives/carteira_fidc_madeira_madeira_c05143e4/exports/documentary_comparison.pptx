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Fornecedores MadeiraMadeira I: CNPJ 38658727000133</a:t>
            </a:r>
          </a:p>
          <a:p>
            <a:r>
              <a:t>Fontes:</a:t>
            </a:r>
          </a:p>
          <a:p>
            <a:r>
              <a:t>CNPJ 38658727000133 · Natureza dos recebíveis · Créditos de fornecedores por produtos/serviços, contra a MadeiraMadeira. · Fundos.NET ID 1216296; 05/06/2026; data/raw/38658727000133/1216296_regulamento_cache_integral.txt; regulamento; https://fnet.bmfbovespa.com.br/fnet/publico/exibirDocumento?id=1216296&amp;cvm=true; p.45, art.3º; p.5, definição Devedora · Observação: Regra documental; verificar versão, base e condições antes de monitorar.</a:t>
            </a:r>
          </a:p>
          <a:p>
            <a:r>
              <a:t>CNPJ 38658727000133 · Originador/endossante · Fornecedores cedentes; MadeiraMadeira também intermedeia pagamento do preço. · Fundos.NET ID 1216296; 05/06/2026; data/raw/38658727000133/1216296_regulamento_cache_integral.txt; regulamento; https://fnet.bmfbovespa.com.br/fnet/publico/exibirDocumento?id=1216296&amp;cvm=true; pp.5,8, definições · Observação: Regra documental; verificar versão, base e condições antes de monitorar.</a:t>
            </a:r>
          </a:p>
          <a:p>
            <a:r>
              <a:t>CNPJ 38658727000133 · Devedor · MadeiraMadeira Comércio Eletrônico S.A. · Fundos.NET ID 1216296; 05/06/2026; data/raw/38658727000133/1216296_regulamento_cache_integral.txt; regulamento; https://fnet.bmfbovespa.com.br/fnet/publico/exibirDocumento?id=1216296&amp;cvm=true; p.5, definição Devedora · Observação: Regra documental; verificar versão, base e condições antes de monitorar.</a:t>
            </a:r>
          </a:p>
          <a:p>
            <a:r>
              <a:t>CNPJ 38658727000133 · Garantia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Elegibilidade · Pagamento de contratos comerciais, em reais, não vencidos na cessão. · Fundos.NET ID 1216296; 05/06/2026; data/raw/38658727000133/1216296_regulamento_cache_integral.txt; regulamento; https://fnet.bmfbovespa.com.br/fnet/publico/exibirDocumento?id=1216296&amp;cvm=true; p.52, art.16º · Observação: Regra documental; verificar versão, base e condições antes de monitorar.</a:t>
            </a:r>
          </a:p>
          <a:p>
            <a:r>
              <a:t>CNPJ 38658727000133 · Concentração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Fornecedores MadeiraMadeira I: CNPJ 38658727000133</a:t>
            </a:r>
          </a:p>
          <a:p>
            <a:r>
              <a:t>Fontes:</a:t>
            </a:r>
          </a:p>
          <a:p>
            <a:r>
              <a:t>CNPJ 38658727000133 · Subordinação mínima · PL/saldo sênior ≥136,36%; equivale aproximadamente a 26,67% subordinadas/PL. · Fundos.NET ID 1216296; 05/06/2026; data/raw/38658727000133/1216296_regulamento_cache_integral.txt; regulamento; https://fnet.bmfbovespa.com.br/fnet/publico/exibirDocumento?id=1216296&amp;cvm=true; p.8, definição; p.62, art.33º · Observação: Regra documental; verificar versão, base e condições antes de monitorar.</a:t>
            </a:r>
          </a:p>
          <a:p>
            <a:r>
              <a:t>CNPJ 38658727000133 · Gatilhos de avaliação/liquidação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Reserva de caixa · 3 meses de despesas e encargos estimados. · Fundos.NET ID 1216296; 05/06/2026; data/raw/38658727000133/1216296_regulamento_cache_integral.txt; regulamento; https://fnet.bmfbovespa.com.br/fnet/publico/exibirDocumento?id=1216296&amp;cvm=true; p.61, art.32º · Observação: Regra documental; verificar versão, base e condições antes de monitorar.</a:t>
            </a:r>
          </a:p>
          <a:p>
            <a:r>
              <a:t>CNPJ 38658727000133 · Derivativos/hedge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PDD · Renegociação por atraso mantém datas/condições originais para provisões. · Fundos.NET ID 1216296; 05/06/2026; data/raw/38658727000133/1216296_regulamento_cache_integral.txt; regulamento; https://fnet.bmfbovespa.com.br/fnet/publico/exibirDocumento?id=1216296&amp;cvm=true; p.46, art.3º, §6º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Fornecedores MadeiraMadeira I: CNPJ 38658727000133</a:t>
            </a:r>
          </a:p>
          <a:p>
            <a:r>
              <a:t>Fontes:</a:t>
            </a:r>
          </a:p>
          <a:p>
            <a:r>
              <a:t>CNPJ 38658727000133 · Alocação mínima · 67%/PL em DC, conforme prazo de enquadramento. · Fundos.NET ID 1216296; 05/06/2026; data/raw/38658727000133/1216296_regulamento_cache_integral.txt; regulamento; https://fnet.bmfbovespa.com.br/fnet/publico/exibirDocumento?id=1216296&amp;cvm=true; p.2, definição; pp.46–47, art.4º · Observação: Regra documental; verificar versão, base e condições antes de monitorar.</a:t>
            </a:r>
          </a:p>
          <a:p>
            <a:r>
              <a:t>CNPJ 38658727000133 · Pool/revolvência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Duração/público-alvo · Fechada, prazo indeterminado; investidores qualificados; responsabilidade ilimitada. · Fundos.NET ID 1216296; 05/06/2026; data/raw/38658727000133/1216296_regulamento_cache_integral.txt; regulamento; https://fnet.bmfbovespa.com.br/fnet/publico/exibirDocumento?id=1216296&amp;cvm=true; p.44, art.1º · Observação: Regra documental; verificar versão, base e condições antes de monitorar.</a:t>
            </a:r>
          </a:p>
          <a:p>
            <a:r>
              <a:t>CNPJ 38658727000133 · Cessão/recompra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Coobrigação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Waterfall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Fornecedores MadeiraMadeira I: CNPJ 38658727000133</a:t>
            </a:r>
          </a:p>
          <a:p>
            <a:r>
              <a:t>Fontes:</a:t>
            </a:r>
          </a:p>
          <a:p>
            <a:r>
              <a:t>CNPJ 38658727000133 · Classes/séries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Remuneração · Spread final não localizado nesta revisão; conferir suplemento preenchido. · Fundos.NET ID 1216296; 05/06/2026; data/raw/38658727000133/1216296_regulamento_cache_integral.txt; regulamento; https://fnet.bmfbovespa.com.br/fnet/publico/exibirDocumento?id=1216296&amp;cvm=true; escopo e condições da revisão · Observação: Taxas de prestadores não representam remuneração das cotas.</a:t>
            </a:r>
          </a:p>
          <a:p>
            <a:r>
              <a:t>CNPJ 38658727000133 · Volume/VNU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Ofertas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Fornecedores MadeiraMadeira I: CNPJ 38658727000133</a:t>
            </a:r>
          </a:p>
          <a:p>
            <a:r>
              <a:t>Fontes:</a:t>
            </a:r>
          </a:p>
          <a:p>
            <a:r>
              <a:t>CNPJ 38658727000133 · Carência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  <a:p>
            <a:r>
              <a:t>CNPJ 38658727000133 · Juros/amortização · Cronograma fechado não identificado nesta revisão; conferir série/suplemento. · Fundos.NET ID 1216296; 05/06/2026; data/raw/38658727000133/1216296_regulamento_cache_integral.txt; regulamento; https://fnet.bmfbovespa.com.br/fnet/publico/exibirDocumento?id=1216296&amp;cvm=true; escopo e condições da revisão · Observação: Data do regulamento não equivale a data de integralização.</a:t>
            </a:r>
          </a:p>
          <a:p>
            <a:r>
              <a:t>CNPJ 38658727000133 · Vencimento · Não confirmado na revisão dirigida; conferir documento ou cláusula específica. · Fundos.NET ID 1216296; 05/06/2026; data/raw/38658727000133/1216296_regulamento_cache_integral.txt; regulamento; https://fnet.bmfbovespa.com.br/fnet/publico/exibirDocumento?id=1216296&amp;cvm=true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Fornecedores MadeiraMadeira I: CNPJ 38658727000133</a:t>
            </a:r>
          </a:p>
          <a:p>
            <a:r>
              <a:t>Fontes:</a:t>
            </a:r>
          </a:p>
          <a:p>
            <a:r>
              <a:t>CNPJ 38658727000133 · Administração · 0,10% a.a./PL; mínimo R$ 13 mil/mês, IPCA. · Fundos.NET ID 1216296; 05/06/2026; data/raw/38658727000133/1216296_regulamento_cache_integral.txt; regulamento; https://fnet.bmfbovespa.com.br/fnet/publico/exibirDocumento?id=1216296&amp;cvm=true; p.75, art.58º(i) · Observação: Regra documental; verificar versão, base e condições antes de monitorar.</a:t>
            </a:r>
          </a:p>
          <a:p>
            <a:r>
              <a:t>CNPJ 38658727000133 · Gestão · 0,30% a.a./PL; mínimo R$ 25 mil/mês; sem performance. · Fundos.NET ID 1216296; 05/06/2026; data/raw/38658727000133/1216296_regulamento_cache_integral.txt; regulamento; https://fnet.bmfbovespa.com.br/fnet/publico/exibirDocumento?id=1216296&amp;cvm=true; p.75, arts.59º–60º · Observação: Regra documental; verificar versão, base e condições antes de monitorar.</a:t>
            </a:r>
          </a:p>
          <a:p>
            <a:r>
              <a:t>CNPJ 38658727000133 · Custódia · 0,015% a.a./PL; mínimo R$ 2 mil/mês, IPCA. · Fundos.NET ID 1216296; 05/06/2026; data/raw/38658727000133/1216296_regulamento_cache_integral.txt; regulamento; https://fnet.bmfbovespa.com.br/fnet/publico/exibirDocumento?id=1216296&amp;cvm=true; p.75, art.58º(ii)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Fornecedores MadeiraMadeira I: CNPJ 38658727000133</a:t>
            </a:r>
          </a:p>
          <a:p>
            <a:r>
              <a:t>Fontes:</a:t>
            </a:r>
          </a:p>
          <a:p>
            <a:r>
              <a:t>CNPJ 38658727000133 · Alocação/subordinação IME · DC/PL e cotas por categoria/PL; validar regra e denominador. · Fundos.NET ID 1216296; 05/06/2026; data/raw/38658727000133/1216296_regulamento_cache_integral.txt; regulamento; https://fnet.bmfbovespa.com.br/fnet/publico/exibirDocumento?id=1216296&amp;cvm=true; escopo e condições da revisão · Observação: Proxy agregado; não comprova enquadramento diário nem prioridade por série.</a:t>
            </a:r>
          </a:p>
          <a:p>
            <a:r>
              <a:t>CNPJ 38658727000133 · Inadimplência/PDD IME · Aging e PDD/crédito agregados; conciliar índice contratual. · Fundos.NET ID 1216296; 05/06/2026; data/raw/38658727000133/1216296_regulamento_cache_integral.txt; regulamento; https://fnet.bmfbovespa.com.br/fnet/publico/exibirDocumento?id=1216296&amp;cvm=true; escopo e condições da revisão · Observação: Proxy parcial; vintage, efeito vagão e defasagem não reproduzidos automaticamente.</a:t>
            </a:r>
          </a:p>
          <a:p>
            <a:r>
              <a:t>CNPJ 38658727000133 · Controles documentais · Lastro, elegibilidade, concentração individual e prestadores exigem documentos. · Fundos.NET ID 1216296; 05/06/2026; data/raw/38658727000133/1216296_regulamento_cache_integral.txt; regulamento; https://fnet.bmfbovespa.com.br/fnet/publico/exibirDocumento?id=1216296&amp;cvm=true; escopo e condições da revisão · Observação: IME público sem granularidade individual; não usar como prova de conformidade.</a:t>
            </a:r>
          </a:p>
          <a:p>
            <a:r>
              <a:t>CNPJ 38658727000133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Madeira Madeira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Fornecedores MadeiraMadeira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 fornecedores por produtos/serviços, contra a MadeiraMadeira.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Fornecedores cedentes; MadeiraMadeira também intermedeia pagamento do preço.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MadeiraMadeira Comércio Eletrônico S.A.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de contratos comerciais, em reais, não vencidos na cessão.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Madeira Madeira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Fornecedores MadeiraMadeira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PL/saldo sênior ≥136,36%; equivale aproximadamente a 26,67% subordinadas/PL.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e encargos estimados.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por atraso mantém datas/condições originais para provisões.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Madeira Madeira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Fornecedores MadeiraMadeira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DC, conforme prazo de enquadramento.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Fechada, prazo indeterminado; investidores qualificados; responsabilidade ilimitada.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Madeira Madeira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Fornecedores MadeiraMadeira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nesta revisão; conferir suplemento preenchido.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Madeira Madeira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Fornecedores MadeiraMadeira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 nesta revisão; conferir série/suplemento.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Madeira Madeira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Fornecedores MadeiraMadeira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a.a./PL; mínimo R$ 13 mil/mês,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0,30% a.a./PL; mínimo R$ 25 mil/mês; sem performance.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0,015% a.a./PL; mínimo R$ 2 mil/mês,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Madeira Madeira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Fornecedores MadeiraMadeira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categoria/PL; validar regra e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