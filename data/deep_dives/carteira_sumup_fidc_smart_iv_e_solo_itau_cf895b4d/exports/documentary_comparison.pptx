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SMART IV: CNPJ 62626887000185</a:t>
            </a:r>
          </a:p>
          <a:p>
            <a:r>
              <a:t>Fontes:</a:t>
            </a:r>
          </a:p>
          <a:p>
            <a:r>
              <a:t>CNPJ 45598747000121 · Natureza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Natureza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Originador/endossante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Originador/endossante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Devedor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Devedor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Garantia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Garantia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Concentração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Prazo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Prazo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Ativos vedados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Ativos vedados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SMART IV: CNPJ 62626887000185</a:t>
            </a:r>
          </a:p>
          <a:p>
            <a:r>
              <a:t>Fontes: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SMART IV: CNPJ 62626887000185</a:t>
            </a:r>
          </a:p>
          <a:p>
            <a:r>
              <a:t>Fontes:</a:t>
            </a:r>
          </a:p>
          <a:p>
            <a:r>
              <a:t>CNPJ 45598747000121 · Alocação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Alocação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Pool/revolvência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Pool/revolvência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Duração/público-alvo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Duração/público-alvo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Cessão/recompra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Cessão/recompra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Coobrigação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Coobrigação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Waterfall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Waterfall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Prestadores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Prestadores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SMART IV: CNPJ 62626887000185</a:t>
            </a:r>
          </a:p>
          <a:p>
            <a:r>
              <a:t>Fontes:</a:t>
            </a:r>
          </a:p>
          <a:p>
            <a:r>
              <a:t>CNPJ 45598747000121 · Classes/séries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Classes/séries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Remuneração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Volume/VNU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Volume/VNU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Ofertas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Ofertas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sênior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Remuneração sênior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Remuneração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subordinada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Remuneração subordinada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 / quantidade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Volume / quantidade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VNU / preço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VNU / preço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SMART IV: CNPJ 62626887000185</a:t>
            </a:r>
          </a:p>
          <a:p>
            <a:r>
              <a:t>Fontes:</a:t>
            </a:r>
          </a:p>
          <a:p>
            <a:r>
              <a:t>CNPJ 45598747000121 · Carência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Carência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Juros/amortização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Juros/amortização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Vencimento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Vencimento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Juros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Juros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Amortização programada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Amortização programada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Amortização extraordinária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Amortização extraordinária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SMART IV: CNPJ 62626887000185</a:t>
            </a:r>
          </a:p>
          <a:p>
            <a:r>
              <a:t>Fontes:</a:t>
            </a:r>
          </a:p>
          <a:p>
            <a:r>
              <a:t>CNPJ 45598747000121 · Administração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Administração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Gestão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Gestão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Custódia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Custódia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Reajuste / base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Reajuste / base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SMART IV: CNPJ 62626887000185</a:t>
            </a:r>
          </a:p>
          <a:p>
            <a:r>
              <a:t>Fontes:</a:t>
            </a:r>
          </a:p>
          <a:p>
            <a:r>
              <a:t>CNPJ 45598747000121 · Alocação/subordinação IME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Alocação/subordinação IME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Inadimplência/PDD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Inadimplência/PDD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Controles documentais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Controles documentais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Competência IME · Cache local: 06/2026; selecionar competência para monitorar · .cache/fundonet-ime/515ee8393a35855dd0afbec2f255c4e303ff92cdf606f6b59b9d23f5ec53f218/manifest.json · Observação: Dado offline do IME; não representa atualização ao vivo nem comprovação dos critérios jurídicos.</a:t>
            </a:r>
          </a:p>
          <a:p>
            <a:r>
              <a:t>CNPJ 62626887000185 · Competência IME · Cache local: 06/2026; selecionar competência para monitorar · .cache/fundonet-ime/b6e526e7042b7b9ecd3c16c6f1afd1ff444561af8f7d4596a506e15da1535082/manifest.json · Observação: Dado offline do IME; não representa atualização ao vivo nem comprovação dos critérios jurídicos.</a:t>
            </a:r>
          </a:p>
          <a:p>
            <a:r>
              <a:t>CNPJ 45598747000121 · Alocação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Alocação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Subordinação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/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Concentração /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Reservas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Chargeback / 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62626887000185 · Chargeback / 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(FIDC Smart IV e Solo - Itaú)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660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(FIDC Smart IV e Solo - Itaú)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5067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acessível;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acessível;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 específico de PDD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localizado; usar PDD/crédito como indicador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 específico de PDD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localizado; usar PDD/crédito como indicador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Eventos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Liquidação antecipada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despesas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(FIDC Smart IV e Solo - Itaú)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(FIDC Smart IV e Solo - Itaú)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131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acessível;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acessível;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 / quantidade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VNU / preço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(FIDC Smart IV e Solo - Itaú)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acessível;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acessível;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 programada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(FIDC Smart IV e Solo - Itaú)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Reajuste / base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(FIDC Smart IV e Solo - Itaú)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5067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acessível;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acessível;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 competência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 competência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Chargeback / 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