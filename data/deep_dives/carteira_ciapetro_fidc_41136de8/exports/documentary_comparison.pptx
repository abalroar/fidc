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2026-10-07T16:29:59-03:00</a:t>
            </a:r>
          </a:p>
          <a:p>
            <a:r>
              <a:t>MF Group (Ciapetro no cadastro): CNPJ 47424724000126</a:t>
            </a:r>
          </a:p>
          <a:p>
            <a:r>
              <a:t>Fontes:</a:t>
            </a:r>
          </a:p>
          <a:p>
            <a:r>
              <a:t>CNPJ 47424724000126 · Natureza dos recebíveis · Títulos de agro, indústria e comércio; não padronizados e não performados vedados. · Fundos.NET ID 917703; 05/06/2025; data/raw/47424724000126/917703_regulamento_cache_integral.txt; regulamento; https://fnet.bmfbovespa.com.br/fnet/publico/exibirDocumento?id=917703&amp;cvm=true; p.28, 7.1 · Observação: Regra documental; verificar versão, base e condições antes de monitorar.</a:t>
            </a:r>
          </a:p>
          <a:p>
            <a:r>
              <a:t>CNPJ 47424724000126 · Originador/endossante · Não confirmado na revisão dirigida; conferir documento ou cláusula específica. · Fundos.NET ID 917703; 05/06/2025; data/raw/47424724000126/917703_regulamento_cache_integral.txt; regulamento; https://fnet.bmfbovespa.com.br/fnet/publico/exibirDocumento?id=917703&amp;cvm=true · Observação: Lacuna desta revisão; não implica inexistência da regra no regulamento.</a:t>
            </a:r>
          </a:p>
          <a:p>
            <a:r>
              <a:t>CNPJ 47424724000126 · Devedor · Não confirmado na revisão dirigida; conferir documento ou cláusula específica. · Fundos.NET ID 917703; 05/06/2025; data/raw/47424724000126/917703_regulamento_cache_integral.txt; regulamento; https://fnet.bmfbovespa.com.br/fnet/publico/exibirDocumento?id=917703&amp;cvm=true · Observação: Lacuna desta revisão; não implica inexistência da regra no regulamento.</a:t>
            </a:r>
          </a:p>
          <a:p>
            <a:r>
              <a:t>CNPJ 47424724000126 · Garantia · Não confirmado na revisão dirigida; conferir documento ou cláusula específica. · Fundos.NET ID 917703; 05/06/2025; data/raw/47424724000126/917703_regulamento_cache_integral.txt; regulamento; https://fnet.bmfbovespa.com.br/fnet/publico/exibirDocumento?id=917703&amp;cvm=true · Observação: Lacuna desta revisão; não implica inexistência da regra no regulamento.</a:t>
            </a:r>
          </a:p>
          <a:p>
            <a:r>
              <a:t>CNPJ 47424724000126 · Elegibilidade · Adimplentes; devedor sem atraso no fundo; lastro; vencimento mínimo 2 DU. · Fundos.NET ID 917703; 05/06/2025; data/raw/47424724000126/917703_regulamento_cache_integral.txt; regulamento; https://fnet.bmfbovespa.com.br/fnet/publico/exibirDocumento?id=917703&amp;cvm=true; p.29, 8.1 · Observação: Regra documental; verificar versão, base e condições antes de monitorar.</a:t>
            </a:r>
          </a:p>
          <a:p>
            <a:r>
              <a:t>CNPJ 47424724000126 · Concentração · Não confirmado na revisão dirigida; conferir documento ou cláusula específica. · Fundos.NET ID 917703; 05/06/2025; data/raw/47424724000126/917703_regulamento_cache_integral.txt; regulamento; https://fnet.bmfbovespa.com.br/fnet/publico/exibirDocumento?id=917703&amp;cvm=true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2026-10-07T16:29:59-03:00</a:t>
            </a:r>
          </a:p>
          <a:p>
            <a:r>
              <a:t>MF Group (Ciapetro no cadastro): CNPJ 47424724000126</a:t>
            </a:r>
          </a:p>
          <a:p>
            <a:r>
              <a:t>Fontes:</a:t>
            </a:r>
          </a:p>
          <a:p>
            <a:r>
              <a:t>CNPJ 47424724000126 · Subordinação mínima · Não confirmado na revisão dirigida; conferir documento ou cláusula específica. · Fundos.NET ID 917703; 05/06/2025; data/raw/47424724000126/917703_regulamento_cache_integral.txt; regulamento; https://fnet.bmfbovespa.com.br/fnet/publico/exibirDocumento?id=917703&amp;cvm=true · Observação: Lacuna desta revisão; não implica inexistência da regra no regulamento.</a:t>
            </a:r>
          </a:p>
          <a:p>
            <a:r>
              <a:t>CNPJ 47424724000126 · Gatilhos de avaliação/liquidação · Não confirmado na revisão dirigida; conferir documento ou cláusula específica. · Fundos.NET ID 917703; 05/06/2025; data/raw/47424724000126/917703_regulamento_cache_integral.txt; regulamento; https://fnet.bmfbovespa.com.br/fnet/publico/exibirDocumento?id=917703&amp;cvm=true · Observação: Lacuna desta revisão; não implica inexistência da regra no regulamento.</a:t>
            </a:r>
          </a:p>
          <a:p>
            <a:r>
              <a:t>CNPJ 47424724000126 · Reserva de caixa · Não confirmado na revisão dirigida; conferir documento ou cláusula específica. · Fundos.NET ID 917703; 05/06/2025; data/raw/47424724000126/917703_regulamento_cache_integral.txt; regulamento; https://fnet.bmfbovespa.com.br/fnet/publico/exibirDocumento?id=917703&amp;cvm=true · Observação: Lacuna desta revisão; não implica inexistência da regra no regulamento.</a:t>
            </a:r>
          </a:p>
          <a:p>
            <a:r>
              <a:t>CNPJ 47424724000126 · Derivativos/hedge · Somente proteção patrimonial com contraparte central. · Fundos.NET ID 917703; 05/06/2025; data/raw/47424724000126/917703_regulamento_cache_integral.txt; regulamento; https://fnet.bmfbovespa.com.br/fnet/publico/exibirDocumento?id=917703&amp;cvm=true; p.26, 6.4 · Observação: Regra documental; verificar versão, base e condições antes de monitorar.</a:t>
            </a:r>
          </a:p>
          <a:p>
            <a:r>
              <a:t>CNPJ 47424724000126 · PDD · Não confirmado na revisão dirigida; conferir documento ou cláusula específica. · Fundos.NET ID 917703; 05/06/2025; data/raw/47424724000126/917703_regulamento_cache_integral.txt; regulamento; https://fnet.bmfbovespa.com.br/fnet/publico/exibirDocumento?id=917703&amp;cvm=true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2026-10-07T16:29:59-03:00</a:t>
            </a:r>
          </a:p>
          <a:p>
            <a:r>
              <a:t>MF Group (Ciapetro no cadastro): CNPJ 47424724000126</a:t>
            </a:r>
          </a:p>
          <a:p>
            <a:r>
              <a:t>Fontes:</a:t>
            </a:r>
          </a:p>
          <a:p>
            <a:r>
              <a:t>CNPJ 47424724000126 · Alocação mínima · 67%/PL em DC após 180 dias do início. · Fundos.NET ID 917703; 05/06/2025; data/raw/47424724000126/917703_regulamento_cache_integral.txt; regulamento; https://fnet.bmfbovespa.com.br/fnet/publico/exibirDocumento?id=917703&amp;cvm=true; p.1, definição; p.26, 6.2 · Observação: Regra documental; verificar versão, base e condições antes de monitorar.</a:t>
            </a:r>
          </a:p>
          <a:p>
            <a:r>
              <a:t>CNPJ 47424724000126 · Pool/revolvência · Não confirmado na revisão dirigida; conferir documento ou cláusula específica. · Fundos.NET ID 917703; 05/06/2025; data/raw/47424724000126/917703_regulamento_cache_integral.txt; regulamento; https://fnet.bmfbovespa.com.br/fnet/publico/exibirDocumento?id=917703&amp;cvm=true · Observação: Lacuna desta revisão; não implica inexistência da regra no regulamento.</a:t>
            </a:r>
          </a:p>
          <a:p>
            <a:r>
              <a:t>CNPJ 47424724000126 · Duração/público-alvo · Não confirmado na revisão dirigida; conferir documento ou cláusula específica. · Fundos.NET ID 917703; 05/06/2025; data/raw/47424724000126/917703_regulamento_cache_integral.txt; regulamento; https://fnet.bmfbovespa.com.br/fnet/publico/exibirDocumento?id=917703&amp;cvm=true · Observação: Lacuna desta revisão; não implica inexistência da regra no regulamento.</a:t>
            </a:r>
          </a:p>
          <a:p>
            <a:r>
              <a:t>CNPJ 47424724000126 · Cessão/recompra · Não confirmado na revisão dirigida; conferir documento ou cláusula específica. · Fundos.NET ID 917703; 05/06/2025; data/raw/47424724000126/917703_regulamento_cache_integral.txt; regulamento; https://fnet.bmfbovespa.com.br/fnet/publico/exibirDocumento?id=917703&amp;cvm=true · Observação: Lacuna desta revisão; não implica inexistência da regra no regulamento.</a:t>
            </a:r>
          </a:p>
          <a:p>
            <a:r>
              <a:t>CNPJ 47424724000126 · Coobrigação · Não confirmado na revisão dirigida; conferir documento ou cláusula específica. · Fundos.NET ID 917703; 05/06/2025; data/raw/47424724000126/917703_regulamento_cache_integral.txt; regulamento; https://fnet.bmfbovespa.com.br/fnet/publico/exibirDocumento?id=917703&amp;cvm=true · Observação: Lacuna desta revisão; não implica inexistência da regra no regulamento.</a:t>
            </a:r>
          </a:p>
          <a:p>
            <a:r>
              <a:t>CNPJ 47424724000126 · Waterfall · Não confirmado na revisão dirigida; conferir documento ou cláusula específica. · Fundos.NET ID 917703; 05/06/2025; data/raw/47424724000126/917703_regulamento_cache_integral.txt; regulamento; https://fnet.bmfbovespa.com.br/fnet/publico/exibirDocumento?id=917703&amp;cvm=true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2026-10-07T16:29:59-03:00</a:t>
            </a:r>
          </a:p>
          <a:p>
            <a:r>
              <a:t>MF Group (Ciapetro no cadastro): CNPJ 47424724000126</a:t>
            </a:r>
          </a:p>
          <a:p>
            <a:r>
              <a:t>Fontes:</a:t>
            </a:r>
          </a:p>
          <a:p>
            <a:r>
              <a:t>CNPJ 47424724000126 · Classes/séries · Não confirmado na revisão dirigida; conferir documento ou cláusula específica. · Fundos.NET ID 917703; 05/06/2025; data/raw/47424724000126/917703_regulamento_cache_integral.txt; regulamento; https://fnet.bmfbovespa.com.br/fnet/publico/exibirDocumento?id=917703&amp;cvm=true · Observação: Lacuna desta revisão; não implica inexistência da regra no regulamento.</a:t>
            </a:r>
          </a:p>
          <a:p>
            <a:r>
              <a:t>CNPJ 47424724000126 · Remuneração · Spread final não localizado nesta revisão; conferir suplemento preenchido. · Fundos.NET ID 917703; 05/06/2025; data/raw/47424724000126/917703_regulamento_cache_integral.txt; regulamento; https://fnet.bmfbovespa.com.br/fnet/publico/exibirDocumento?id=917703&amp;cvm=true; escopo e condições da revisão · Observação: Taxas de prestadores não representam remuneração das cotas.</a:t>
            </a:r>
          </a:p>
          <a:p>
            <a:r>
              <a:t>CNPJ 47424724000126 · Volume/VNU · Não confirmado na revisão dirigida; conferir documento ou cláusula específica. · Fundos.NET ID 917703; 05/06/2025; data/raw/47424724000126/917703_regulamento_cache_integral.txt; regulamento; https://fnet.bmfbovespa.com.br/fnet/publico/exibirDocumento?id=917703&amp;cvm=true · Observação: Lacuna desta revisão; não implica inexistência da regra no regulamento.</a:t>
            </a:r>
          </a:p>
          <a:p>
            <a:r>
              <a:t>CNPJ 47424724000126 · Ofertas · Não confirmado na revisão dirigida; conferir documento ou cláusula específica. · Fundos.NET ID 917703; 05/06/2025; data/raw/47424724000126/917703_regulamento_cache_integral.txt; regulamento; https://fnet.bmfbovespa.com.br/fnet/publico/exibirDocumento?id=917703&amp;cvm=true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2026-10-07T16:29:59-03:00</a:t>
            </a:r>
          </a:p>
          <a:p>
            <a:r>
              <a:t>MF Group (Ciapetro no cadastro): CNPJ 47424724000126</a:t>
            </a:r>
          </a:p>
          <a:p>
            <a:r>
              <a:t>Fontes:</a:t>
            </a:r>
          </a:p>
          <a:p>
            <a:r>
              <a:t>CNPJ 47424724000126 · Carência · Não confirmado na revisão dirigida; conferir documento ou cláusula específica. · Fundos.NET ID 917703; 05/06/2025; data/raw/47424724000126/917703_regulamento_cache_integral.txt; regulamento; https://fnet.bmfbovespa.com.br/fnet/publico/exibirDocumento?id=917703&amp;cvm=true · Observação: Lacuna desta revisão; não implica inexistência da regra no regulamento.</a:t>
            </a:r>
          </a:p>
          <a:p>
            <a:r>
              <a:t>CNPJ 47424724000126 · Juros/amortização · Cronograma fechado não identificado nesta revisão; conferir série/suplemento. · Fundos.NET ID 917703; 05/06/2025; data/raw/47424724000126/917703_regulamento_cache_integral.txt; regulamento; https://fnet.bmfbovespa.com.br/fnet/publico/exibirDocumento?id=917703&amp;cvm=true; escopo e condições da revisão · Observação: Data do regulamento não equivale a data de integralização.</a:t>
            </a:r>
          </a:p>
          <a:p>
            <a:r>
              <a:t>CNPJ 47424724000126 · Vencimento · Não confirmado na revisão dirigida; conferir documento ou cláusula específica. · Fundos.NET ID 917703; 05/06/2025; data/raw/47424724000126/917703_regulamento_cache_integral.txt; regulamento; https://fnet.bmfbovespa.com.br/fnet/publico/exibirDocumento?id=917703&amp;cvm=true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2026-10-07T16:29:59-03:00</a:t>
            </a:r>
          </a:p>
          <a:p>
            <a:r>
              <a:t>MF Group (Ciapetro no cadastro): CNPJ 47424724000126</a:t>
            </a:r>
          </a:p>
          <a:p>
            <a:r>
              <a:t>Fontes:</a:t>
            </a:r>
          </a:p>
          <a:p>
            <a:r>
              <a:t>CNPJ 47424724000126 · Administração · Percentual 0,04%/PL; mínimo R$ 13 mil/mês, IGP-M; periodicidade da taxa exige validação. · Fundos.NET ID 917703; 05/06/2025; data/raw/47424724000126/917703_regulamento_cache_integral.txt; regulamento; https://fnet.bmfbovespa.com.br/fnet/publico/exibirDocumento?id=917703&amp;cvm=true; p.24, 5.1 · Observação: Regra documental; verificar versão, base e condições antes de monitorar.</a:t>
            </a:r>
          </a:p>
          <a:p>
            <a:r>
              <a:t>CNPJ 47424724000126 · Gestão · Percentual 0,21%/PL; mínimo R$ 7 mil/mês, IGP-M; periodicidade da taxa exige validação. · Fundos.NET ID 917703; 05/06/2025; data/raw/47424724000126/917703_regulamento_cache_integral.txt; regulamento; https://fnet.bmfbovespa.com.br/fnet/publico/exibirDocumento?id=917703&amp;cvm=true; pp.24–25, 5.2 · Observação: Regra documental; verificar versão, base e condições antes de monitorar.</a:t>
            </a:r>
          </a:p>
          <a:p>
            <a:r>
              <a:t>CNPJ 47424724000126 · Custódia · 0,06% a.a./PL; mínimo R$ 7 mil/mês, IGP-M; inclui escrituração/controladoria. · Fundos.NET ID 917703; 05/06/2025; data/raw/47424724000126/917703_regulamento_cache_integral.txt; regulamento; https://fnet.bmfbovespa.com.br/fnet/publico/exibirDocumento?id=917703&amp;cvm=true; p.25, 5.3 · Observação: Regra documental; verificar versão, base e condições antes de monitorar.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2026-10-07T16:29:59-03:00</a:t>
            </a:r>
          </a:p>
          <a:p>
            <a:r>
              <a:t>MF Group (Ciapetro no cadastro): CNPJ 47424724000126</a:t>
            </a:r>
          </a:p>
          <a:p>
            <a:r>
              <a:t>Fontes:</a:t>
            </a:r>
          </a:p>
          <a:p>
            <a:r>
              <a:t>CNPJ 47424724000126 · Alocação/subordinação IME · DC/PL e cotas por categoria/PL; validar regra e denominador. · Fundos.NET ID 917703; 05/06/2025; data/raw/47424724000126/917703_regulamento_cache_integral.txt; regulamento; https://fnet.bmfbovespa.com.br/fnet/publico/exibirDocumento?id=917703&amp;cvm=true; escopo e condições da revisão · Observação: Proxy agregado; não comprova enquadramento diário nem prioridade por série.</a:t>
            </a:r>
          </a:p>
          <a:p>
            <a:r>
              <a:t>CNPJ 47424724000126 · Inadimplência/PDD IME · Aging e PDD/crédito agregados; conciliar índice contratual. · Fundos.NET ID 917703; 05/06/2025; data/raw/47424724000126/917703_regulamento_cache_integral.txt; regulamento; https://fnet.bmfbovespa.com.br/fnet/publico/exibirDocumento?id=917703&amp;cvm=true; escopo e condições da revisão · Observação: Proxy parcial; vintage, efeito vagão e defasagem não reproduzidos automaticamente.</a:t>
            </a:r>
          </a:p>
          <a:p>
            <a:r>
              <a:t>CNPJ 47424724000126 · Controles documentais · Lastro, elegibilidade, concentração individual e prestadores exigem documentos. · Fundos.NET ID 917703; 05/06/2025; data/raw/47424724000126/917703_regulamento_cache_integral.txt; regulamento; https://fnet.bmfbovespa.com.br/fnet/publico/exibirDocumento?id=917703&amp;cvm=true; escopo e condições da revisão · Observação: IME público sem granularidade individual; não usar como prova de conformidade.</a:t>
            </a:r>
          </a:p>
          <a:p>
            <a:r>
              <a:t>CNPJ 47424724000126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Ciapetro FIDC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MF Group (Ciapetro no cadastro)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Títulos de agro, indústria e comércio; não padronizados e não performados vedados.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Adimplentes; devedor sem atraso no fundo; lastro; vencimento mínimo 2 DU.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Ciapetro FIDC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MF Group (Ciapetro no cadastro)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Somente proteção patrimonial com contraparte central.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Ciapetro FIDC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MF Group (Ciapetro no cadastro)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67%/PL em DC após 180 dias do início.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Ciapetro FIDC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MF Group (Ciapetro no cadastro)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Spread final não localizado nesta revisão; conferir suplemento preenchido.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Ciapetro FIDC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MF Group (Ciapetro no cadastro)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Cronograma fechado não identificado nesta revisão; conferir série/suplemento.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 na revisão dirigida; conferir documento ou cláusula específica.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Ciapetro FIDC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MF Group (Ciapetro no cadastro)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Percentual 0,04%/PL; mínimo R$ 13 mil/mês, IGP-M; periodicidade da taxa exige validação.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Percentual 0,21%/PL; mínimo R$ 7 mil/mês, IGP-M; periodicidade da taxa exige validação.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0,06% a.a./PL; mínimo R$ 7 mil/mês, IGP-M; inclui escrituração/controladoria.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Ciapetro FIDC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MF Group (Ciapetro no cadastro)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por categoria/PL; validar regra e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PDD/crédito agregados; conciliar índice 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Lastro, elegibilidade, concentração individual e prestadores exigem documentos.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