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Natureza dos recebíveis · Duplicatas; cartões sob aprovação/homologação; créditos adicionais sujeitos a excesso de cobertura. · Fundos.NET ID 1240668; 24/02/2026; data/raw/58288437000152/1240668_regulamento_cache_integral.txt; regulamento; https://fnet.bmfbovespa.com.br/fnet/publico/exibirDocumento?id=1240668&amp;cvm=true; p.5, 3.1 · Observação: Regra conforme versão citada; verificar condições e denominadores.</a:t>
            </a:r>
          </a:p>
          <a:p>
            <a:r>
              <a:t>CNPJ 58288437000152 · Originador/endossante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Devedor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Garantia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Elegibilidade · Prazo médio e individual ≤180 dias; taxa de cessão ≥DI + benchmark ponderado. · Fundos.NET ID 1240668; 24/02/2026; data/raw/58288437000152/1240668_regulamento_cache_integral.txt; regulamento; https://fnet.bmfbovespa.com.br/fnet/publico/exibirDocumento?id=1240668&amp;cvm=true; pp.9–10, 3.16.1 · Observação: Regra conforme versão citada; verificar condições e denominadores.</a:t>
            </a:r>
          </a:p>
          <a:p>
            <a:r>
              <a:t>CNPJ 58288437000152 · Concentração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Lastro das duplicatas · Duplicata eletrônica, XML da NF-e ou CT-e e termo de cessão. · Fundos.NET ID 1240663; 24/02/2026 15:00; data/raw/58288437000152/1240663_assembleia.full.txt; assembleia; pp.1–2, deliberação I; https://fnet.bmfbovespa.com.br/fnet/publico/exibirDocumento?id=1240663&amp;cvm=true · Observação: Alteração aprovada em 24/02/2026; texto consolidado ID 1240668.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Subordinação mínima · Total subordinadas ≥30%/PL; júnior ≥20%/PL quando houver mezanino. · Fundos.NET ID 1240668; 24/02/2026; data/raw/58288437000152/1240668_regulamento_cache_integral.txt; regulamento; https://fnet.bmfbovespa.com.br/fnet/publico/exibirDocumento?id=1240668&amp;cvm=true; pp.94–95, definições · Observação: Regra conforme versão citada; verificar condições e denominadores.</a:t>
            </a:r>
          </a:p>
          <a:p>
            <a:r>
              <a:t>CNPJ 58288437000152 · Gatilhos de avaliação/liquidação · Atrasos até 30/over 60/over 90: limites 20%/10%/5%; avaliação em 2 ocorrências seguidas ou 3 alternadas/2 anos. · Fundos.NET ID 1240668; 24/02/2026; data/raw/58288437000152/1240668_regulamento_cache_integral.txt; regulamento; https://fnet.bmfbovespa.com.br/fnet/publico/exibirDocumento?id=1240668&amp;cvm=true; pp.51,93–94; 18.1(iii) · Observação: Atrasos sobre PL e valores presentes/média 30 dias; over 60/90 inclui efeito vagão. IME agregado não reproduz fórmula.</a:t>
            </a:r>
          </a:p>
          <a:p>
            <a:r>
              <a:t>CNPJ 58288437000152 · Reserva de caixa · Reserva de despesas: 6 meses; reserva de amortização conforme cronograma. · Fundos.NET ID 1240668; 24/02/2026; data/raw/58288437000152/1240668_regulamento_cache_integral.txt; regulamento; https://fnet.bmfbovespa.com.br/fnet/publico/exibirDocumento?id=1240668&amp;cvm=true; p.97, definições; capítulos14–15 · Observação: Regra conforme versão citada; verificar condições e denominadores.</a:t>
            </a:r>
          </a:p>
          <a:p>
            <a:r>
              <a:t>CNPJ 58288437000152 · Derivativos/hedge · Operações com derivativos vedadas. · Fundos.NET ID 1240668; 24/02/2026; data/raw/58288437000152/1240668_regulamento_cache_integral.txt; regulamento; https://fnet.bmfbovespa.com.br/fnet/publico/exibirDocumento?id=1240668&amp;cvm=true; p.7, 3.12 · Observação: Regra conforme versão citada; verificar condições e denominadores.</a:t>
            </a:r>
          </a:p>
          <a:p>
            <a:r>
              <a:t>CNPJ 58288437000152 · PDD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Alocação mínima · 67%/PL após 180 dias; 85%/PL após 210 dias da primeira integralização. · Fundos.NET ID 1240668; 24/02/2026; data/raw/58288437000152/1240668_regulamento_cache_integral.txt; regulamento; https://fnet.bmfbovespa.com.br/fnet/publico/exibirDocumento?id=1240668&amp;cvm=true; p.81, definições · Observação: Regra conforme versão citada; verificar condições e denominadores.</a:t>
            </a:r>
          </a:p>
          <a:p>
            <a:r>
              <a:t>CNPJ 58288437000152 · Pool/revolvência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Duração/público-alvo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Cessão/recompra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Coobrigação · Cedentes sem coobrigação; vícios/resolução regidos pelo contrato. · Fundos.NET ID 1240668; 24/02/2026; data/raw/58288437000152/1240668_regulamento_cache_integral.txt; regulamento; https://fnet.bmfbovespa.com.br/fnet/publico/exibirDocumento?id=1240668&amp;cvm=true; p.12, 3.17.1 · Observação: Regra conforme versão citada; verificar condições e denominadores.</a:t>
            </a:r>
          </a:p>
          <a:p>
            <a:r>
              <a:t>CNPJ 58288437000152 · Waterfall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Classes/séries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Remuneração · Spread final não localizado nesta revisão; conferir suplemento preenchido. · Fundos.NET ID 1240668; 24/02/2026; data/raw/58288437000152/1240668_regulamento_cache_integral.txt; regulamento; https://fnet.bmfbovespa.com.br/fnet/publico/exibirDocumento?id=1240668&amp;cvm=true; escopo e condições da revisão · Observação: Taxas de prestadores não representam remuneração das cotas.</a:t>
            </a:r>
          </a:p>
          <a:p>
            <a:r>
              <a:t>CNPJ 58288437000152 · Volume/VNU · Sênior 2: R$ 15 mi distribuídos; 15 mil cotas de R$ 1 mil. · Fundos.NET ID 982590; 02/09/2025; data/raw/58288437000152/982590_emissao.full.txt; emissao; pp.1–2; https://fnet.bmfbovespa.com.br/fnet/publico/exibirDocumento?id=982590&amp;cvm=true · Observação: Condição documental; não confundir deliberação, oferta e integralização efetiva.</a:t>
            </a:r>
          </a:p>
          <a:p>
            <a:r>
              <a:t>CNPJ 58288437000152 · Ofertas · Sênior 2: registro 28/07/2025, encerramento 02/09/2025. · Fundos.NET ID 982590; 02/09/2025; data/raw/58288437000152/982590_emissao.full.txt; emissao; pp.1–2; https://fnet.bmfbovespa.com.br/fnet/publico/exibirDocumento?id=982590&amp;cvm=true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Carência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  <a:p>
            <a:r>
              <a:t>CNPJ 58288437000152 · Juros/amortização · Cronograma fechado não identificado nesta revisão; conferir série/suplemento. · Fundos.NET ID 1240668; 24/02/2026; data/raw/58288437000152/1240668_regulamento_cache_integral.txt; regulamento; https://fnet.bmfbovespa.com.br/fnet/publico/exibirDocumento?id=1240668&amp;cvm=true; escopo e condições da revisão · Observação: Data do regulamento não equivale a data de integralização.</a:t>
            </a:r>
          </a:p>
          <a:p>
            <a:r>
              <a:t>CNPJ 58288437000152 · Vencimento · Não confirmado na revisão dirigida; conferir documento ou cláusula específica. · Fundos.NET ID 1240668; 24/02/2026; data/raw/58288437000152/1240668_regulamento_cache_integral.txt; regulamento; https://fnet.bmfbovespa.com.br/fnet/publico/exibirDocumento?id=1240668&amp;cvm=true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Administração · Faixas marginais 0,20%/0,175%/0,15% a.a.; cortes R$ 250/500 mi; mínimo R$ 22 mil/mês; IPCA. · Fundos.NET ID 1240668; 24/02/2026; data/raw/58288437000152/1240668_regulamento_cache_integral.txt; regulamento; https://fnet.bmfbovespa.com.br/fnet/publico/exibirDocumento?id=1240668&amp;cvm=true; p.24, 7.1 · Observação: Regra conforme versão citada; verificar condições e denominadores.</a:t>
            </a:r>
          </a:p>
          <a:p>
            <a:r>
              <a:t>CNPJ 58288437000152 · Gestão · 0,12% a.a. até PL R$ 200 mi; 0,11% acima; mínimo R$ 11,3 mil/mês, IPCA. · Fundos.NET ID 1240668; 24/02/2026; data/raw/58288437000152/1240668_regulamento_cache_integral.txt; regulamento; p.25, 7.3 · Observação: Conferir aplicação da faixa e tributos; cláusula 7.3.</a:t>
            </a:r>
          </a:p>
          <a:p>
            <a:r>
              <a:t>CNPJ 58288437000152 · Custódia · Integrada à remuneração administrativa; escrituração adicional R$ 2,5 mil/mês. · Fundos.NET ID 1240668; 24/02/2026; data/raw/58288437000152/1240668_regulamento_cache_integral.txt; regulamento; https://fnet.bmfbovespa.com.br/fnet/publico/exibirDocumento?id=1240668&amp;cvm=true; p.24, 7.1/7.1.7 · Observação: Regra conforme versão citada; verificar condições e denominadores.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Altomax: CNPJ 58288437000152</a:t>
            </a:r>
          </a:p>
          <a:p>
            <a:r>
              <a:t>Fontes:</a:t>
            </a:r>
          </a:p>
          <a:p>
            <a:r>
              <a:t>CNPJ 58288437000152 · Alocação/subordinação IME · DC/PL e cotas por categoria/PL; validar regra e denominador. · Fundos.NET ID 1240668; 24/02/2026; data/raw/58288437000152/1240668_regulamento_cache_integral.txt; regulamento; https://fnet.bmfbovespa.com.br/fnet/publico/exibirDocumento?id=1240668&amp;cvm=true; escopo e condições da revisão · Observação: Proxy agregado; não comprova enquadramento diário nem prioridade por série.</a:t>
            </a:r>
          </a:p>
          <a:p>
            <a:r>
              <a:t>CNPJ 58288437000152 · Inadimplência/PDD IME · Aging e PDD/crédito agregados; conciliar índice contratual. · Fundos.NET ID 1240668; 24/02/2026; data/raw/58288437000152/1240668_regulamento_cache_integral.txt; regulamento; https://fnet.bmfbovespa.com.br/fnet/publico/exibirDocumento?id=1240668&amp;cvm=true; escopo e condições da revisão · Observação: Proxy parcial; vintage, efeito vagão e defasagem não reproduzidos automaticamente.</a:t>
            </a:r>
          </a:p>
          <a:p>
            <a:r>
              <a:t>CNPJ 58288437000152 · Controles documentais · Lastro, elegibilidade, concentração individual e prestadores exigem documentos. · Fundos.NET ID 1240668; 24/02/2026; data/raw/58288437000152/1240668_regulamento_cache_integral.txt; regulamento; https://fnet.bmfbovespa.com.br/fnet/publico/exibirDocumento?id=1240668&amp;cvm=true; escopo e condições da revisão · Observação: IME público sem granularidade individual; não usar como prova de conformidade.</a:t>
            </a:r>
          </a:p>
          <a:p>
            <a:r>
              <a:t>CNPJ 58288437000152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Altomax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Duplicatas; cartões sob aprovação/homologação; créditos adicionais sujeitos a excesso de cobertura.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médio e individual ≤180 dias; taxa de cessão ≥DI + benchmark ponderado.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Lastro das duplicatas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 eletrônica, XML da NF-e ou CT-e e termo de cessão.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Altomax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Total subordinadas ≥30%/PL; júnior ≥20%/PL quando houver mezanino.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Atrasos até 30/over 60/over 90: limites 20%/10%/5%; avaliação em 2 ocorrências seguidas ou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alternadas/2 anos.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despesas: 6 meses; reserva de amortização conforme cronograma.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Altomax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após 180 dias; 85%/PL após 210 dias da primeira integralização.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sem coobrigação; vícios/resolução regidos pelo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Altomax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nesta revisão; conferir suplemento preenchido.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2: R$ 15 mi distribuídos; 15 mil cotas de R$ 1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2: registro 28/07/2025, encerramento 02/09/2025.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Altomax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 nesta revisão; conferir série/suplemento.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Altomax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0,20%/0,175%/0,15% a.a.; cortes R$ 250/500 mi; mínimo R$ 22 mil/mês;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0,12% a.a. até PL R$ 200 mi; 0,11% acima; mínimo R$ 11,3 mil/mês,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Integrada à remuneração administrativa; escrituração adicional R$ 2,5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Altomax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Altomax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categoria/PL; validar regra e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