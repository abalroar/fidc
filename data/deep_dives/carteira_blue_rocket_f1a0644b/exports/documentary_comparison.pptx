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2026-10-07T16:21:18-03:00</a:t>
            </a:r>
          </a:p>
          <a:p>
            <a:r>
              <a:t>Blue Rocket: CNPJ 47862139000108</a:t>
            </a:r>
          </a:p>
          <a:p>
            <a:r>
              <a:t>Fontes:</a:t>
            </a:r>
          </a:p>
          <a:p>
            <a:r>
              <a:t>CNPJ 47862139000108 · Natureza dos recebíveis · Recebíveis performados agro/indústria/comércio; não padronizados vedados · data/raw/47862139000108/867795_regulamento.pdf | Fundos.NET ID 867795 | 28/03/2025 | regulamento | p. 33 · Observação: Regra da versão documental citada; demais contratos e séries exigem instrumento próprio.</a:t>
            </a:r>
          </a:p>
          <a:p>
            <a:r>
              <a:t>CNPJ 47862139000108 · Originador/endossante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47862139000108 · Devedor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47862139000108 · Garantia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47862139000108 · Elegibilidade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47862139000108 · Concentração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2026-10-07T16:21:18-03:00</a:t>
            </a:r>
          </a:p>
          <a:p>
            <a:r>
              <a:t>Blue Rocket: CNPJ 47862139000108</a:t>
            </a:r>
          </a:p>
          <a:p>
            <a:r>
              <a:t>Fontes:</a:t>
            </a:r>
          </a:p>
          <a:p>
            <a:r>
              <a:t>CNPJ 47862139000108 · Subordinação mínima · Mezanino+júnior ≥30% PL · data/raw/47862139000108/867795_regulamento.pdf | Fundos.NET ID 867795 | 28/03/2025 | regulamento | p. 28 · Observação: Regra da versão documental citada; demais contratos e séries exigem instrumento próprio.</a:t>
            </a:r>
          </a:p>
          <a:p>
            <a:r>
              <a:t>CNPJ 47862139000108 · Gatilhos de avaliação/liquidação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47862139000108 · Reserva de caixa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47862139000108 · Derivativos/hedge · Somente proteção patrimonial; exige contraparte central · data/raw/47862139000108/867795_regulamento.pdf | Fundos.NET ID 867795 | 28/03/2025 | regulamento | p. 32 · Observação: Regra da versão documental citada; demais contratos e séries exigem instrumento próprio.</a:t>
            </a:r>
          </a:p>
          <a:p>
            <a:r>
              <a:t>CNPJ 47862139000108 · PDD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2026-10-07T16:21:18-03:00</a:t>
            </a:r>
          </a:p>
          <a:p>
            <a:r>
              <a:t>Blue Rocket: CNPJ 47862139000108</a:t>
            </a:r>
          </a:p>
          <a:p>
            <a:r>
              <a:t>Fontes:</a:t>
            </a:r>
          </a:p>
          <a:p>
            <a:r>
              <a:t>CNPJ 47862139000108 · Alocação mínima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47862139000108 · Pool/revolvência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47862139000108 · Duração/público-alvo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47862139000108 · Cessão/recompra · Cessão definitiva, irrevogável e irretratável, com garantias e acessórios · data/raw/47862139000108/867795_regulamento.pdf | Fundos.NET ID 867795 | 28/03/2025 | regulamento | p. 33 · Observação: Regra da versão documental citada; demais contratos e séries exigem instrumento próprio.</a:t>
            </a:r>
          </a:p>
          <a:p>
            <a:r>
              <a:t>CNPJ 47862139000108 · Coobrigação · Cessões com ou sem coobrigação conforme instrumento · data/raw/47862139000108/867795_regulamento.pdf | Fundos.NET ID 867795 | 28/03/2025 | regulamento | p. 33 · Observação: Regra da versão documental citada; demais contratos e séries exigem instrumento próprio.</a:t>
            </a:r>
          </a:p>
          <a:p>
            <a:r>
              <a:t>CNPJ 47862139000108 · Waterfall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2026-10-07T16:21:18-03:00</a:t>
            </a:r>
          </a:p>
          <a:p>
            <a:r>
              <a:t>Blue Rocket: CNPJ 47862139000108</a:t>
            </a:r>
          </a:p>
          <a:p>
            <a:r>
              <a:t>Fontes:</a:t>
            </a:r>
          </a:p>
          <a:p>
            <a:r>
              <a:t>CNPJ 47862139000108 · Classes/séries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47862139000108 · Remuneração · Spread final não localizado nas cláusulas revisadas; requer suplemento ou ato específico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47862139000108 · Volume/VNU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47862139000108 · Ofertas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2026-10-07T16:21:18-03:00</a:t>
            </a:r>
          </a:p>
          <a:p>
            <a:r>
              <a:t>Blue Rocket: CNPJ 47862139000108</a:t>
            </a:r>
          </a:p>
          <a:p>
            <a:r>
              <a:t>Fontes:</a:t>
            </a:r>
          </a:p>
          <a:p>
            <a:r>
              <a:t>CNPJ 47862139000108 · Carência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47862139000108 · Juros/amortização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47862139000108 · Vencimento · Não localizado nas cláusulas revisadas; requer documento aplicável · data/raw/47862139000108/867795_regulamento.pdf | Fundos.NET ID 867795 | 28/03/2025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2026-10-07T16:21:18-03:00</a:t>
            </a:r>
          </a:p>
          <a:p>
            <a:r>
              <a:t>Blue Rocket: CNPJ 47862139000108</a:t>
            </a:r>
          </a:p>
          <a:p>
            <a:r>
              <a:t>Fontes:</a:t>
            </a:r>
          </a:p>
          <a:p>
            <a:r>
              <a:t>CNPJ 47862139000108 · Administração · 0,24% do PL; mínimo até R$ 14,5 mil/mês; redação mensal exige confirmar base anual · data/raw/47862139000108/867795_regulamento.pdf | Fundos.NET ID 867795 | 28/03/2025 | regulamento | p. 29-30 · Observação: Cláusula7.1 chama taxa mensal e cláusula7.4 provisiona1/252. Não anualizar mecanicamente como0,24% a.m.</a:t>
            </a:r>
          </a:p>
          <a:p>
            <a:r>
              <a:t>CNPJ 47862139000108 · Gestão · Faixas 1,20%/1,00%/0,90%/0,80%/0,60% a.a. PL; mínimo até R$ 15,5 mil/mês · data/raw/47862139000108/867795_regulamento.pdf | Fundos.NET ID 867795 | 28/03/2025 | regulamento | p. 29-31 · Observação: Faixas até 30/50/100/250 mi e excedente; adicional extraordinário de até R$ 500 mil/mês na cláusula7.9.</a:t>
            </a:r>
          </a:p>
          <a:p>
            <a:r>
              <a:t>CNPJ 47862139000108 · Custódia · 0,06% a.a. PL; mínimo R$ 7 mil/mês · data/raw/47862139000108/867795_regulamento.pdf | Fundos.NET ID 867795 | 28/03/2025 | regulamento | p. 30 · Observação: Regra da versão documental citada; demais contratos e séries exigem instrumento próprio.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2026-10-07T16:21:18-03:00</a:t>
            </a:r>
          </a:p>
          <a:p>
            <a:r>
              <a:t>Blue Rocket: CNPJ 47862139000108</a:t>
            </a:r>
          </a:p>
          <a:p>
            <a:r>
              <a:t>Fontes:</a:t>
            </a:r>
          </a:p>
          <a:p>
            <a:r>
              <a:t>CNPJ 47862139000108 · Alocação/subordinação IME · DC/PL e composição de cotas ajudam; validar numerador, denominador e versão contratual · data/raw/47862139000108/867795_regulamento.pdf | Fundos.NET ID 867795 | 28/03/2025 · Observação: Proxy metodológica. FIC investe em cotas: não usar DC/PL como substituto da alocação em fundos-alvo. Nenhum saldo observado nesta revisão documental.</a:t>
            </a:r>
          </a:p>
          <a:p>
            <a:r>
              <a:t>CNPJ 47862139000108 · Inadimplência/PDD IME · Over e PDD agregados são alertas; fórmulas contratuais exigem validação · data/raw/47862139000108/867795_regulamento.pdf | Fundos.NET ID 867795 | 28/03/2025 · Observação: Não reproduzem médias móveis, coortes, exposição individual, motivo de recompra, chargeback e perdas históricas sem dados adicionais.</a:t>
            </a:r>
          </a:p>
          <a:p>
            <a:r>
              <a:t>CNPJ 47862139000108 · Controles documentais · Elegibilidade, concentração, lastro e eventos exigem controles por contrato · data/raw/47862139000108/867795_regulamento.pdf | Fundos.NET ID 867795 | 28/03/2025 · Observação: IME público agregado não certifica devedor/cedente/grupo nem alterações de prestadores e cross default.</a:t>
            </a:r>
          </a:p>
          <a:p>
            <a:r>
              <a:t>CNPJ 47862139000108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Blue Rocket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Blue Rocket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performados agro/indústria/comércio; não padronizados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Blue Rocket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Blue Rocket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Mezanino+júnior ≥30%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Somente proteção patrimonial; exige contraparte central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Blue Rocket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Blue Rocket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definitiva, irrevogável e irretratável, com garantias e acessórios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Cessões com ou sem coobrigação conforme instrumento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Blue Rocket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Blue Rocket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 nas cláusulas revisadas; requer suplemento ou ato específico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Blue Rocket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Blue Rocket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Blue Rocket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Blue Rocket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0,24% do PL; mínimo até R$ 14,5 mil/mês; redação mensal exige confirmar base 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1,20%/1,00%/0,90%/0,80%/0,60% a.a. PL; mínimo até R$ 15,5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0,06% a.a. PL; mínimo R$ 7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Blue Rocket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Blue Rocket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ajudam; validar numerador, denominador e versão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