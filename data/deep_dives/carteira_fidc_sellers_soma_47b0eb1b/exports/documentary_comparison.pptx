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Natureza dos recebíveis · Recebíveis de transações Mercado Pago e créditos sub-rogados pelo Mercado Crédito · Fundos.NET ID 704724 | 25/07/2024 | Regulamento | p. 63, política/originação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Natureza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Originador/endossante · Estabelecimentos comerciais e Mercado Crédito · Fundos.NET ID 704724 | 25/07/2024 | Regulamento | p. 36, definiçãocedentes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Originador/endossante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Devedor · Mercado Pago IP Ltda.; CNPJ 10.573.521/0001-91 · Fundos.NET ID 704724 | 25/07/2024 | Regulamento | p. 42, definiçãodevedor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Devedor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Garantia · Sem garantia de prestadores/FGC; sem garantias reais do devedor · Fundos.NET ID 704724 | 25/07/2024 | Regulamento | p. 61, ausênciagarantias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Garantia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Elegibilidade · BRL; créditos vincendos; devedor adimplente; controle de partes relacionadas; validação da exigibilidade na cessão · Fundos.NET ID 704724 | 25/07/2024 | Regulamento | p. 63, elegibilidade/condiçõescessão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Concentração · Devedor econômico: Mercado Pago; teto 20% do PL dispensado sob condições da classe · Fundos.NET ID 704724 | 25/07/2024 | Regulamento | p. 61, concentração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Concentração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Prazo dos recebíveis · Máximo 365 dias da cessão, conforme critérios · Fundos.NET ID 704724 | 25/07/2024 | Regulamento | p. 63, elegibilidadeprazo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Prazo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Ativos vedados · Operações com administrador/gestor e relacionados; cotas de fundos por eles administrados ou geridos · Fundos.NET ID 704724; referência 25/07/2024; Regulamento; p. 61; 3.4/3.4.1 (Seller I); 3.5/3.5.1 (Seller II);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Ativos vedados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Natureza dos recebíveis · Recebíveis de transações Mercado Pago e créditos sub-rogados pelo Mercado Crédito · Fundos.NET ID 704724 | 25/07/2024 | Regulamento | p. 63, política/originação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Natureza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Originador/endossante · Estabelecimentos comerciais e Mercado Crédito · Fundos.NET ID 704724 | 25/07/2024 | Regulamento | p. 36, definiçãocedentes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Originador/endossante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Devedor · Mercado Pago IP Ltda.; CNPJ 10.573.521/0001-91 · Fundos.NET ID 704724 | 25/07/2024 | Regulamento | p. 42, definiçãodevedor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Devedor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Garantia · Sem garantia de prestadores/FGC; sem garantias reais do devedor · Fundos.NET ID 704724 | 25/07/2024 | Regulamento | p. 61, ausênciagarantias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Garantia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Elegibilidade · BRL; créditos vincendos; devedor adimplente; controle de partes relacionadas; validação da exigibilidade na cessão · Fundos.NET ID 704724 | 25/07/2024 | Regulamento | p. 63, elegibilidade/condiçõescessão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Concentração · Devedor econômico: Mercado Pago; teto 20% do PL dispensado sob condições da classe · Fundos.NET ID 704724 | 25/07/2024 | Regulamento | p. 61, concentração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Concentração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Prazo dos recebíveis · Máximo 365 dias da cessão, conforme critérios · Fundos.NET ID 704724 | 25/07/2024 | Regulamento | p. 63, elegibilidadeprazo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Prazo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Ativos vedados · Operações com administrador/gestor e relacionados; cotas de fundos por eles administrados ou geridos · Fundos.NET ID 704724; referência 25/07/2024; Regulamento; p. 61; 3.4/3.4.1 (Seller I); 3.5/3.5.1 (Seller II);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Ativos vedados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Alocação mínima · ≥50% do PL em direitos elegíveis após 180 dias · Fundos.NET ID 704724 | 25/07/2024 | Regulamento | p. 61, alocaçãomínima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Alocação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Pool/revolvência · Aquisições recorrentes condicionadas a reservas, potencial de aquisição e eventos · Fundos.NET ID 704724 | 25/07/2024 | Regulamento | p. 60, aquisições/cessão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Pool/revolvência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Duração/público-alvo · Indeterminado; público profissional/autorizado conforme versão · Fundos.NET ID 704724 | 25/07/2024 | Regulamento | p. 58, duração/públicoalvo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Duração/público-alvo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Cessão/recompra · Resolução e indenização por vícios/descumprimentos conforme contratos; chargeback tem risco específico · Fundos.NET ID 704724 | 25/07/2024 | Regulamento | p. 73, riscocréditocedentes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Cessão/recompra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Coobrigação · Cedentes não respondem por pagamento/solvência do devedor · Fundos.NET ID 704724 | 25/07/2024 | Regulamento | p. 72, riscocrédito/ausênciacoobrigação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Coobrigação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Waterfall · Encargos/reservas; sênior; mezanino; júnior, conforme ordem contratual · Fundos.NET ID 704724 | 25/07/2024 | Regulamento | p. 105, ordemalocaçãorecursos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Waterfall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Prestadores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Prestadores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Alocação fiscal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Alocação fiscal adicional · Cláusula 3.3: numeral 67% do PL, extenso “cinquenta por cento”; divergência textual · Fundos.NET ID 704724; referência 25/07/2024; Regulamento; p. 61; 3.3; data/raw/55471753000177/704724_review_20261007.pdf; https://fnet.bmfbovespa.com.br/fnet/publico/visualizarDocumento?id=704724 · Observação: Não resolver automaticamente a divergência; exigir confirmação documental antes de alerta normativo.</a:t>
            </a:r>
          </a:p>
          <a:p>
            <a:r>
              <a:t>CNPJ 63572282000111 · Alocação fiscal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Classes/séries · Sênior, mezanino e júnior; séries por atos/apêndices · Fundos.NET ID 704724 | 25/07/2024 | Regulamento | p. 59, 2.3composiçãocotas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Classes/séries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55471753000177 · Remuneração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Volume/VNU · 1ª sênior: R$1 bi; 1 milhão de cotas; VNU R$1.000;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Volume/VNU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55471753000177 · Ofertas · 1ª sênior: oferta primária encerrada 06/08/2024; melhores esforços · Fundos.NET ID 714216 | 08/08/2024 | Anúncio de Encerramento | p. 2,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Ofertas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Remuneração sênior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sênior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subordinada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subordinada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 / quantidade · 1ª sênior:R$ 1 bi;1 milhão de cotas distribuídas;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Volume / quantidade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VNU / preço · 1ª sênior: R$1.000 por cota; júnior pelo valor da cota na data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VNU / preço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Carência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Carência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Juros/amortização · Não localizado na documentação acessível;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Juros/amortização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Vencimento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Vencimento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Juros / pagamentos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Juros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Amortização programada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Amortização programada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Amortização extraordinária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Amortização extraordinária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Administração · Faixas por PL: 0,075%≤R$ 200 mi;0,05%200–500 mi;0,04%500 mi–1 bi;0,02%&gt;1 bi; mínimo R$ 17.500/mês, teto R$ 50 mil · Fundos.NET ID 704724 | 25/07/2024 | Regulamento | p. 90, taxaadministração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Administração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Gestão · Mesmas faixas da administração: 0,075/0,05/0,04/0,02% a.a.; mínimo R$ 17.500/mês, teto R$ 50 mil; lastro + R$ 5 mil/mês · Fundos.NET ID 704724 | 25/07/2024 | Regulamento | p. 91, taxagestão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Gestão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55471753000177 · Custódia · Custódia incluída na administração; verificação lastro R$ 5 mil/mês na gestão · Fundos.NET ID 704724 | 25/07/2024 | Regulamento | p. 91, 5.5(iv)/5.6(ii) | data/raw/55471753000177/704724_review_20261007.pdf | https://fnet.bmfbovespa.com.br/fnet/publico/visualizarDocumento?id=704724 · Observação: Cláusula documental; emissão e data-base indicadas. Não implica posição atual em circulação.</a:t>
            </a:r>
          </a:p>
          <a:p>
            <a:r>
              <a:t>CNPJ 63572282000111 · Custódia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Reajuste / base · Valores fixos: IGP-M positivo anual; taxas diárias base 252; gross-up tributário · Fundos.NET ID 704724 | 25/07/2024 | Regulamento | p. 92, taxas/reajuste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Reajuste / base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55471753000177 · Escrituração e despesas adicionais · Escrituração R$2 mil/mês; implantação R$7 mil; assembleias R$700/h; lastro setup R$35 mil · Fundos.NET ID 704724; referência 25/07/2024; Regulamento; p. 90–92; Remuneração de Administração/Gestão; data/raw/55471753000177/704724_review_20261007.pdf; https://fnet.bmfbovespa.com.br/fnet/publico/visualizarDocumento?id=704724 · Observação: Valores adicionais conforme serviços e reajustes; gestão/lastro mensal consta na linha Gestão.</a:t>
            </a:r>
          </a:p>
          <a:p>
            <a:r>
              <a:t>CNPJ 63572282000111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Alocação/subordinação IME · DC / PL: proxy com validação de elegibilidade e denominador; Subordinadas / PL: conferir subclasses e fórmula do índice · Fundos.NET ID 704724 | 25/07/2024 | Regulamento | p. 33, Anexo e avaliação metodológica da revisão | data/raw/55471753000177/704724_review_20261007.pdf | https://fnet.bmfbovespa.com.br/fnet/publico/visualizarDocumento?id=704724 |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Alocação/subordinação IME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Inadimplência/PDD IME · Over 30/60/90 e PDD / crédito: indicadores agregados, sem equivalência automática a gatilhos · Fundos.NET ID 704724 | 25/07/2024 | Regulamento | p. 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Inadimplência/PDD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Controles documentais · Rating, prestadores, cessão e insolvência: controle documental/manual · Fundos.NET ID 704724 | 25/07/2024 | Regulamento | p. 12,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Controles documentais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55471753000177 · Competência IME · Cache local: 05/2026; selecionar competência para monitorar · .cache/fundonet-ime/069d15f85669bf11bc1c26c0dbeaea03c843ca94089901e26266a27d86c6b40f/manifest.json · Observação: Dado offline do IME; não representa atualização ao vivo nem comprovação dos critérios jurídicos.</a:t>
            </a:r>
          </a:p>
          <a:p>
            <a:r>
              <a:t>CNPJ 63572282000111 · Competência IME · Cache local: 05/2026; selecionar competência para monitorar · .cache/fundonet-ime/0d107a49fab9bd2333d5e0398c8bfe249e0ff6fbf10e9ef8f2fc54f3b88232e5/manifest.json · Observação: Dado offline do IME; não representa atualização ao vivo nem comprovação dos critérios jurídicos.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 via IME · DC / PL: proxy com validação de elegibilidade e denominador · Fundos.NET ID 704724 | 25/07/2024 | Regulamento | p. 33,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Subordinação via IME · Subordinadas / PL: conferir subclasses e fórmula do índice ·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Subordinação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Concentração / elegibilidade · Exige cadastro por devedor/grupo e validação de lastro; não comprovável pelo IME agregado · Fundos.NET ID 704724 | 25/07/2024 | Regulamento | p. 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Concentração /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Reservas / pagamentos · Caixa agregado é proxy parcial; exige calendário, encargos e waterfall · Fundos.NET ID 704724 | 25/07/2024 | Regulamento | p. 11,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Reservas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Chargeback / recompra · Recompras / crédito é proxy parcial; cancelamento e chargeback dependem de dados complementares · Fundos.NET ID 704724 | 25/07/2024 | Regulamento | p. 117,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Chargeback / 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Fontes: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Alocação/subordinação IME · DC / PL: proxy com validação de elegibilidade e denominador; Subordinadas / PL: conferir subclasses e fórmula do índice · Fundos.NET ID 704724 | 25/07/2024 | Regulamento | p. 33, Anexo e avaliação metodológica da revisão | data/raw/55471753000177/704724_review_20261007.pdf | https://fnet.bmfbovespa.com.br/fnet/publico/visualizarDocumento?id=704724 |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Alocação/subordinação IME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Inadimplência/PDD IME · Over 30/60/90 e PDD / crédito: indicadores agregados, sem equivalência automática a gatilhos · Fundos.NET ID 704724 | 25/07/2024 | Regulamento | p. 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Inadimplência/PDD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Controles documentais · Rating, prestadores, cessão e insolvência: controle documental/manual · Fundos.NET ID 704724 | 25/07/2024 | Regulamento | p. 12,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Controles documentais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55471753000177 · Competência IME · Cache local: 05/2026; selecionar competência para monitorar · .cache/fundonet-ime/069d15f85669bf11bc1c26c0dbeaea03c843ca94089901e26266a27d86c6b40f/manifest.json · Observação: Dado offline do IME; não representa atualização ao vivo nem comprovação dos critérios jurídicos.</a:t>
            </a:r>
          </a:p>
          <a:p>
            <a:r>
              <a:t>CNPJ 63572282000111 · Competência IME · Cache local: 05/2026; selecionar competência para monitorar · .cache/fundonet-ime/0d107a49fab9bd2333d5e0398c8bfe249e0ff6fbf10e9ef8f2fc54f3b88232e5/manifest.json · Observação: Dado offline do IME; não representa atualização ao vivo nem comprovação dos critérios jurídicos.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 via IME · DC / PL: proxy com validação de elegibilidade e denominador · Fundos.NET ID 704724 | 25/07/2024 | Regulamento | p. 33,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Subordinação via IME · Subordinadas / PL: conferir subclasses e fórmula do índice ·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Subordinação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Concentração / elegibilidade · Exige cadastro por devedor/grupo e validação de lastro; não comprovável pelo IME agregado · Fundos.NET ID 704724 | 25/07/2024 | Regulamento | p. 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Concentração /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Reservas / pagamentos · Caixa agregado é proxy parcial; exige calendário, encargos e waterfall · Fundos.NET ID 704724 | 25/07/2024 | Regulamento | p. 11,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Reservas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Chargeback / recompra · Recompras / crédito é proxy parcial; cancelamento e chargeback dependem de dados complementares · Fundos.NET ID 704724 | 25/07/2024 | Regulamento | p. 117,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Chargeback / 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3101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 transações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Pago e créditos sub-rogados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 transações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Pago e créditos sub-rogados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 comerciais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 comerciais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IP Ltda.;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10.573.521/0001-91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IP Ltda.;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10.573.521/0001-91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de prestadores/FGC;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garantias reais 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de prestadores/FGC;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garantias reais 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BRL; créditos vincendos;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controle de partes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relacionadas; validação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exigibilidade na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BRL; créditos vincendos;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controle de partes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relacionadas; validação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exigibilidade na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5557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econômico: Mercado Pago;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teto 20% do PL dispensado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econômico: Mercado Pago;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teto 20% do PL dispensado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365 dias da cessão,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critérios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365 dias da cessão,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critérios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administrador/gestor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relacionados; cotas de fundos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eles administrados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administrador/gestor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relacionados; cotas de fundos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eles administrados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910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≥10%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≥33,3%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cobertura, lastro, pagamentos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 default; hipóteses e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detalhadas abaixo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cobertura, lastro, pagamentos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 default; hipóteses e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detalhadas abaixo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da próxima amortização: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acumular D-45; integral D-10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da próxima amortização: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acumular D-45; integral D-10 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D-10/integral D-5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prestação/lastro, solvência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obrigações de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Pago/Mercado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prestação/lastro, solvência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obrigações de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Pago/Mercado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sênior não sanado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DU; avaliação convertida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liquidação; inexigibilidade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 &gt;45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de cotas não sanado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 DU; lastro inexigível &gt;15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inadimplência ≥R$5 mi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cura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7183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MercadoLibre: terceiros &gt;US$75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grupo Brasil &gt;R$150 mi;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 DU ou prazo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MercadoLibre: terceiros &gt;US$75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grupo Brasil &gt;R$150 mi;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 DU ou prazo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Sênior/mezanino: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mensal; 3 datas de aniversário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consecutivas desenquadradas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geram medidas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 ≥1,00; avaliação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2 referências consecutivas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4 alternadas em 12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≥1,00 pro forma para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emissões; fluxos a CDI,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potencial de aquisição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na fórmula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Devolução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&gt;4% por 2 meses consecutivos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alternados em 12 meses; ou &gt;5%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qualquer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Resolução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&gt;2% por 2 meses consecutivos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alternados em 12 meses; ou &gt;5%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qualquer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50977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 elegíveis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 elegíveis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recorrentes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 reservas,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potencial de aquisição e 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recorrentes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 reservas,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potencial de aquisição e 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profissional/autorizado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profissional/autorizado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e indenização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vícios/descumprimentos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contratos; chargeback tem risco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e indenização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vícios/descumprimentos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contratos; chargeback tem risco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não respondem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pagamento/solvência 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não respondem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pagamento/solvência 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Encargos/reservas; sênior;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júnior, conforme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Encargos/reservas; sênior;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júnior, conforme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fiscal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 3.3: numeral 67% do PL,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extenso “cinquenta por cento”;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 textual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DI +0,85%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R$1,5 bi; 1,5 milhão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cotas; VNU R$1.000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R$1 bi; 1 milhão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cotas; VNU R$1.000; júnior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 mil cotas aprovadas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encerramento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em 04/06/2025; outros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atos/séries não reconciliados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oferta primária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encerrada 06/08/2024; melhores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esforços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DI +0,85%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R$1,5 bi; 1,5 milhão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cotas; VNU R$1.000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sênior:R$ 1 bi;1 milhão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distribuídas; júnior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 mil cotas aprovadas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R$1.000 por 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R$1.000 por cota;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pelo valor da cota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1559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sênior:30 meses 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semestral desde 6º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mês; 5ª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sênior:15/12/2027–15/05/2028;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16,67/20/25/33,33/50/100%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restante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sênior:36º mês; cronograma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aponta final 15/05/2028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semestral desde 6º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sênior:15/12/2027–15/05/2028;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16,67/20/25/33,33/50/100%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restante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0599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por PL: 0,075%≤R$ 200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mi;0,05%200–500 mi;0,04%500 mi–1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bi;0,02%&gt;1 bi;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17.500/mês, teto R$ 50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por PL: 0,075%≤R$ 200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mi;0,05%200–500 mi;0,04%500 mi–1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bi;0,02%&gt;1 bi;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17.500/mês, teto R$ 50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Mesmas faixas da administração: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0,075/0,05/0,04/0,02%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R$ 17.500/mês, teto R$ 50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lastro + R$ 5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Mesmas faixas da administração: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0,075/0,05/0,04/0,02%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R$ 17.500/mês, teto R$ 50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lastro + R$ 5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Custódia: contrato adicional;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 R$ 5 mil/mês na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verificação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 R$ 5 mil/mês na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fixos: IGP-M positivo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anual; taxas diárias base 252;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gross-up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fixos: IGP-M positivo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anual; taxas diárias base 252;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gross-up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R$2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implantação R$7 mil; assembleias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R$700/h; lastro setup R$35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R$2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implantação R$7 mil; assembleias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R$700/h; lastro setup R$35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41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indicadores 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indicadores 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insolvência: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insolvência: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(FIDC Sellers I, II e III)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97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 devedor/grupo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validação de lastro;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comprovável pelo 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 devedor/grupo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validação de lastro;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comprovável pelo 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 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 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