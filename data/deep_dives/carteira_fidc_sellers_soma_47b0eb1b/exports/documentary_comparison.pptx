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2026-10-07T14:49:47-03:00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Fontes:</a:t>
            </a:r>
          </a:p>
          <a:p>
            <a:r>
              <a:t>CNPJ 50473039000102 · Natureza dos recebíveis · Recebíveis de transações Mercado Pago e créditos sub-rogados pelo Mercado Crédito · Fundos.NET ID 909547 | 19/05/2025 | Regulamento | p. 59, política/originação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Natureza dos recebíveis · Recebíveis de transações Mercado Pago e créditos sub-rogados pelo Mercado Crédito · Fundos.NET ID 704724 | 25/07/2024 | Regulamento | p. 63, política/originação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Natureza dos recebíveis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Originador/endossante · Estabelecimentos comerciais e Mercado Crédito · Fundos.NET ID 909547 | 19/05/2025 | Regulamento | p. 35, definiçãocedentes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Originador/endossante · Estabelecimentos comerciais e Mercado Crédito · Fundos.NET ID 704724 | 25/07/2024 | Regulamento | p. 36, definiçãocedentes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Originador/endossante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Devedor · Mercado Pago IP Ltda.; CNPJ 10.573.521/0001-91 · Fundos.NET ID 909547 | 19/05/2025 | Regulamento | p. 40, definiçãodevedor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Devedor · Mercado Pago IP Ltda.; CNPJ 10.573.521/0001-91 · Fundos.NET ID 704724 | 25/07/2024 | Regulamento | p. 42, definiçãodevedor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Devedor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Garantia · Sem garantia de prestadores/FGC; sem garantias reais do devedor · Fundos.NET ID 909547 | 19/05/2025 | Regulamento | p. 58, ausênciagarantias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Garantia · Sem garantia de prestadores/FGC; sem garantias reais do devedor · Fundos.NET ID 704724 | 25/07/2024 | Regulamento | p. 61, ausênciagarantias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Garantia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Elegibilidade · BRL; créditos vincendos; devedor adimplente; controle de partes relacionadas; validação da exigibilidade na cessão · Fundos.NET ID 909547 | 19/05/2025 | Regulamento | p. 59, elegibilidade/condiçõescessão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Elegibilidade · BRL; créditos vincendos; devedor adimplente; controle de partes relacionadas; validação da exigibilidade na cessão · Fundos.NET ID 704724 | 25/07/2024 | Regulamento | p. 63, elegibilidade/condiçõescessão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Elegibilidade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Concentração · Devedor econômico: Mercado Pago; teto 20% do PL dispensado sob condições da classe · Fundos.NET ID 909547 | 19/05/2025 | Regulamento | p. 58, concentração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Concentração · Devedor econômico: Mercado Pago; teto 20% do PL dispensado sob condições da classe · Fundos.NET ID 704724 | 25/07/2024 | Regulamento | p. 61, concentração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Concentração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Prazo dos recebíveis · Máximo 365 dias da cessão, conforme critérios · Fundos.NET ID 909547 | 19/05/2025 | Regulamento | p. 59, elegibilidadeprazo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Prazo dos recebíveis · Máximo 365 dias da cessão, conforme critérios · Fundos.NET ID 704724 | 25/07/2024 | Regulamento | p. 63, elegibilidadeprazo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Prazo dos recebíveis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Ativos vedados · Operações com administrador/gestor e relacionados; cotas de fundos por eles administrados ou geridos · Fundos.NET ID 909547; referência 19/05/2025; Regulamento; p. 58; 3.4/3.4.1 (Seller I); 3.5/3.5.1 (Seller 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55471753000177 · Ativos vedados · Operações com administrador/gestor e relacionados; cotas de fundos por eles administrados ou geridos · Fundos.NET ID 704724; referência 25/07/2024; Regulamento; p. 61; 3.4/3.4.1 (Seller I); 3.5/3.5.1 (Seller II); data/raw/55471753000177/704724_review_20261007.pdf; https://fnet.bmfbovespa.com.br/fnet/publico/visualizarDocumento?id=704724 · Observação: Regra documental; validar enquadramento em dados operacionais.</a:t>
            </a:r>
          </a:p>
          <a:p>
            <a:r>
              <a:t>CNPJ 63572282000111 · Ativos vedados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2026-10-07T14:49:47-03:00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Fontes:</a:t>
            </a:r>
          </a:p>
          <a:p>
            <a:r>
              <a:t>CNPJ 50473039000102 · Natureza dos recebíveis · Recebíveis de transações Mercado Pago e créditos sub-rogados pelo Mercado Crédito · Fundos.NET ID 909547 | 19/05/2025 | Regulamento | p. 59, política/originação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Natureza dos recebíveis · Recebíveis de transações Mercado Pago e créditos sub-rogados pelo Mercado Crédito · Fundos.NET ID 704724 | 25/07/2024 | Regulamento | p. 63, política/originação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Natureza dos recebíveis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Originador/endossante · Estabelecimentos comerciais e Mercado Crédito · Fundos.NET ID 909547 | 19/05/2025 | Regulamento | p. 35, definiçãocedentes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Originador/endossante · Estabelecimentos comerciais e Mercado Crédito · Fundos.NET ID 704724 | 25/07/2024 | Regulamento | p. 36, definiçãocedentes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Originador/endossante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Devedor · Mercado Pago IP Ltda.; CNPJ 10.573.521/0001-91 · Fundos.NET ID 909547 | 19/05/2025 | Regulamento | p. 40, definiçãodevedor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Devedor · Mercado Pago IP Ltda.; CNPJ 10.573.521/0001-91 · Fundos.NET ID 704724 | 25/07/2024 | Regulamento | p. 42, definiçãodevedor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Devedor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Garantia · Sem garantia de prestadores/FGC; sem garantias reais do devedor · Fundos.NET ID 909547 | 19/05/2025 | Regulamento | p. 58, ausênciagarantias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Garantia · Sem garantia de prestadores/FGC; sem garantias reais do devedor · Fundos.NET ID 704724 | 25/07/2024 | Regulamento | p. 61, ausênciagarantias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Garantia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Elegibilidade · BRL; créditos vincendos; devedor adimplente; controle de partes relacionadas; validação da exigibilidade na cessão · Fundos.NET ID 909547 | 19/05/2025 | Regulamento | p. 59, elegibilidade/condiçõescessão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Elegibilidade · BRL; créditos vincendos; devedor adimplente; controle de partes relacionadas; validação da exigibilidade na cessão · Fundos.NET ID 704724 | 25/07/2024 | Regulamento | p. 63, elegibilidade/condiçõescessão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Elegibilidade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Concentração · Devedor econômico: Mercado Pago; teto 20% do PL dispensado sob condições da classe · Fundos.NET ID 909547 | 19/05/2025 | Regulamento | p. 58, concentração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Concentração · Devedor econômico: Mercado Pago; teto 20% do PL dispensado sob condições da classe · Fundos.NET ID 704724 | 25/07/2024 | Regulamento | p. 61, concentração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Concentração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Prazo dos recebíveis · Máximo 365 dias da cessão, conforme critérios · Fundos.NET ID 909547 | 19/05/2025 | Regulamento | p. 59, elegibilidadeprazo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Prazo dos recebíveis · Máximo 365 dias da cessão, conforme critérios · Fundos.NET ID 704724 | 25/07/2024 | Regulamento | p. 63, elegibilidadeprazo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Prazo dos recebíveis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Ativos vedados · Operações com administrador/gestor e relacionados; cotas de fundos por eles administrados ou geridos · Fundos.NET ID 909547; referência 19/05/2025; Regulamento; p. 58; 3.4/3.4.1 (Seller I); 3.5/3.5.1 (Seller 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55471753000177 · Ativos vedados · Operações com administrador/gestor e relacionados; cotas de fundos por eles administrados ou geridos · Fundos.NET ID 704724; referência 25/07/2024; Regulamento; p. 61; 3.4/3.4.1 (Seller I); 3.5/3.5.1 (Seller II); data/raw/55471753000177/704724_review_20261007.pdf; https://fnet.bmfbovespa.com.br/fnet/publico/visualizarDocumento?id=704724 · Observação: Regra documental; validar enquadramento em dados operacionais.</a:t>
            </a:r>
          </a:p>
          <a:p>
            <a:r>
              <a:t>CNPJ 63572282000111 · Ativos vedados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2026-10-07T14:49:47-03:00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Fontes: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Subordinação mínima · Júnior / PL ≥33,3% · Fundos.NET ID 704724 | 25/07/2024 | Regulamento | p. 106, 8.8 índicedesubordinação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Subordinação mínima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55471753000177 · Gatilhos de avaliação/liquidação · Reservas, subordinação, cobertura, lastro, pagamentos e cross default; hipóteses e cura detalhadas abaixo · Fundos.NET ID 704724; referência 25/07/2024; Regulamento; p. 119–120; 12.1; data/raw/55471753000177/704724_review_20261007.pdf; https://fnet.bmfbovespa.com.br/fnet/publico/visualizarDocumento?id=704724 · Observação: Regra documental; validar enquadramento em dados operacionais.</a:t>
            </a:r>
          </a:p>
          <a:p>
            <a:r>
              <a:t>CNPJ 63572282000111 · Gatilhos de avaliação/liquidação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Reserva de caixa · 100% da próxima amortização: acumular D-45; integral D-10 ; remuneração D-10/integral D-5 · Fundos.NET ID 704724 | 25/07/2024 | Regulamento | p. 111, 10.1.4 reservadecaixa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Reserva de caixa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Derivativos/hedge · Operações em derivativos vedadas · Fundos.NET ID 704724 | 25/07/2024 | Regulamento | p. 61, políticaderivativos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Derivativos/hedge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55471753000177 · PDD · Gatilho contratual específico de PDD não localizado; usar PDD/crédito como indicador agregado · Fundos.NET ID 704724 | 25/07/2024 | Regulamento | p. 1, Anexo e avaliação metodológica da revisão | data/raw/55471753000177/704724_review_20261007.pdf | https://fnet.bmfbovespa.com.br/fnet/publico/visualizarDocumento?id=704724 · Observação: Sem limite automático de PDD inferido; regra contratual deve ser conciliada separadamente.</a:t>
            </a:r>
          </a:p>
          <a:p>
            <a:r>
              <a:t>CNPJ 63572282000111 · PDD · Gatilho contratual específico de PDD não localizado; usar PDD/crédito como indicador agregado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Subordinação mezanino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Subordinação mezanino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55471753000177 · Eventos de avaliação · Reservas, subordinação, prestação/lastro, solvência e obrigações de Mercado Pago/Mercado Crédito · Fundos.NET ID 704724 | 25/07/2024 | Regulamento | p. 113, eventosavaliação | data/raw/55471753000177/704724_review_20261007.pdf | https://fnet.bmfbovespa.com.br/fnet/publico/visualizarDocumento?id=704724 · Observação: Parte dos eventos depende de comunicação do cedente/devedor; IME público não os replica.</a:t>
            </a:r>
          </a:p>
          <a:p>
            <a:r>
              <a:t>CNPJ 63572282000111 · Eventos de avaliação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55471753000177 · Liquidação antecipada · Pagamento de cotas não sanado em 2 DU; lastro inexigível &gt;15 dias; inadimplência ≥R$5 mi com cura contratual · Fundos.NET ID 704724; referência 25/07/2024; Regulamento; p. 119–120; 12.1; data/raw/55471753000177/704724_review_20261007.pdf; https://fnet.bmfbovespa.com.br/fnet/publico/visualizarDocumento?id=704724 · Observação: Liquidação sujeita a deliberação em assembleia; inclui insolvência do devedor/Mercado Crédito e substituição de prestadores.</a:t>
            </a:r>
          </a:p>
          <a:p>
            <a:r>
              <a:t>CNPJ 63572282000111 · Liquidação antecipada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Reserva de despesas · 3 meses de despesas ordinárias estimadas · Fundos.NET ID 704724 | 25/07/2024 | Regulamento | p. 110, 10.1 reservadeliquidez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Reserva de despesas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55471753000177 · Cross default · MercadoLibre: terceiros &gt;US$75 mi; grupo Brasil &gt;R$150 mi; cura 5 DU ou prazo contratual aplicável · Fundos.NET ID 704724; referência 25/07/2024; Regulamento; p. 117; 11.1(xxviii)–(xxix); data/raw/55471753000177/704724_review_20261007.pdf; https://fnet.bmfbovespa.com.br/fnet/publico/visualizarDocumento?id=704724 · Observação: Evento de avaliação documental; devedor e grupo econômico exigem acompanhamento próprio.</a:t>
            </a:r>
          </a:p>
          <a:p>
            <a:r>
              <a:t>CNPJ 63572282000111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55471753000177 · Índice de cobertura · Sênior/mezanino ≥1,00; avaliação após 2 referências consecutivas ou 4 alternadas em 12 meses · Fundos.NET ID 704724; referência 25/07/2024; Regulamento; p. 117/136; 11.1(xxvi); Suplemento I; data/raw/55471753000177/704724_review_20261007.pdf; https://fnet.bmfbovespa.com.br/fnet/publico/visualizarDocumento?id=704724 · Observação: Usa valor presente, potencial de aquisição, ponderação, disponibilidades e comissões; IME agregado não replica.</a:t>
            </a:r>
          </a:p>
          <a:p>
            <a:r>
              <a:t>CNPJ 63572282000111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50473039000102 · Índice de liquidez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Índice de liquidez · ≥1,00 pro forma para novas emissões; fluxos a CDI, potencial de aquisição e despesas na fórmula · Fundos.NET ID 704724; referência 25/07/2024; Regulamento; p. 104/137; 8.1.22(iv); Suplemento I; data/raw/55471753000177/704724_review_20261007.pdf; https://fnet.bmfbovespa.com.br/fnet/publico/visualizarDocumento?id=704724 · Observação: Validação manual com projeções de recebíveis/cotas e horizonte de liquidez; caixa/PL é proxy parcial.</a:t>
            </a:r>
          </a:p>
          <a:p>
            <a:r>
              <a:t>CNPJ 63572282000111 · Índice de liquidez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50473039000102 · Devolução de pagamentos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Devolução de pagamentos · &gt;4% por 2 meses consecutivos ou 3 alternados em 12 meses; ou &gt;5% em qualquer mês · Fundos.NET ID 704724; referência 25/07/2024; Regulamento; p. 136; Suplemento I; data/raw/55471753000177/704724_review_20261007.pdf; https://fnet.bmfbovespa.com.br/fnet/publico/visualizarDocumento?id=704724 · Observação: Face devolvida no mês anterior / PL do último DU anterior; motivo jurídico e base não equivalem a recompras/crédito do IME.</a:t>
            </a:r>
          </a:p>
          <a:p>
            <a:r>
              <a:t>CNPJ 63572282000111 · Devolução de pagamentos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50473039000102 · Resolução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Resolução de cessão · &gt;2% por 2 meses consecutivos ou 3 alternados em 12 meses; ou &gt;5% em qualquer mês · Fundos.NET ID 704724; referência 25/07/2024; Regulamento; p. 137–138; Suplemento I; data/raw/55471753000177/704724_review_20261007.pdf; https://fnet.bmfbovespa.com.br/fnet/publico/visualizarDocumento?id=704724 · Observação: Face dos créditos resolvidos no mês anterior / PL anterior; não replicável pelo IME público.</a:t>
            </a:r>
          </a:p>
          <a:p>
            <a:r>
              <a:t>CNPJ 63572282000111 · Resolução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2026-10-07T14:49:47-03:00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Fontes: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Subordinação mínima · Júnior / PL ≥33,3% · Fundos.NET ID 704724 | 25/07/2024 | Regulamento | p. 106, 8.8 índicedesubordinação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Subordinação mínima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55471753000177 · Gatilhos de avaliação/liquidação · Reservas, subordinação, cobertura, lastro, pagamentos e cross default; hipóteses e cura detalhadas abaixo · Fundos.NET ID 704724; referência 25/07/2024; Regulamento; p. 119–120; 12.1; data/raw/55471753000177/704724_review_20261007.pdf; https://fnet.bmfbovespa.com.br/fnet/publico/visualizarDocumento?id=704724 · Observação: Regra documental; validar enquadramento em dados operacionais.</a:t>
            </a:r>
          </a:p>
          <a:p>
            <a:r>
              <a:t>CNPJ 63572282000111 · Gatilhos de avaliação/liquidação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Reserva de caixa · 100% da próxima amortização: acumular D-45; integral D-10 ; remuneração D-10/integral D-5 · Fundos.NET ID 704724 | 25/07/2024 | Regulamento | p. 111, 10.1.4 reservadecaixa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Reserva de caixa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Derivativos/hedge · Operações em derivativos vedadas · Fundos.NET ID 704724 | 25/07/2024 | Regulamento | p. 61, políticaderivativos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Derivativos/hedge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55471753000177 · PDD · Gatilho contratual específico de PDD não localizado; usar PDD/crédito como indicador agregado · Fundos.NET ID 704724 | 25/07/2024 | Regulamento | p. 1, Anexo e avaliação metodológica da revisão | data/raw/55471753000177/704724_review_20261007.pdf | https://fnet.bmfbovespa.com.br/fnet/publico/visualizarDocumento?id=704724 · Observação: Sem limite automático de PDD inferido; regra contratual deve ser conciliada separadamente.</a:t>
            </a:r>
          </a:p>
          <a:p>
            <a:r>
              <a:t>CNPJ 63572282000111 · PDD · Gatilho contratual específico de PDD não localizado; usar PDD/crédito como indicador agregado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Subordinação mezanino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Subordinação mezanino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55471753000177 · Eventos de avaliação · Reservas, subordinação, prestação/lastro, solvência e obrigações de Mercado Pago/Mercado Crédito · Fundos.NET ID 704724 | 25/07/2024 | Regulamento | p. 113, eventosavaliação | data/raw/55471753000177/704724_review_20261007.pdf | https://fnet.bmfbovespa.com.br/fnet/publico/visualizarDocumento?id=704724 · Observação: Parte dos eventos depende de comunicação do cedente/devedor; IME público não os replica.</a:t>
            </a:r>
          </a:p>
          <a:p>
            <a:r>
              <a:t>CNPJ 63572282000111 · Eventos de avaliação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55471753000177 · Liquidação antecipada · Pagamento de cotas não sanado em 2 DU; lastro inexigível &gt;15 dias; inadimplência ≥R$5 mi com cura contratual · Fundos.NET ID 704724; referência 25/07/2024; Regulamento; p. 119–120; 12.1; data/raw/55471753000177/704724_review_20261007.pdf; https://fnet.bmfbovespa.com.br/fnet/publico/visualizarDocumento?id=704724 · Observação: Liquidação sujeita a deliberação em assembleia; inclui insolvência do devedor/Mercado Crédito e substituição de prestadores.</a:t>
            </a:r>
          </a:p>
          <a:p>
            <a:r>
              <a:t>CNPJ 63572282000111 · Liquidação antecipada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Reserva de despesas · 3 meses de despesas ordinárias estimadas · Fundos.NET ID 704724 | 25/07/2024 | Regulamento | p. 110, 10.1 reservadeliquidez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Reserva de despesas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55471753000177 · Cross default · MercadoLibre: terceiros &gt;US$75 mi; grupo Brasil &gt;R$150 mi; cura 5 DU ou prazo contratual aplicável · Fundos.NET ID 704724; referência 25/07/2024; Regulamento; p. 117; 11.1(xxviii)–(xxix); data/raw/55471753000177/704724_review_20261007.pdf; https://fnet.bmfbovespa.com.br/fnet/publico/visualizarDocumento?id=704724 · Observação: Evento de avaliação documental; devedor e grupo econômico exigem acompanhamento próprio.</a:t>
            </a:r>
          </a:p>
          <a:p>
            <a:r>
              <a:t>CNPJ 63572282000111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55471753000177 · Índice de cobertura · Sênior/mezanino ≥1,00; avaliação após 2 referências consecutivas ou 4 alternadas em 12 meses · Fundos.NET ID 704724; referência 25/07/2024; Regulamento; p. 117/136; 11.1(xxvi); Suplemento I; data/raw/55471753000177/704724_review_20261007.pdf; https://fnet.bmfbovespa.com.br/fnet/publico/visualizarDocumento?id=704724 · Observação: Usa valor presente, potencial de aquisição, ponderação, disponibilidades e comissões; IME agregado não replica.</a:t>
            </a:r>
          </a:p>
          <a:p>
            <a:r>
              <a:t>CNPJ 63572282000111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50473039000102 · Índice de liquidez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Índice de liquidez · ≥1,00 pro forma para novas emissões; fluxos a CDI, potencial de aquisição e despesas na fórmula · Fundos.NET ID 704724; referência 25/07/2024; Regulamento; p. 104/137; 8.1.22(iv); Suplemento I; data/raw/55471753000177/704724_review_20261007.pdf; https://fnet.bmfbovespa.com.br/fnet/publico/visualizarDocumento?id=704724 · Observação: Validação manual com projeções de recebíveis/cotas e horizonte de liquidez; caixa/PL é proxy parcial.</a:t>
            </a:r>
          </a:p>
          <a:p>
            <a:r>
              <a:t>CNPJ 63572282000111 · Índice de liquidez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50473039000102 · Devolução de pagamentos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Devolução de pagamentos · &gt;4% por 2 meses consecutivos ou 3 alternados em 12 meses; ou &gt;5% em qualquer mês · Fundos.NET ID 704724; referência 25/07/2024; Regulamento; p. 136; Suplemento I; data/raw/55471753000177/704724_review_20261007.pdf; https://fnet.bmfbovespa.com.br/fnet/publico/visualizarDocumento?id=704724 · Observação: Face devolvida no mês anterior / PL do último DU anterior; motivo jurídico e base não equivalem a recompras/crédito do IME.</a:t>
            </a:r>
          </a:p>
          <a:p>
            <a:r>
              <a:t>CNPJ 63572282000111 · Devolução de pagamentos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50473039000102 · Resolução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Resolução de cessão · &gt;2% por 2 meses consecutivos ou 3 alternados em 12 meses; ou &gt;5% em qualquer mês · Fundos.NET ID 704724; referência 25/07/2024; Regulamento; p. 137–138; Suplemento I; data/raw/55471753000177/704724_review_20261007.pdf; https://fnet.bmfbovespa.com.br/fnet/publico/visualizarDocumento?id=704724 · Observação: Face dos créditos resolvidos no mês anterior / PL anterior; não replicável pelo IME público.</a:t>
            </a:r>
          </a:p>
          <a:p>
            <a:r>
              <a:t>CNPJ 63572282000111 · Resolução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2026-10-07T14:49:47-03:00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Fontes:</a:t>
            </a:r>
          </a:p>
          <a:p>
            <a:r>
              <a:t>CNPJ 50473039000102 · Subordinação mínima · Júnior / PL ≥10% · Fundos.NET ID 909547 | 19/05/2025 | Regulamento | p. 99, 8.8 índicedesubordinação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Subordinação mínima · Júnior / PL ≥33,3% · Fundos.NET ID 704724 | 25/07/2024 | Regulamento | p. 106, 8.8 índicedesubordinação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Subordinação mínima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Gatilhos de avaliação/liquidação · Reservas, subordinação, cobertura, lastro, pagamentos e cross default; hipóteses e cura detalhadas abaixo · Fundos.NET ID 909547; referência 19/05/2025; Regulamento; p. 113; 12.1(i)–(iii); data/raw/50473039000102/909547_review_20261007.pdf; https://fnet.bmfbovespa.com.br/fnet/publico/visualizarDocumento?id=909547 · Observação: Regra documental; validar enquadramento em dados operacionais.</a:t>
            </a:r>
          </a:p>
          <a:p>
            <a:r>
              <a:t>CNPJ 55471753000177 · Gatilhos de avaliação/liquidação · Reservas, subordinação, cobertura, lastro, pagamentos e cross default; hipóteses e cura detalhadas abaixo · Fundos.NET ID 704724; referência 25/07/2024; Regulamento; p. 119–120; 12.1; data/raw/55471753000177/704724_review_20261007.pdf; https://fnet.bmfbovespa.com.br/fnet/publico/visualizarDocumento?id=704724 · Observação: Regra documental; validar enquadramento em dados operacionais.</a:t>
            </a:r>
          </a:p>
          <a:p>
            <a:r>
              <a:t>CNPJ 63572282000111 · Gatilhos de avaliação/liquidação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Reserva de caixa · 100% da próxima amortização: acumular D-45; integral D-10 · Fundos.NET ID 909547 | 19/05/2025 | Regulamento | p. 104, 10.1.4 reservadecaixa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Reserva de caixa · 100% da próxima amortização: acumular D-45; integral D-10 ; remuneração D-10/integral D-5 · Fundos.NET ID 704724 | 25/07/2024 | Regulamento | p. 111, 10.1.4 reservadecaixa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Reserva de caixa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Derivativos/hedge · Operações em derivativos vedadas · Fundos.NET ID 909547 | 19/05/2025 | Regulamento | p. 58, políticaderivativos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Derivativos/hedge · Operações em derivativos vedadas · Fundos.NET ID 704724 | 25/07/2024 | Regulamento | p. 61, políticaderivativos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Derivativos/hedge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PDD · Gatilho contratual específico de PDD não localizado; usar PDD/crédito como indicador agregado · Fundos.NET ID 909547 | 19/05/2025 | Regulamento | p. 1, Anexo e avaliação metodológica da revisão | data/raw/50473039000102/909547_review_20261007.pdf | https://fnet.bmfbovespa.com.br/fnet/publico/visualizarDocumento?id=909547 · Observação: Sem limite automático de PDD inferido; regra contratual deve ser conciliada separadamente.</a:t>
            </a:r>
          </a:p>
          <a:p>
            <a:r>
              <a:t>CNPJ 55471753000177 · PDD · Gatilho contratual específico de PDD não localizado; usar PDD/crédito como indicador agregado · Fundos.NET ID 704724 | 25/07/2024 | Regulamento | p. 1, Anexo e avaliação metodológica da revisão | data/raw/55471753000177/704724_review_20261007.pdf | https://fnet.bmfbovespa.com.br/fnet/publico/visualizarDocumento?id=704724 · Observação: Sem limite automático de PDD inferido; regra contratual deve ser conciliada separadamente.</a:t>
            </a:r>
          </a:p>
          <a:p>
            <a:r>
              <a:t>CNPJ 63572282000111 · PDD · Gatilho contratual específico de PDD não localizado; usar PDD/crédito como indicador agregado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Sem limite automático de PDD inferido; regra contratual deve ser conciliada separadamente.</a:t>
            </a:r>
          </a:p>
          <a:p>
            <a:r>
              <a:t>CNPJ 50473039000102 · Subordinação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Subordinação mezanino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Subordinação mezanino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Eventos de avaliação · Reservas, subordinação, prestação/lastro, solvência e obrigações de Mercado Pago/Mercado Crédito · Fundos.NET ID 909547 | 19/05/2025 | Regulamento | p. 107, eventosavaliação | data/raw/50473039000102/909547_review_20261007.pdf | https://fnet.bmfbovespa.com.br/fnet/publico/visualizarDocumento?id=909547 · Observação: Parte dos eventos depende de comunicação do cedente/devedor; IME público não os replica.</a:t>
            </a:r>
          </a:p>
          <a:p>
            <a:r>
              <a:t>CNPJ 55471753000177 · Eventos de avaliação · Reservas, subordinação, prestação/lastro, solvência e obrigações de Mercado Pago/Mercado Crédito · Fundos.NET ID 704724 | 25/07/2024 | Regulamento | p. 113, eventosavaliação | data/raw/55471753000177/704724_review_20261007.pdf | https://fnet.bmfbovespa.com.br/fnet/publico/visualizarDocumento?id=704724 · Observação: Parte dos eventos depende de comunicação do cedente/devedor; IME público não os replica.</a:t>
            </a:r>
          </a:p>
          <a:p>
            <a:r>
              <a:t>CNPJ 63572282000111 · Eventos de avaliação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Liquidação antecipada · Pagamento sênior não sanado em 2 DU; avaliação convertida em liquidação; inexigibilidade do lastro &gt;45 dias · Fundos.NET ID 909547; referência 19/05/2025; Regulamento; p. 113; 12.1(i)–(iii); data/raw/50473039000102/909547_review_20261007.pdf; https://fnet.bmfbovespa.com.br/fnet/publico/visualizarDocumento?id=909547 · Observação: Liquidação sujeita a deliberação em assembleia; demais hipóteses nos itens seguintes.</a:t>
            </a:r>
          </a:p>
          <a:p>
            <a:r>
              <a:t>CNPJ 55471753000177 · Liquidação antecipada · Pagamento de cotas não sanado em 2 DU; lastro inexigível &gt;15 dias; inadimplência ≥R$5 mi com cura contratual · Fundos.NET ID 704724; referência 25/07/2024; Regulamento; p. 119–120; 12.1; data/raw/55471753000177/704724_review_20261007.pdf; https://fnet.bmfbovespa.com.br/fnet/publico/visualizarDocumento?id=704724 · Observação: Liquidação sujeita a deliberação em assembleia; inclui insolvência do devedor/Mercado Crédito e substituição de prestadores.</a:t>
            </a:r>
          </a:p>
          <a:p>
            <a:r>
              <a:t>CNPJ 63572282000111 · Liquidação antecipada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Reserva de despesas · 3 meses de despesas ordinárias estimadas · Fundos.NET ID 909547 | 19/05/2025 | Regulamento | p. 103, 10.1 reservadeliquidez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Reserva de despesas · 3 meses de despesas ordinárias estimadas · Fundos.NET ID 704724 | 25/07/2024 | Regulamento | p. 110, 10.1 reservadeliquidez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Reserva de despesas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Cross default · MercadoLibre: terceiros &gt;US$75 mi; grupo Brasil &gt;R$150 mi; cura 10 DU ou prazo contratual aplicável · Fundos.NET ID 909547; referência 19/05/2025; Regulamento; p. 111; 11.1(xxix)–(xxx); data/raw/50473039000102/909547_review_20261007.pdf; https://fnet.bmfbovespa.com.br/fnet/publico/visualizarDocumento?id=909547 · Observação: Obrigações perante cotistas seniores também previstas; evento de avaliação, sem equivalência a atraso no IME.</a:t>
            </a:r>
          </a:p>
          <a:p>
            <a:r>
              <a:t>CNPJ 55471753000177 · Cross default · MercadoLibre: terceiros &gt;US$75 mi; grupo Brasil &gt;R$150 mi; cura 5 DU ou prazo contratual aplicável · Fundos.NET ID 704724; referência 25/07/2024; Regulamento; p. 117; 11.1(xxviii)–(xxix); data/raw/55471753000177/704724_review_20261007.pdf; https://fnet.bmfbovespa.com.br/fnet/publico/visualizarDocumento?id=704724 · Observação: Evento de avaliação documental; devedor e grupo econômico exigem acompanhamento próprio.</a:t>
            </a:r>
          </a:p>
          <a:p>
            <a:r>
              <a:t>CNPJ 63572282000111 · Cross default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50473039000102 · Índice de cobertura · Sênior/mezanino: enquadramento mensal; 3 datas de aniversário consecutivas desenquadradas geram medidas · Fundos.NET ID 909547; referência 19/05/2025; Regulamento; p. 61; 3.9.6/3.9.6.1; data/raw/50473039000102/909547_review_20261007.pdf; https://fnet.bmfbovespa.com.br/fnet/publico/visualizarDocumento?id=909547 · Observação: Parâmetro e fórmula completos não localizados na revisão desta versão; não atribuir piso de outra estrutura.</a:t>
            </a:r>
          </a:p>
          <a:p>
            <a:r>
              <a:t>CNPJ 55471753000177 · Índice de cobertura · Sênior/mezanino ≥1,00; avaliação após 2 referências consecutivas ou 4 alternadas em 12 meses · Fundos.NET ID 704724; referência 25/07/2024; Regulamento; p. 117/136; 11.1(xxvi); Suplemento I; data/raw/55471753000177/704724_review_20261007.pdf; https://fnet.bmfbovespa.com.br/fnet/publico/visualizarDocumento?id=704724 · Observação: Usa valor presente, potencial de aquisição, ponderação, disponibilidades e comissões; IME agregado não replica.</a:t>
            </a:r>
          </a:p>
          <a:p>
            <a:r>
              <a:t>CNPJ 63572282000111 · Índice de cobertura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50473039000102 · Índice de liquidez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Índice de liquidez · ≥1,00 pro forma para novas emissões; fluxos a CDI, potencial de aquisição e despesas na fórmula · Fundos.NET ID 704724; referência 25/07/2024; Regulamento; p. 104/137; 8.1.22(iv); Suplemento I; data/raw/55471753000177/704724_review_20261007.pdf; https://fnet.bmfbovespa.com.br/fnet/publico/visualizarDocumento?id=704724 · Observação: Validação manual com projeções de recebíveis/cotas e horizonte de liquidez; caixa/PL é proxy parcial.</a:t>
            </a:r>
          </a:p>
          <a:p>
            <a:r>
              <a:t>CNPJ 63572282000111 · Índice de liquidez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50473039000102 · Devolução de pagamentos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Devolução de pagamentos · &gt;4% por 2 meses consecutivos ou 3 alternados em 12 meses; ou &gt;5% em qualquer mês · Fundos.NET ID 704724; referência 25/07/2024; Regulamento; p. 136; Suplemento I; data/raw/55471753000177/704724_review_20261007.pdf; https://fnet.bmfbovespa.com.br/fnet/publico/visualizarDocumento?id=704724 · Observação: Face devolvida no mês anterior / PL do último DU anterior; motivo jurídico e base não equivalem a recompras/crédito do IME.</a:t>
            </a:r>
          </a:p>
          <a:p>
            <a:r>
              <a:t>CNPJ 63572282000111 · Devolução de pagamentos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  <a:p>
            <a:r>
              <a:t>CNPJ 50473039000102 · Resolução de cessão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Resolução de cessão · &gt;2% por 2 meses consecutivos ou 3 alternados em 12 meses; ou &gt;5% em qualquer mês · Fundos.NET ID 704724; referência 25/07/2024; Regulamento; p. 137–138; Suplemento I; data/raw/55471753000177/704724_review_20261007.pdf; https://fnet.bmfbovespa.com.br/fnet/publico/visualizarDocumento?id=704724 · Observação: Face dos créditos resolvidos no mês anterior / PL anterior; não replicável pelo IME público.</a:t>
            </a:r>
          </a:p>
          <a:p>
            <a:r>
              <a:t>CNPJ 63572282000111 · Resolução de cessão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2026-10-07T14:49:47-03:00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Fontes:</a:t>
            </a:r>
          </a:p>
          <a:p>
            <a:r>
              <a:t>CNPJ 50473039000102 · Alocação mínima · ≥50% do PL em direitos elegíveis após 180 dias · Fundos.NET ID 909547 | 19/05/2025 | Regulamento | p. 58, alocaçãomínima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Alocação mínima · ≥50% do PL em direitos elegíveis após 180 dias · Fundos.NET ID 704724 | 25/07/2024 | Regulamento | p. 61, alocaçãomínima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Alocação mínima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Pool/revolvência · Aquisições recorrentes condicionadas a reservas, potencial de aquisição e eventos · Fundos.NET ID 909547 | 19/05/2025 | Regulamento | p. 58, aquisições/cessão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Pool/revolvência · Aquisições recorrentes condicionadas a reservas, potencial de aquisição e eventos · Fundos.NET ID 704724 | 25/07/2024 | Regulamento | p. 60, aquisições/cessão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Pool/revolvência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Duração/público-alvo · Indeterminado; público profissional/autorizado conforme versão · Fundos.NET ID 909547 | 19/05/2025 | Regulamento | p. 56, duração/públicoalvo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Duração/público-alvo · Indeterminado; público profissional/autorizado conforme versão · Fundos.NET ID 704724 | 25/07/2024 | Regulamento | p. 58, duração/públicoalvo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Duração/público-alvo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Cessão/recompra · Resolução e indenização por vícios/descumprimentos conforme contratos; chargeback tem risco específico · Fundos.NET ID 909547 | 19/05/2025 | Regulamento | p. 69, riscocréditocedentes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Cessão/recompra · Resolução e indenização por vícios/descumprimentos conforme contratos; chargeback tem risco específico · Fundos.NET ID 704724 | 25/07/2024 | Regulamento | p. 73, riscocréditocedentes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Cessão/recompra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Coobrigação · Cedentes não respondem por pagamento/solvência do devedor · Fundos.NET ID 909547 | 19/05/2025 | Regulamento | p. 67, riscocrédito/ausênciacoobrigação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Coobrigação · Cedentes não respondem por pagamento/solvência do devedor · Fundos.NET ID 704724 | 25/07/2024 | Regulamento | p. 72, riscocrédito/ausênciacoobrigação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Coobrigação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Waterfall · Encargos/reservas; sênior; mezanino; júnior, conforme ordem contratual · Fundos.NET ID 909547 | 19/05/2025 | Regulamento | p. 97, ordemalocaçãorecursos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Waterfall · Encargos/reservas; sênior; mezanino; júnior, conforme ordem contratual · Fundos.NET ID 704724 | 25/07/2024 | Regulamento | p. 105, ordemalocaçãorecursos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Waterfall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Prestadores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Prestadores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Prestadores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Alocação fiscal adicional · Não localizado nas fontes acessíveis desta leitura · ID 909547 · 19/05/2025 · data/raw/50473039000102/909547_review_20261007.pdf; ID 912093 · 26/05/2025 · data/raw/50473039000102/912093_review_20261007.pdf; ID 932137 · 04/06/2025 · data/raw/50473039000102/932137_review_20261007.pdf · Observação: Revisão documental em 07/10/2026. O nome da carteira com 1T26 não define a vigência destas cláusulas; versões posteriores estão datadas por fonte. Não houve atualização de competência IME neste trabalho. Base principal: ID909547, 19/05/2025.</a:t>
            </a:r>
          </a:p>
          <a:p>
            <a:r>
              <a:t>CNPJ 55471753000177 · Alocação fiscal adicional · Cláusula 3.3: numeral 67% do PL, extenso “cinquenta por cento”; divergência textual · Fundos.NET ID 704724; referência 25/07/2024; Regulamento; p. 61; 3.3; data/raw/55471753000177/704724_review_20261007.pdf; https://fnet.bmfbovespa.com.br/fnet/publico/visualizarDocumento?id=704724 · Observação: Não resolver automaticamente a divergência; exigir confirmação documental antes de alerta normativo.</a:t>
            </a:r>
          </a:p>
          <a:p>
            <a:r>
              <a:t>CNPJ 63572282000111 · Alocação fiscal adicional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2026-10-07T14:49:47-03:00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Fontes:</a:t>
            </a:r>
          </a:p>
          <a:p>
            <a:r>
              <a:t>CNPJ 50473039000102 · Classes/séries · Sênior, mezanino e júnior; séries por atos/apêndices · Fundos.NET ID 909547 | 19/05/2025 | Regulamento | p. 56, 2.3composiçãocotas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Classes/séries · Sênior, mezanino e júnior; séries por atos/apêndices · Fundos.NET ID 704724 | 25/07/2024 | Regulamento | p. 59, 2.3composiçãocotas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Classes/séries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Remuneração · 5ª sênior: DI +0,85% a.a.; demais séries/spreads finais não localizados na revisão; Não localizado na documentação acessível · Fundos.NET ID 912093 | 26/05/2025 | Instrumento Particular de Emissão de Cotas | p. 3–4, adendoda5ªsérie | data/raw/50473039000102/912093_review_20261007.pdf | https://fnet.bmfbovespa.com.br/fnet/publico/visualizarDocumento?id=912093 |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Cláusula documental; emissão e data-base indicadas. Não implica posição atual em circulação. Lacuna documental; não preencher por aproximação de nome ou por campo heurístico.</a:t>
            </a:r>
          </a:p>
          <a:p>
            <a:r>
              <a:t>CNPJ 55471753000177 · Remuneração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Volume/VNU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55471753000177 · Volume/VNU · 1ª sênior: R$1 bi; 1 milhão de cotas; VNU R$1.000; júnior até 10 mil cotas aprovadas · Fundos.NET ID 714216 | 08/08/2024 | Anúncio de Encerramento | p. 1–3, encerramentoprimário | data/raw/55471753000177/714216_review_20261007.pdf | https://fnet.bmfbovespa.com.br/fnet/publico/visualizarDocumento?id=714216 · Observação: Regra documental; validar enquadramento em dados operacionais.</a:t>
            </a:r>
          </a:p>
          <a:p>
            <a:r>
              <a:t>CNPJ 63572282000111 · Volume/VNU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Ofertas · 5ª sênior: encerramento da oferta em 04/06/2025; outros atos/séries não reconciliados · Fundos.NET ID 932137; referência 04/06/2025; Anúncio de encerramento; p. 1; Anúncio de encerramento da 5ª série; data/raw/50473039000102/932137_review_20261007.pdf; https://fnet.bmfbovespa.com.br/fnet/publico/visualizarDocumento?id=932137 · Observação: Regra documental; validar enquadramento em dados operacionais.</a:t>
            </a:r>
          </a:p>
          <a:p>
            <a:r>
              <a:t>CNPJ 55471753000177 · Ofertas · 1ª sênior: oferta primária encerrada 06/08/2024; melhores esforços · Fundos.NET ID 714216 | 08/08/2024 | Anúncio de Encerramento | p. 2, encerramentoprimário | data/raw/55471753000177/714216_review_20261007.pdf | https://fnet.bmfbovespa.com.br/fnet/publico/visualizarDocumento?id=714216 · Observação: Cláusula documental; emissão e data-base indicadas. Não implica posição atual em circulação.</a:t>
            </a:r>
          </a:p>
          <a:p>
            <a:r>
              <a:t>CNPJ 63572282000111 · Ofertas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Remuneração sênior · 5ª sênior: DI +0,85% a.a.; demais séries/spreads finais não localizados na revisão · Fundos.NET ID 912093 | 26/05/2025 | Instrumento Particular de Emissão de Cotas | p. 3–4, adendoda5ªsérie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Remuneração sênior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sênior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Remuneração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Remuneração mezanino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mezanino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Remuneração subordinada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Remuneração subordinada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subordinada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Volume / quantidade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55471753000177 · Volume / quantidade · 1ª sênior:R$ 1 bi;1 milhão de cotas distribuídas; júnior até 10 mil cotas aprovadas · Fundos.NET ID 714216 | 08/08/2024 | Anúncio de Encerramento | p. 1–3, encerramentoprimário | data/raw/55471753000177/714216_review_20261007.pdf | https://fnet.bmfbovespa.com.br/fnet/publico/visualizarDocumento?id=714216 · Observação: Cláusula documental; emissão e data-base indicadas. Não implica posição atual em circulação.</a:t>
            </a:r>
          </a:p>
          <a:p>
            <a:r>
              <a:t>CNPJ 63572282000111 · Volume / quantidade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VNU / preço · 5ª sênior: R$1.000 por cota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55471753000177 · VNU / preço · 1ª sênior: R$1.000 por cota; júnior pelo valor da cota na data · Fundos.NET ID 714216 | 08/08/2024 | Anúncio de Encerramento | p. 1–3, encerramentoprimário | data/raw/55471753000177/714216_review_20261007.pdf | https://fnet.bmfbovespa.com.br/fnet/publico/visualizarDocumento?id=714216 · Observação: Regra documental; validar enquadramento em dados operacionais.</a:t>
            </a:r>
          </a:p>
          <a:p>
            <a:r>
              <a:t>CNPJ 63572282000111 · VNU / preço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2026-10-07T14:49:47-03:00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Fontes:</a:t>
            </a:r>
          </a:p>
          <a:p>
            <a:r>
              <a:t>CNPJ 50473039000102 · Classes/séries · Sênior, mezanino e júnior; séries por atos/apêndices · Fundos.NET ID 909547 | 19/05/2025 | Regulamento | p. 56, 2.3composiçãocotas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Classes/séries · Sênior, mezanino e júnior; séries por atos/apêndices · Fundos.NET ID 704724 | 25/07/2024 | Regulamento | p. 59, 2.3composiçãocotas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Classes/séries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Remuneração · 5ª sênior: DI +0,85% a.a.; demais séries/spreads finais não localizados na revisão; Não localizado na documentação acessível · Fundos.NET ID 912093 | 26/05/2025 | Instrumento Particular de Emissão de Cotas | p. 3–4, adendoda5ªsérie | data/raw/50473039000102/912093_review_20261007.pdf | https://fnet.bmfbovespa.com.br/fnet/publico/visualizarDocumento?id=912093 |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Cláusula documental; emissão e data-base indicadas. Não implica posição atual em circulação. Lacuna documental; não preencher por aproximação de nome ou por campo heurístico.</a:t>
            </a:r>
          </a:p>
          <a:p>
            <a:r>
              <a:t>CNPJ 55471753000177 · Remuneração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Volume/VNU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55471753000177 · Volume/VNU · 1ª sênior: R$1 bi; 1 milhão de cotas; VNU R$1.000; júnior até 10 mil cotas aprovadas · Fundos.NET ID 714216 | 08/08/2024 | Anúncio de Encerramento | p. 1–3, encerramentoprimário | data/raw/55471753000177/714216_review_20261007.pdf | https://fnet.bmfbovespa.com.br/fnet/publico/visualizarDocumento?id=714216 · Observação: Regra documental; validar enquadramento em dados operacionais.</a:t>
            </a:r>
          </a:p>
          <a:p>
            <a:r>
              <a:t>CNPJ 63572282000111 · Volume/VNU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Ofertas · 5ª sênior: encerramento da oferta em 04/06/2025; outros atos/séries não reconciliados · Fundos.NET ID 932137; referência 04/06/2025; Anúncio de encerramento; p. 1; Anúncio de encerramento da 5ª série; data/raw/50473039000102/932137_review_20261007.pdf; https://fnet.bmfbovespa.com.br/fnet/publico/visualizarDocumento?id=932137 · Observação: Regra documental; validar enquadramento em dados operacionais.</a:t>
            </a:r>
          </a:p>
          <a:p>
            <a:r>
              <a:t>CNPJ 55471753000177 · Ofertas · 1ª sênior: oferta primária encerrada 06/08/2024; melhores esforços · Fundos.NET ID 714216 | 08/08/2024 | Anúncio de Encerramento | p. 2, encerramentoprimário | data/raw/55471753000177/714216_review_20261007.pdf | https://fnet.bmfbovespa.com.br/fnet/publico/visualizarDocumento?id=714216 · Observação: Cláusula documental; emissão e data-base indicadas. Não implica posição atual em circulação.</a:t>
            </a:r>
          </a:p>
          <a:p>
            <a:r>
              <a:t>CNPJ 63572282000111 · Ofertas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Remuneração sênior · 5ª sênior: DI +0,85% a.a.; demais séries/spreads finais não localizados na revisão · Fundos.NET ID 912093 | 26/05/2025 | Instrumento Particular de Emissão de Cotas | p. 3–4, adendoda5ªsérie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Remuneração sênior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sênior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Remuneração mezanino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Remuneração mezanino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mezanino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Remuneração subordinada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Remuneração subordinada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Remuneração subordinada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Volume / quantidade · 5ª sênior: R$1,5 bi; 1,5 milhão de cotas; VNU R$1.000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55471753000177 · Volume / quantidade · 1ª sênior:R$ 1 bi;1 milhão de cotas distribuídas; júnior até 10 mil cotas aprovadas · Fundos.NET ID 714216 | 08/08/2024 | Anúncio de Encerramento | p. 1–3, encerramentoprimário | data/raw/55471753000177/714216_review_20261007.pdf | https://fnet.bmfbovespa.com.br/fnet/publico/visualizarDocumento?id=714216 · Observação: Cláusula documental; emissão e data-base indicadas. Não implica posição atual em circulação.</a:t>
            </a:r>
          </a:p>
          <a:p>
            <a:r>
              <a:t>CNPJ 63572282000111 · Volume / quantidade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VNU / preço · 5ª sênior: R$1.000 por cota · Fundos.NET ID 912093 | 26/05/2025 | Instrumento Particular de Emissão de Cotas | p. 3–5, adendo5ªsérie | data/raw/50473039000102/912093_review_20261007.pdf | https://fnet.bmfbovespa.com.br/fnet/publico/visualizarDocumento?id=912093 · Observação: Regra documental; validar enquadramento em dados operacionais.</a:t>
            </a:r>
          </a:p>
          <a:p>
            <a:r>
              <a:t>CNPJ 55471753000177 · VNU / preço · 1ª sênior: R$1.000 por cota; júnior pelo valor da cota na data · Fundos.NET ID 714216 | 08/08/2024 | Anúncio de Encerramento | p. 1–3, encerramentoprimário | data/raw/55471753000177/714216_review_20261007.pdf | https://fnet.bmfbovespa.com.br/fnet/publico/visualizarDocumento?id=714216 · Observação: Regra documental; validar enquadramento em dados operacionais.</a:t>
            </a:r>
          </a:p>
          <a:p>
            <a:r>
              <a:t>CNPJ 63572282000111 · VNU / preço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2026-10-07T14:49:47-03:00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Fontes:</a:t>
            </a:r>
          </a:p>
          <a:p>
            <a:r>
              <a:t>CNPJ 50473039000102 · Carência · 5ª sênior:30 meses inclusive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Carência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Carência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Juros/amortização · 5ª sênior: semestral desde 6º mês; 5ª sênior:15/12/2027–15/05/2028; parcelas 16,67/20/25/33,33/50/100% do saldo restante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Juros/amortização · Não localizado na documentação acessível;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Juros/amortização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Vencimento · 5ª sênior:36º mês; cronograma aponta final 15/05/2028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Vencimento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Vencimento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Juros / pagamentos · 5ª sênior: semestral desde 6º mês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Juros / pagamentos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Juros / pagamentos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Amortização programada · 5ª sênior:15/12/2027–15/05/2028; parcelas 16,67/20/25/33,33/50/100% do saldo restante · Fundos.NET ID 912093 | 26/05/2025 | Instrumento Particular de Emissão de Cotas | p. 3–5, adendo5ªsérie | data/raw/50473039000102/912093_review_20261007.pdf | https://fnet.bmfbovespa.com.br/fnet/publico/visualizarDocumento?id=912093 · Observação: Cláusula documental; emissão e data-base indicadas. Não implica posição atual em circulação.</a:t>
            </a:r>
          </a:p>
          <a:p>
            <a:r>
              <a:t>CNPJ 55471753000177 · Amortização programada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Amortização programada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Amortização extraordinária · Não localizado na documentação acessível · Inventário por CNPJ 50473039000102, consulta Fundos.NET em 07/10/2026: 45 documentos listados; Fundos.NET respondeu HTTP 520 em pesquisarGerenciadorDocumentosDados.; inventário local anterior preservado.  PDFs efetivamente revistos: 909547, 912093, 932137. Não foi identificado termo específico na revisão. · Observação: Lacuna documental; não preencher por aproximação de nome ou por campo heurístico.</a:t>
            </a:r>
          </a:p>
          <a:p>
            <a:r>
              <a:t>CNPJ 55471753000177 · Amortização extraordinária · Não localizado na documentação acessível · Inventário por CNPJ 55471753000177, consulta Fundos.NET em 07/10/2026: 30 documentos listados; Falha de rede ao acessar pesquisarGerenciadorDocumentosDados: The read operation timed out; inventário local anterior preservado.  PDFs efetivamente revistos: 704724, 714216, 733048. Não foi identificado termo específico na revisão. · Observação: Lacuna documental; não preencher por aproximação de nome ou por campo heurístico.</a:t>
            </a:r>
          </a:p>
          <a:p>
            <a:r>
              <a:t>CNPJ 63572282000111 · Amortização extraordinária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2026-10-07T14:49:47-03:00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Fontes:</a:t>
            </a:r>
          </a:p>
          <a:p>
            <a:r>
              <a:t>CNPJ 50473039000102 · Administração · Faixas por PL: 0,075%≤R$ 200 mi;0,05%200–500 mi;0,04%500 mi–1 bi;0,02%&gt;1 bi; mínimo R$ 17.500/mês, teto R$ 50 mil · Fundos.NET ID 909547 | 19/05/2025 | Regulamento | p. 82, taxaadministração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Administração · Faixas por PL: 0,075%≤R$ 200 mi;0,05%200–500 mi;0,04%500 mi–1 bi;0,02%&gt;1 bi; mínimo R$ 17.500/mês, teto R$ 50 mil · Fundos.NET ID 704724 | 25/07/2024 | Regulamento | p. 90, taxaadministração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Administração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Gestão · Mesmas faixas da administração: 0,075/0,05/0,04/0,02% a.a.; mínimo R$ 17.500/mês, teto R$ 50 mil; lastro + R$ 5 mil/mês · Fundos.NET ID 909547 | 19/05/2025 | Regulamento | p. 83, taxagestão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Gestão · Mesmas faixas da administração: 0,075/0,05/0,04/0,02% a.a.; mínimo R$ 17.500/mês, teto R$ 50 mil; lastro + R$ 5 mil/mês · Fundos.NET ID 704724 | 25/07/2024 | Regulamento | p. 91, taxagestão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Gestão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Custódia · Custódia: contrato adicional; taxa individual não localizada; lastro R$ 5 mil/mês na gestão · Fundos.NET ID 909547 | 19/05/2025 | Regulamento | p. 83–85, 5.10(ii)/6.1 | data/raw/50473039000102/909547_review_20261007.pdf | https://fnet.bmfbovespa.com.br/fnet/publico/visualizarDocumento?id=909547 · Observação: Não transformar remuneraçãodecustódianãolocalizadaemzero.</a:t>
            </a:r>
          </a:p>
          <a:p>
            <a:r>
              <a:t>CNPJ 55471753000177 · Custódia · Custódia incluída na administração; verificação lastro R$ 5 mil/mês na gestão · Fundos.NET ID 704724 | 25/07/2024 | Regulamento | p. 91, 5.5(iv)/5.6(ii) | data/raw/55471753000177/704724_review_20261007.pdf | https://fnet.bmfbovespa.com.br/fnet/publico/visualizarDocumento?id=704724 · Observação: Cláusula documental; emissão e data-base indicadas. Não implica posição atual em circulação.</a:t>
            </a:r>
          </a:p>
          <a:p>
            <a:r>
              <a:t>CNPJ 63572282000111 · Custódia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Reajuste / base · Valores fixos: IGP-M positivo anual; taxas diárias base 252; gross-up tributário · Fundos.NET ID 909547 | 19/05/2025 | Regulamento | p. 83, taxas/reajuste | data/raw/50473039000102/909547_review_20261007.pdf | https://fnet.bmfbovespa.com.br/fnet/publico/visualizarDocumento?id=909547 · Observação: Resumo da versão indicada; fontesporcláusula; nenhumaexposiçãoindividualenquadradaautomaticamente.</a:t>
            </a:r>
          </a:p>
          <a:p>
            <a:r>
              <a:t>CNPJ 55471753000177 · Reajuste / base · Valores fixos: IGP-M positivo anual; taxas diárias base 252; gross-up tributário · Fundos.NET ID 704724 | 25/07/2024 | Regulamento | p. 92, taxas/reajuste | data/raw/55471753000177/704724_review_20261007.pdf | https://fnet.bmfbovespa.com.br/fnet/publico/visualizarDocumento?id=704724 · Observação: Resumo da versão indicada; fontesporcláusula; nenhumaexposiçãoindividualenquadradaautomaticamente.</a:t>
            </a:r>
          </a:p>
          <a:p>
            <a:r>
              <a:t>CNPJ 63572282000111 · Reajuste / base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Escrituração e despesas adicionais · Escrituração R$2 mil/mês; implantação R$7 mil; assembleias R$700/h; lastro setup R$35 mil · Fundos.NET ID 909547; referência 19/05/2025; Regulamento; p. 82–83; Remuneração de Administração/Gestão; data/raw/50473039000102/909547_review_20261007.pdf; https://fnet.bmfbovespa.com.br/fnet/publico/visualizarDocumento?id=909547 · Observação: Valores adicionais conforme serviços e reajustes; gestão/lastro mensal consta na linha Gestão.</a:t>
            </a:r>
          </a:p>
          <a:p>
            <a:r>
              <a:t>CNPJ 55471753000177 · Escrituração e despesas adicionais · Escrituração R$2 mil/mês; implantação R$7 mil; assembleias R$700/h; lastro setup R$35 mil · Fundos.NET ID 704724; referência 25/07/2024; Regulamento; p. 90–92; Remuneração de Administração/Gestão; data/raw/55471753000177/704724_review_20261007.pdf; https://fnet.bmfbovespa.com.br/fnet/publico/visualizarDocumento?id=704724 · Observação: Valores adicionais conforme serviços e reajustes; gestão/lastro mensal consta na linha Gestão.</a:t>
            </a:r>
          </a:p>
          <a:p>
            <a:r>
              <a:t>CNPJ 63572282000111 · Escrituração e despesas adicionais · Não localizado nas fontes acessíveis desta leitura · Revisão documental em 07/10/2026. O nome da carteira com 1T26 não define a vigência destas cláusulas; versões posteriores estão datadas por fonte. Não houve atualização de competência IME neste trabalho. · Observação: Revisão documental em 07/10/2026. O nome da carteira com 1T26 não define a vigência destas cláusulas; versões posteriores estão datadas por fonte. Não houve atualização de competência IME neste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2026-10-07T14:49:47-03:00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Fontes:</a:t>
            </a:r>
          </a:p>
          <a:p>
            <a:r>
              <a:t>CNPJ 50473039000102 · Alocação/subordinação IME · DC / PL: proxy com validação de elegibilidade e denominador; Subordinadas / PL: conferir subclasses e fórmula do índice · Fundos.NET ID 909547 | 19/05/2025 | Regulamento | p. 31, Anexo e avaliação metodológica da revisão | data/raw/50473039000102/909547_review_20261007.pdf | https://fnet.bmfbovespa.com.br/fnet/publico/visualizarDocumento?id=909547 |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Alocação/subordinação IME · DC / PL: proxy com validação de elegibilidade e denominador; Subordinadas / PL: conferir subclasses e fórmula do índice · Fundos.NET ID 704724 | 25/07/2024 | Regulamento | p. 33, Anexo e avaliação metodológica da revisão | data/raw/55471753000177/704724_review_20261007.pdf | https://fnet.bmfbovespa.com.br/fnet/publico/visualizarDocumento?id=704724 | Fundos.NET ID 704724 | 25/07/2024 | Regulamento | p. 47,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Alocação/subordinação IME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Inadimplência/PDD IME · Over 30/60/90 e PDD / crédito: indicadores agregados, sem equivalência automática a gatilhos · Fundos.NET ID 909547 | 19/05/2025 | Regulamento | p. 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Inadimplência/PDD IME · Over 30/60/90 e PDD / crédito: indicadores agregados, sem equivalência automática a gatilhos · Fundos.NET ID 704724 | 25/07/2024 | Regulamento | p. 1,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Inadimplência/PDD IME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Controles documentais · Rating, prestadores, cessão e insolvência: controle documental/manual · Fundos.NET ID 909547 | 19/05/2025 | Regulamento | p. 12,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Controles documentais · Rating, prestadores, cessão e insolvência: controle documental/manual · Fundos.NET ID 704724 | 25/07/2024 | Regulamento | p. 12,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Controles documentais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Competência IME · Cache local: 05/2026; selecionar competência para monitorar · .cache/fundonet-ime/902fd5551851ae35fc357f27736c00433334acef713ad3b47b7894d41e963c74/manifest.json · Observação: Dado offline do IME; não representa atualização ao vivo nem comprovação dos critérios jurídicos.</a:t>
            </a:r>
          </a:p>
          <a:p>
            <a:r>
              <a:t>CNPJ 55471753000177 · Competência IME · Cache local: 05/2026; selecionar competência para monitorar · .cache/fundonet-ime/069d15f85669bf11bc1c26c0dbeaea03c843ca94089901e26266a27d86c6b40f/manifest.json · Observação: Dado offline do IME; não representa atualização ao vivo nem comprovação dos critérios jurídicos.</a:t>
            </a:r>
          </a:p>
          <a:p>
            <a:r>
              <a:t>CNPJ 63572282000111 · Competência IME · Cache local: 05/2026; selecionar competência para monitorar · .cache/fundonet-ime/0d107a49fab9bd2333d5e0398c8bfe249e0ff6fbf10e9ef8f2fc54f3b88232e5/manifest.json · Observação: Dado offline do IME; não representa atualização ao vivo nem comprovação dos critérios jurídicos.</a:t>
            </a:r>
          </a:p>
          <a:p>
            <a:r>
              <a:t>CNPJ 50473039000102 · Alocação via IME · DC / PL: proxy com validação de elegibilidade e denominador · Fundos.NET ID 909547 | 19/05/2025 | Regulamento | p. 31,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Alocação via IME · DC / PL: proxy com validação de elegibilidade e denominador · Fundos.NET ID 704724 | 25/07/2024 | Regulamento | p. 33,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Alocação via IME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Subordinação via IME · Subordinadas / PL: conferir subclasses e fórmula do índice ·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Subordinação via IME · Subordinadas / PL: conferir subclasses e fórmula do índice · Fundos.NET ID 704724 | 25/07/2024 | Regulamento | p. 47,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Subordinação via IME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Concentração / elegibilidade · Exige cadastro por devedor/grupo e validação de lastro; não comprovável pelo IME agregado · Fundos.NET ID 909547 | 19/05/2025 | Regulamento | p. 39,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Concentração / elegibilidade · Exige cadastro por devedor/grupo e validação de lastro; não comprovável pelo IME agregado · Fundos.NET ID 704724 | 25/07/2024 | Regulamento | p. 2,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Concentração / elegibilidade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Reservas / pagamentos · Caixa agregado é proxy parcial; exige calendário, encargos e waterfall · Fundos.NET ID 909547 | 19/05/2025 | Regulamento | p. 10,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Reservas / pagamentos · Caixa agregado é proxy parcial; exige calendário, encargos e waterfall · Fundos.NET ID 704724 | 25/07/2024 | Regulamento | p. 11,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Reservas / pagamentos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Chargeback / recompra · Recompras / crédito é proxy parcial; cancelamento e chargeback dependem de dados complementares · Fundos.NET ID 909547 | 19/05/2025 | Regulamento | p. 68,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Chargeback / recompra · Recompras / crédito é proxy parcial; cancelamento e chargeback dependem de dados complementares · Fundos.NET ID 704724 | 25/07/2024 | Regulamento | p. 117,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Chargeback / recompra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2026-10-07T14:49:47-03:00</a:t>
            </a:r>
          </a:p>
          <a:p>
            <a:r>
              <a:t>SELLER: CNPJ 50473039000102</a:t>
            </a:r>
          </a:p>
          <a:p>
            <a:r>
              <a:t>SELLER II: CNPJ 55471753000177</a:t>
            </a:r>
          </a:p>
          <a:p>
            <a:r>
              <a:t>SELLER 3: CNPJ 63572282000111</a:t>
            </a:r>
          </a:p>
          <a:p>
            <a:r>
              <a:t>Fontes:</a:t>
            </a:r>
          </a:p>
          <a:p>
            <a:r>
              <a:t>CNPJ 50473039000102 · Alocação/subordinação IME · DC / PL: proxy com validação de elegibilidade e denominador; Subordinadas / PL: conferir subclasses e fórmula do índice · Fundos.NET ID 909547 | 19/05/2025 | Regulamento | p. 31, Anexo e avaliação metodológica da revisão | data/raw/50473039000102/909547_review_20261007.pdf | https://fnet.bmfbovespa.com.br/fnet/publico/visualizarDocumento?id=909547 |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Alocação/subordinação IME · DC / PL: proxy com validação de elegibilidade e denominador; Subordinadas / PL: conferir subclasses e fórmula do índice · Fundos.NET ID 704724 | 25/07/2024 | Regulamento | p. 33, Anexo e avaliação metodológica da revisão | data/raw/55471753000177/704724_review_20261007.pdf | https://fnet.bmfbovespa.com.br/fnet/publico/visualizarDocumento?id=704724 | Fundos.NET ID 704724 | 25/07/2024 | Regulamento | p. 47,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Alocação/subordinação IME · Não localizado na documentação acessível;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Inadimplência/PDD IME · Over 30/60/90 e PDD / crédito: indicadores agregados, sem equivalência automática a gatilhos · Fundos.NET ID 909547 | 19/05/2025 | Regulamento | p. 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Inadimplência/PDD IME · Over 30/60/90 e PDD / crédito: indicadores agregados, sem equivalência automática a gatilhos · Fundos.NET ID 704724 | 25/07/2024 | Regulamento | p. 1,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Inadimplência/PDD IME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Controles documentais · Rating, prestadores, cessão e insolvência: controle documental/manual · Fundos.NET ID 909547 | 19/05/2025 | Regulamento | p. 12,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Controles documentais · Rating, prestadores, cessão e insolvência: controle documental/manual · Fundos.NET ID 704724 | 25/07/2024 | Regulamento | p. 12,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Controles documentais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Competência IME · Cache local: 05/2026; selecionar competência para monitorar · .cache/fundonet-ime/902fd5551851ae35fc357f27736c00433334acef713ad3b47b7894d41e963c74/manifest.json · Observação: Dado offline do IME; não representa atualização ao vivo nem comprovação dos critérios jurídicos.</a:t>
            </a:r>
          </a:p>
          <a:p>
            <a:r>
              <a:t>CNPJ 55471753000177 · Competência IME · Cache local: 05/2026; selecionar competência para monitorar · .cache/fundonet-ime/069d15f85669bf11bc1c26c0dbeaea03c843ca94089901e26266a27d86c6b40f/manifest.json · Observação: Dado offline do IME; não representa atualização ao vivo nem comprovação dos critérios jurídicos.</a:t>
            </a:r>
          </a:p>
          <a:p>
            <a:r>
              <a:t>CNPJ 63572282000111 · Competência IME · Cache local: 05/2026; selecionar competência para monitorar · .cache/fundonet-ime/0d107a49fab9bd2333d5e0398c8bfe249e0ff6fbf10e9ef8f2fc54f3b88232e5/manifest.json · Observação: Dado offline do IME; não representa atualização ao vivo nem comprovação dos critérios jurídicos.</a:t>
            </a:r>
          </a:p>
          <a:p>
            <a:r>
              <a:t>CNPJ 50473039000102 · Alocação via IME · DC / PL: proxy com validação de elegibilidade e denominador · Fundos.NET ID 909547 | 19/05/2025 | Regulamento | p. 31,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Alocação via IME · DC / PL: proxy com validação de elegibilidade e denominador · Fundos.NET ID 704724 | 25/07/2024 | Regulamento | p. 33,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Alocação via IME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Subordinação via IME · Subordinadas / PL: conferir subclasses e fórmula do índice · Fundos.NET ID 909547 | 19/05/2025 | Regulamento | p. 46,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Subordinação via IME · Subordinadas / PL: conferir subclasses e fórmula do índice · Fundos.NET ID 704724 | 25/07/2024 | Regulamento | p. 47,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Subordinação via IME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Concentração / elegibilidade · Exige cadastro por devedor/grupo e validação de lastro; não comprovável pelo IME agregado · Fundos.NET ID 909547 | 19/05/2025 | Regulamento | p. 39,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Concentração / elegibilidade · Exige cadastro por devedor/grupo e validação de lastro; não comprovável pelo IME agregado · Fundos.NET ID 704724 | 25/07/2024 | Regulamento | p. 2,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Concentração / elegibilidade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Reservas / pagamentos · Caixa agregado é proxy parcial; exige calendário, encargos e waterfall · Fundos.NET ID 909547 | 19/05/2025 | Regulamento | p. 10,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Reservas / pagamentos · Caixa agregado é proxy parcial; exige calendário, encargos e waterfall · Fundos.NET ID 704724 | 25/07/2024 | Regulamento | p. 11,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Reservas / pagamentos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  <a:p>
            <a:r>
              <a:t>CNPJ 50473039000102 · Chargeback / recompra · Recompras / crédito é proxy parcial; cancelamento e chargeback dependem de dados complementares · Fundos.NET ID 909547 | 19/05/2025 | Regulamento | p. 68, Anexo e avaliação metodológica da revisão | data/raw/50473039000102/909547_review_20261007.pdf | https://fnet.bmfbovespa.com.br/fnet/publico/visualizarDocumento?id=909547 · Observação: Classificação de monitoramento derivada da disponibilidade pública do IME; não é declaração de enquadramento atual. Sem nova competência IME carregada.</a:t>
            </a:r>
          </a:p>
          <a:p>
            <a:r>
              <a:t>CNPJ 55471753000177 · Chargeback / recompra · Recompras / crédito é proxy parcial; cancelamento e chargeback dependem de dados complementares · Fundos.NET ID 704724 | 25/07/2024 | Regulamento | p. 117, Anexo e avaliação metodológica da revisão | data/raw/55471753000177/704724_review_20261007.pdf | https://fnet.bmfbovespa.com.br/fnet/publico/visualizarDocumento?id=704724 · Observação: Classificação de monitoramento derivada da disponibilidade pública do IME; não é declaração de enquadramento atual. Sem nova competência IME carregada.</a:t>
            </a:r>
          </a:p>
          <a:p>
            <a:r>
              <a:t>CNPJ 63572282000111 · Chargeback / recompra · Não localizado na documentação acessível · Inventário por CNPJ 63572282000111, consulta Fundos.NET em 07/10/2026: 11 documentos listados; Falha de rede ao acessar pesquisarGerenciadorDocumentosDados: The read operation timed out; inventário local anterior preservado.  PDFs efetivamente revistos: nenhum. ID1089845: Falha de rede ao acessar downloadDocumento: The read operation timed out; ID1080490: Falha de rede ao acessar downloadDocumento: The read operation timed out; ID1104314: Falha de rede ao acessar downloadDocumento: The read operation timed out · Observação: Lacuna documental; não preencher por aproximação de nome ou por campo heurístico.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 Sellers I, II e III)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3101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de transações Mercado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Pago e créditos sub-rogados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de transações Mercado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Pago e créditos sub-rogados pelo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Estabelecimentos comerciais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Estabelecimentos comerciais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Pago IP Ltda.; CNPJ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10.573.521/0001-91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 Pago IP Ltda.; CNPJ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10.573.521/0001-91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de prestadores/FGC;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garantias reais do 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 de prestadores/FGC;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garantias reais do 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BRL; créditos vincendos; devedor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adimplente; controle de partes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relacionadas; validação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exigibilidade na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BRL; créditos vincendos; devedor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adimplente; controle de partes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relacionadas; validação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exigibilidade na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 Sellers I, II e III)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5557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econômico: Mercado Pago;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teto 20% do PL dispensado sob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da 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econômico: Mercado Pago;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teto 20% do PL dispensado sob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da 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Máximo 365 dias da cessão,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critérios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Máximo 365 dias da cessão,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critérios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administrador/gestor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relacionados; cotas de fundos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eles administrados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geridos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administrador/gestor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relacionados; cotas de fundos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eles administrados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geridos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 Sellers I, II e III)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685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/ PL ≥10%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/ PL ≥33,3%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cobertura, lastro, pagamentos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cross default; hipóteses e cura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detalhadas abaixo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cobertura, lastro, pagamentos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cross default; hipóteses e cura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detalhadas abaixo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acessível; 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100% da próxima amortização: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acumular D-45; integral D-10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100% da próxima amortização: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acumular D-45; integral D-10 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remuneração D-10/integral D-5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 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 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 específico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 não localizado; usar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 como indicador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 específico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 não localizado; usar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 como indicador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 contratual específico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 não localizado; usar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PDD/crédito como indicador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 Sellers I, II e III)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8724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Eventos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prestação/lastro, solvência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obrigações de Mercado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Pago/Mercado 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Reservas, subordinação,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prestação/lastro, solvência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obrigações de Mercado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Pago/Mercado 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Liquidação antecipada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 sênior não sanado em 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DU; avaliação convertida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liquidação; inexigibilidade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 &gt;45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 de cotas não sanado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 DU; lastro inexigível &gt;15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dias; inadimplência ≥R$5 mi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cura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despesas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 ordinárias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estimadas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 ordinárias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estimadas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Cross default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MercadoLibre: terceiros &gt;US$75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 grupo Brasil &gt;R$150 mi; cura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 DU ou prazo contratual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MercadoLibre: terceiros &gt;US$75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 grupo Brasil &gt;R$150 mi; cura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 DU ou prazo contratual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 Sellers I, II e III)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4015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Índice de cobertura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Sênior/mezanino: enquadramento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mensal; 3 datas de aniversário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consecutivas desenquadradas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geram medidas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Sênior/mezanino ≥1,00; avaliação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após 2 referências consecutivas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ou 4 alternadas em 12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Índice de liquidez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≥1,00 pro forma para novas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emissões; fluxos a CDI,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potencial de aquisição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na fórmula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Devolução de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&gt;4% por 2 meses consecutivos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alternados em 12 meses; ou &gt;5%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 qualquer 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Resolução de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&gt;2% por 2 meses consecutivos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alternados em 12 meses; ou &gt;5%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 qualquer 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 Sellers I, II e III)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52852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≥50% do PL em direitos elegíveis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após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≥50% do PL em direitos elegíveis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após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recorrentes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 a reservas,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potencial de aquisição e eventos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recorrentes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 a reservas,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potencial de aquisição e eventos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Indeterminado; público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profissional/autorizado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versão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Indeterminado; público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profissional/autorizado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versão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e indenização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vícios/descumprimentos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contratos; chargeback tem risco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e indenização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vícios/descumprimentos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contratos; chargeback tem risco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não respondem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pagamento/solvência do 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não respondem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pagamento/solvência do 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Encargos/reservas; sênior;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mezanino; júnior, conforme ordem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Encargos/reservas; sênior;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mezanino; júnior, conforme ordem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fiscal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 3.3: numeral 67% do PL,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extenso “cinquenta por cento”;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divergência textual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 Sellers I, II e III)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2141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 júnior;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séries por atos/apêndices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 júnior;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séries por atos/apêndices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DI +0,85% a.a.;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demais séries/spreads finais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localizados na revisão;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R$1,5 bi; 1,5 milhão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cotas; VNU R$1.000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R$1 bi; 1 milhão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cotas; VNU R$1.000; júnior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 mil cotas aprovadas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acessível; 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encerramento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oferta em 04/06/2025; outros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atos/séries não reconciliados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oferta primária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encerrada 06/08/2024; melhores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esforços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 Sellers I, II e III)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310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DI +0,85% a.a.;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demais séries/spreads finais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localizados na revisão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 subordinada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 / quantidade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R$1,5 bi; 1,5 milhão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cotas; VNU R$1.000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sênior:R$ 1 bi;1 milhão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distribuídas; júnior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 mil cotas aprovadas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VNU / preço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R$1.000 por cota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sênior: R$1.000 por cota;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pelo valor da cota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 Sellers I, II e III)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43433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sênior:30 meses inclusive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semestral desde 6º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mês; 5ª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sênior:15/12/2027–15/05/2028;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parcelas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16,67/20/25/33,33/50/100%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saldo restante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acessível; 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acessível; 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sênior:36º mês; cronograma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aponta final 15/05/2028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 semestral desde 6º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 programada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5ª sênior:15/12/2027–15/05/2028;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parcelas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16,67/20/25/33,33/50/100%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saldo restante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extraordinária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 Sellers I, II e III)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40599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por PL: 0,075%≤R$ 200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mi;0,05%200–500 mi;0,04%500 mi–1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bi;0,02%&gt;1 bi; mínimo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17.500/mês, teto R$ 50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por PL: 0,075%≤R$ 200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mi;0,05%200–500 mi;0,04%500 mi–1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bi;0,02%&gt;1 bi; mínimo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17.500/mês, teto R$ 50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Mesmas faixas da administração: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0,075/0,05/0,04/0,02% a.a.;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R$ 17.500/mês, teto R$ 50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mil; lastro + R$ 5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Mesmas faixas da administração: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0,075/0,05/0,04/0,02% a.a.;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R$ 17.500/mês, teto R$ 50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mil; lastro + R$ 5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Custódia: contrato adicional;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taxa individual não localizada;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 R$ 5 mil/mês na 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Custódia 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 verificação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 R$ 5 mil/mês na 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Reajuste / base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fixos: IGP-M positivo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anual; taxas diárias base 252;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gross-up tributário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fixos: IGP-M positivo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anual; taxas diárias base 252;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gross-up tributário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Escrituração e despesas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Escrituração R$2 mil/mês;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implantação R$7 mil; assembleias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R$700/h; lastro setup R$35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Escrituração R$2 mil/mês;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implantação R$7 mil; assembleias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R$700/h; lastro setup R$35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 Sellers I, II e III)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2141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 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 denominador;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 conferir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 e 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 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 denominador;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 conferir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 e 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acessível; Não localizado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documentação 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 crédito: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indicadores agregados,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equivalência automática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 crédito: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indicadores agregados,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equivalência automática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Rating, prestadores,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insolvência: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documental/manual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Rating, prestadores, cessão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insolvência: controle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documental/manual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05/2026; selecionar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05/2026; selecionar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05/2026; selecionar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MELI (FIDC Sellers I, II e III)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4975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 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 denominador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PL: proxy com validação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 e denominador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via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 conferir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 e 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PL: conferir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 e fórmula do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cadastro por devedor/grupo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validação de lastro;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comprovável pelo IME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cadastro por devedor/grupo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validação de lastro;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comprovável pelo IME agregado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Reservas / pagamentos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agregado é proxy parcial;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calendário, encargos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agregado é proxy parcial;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calendário, encargos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Chargeback / 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/ crédito é proxy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parcial; cancelamento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dependem de dados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complementares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Recompras / crédito é proxy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parcial; cancelamento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chargeback dependem de dados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complementares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 documentação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