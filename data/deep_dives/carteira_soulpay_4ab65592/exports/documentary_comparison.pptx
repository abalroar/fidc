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Natureza dos recebíveis · Recebíveis de cartão de crédito presencial, devidos à subcredenciadora · data/raw/48967719000122/785770_documentary_review.pdf | Fundos.NET ID 785770 | 22/11/2024 | regulamento | p. 14 · Observação: Regra da versão citada; leitura dirigida. Validar documento vigente e controles por contrato.</a:t>
            </a:r>
          </a:p>
          <a:p>
            <a:r>
              <a:t>CNPJ 48967719000122 · Originador/endossante · Cedente Soulpay Soluções de Pagamentos, CNPJ 22.036.090/0001-03 · data/raw/48967719000122/785770_documentary_review.pdf | Fundos.NET ID 785770 | 22/11/2024 | regulamento | p. 8 · Observação: Regra da versão citada; leitura dirigida. Validar documento vigente e controles por contrato.</a:t>
            </a:r>
          </a:p>
          <a:p>
            <a:r>
              <a:t>CNPJ 48967719000122 · Devedor · Redecard; outra credenciadora exige assembleia e rating mínimo AAA · data/raw/48967719000122/785770_documentary_review.pdf | Fundos.NET ID 785770 | 22/11/2024 | regulamento | p. 14 · Observação: Regra da versão citada; leitura dirigida. Validar documento vigente e controles por contrato.</a:t>
            </a:r>
          </a:p>
          <a:p>
            <a:r>
              <a:t>CNPJ 48967719000122 · Garantia · Sem garantia dos prestadores/cedente/FGC; titularidade das URs registrada · data/raw/48967719000122/785770_documentary_review.pdf | Fundos.NET ID 785770 | 22/11/2024 | regulamento | p. 15,34 · Observação: Regra da versão citada; leitura dirigida. Validar documento vigente e controles por contrato.</a:t>
            </a:r>
          </a:p>
          <a:p>
            <a:r>
              <a:t>CNPJ 48967719000122 · Elegibilidade · Adimplentes, em reais; prazo individual ≤365 dias e médio ponderado ≤180 dias; até vencimento sênior · data/raw/48967719000122/785770_documentary_review.pdf | Fundos.NET ID 785770 | 22/11/2024 | regulamento | p. 34-36 · Observação: Regra da versão citada; leitura dirigida. Validar documento vigente e controles por contrato.</a:t>
            </a:r>
          </a:p>
          <a:p>
            <a:r>
              <a:t>CNPJ 48967719000122 · Concentração · Mesmo devedor/coobrigado: 20% PL, ressalvadas exceções regulatórias · data/raw/48967719000122/785770_documentary_review.pdf | Fundos.NET ID 785770 | 22/11/2024 | regulamento | p. 33 · Observação: A seção de riscos admite até 100% com única devedora (p.46). Não certificar limite efetivo sem reconciliar a exceção com o caso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Subordinação mínima · Texto exige subordinadas ≥5% PL; índice de 105,26% contém inconsistência de definição · data/raw/48967719000122/785770_documentary_review.pdf | Fundos.NET ID 785770 | 22/11/2024 | regulamento | p. 19,82 · Observação: Definição do índice na p.19 usa subordinadas/PL, incompatível com 105,26% da p.82. Preservada a proteção de 5% expressamente escrita, sem reconstruir a fórmula por suposição.</a:t>
            </a:r>
          </a:p>
          <a:p>
            <a:r>
              <a:t>CNPJ 48967719000122 · Gatilhos de avaliação/liquidação · Resolução de cessão &gt;1,20% PL; diluição &gt;1,40%; inadimplência da devedora não sanada em 2 DU · data/raw/48967719000122/785770_documentary_review.pdf | Fundos.NET ID 785770 | 22/11/2024 | regulamento | p. 89-90 · Observação: Diluição: cancelamentos+chargebacks/recebimento esperado dos últimos 30 dias, p.18-19; evento p.90 remete a PL, divergência de denominador. Não usar Over como teste jurídico.</a:t>
            </a:r>
          </a:p>
          <a:p>
            <a:r>
              <a:t>CNPJ 48967719000122 · Reserva de caixa · Liquidez: 3 meses de despesas; caixa: próxima amortização sênior, constituída entre D-30 e D-5 DU · data/raw/48967719000122/785770_documentary_review.pdf | Fundos.NET ID 785770 | 22/11/2024 | regulamento | p. 86 · Observação: Regra da versão citada; leitura dirigida. Validar documento vigente e controles por contrato.</a:t>
            </a:r>
          </a:p>
          <a:p>
            <a:r>
              <a:t>CNPJ 48967719000122 · Derivativos/hedge · Derivativos vedados · data/raw/48967719000122/785770_documentary_review.pdf | Fundos.NET ID 785770 | 22/11/2024 | regulamento | p. 33 · Observação: Regra da versão citada; leitura dirigida. Validar documento vigente e controles por contrato.</a:t>
            </a:r>
          </a:p>
          <a:p>
            <a:r>
              <a:t>CNPJ 48967719000122 · PDD · Manual do administrador e regulamentação; sem razão mínima de cobertura individualizada · data/raw/48967719000122/785770_documentary_review.pdf | Fundos.NET ID 785770 | 22/11/2024 | regulamento | p. 86-87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Alocação mínima · DC/PL ≥80% após 390 dias de operação · data/raw/48967719000122/785770_documentary_review.pdf | Fundos.NET ID 785770 | 22/11/2024 | regulamento | p. 32 · Observação: Regra da versão citada; leitura dirigida. Validar documento vigente e controles por contrato.</a:t>
            </a:r>
          </a:p>
          <a:p>
            <a:r>
              <a:t>CNPJ 48967719000122 · Pool/revolvência · Reinvestimento em novos créditos/ativos financeiros permitido · data/raw/48967719000122/785770_documentary_review.pdf | Fundos.NET ID 785770 | 22/11/2024 | regulamento | p. 33 · Observação: Regra da versão citada; leitura dirigida. Validar documento vigente e controles por contrato.</a:t>
            </a:r>
          </a:p>
          <a:p>
            <a:r>
              <a:t>CNPJ 48967719000122 · Duração/público-alvo · Classe fechada e indeterminada; profissionais; responsabilidade ilimitada · data/raw/48967719000122/785766_documentary_review.pdf | Fundos.NET ID 785766 | 21/11/2024 | regulamento | p. 1-2 · Observação: Cláusula documental; confirmar versão aplicável e instrumento específico antes de ativar controle.</a:t>
            </a:r>
          </a:p>
          <a:p>
            <a:r>
              <a:t>CNPJ 48967719000122 · Cessão/recompra · Déficit de liquidação implica resolução da cessão; cedente paga em até 2 DU · data/raw/48967719000122/785770_documentary_review.pdf | Fundos.NET ID 785770 | 22/11/2024 | regulamento | p. 37-38 · Observação: Regra da versão citada; leitura dirigida. Validar documento vigente e controles por contrato.</a:t>
            </a:r>
          </a:p>
          <a:p>
            <a:r>
              <a:t>CNPJ 48967719000122 · Coobrigação · Cessão definitiva sem coobrigação pela solvência; cedente responde por existência/validade/formalização · data/raw/48967719000122/785770_documentary_review.pdf | Fundos.NET ID 785770 | 22/11/2024 | regulamento | p. 31 · Observação: Regra da versão citada; leitura dirigida. Validar documento vigente e controles por contrato.</a:t>
            </a:r>
          </a:p>
          <a:p>
            <a:r>
              <a:t>CNPJ 48967719000122 · Waterfall · Encargos e liquidez; amortizações/resgates sênior; reserva de caixa; novos créditos; subordinadas · data/raw/48967719000122/785770_documentary_review.pdf | Fundos.NET ID 785770 | 22/11/2024 | regulamento | p. 88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Classes/séries · Seniores por série e subordinadas; condições específicas no suplemento · data/raw/48967719000122/785770_documentary_review.pdf | Fundos.NET ID 785770 | 22/11/2024 | regulamento | p. 79-82 · Observação: Regra da versão citada; leitura dirigida. Validar documento vigente e controles por contrato.</a:t>
            </a:r>
          </a:p>
          <a:p>
            <a:r>
              <a:t>CNPJ 48967719000122 · Remuneração · Benchmark sênior remetido ao suplemento; spread final não localizado · data/raw/48967719000122/785770_documentary_review.pdf | Fundos.NET ID 785770 | 22/11/2024 | regulamento | p. 7,80 · Observação: Regra da versão citada; leitura dirigida. Validar documento vigente e controles por contrato.</a:t>
            </a:r>
          </a:p>
          <a:p>
            <a:r>
              <a:t>CNPJ 48967719000122 · Volume/VNU · Anúncio declara R$ 30 milhões; 30 mil cotas a R$ 1 não conciliam; colocação 29.886,43 cotas · data/raw/48967719000122/1337273_documentary_review.pdf | Fundos.NET ID 1337273 | 01/10/2026 | emissao | p. 1-2 · Observação: Inconsistência interna de quantidade/VNU/volume; volume efetivamente colocado não certificado. Não trocar R$ 1 por R$ 1 mil por inferência.</a:t>
            </a:r>
          </a:p>
          <a:p>
            <a:r>
              <a:t>CNPJ 48967719000122 · Ofertas · Sênior 3, 1ª emissão; encerramento divulgado em 01/10/2026 · data/raw/48967719000122/1337273_documentary_review.pdf | Fundos.NET ID 1337273 | 01/10/2026 | emissao | p. 1-2 · Observação: Anúncio não individualiza a data civil efetiva do encerramento; 21/08/2026 é data do registro da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Carência · Prazo remetido ao suplemento; carência específica não localizada · data/raw/48967719000122/785770_documentary_review.pdf | Fundos.NET ID 785770 | 22/11/2024 | regulamento | p. 80 · Observação: Regra da versão citada; leitura dirigida. Validar documento vigente e controles por contrato.</a:t>
            </a:r>
          </a:p>
          <a:p>
            <a:r>
              <a:t>CNPJ 48967719000122 · Juros/amortização · Cronograma fechado não identificado; definido por suplemento de série · data/raw/48967719000122/785770_documentary_review.pdf | Fundos.NET ID 785770 | 22/11/2024 | regulamento | p. 80 · Observação: Regra da versão citada; leitura dirigida. Validar documento vigente e controles por contrato.</a:t>
            </a:r>
          </a:p>
          <a:p>
            <a:r>
              <a:t>CNPJ 48967719000122 · Vencimento · Prazo remetido ao suplemento; vencimento civil não localizado · data/raw/48967719000122/785770_documentary_review.pdf | Fundos.NET ID 785770 | 22/11/2024 | regulamento | p. 80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Administração · 0,35% a.a. PL; mínimo mensal de até R$ 18,5 mil; inclui custódia · data/raw/48967719000122/785770_documentary_review.pdf | Fundos.NET ID 785770 | 22/11/2024 | regulamento | p. 69 · Observação: Regra da versão citada; leitura dirigida. Validar documento vigente e controles por contrato.</a:t>
            </a:r>
          </a:p>
          <a:p>
            <a:r>
              <a:t>CNPJ 48967719000122 · Gestão · 0,25% a.a. PL; mínimo mensal de até R$ 10 mil · data/raw/48967719000122/785770_documentary_review.pdf | Fundos.NET ID 785770 | 22/11/2024 | regulamento | p. 70 · Observação: Regra da versão citada; leitura dirigida. Validar documento vigente e controles por contrato.</a:t>
            </a:r>
          </a:p>
          <a:p>
            <a:r>
              <a:t>CNPJ 48967719000122 · Custódia · Incluída na taxa de administração; rateio não individualizado · data/raw/48967719000122/785770_documentary_review.pdf | Fundos.NET ID 785770 | 22/11/2024 | regulamento | p. 69,76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2026-10-07T16:56:22-03:00</a:t>
            </a:r>
          </a:p>
          <a:p>
            <a:r>
              <a:t>Soulpay: CNPJ 48967719000122</a:t>
            </a:r>
          </a:p>
          <a:p>
            <a:r>
              <a:t>Fontes:</a:t>
            </a:r>
          </a:p>
          <a:p>
            <a:r>
              <a:t>CNPJ 48967719000122 · Alocação/subordinação IME · DC/PL e composição de cotas ajudam; validar numerador, denominador e versão contratual · data/raw/48967719000122/785770_documentary_review.pdf | Fundos.NET ID 785770 | 22/11/2024; data/raw/48967719000122/785766_documentary_review.pdf | Fundos.NET ID 785766 | 21/11/2024; data/raw/48967719000122/1337273_documentary_review.pdf | Fundos.NET ID 1337273 | 01/10/2026 · Observação: Proxy metodológica. FIC investe em cotas: não usar DC/PL como substituto da alocação em fundos-alvo. Nenhum saldo observado nesta revisão documental.</a:t>
            </a:r>
          </a:p>
          <a:p>
            <a:r>
              <a:t>CNPJ 48967719000122 · Inadimplência/PDD IME · Over e PDD agregados são alertas; fórmulas contratuais exigem validação · data/raw/48967719000122/785770_documentary_review.pdf | Fundos.NET ID 785770 | 22/11/2024; data/raw/48967719000122/785766_documentary_review.pdf | Fundos.NET ID 785766 | 21/11/2024; data/raw/48967719000122/1337273_documentary_review.pdf | Fundos.NET ID 1337273 | 01/10/2026 · Observação: Não reproduzem médias móveis, coortes, exposição individual, motivo de recompra, chargeback e perdas históricas sem dados adicionais.</a:t>
            </a:r>
          </a:p>
          <a:p>
            <a:r>
              <a:t>CNPJ 48967719000122 · Controles documentais · Elegibilidade, concentração, lastro e eventos exigem controles por contrato · data/raw/48967719000122/785770_documentary_review.pdf | Fundos.NET ID 785770 | 22/11/2024; data/raw/48967719000122/785766_documentary_review.pdf | Fundos.NET ID 785766 | 21/11/2024; data/raw/48967719000122/1337273_documentary_review.pdf | Fundos.NET ID 1337273 | 01/10/2026 · Observação: IME público agregado não certifica devedor/cedente/grupo nem alterações de prestadores e cross default.</a:t>
            </a:r>
          </a:p>
          <a:p>
            <a:r>
              <a:t>CNPJ 48967719000122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 cartão de crédito presencial, devidos à subcredenciadora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Soulpay Soluções de Pagamentos, CNPJ 22.036.090/0001-03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Redecard; outra credenciadora exige assembleia e rating mínimo AAA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dos prestadores/cedente/FGC; titularidade das URs registrada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Adimplentes, em reais; prazo individual ≤365 dias e médio ponderado ≤180 dias; até vencimento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Mesmo devedor/coobrigado: 20% PL, ressalvadas exceções regulatórias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Texto exige subordinadas ≥5% PL; índice de 105,26% contém inconsistência de definição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de cessão &gt;1,20% PL; diluição &gt;1,40%; inadimplência da devedora não sanada em 2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Liquidez: 3 meses de despesas; caixa: próxima amortização sênior, constituída entre D-30 e D-5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Manual do administrador e regulamentação; sem razão mínima de cobertura individualizada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≥80% após 390 dias de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 em novos créditos/ativos financeiros permitido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e indeterminada; profissionais; responsabilidade ilimitada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Déficit de liquidação implica resolução da cessão; cedente paga em até 2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 sem coobrigação pela solvência; cedente responde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existência/validade/formalização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liquidez; amortizações/resgates sênior; reserva de caixa; novos créditos;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 por série e subordinadas; condições específicas no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Benchmark sênior remetido ao suplemento; spread final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 declara R$ 30 milhões; 30 mil cotas a R$ 1 não conciliam; colocação 29.886,43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3, 1ª emissão; encerramento divulgado em 01/10/2026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 suplemento; carência específica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identificado; definido por suplemento de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 suplemento; vencimento civil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0,35% a.a. PL; mínimo mensal de até R$ 18,5 mil; inclui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a.a. PL; mínimo mensal de até R$ 10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administração; rateio não individualizado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Soulpay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Soulpay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