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2026-10-07T16:32:19-03:00</a:t>
            </a:r>
          </a:p>
          <a:p>
            <a:r>
              <a:t>Larca Aurora: CNPJ 63168433000170</a:t>
            </a:r>
          </a:p>
          <a:p>
            <a:r>
              <a:t>Fontes:</a:t>
            </a:r>
          </a:p>
          <a:p>
            <a:r>
              <a:t>CNPJ 63168433000170 · Natureza dos recebíveis · CCBs de empréstimo consignado a Exército e servidores SIAPE · data/raw/63168433000170/1023249_regulamento.pdf | Fundos.NET ID 1023249 | 29/10/2025 | regulamento | p. 139 · Observação: Regra da versão citada; contratos e séries exigem seus instrumentos próprios.</a:t>
            </a:r>
          </a:p>
          <a:p>
            <a:r>
              <a:t>CNPJ 63168433000170 · Originador/endossante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63168433000170 · Devedor · Militares/pensionistas Exército; servidores federais, aposentados e pensionistas SIAPE · data/raw/63168433000170/1023249_regulamento.pdf | Fundos.NET ID 1023249 | 29/10/2025 | regulamento | p. 139 · Observação: Regra da versão citada; contratos e séries exigem seus instrumentos próprios.</a:t>
            </a:r>
          </a:p>
          <a:p>
            <a:r>
              <a:t>CNPJ 63168433000170 · Garantia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63168433000170 · Elegibilidade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63168433000170 · Concentração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2026-10-07T16:32:19-03:00</a:t>
            </a:r>
          </a:p>
          <a:p>
            <a:r>
              <a:t>Larca Aurora: CNPJ 63168433000170</a:t>
            </a:r>
          </a:p>
          <a:p>
            <a:r>
              <a:t>Fontes:</a:t>
            </a:r>
          </a:p>
          <a:p>
            <a:r>
              <a:t>CNPJ 63168433000170 · Subordinação mínima · Índices mezanino A ≥20%, B ≥12%; júnior/PL ≥5% · data/raw/63168433000170/1023249_regulamento.pdf | Fundos.NET ID 1023249 | 29/10/2025 | regulamento | p. 153-154 · Observação: Percentuais mezanino são índices contratuais; fórmula própria deve ser confirmada. Retenção LARCA de 45% das júnior não é piso sobre PL.</a:t>
            </a:r>
          </a:p>
          <a:p>
            <a:r>
              <a:t>CNPJ 63168433000170 · Gatilhos de avaliação/liquidação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63168433000170 · Reserva de caixa · Reserva de despesas; 100% do próximo principal e remuneração na reserva de liquidez · data/raw/63168433000170/1023249_regulamento.pdf | Fundos.NET ID 1023249 | 29/10/2025 | regulamento | p. 71 · Observação: Regra da versão citada; contratos e séries exigem seus instrumentos próprios.</a:t>
            </a:r>
          </a:p>
          <a:p>
            <a:r>
              <a:t>CNPJ 63168433000170 · Derivativos/hedge · Proteção das posições à vista; vedados alavancagem e descoberto · data/raw/63168433000170/1023249_regulamento.pdf | Fundos.NET ID 1023249 | 29/10/2025 | regulamento | p. 152-153 · Observação: Regra da versão citada; contratos e séries exigem seus instrumentos próprios.</a:t>
            </a:r>
          </a:p>
          <a:p>
            <a:r>
              <a:t>CNPJ 63168433000170 · PDD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2026-10-07T16:32:19-03:00</a:t>
            </a:r>
          </a:p>
          <a:p>
            <a:r>
              <a:t>Larca Aurora: CNPJ 63168433000170</a:t>
            </a:r>
          </a:p>
          <a:p>
            <a:r>
              <a:t>Fontes:</a:t>
            </a:r>
          </a:p>
          <a:p>
            <a:r>
              <a:t>CNPJ 63168433000170 · Alocação mínima · DC &gt;67% PL em até 180 dias; glossário distingue mínimo regulatório 50% · data/raw/63168433000170/1023249_regulamento.pdf | Fundos.NET ID 1023249 | 29/10/2025 | regulamento | p. 77,87 · Observação: Regra da versão citada; contratos e séries exigem seus instrumentos próprios.</a:t>
            </a:r>
          </a:p>
          <a:p>
            <a:r>
              <a:t>CNPJ 63168433000170 · Pool/revolvência · Aquisições/revolvência no período de investimento; refinanciamento e renegociação têm janelas próprias · data/raw/63168433000170/1023249_regulamento.pdf | Fundos.NET ID 1023249 | 29/10/2025 | regulamento | p. 152 · Observação: Regra da versão citada; contratos e séries exigem seus instrumentos próprios.</a:t>
            </a:r>
          </a:p>
          <a:p>
            <a:r>
              <a:t>CNPJ 63168433000170 · Duração/público-alvo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63168433000170 · Cessão/recompra · Contratos de transferência definem resolução, recompra pelo endossante ou compra pelo originador · data/raw/63168433000170/1023249_regulamento.pdf | Fundos.NET ID 1023249 | 29/10/2025 | regulamento | p. 140 · Observação: Regra da versão citada; contratos e séries exigem seus instrumentos próprios.</a:t>
            </a:r>
          </a:p>
          <a:p>
            <a:r>
              <a:t>CNPJ 63168433000170 · Coobrigação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63168433000170 · Waterfall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2026-10-07T16:32:19-03:00</a:t>
            </a:r>
          </a:p>
          <a:p>
            <a:r>
              <a:t>Larca Aurora: CNPJ 63168433000170</a:t>
            </a:r>
          </a:p>
          <a:p>
            <a:r>
              <a:t>Fontes:</a:t>
            </a:r>
          </a:p>
          <a:p>
            <a:r>
              <a:t>CNPJ 63168433000170 · Classes/séries · 1ª emissão: sênior/mezz A/B/júniorA/B · data/raw/63168433000170/1051828_emissao.pdf | Fundos.NET ID 1051828 | 01/12/2025 | emissao | p. 1-2 · Observação: Cláusula documental; confirmar versão aplicável e instrumento específico antes de ativar controle.</a:t>
            </a:r>
          </a:p>
          <a:p>
            <a:r>
              <a:t>CNPJ 63168433000170 · Remuneração · Spread final não localizado nas cláusulas revisadas; requer suplemento ou ato específico · data/raw/63168433000170/1023249_regulamento.pdf | Fundos.NET ID 1023249 | 29/10/2025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63168433000170 · Volume/VNU · R$ 300 milhões no encerramento;240/24/21/7,5/7,5 mi · data/raw/63168433000170/1051828_emissao.pdf | Fundos.NET ID 1051828 | 01/12/2025 | emissao | p. 1-2 · Observação: Cláusula documental; confirmar versão aplicável e instrumento específico antes de ativar controle.</a:t>
            </a:r>
          </a:p>
          <a:p>
            <a:r>
              <a:t>CNPJ 63168433000170 · Ofertas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2026-10-07T16:32:19-03:00</a:t>
            </a:r>
          </a:p>
          <a:p>
            <a:r>
              <a:t>Larca Aurora: CNPJ 63168433000170</a:t>
            </a:r>
          </a:p>
          <a:p>
            <a:r>
              <a:t>Fontes:</a:t>
            </a:r>
          </a:p>
          <a:p>
            <a:r>
              <a:t>CNPJ 63168433000170 · Carência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63168433000170 · Juros/amortização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63168433000170 · Vencimento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2026-10-07T16:32:19-03:00</a:t>
            </a:r>
          </a:p>
          <a:p>
            <a:r>
              <a:t>Larca Aurora: CNPJ 63168433000170</a:t>
            </a:r>
          </a:p>
          <a:p>
            <a:r>
              <a:t>Fontes:</a:t>
            </a:r>
          </a:p>
          <a:p>
            <a:r>
              <a:t>CNPJ 63168433000170 · Administração · 0,15% a.a. PL; mínimo R$ 12,5 mil/mês; inclui controladoria/escrituração · data/raw/63168433000170/1023249_regulamento.pdf | Fundos.NET ID 1023249 | 29/10/2025 | regulamento | p. 137 · Observação: Regra da versão citada; contratos e séries exigem seus instrumentos próprios.</a:t>
            </a:r>
          </a:p>
          <a:p>
            <a:r>
              <a:t>CNPJ 63168433000170 · Gestão · 0,15% a.a. PL; mínimo R$ 12,5 mil/mês; lastro R$ 0,36 por crédito adicional · data/raw/63168433000170/1023249_regulamento.pdf | Fundos.NET ID 1023249 | 29/10/2025 | regulamento | p. 137 · Observação: Regra da versão citada; contratos e séries exigem seus instrumentos próprios.</a:t>
            </a:r>
          </a:p>
          <a:p>
            <a:r>
              <a:t>CNPJ 63168433000170 · Custódia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2026-10-07T16:32:19-03:00</a:t>
            </a:r>
          </a:p>
          <a:p>
            <a:r>
              <a:t>Larca Aurora: CNPJ 63168433000170</a:t>
            </a:r>
          </a:p>
          <a:p>
            <a:r>
              <a:t>Fontes:</a:t>
            </a:r>
          </a:p>
          <a:p>
            <a:r>
              <a:t>CNPJ 63168433000170 · Alocação/subordinação IME · DC/PL e composição de cotas ajudam; validar numerador, denominador e versão contratual · data/raw/63168433000170/1023249_regulamento.pdf | Fundos.NET ID 1023249 | 29/10/2025; data/raw/63168433000170/1051828_emissao.pdf | Fundos.NET ID 1051828 | 01/12/2025 · Observação: Proxy metodológica. FIC investe em cotas: não usar DC/PL como substituto da alocação em fundos-alvo. Nenhum saldo observado nesta revisão documental.</a:t>
            </a:r>
          </a:p>
          <a:p>
            <a:r>
              <a:t>CNPJ 63168433000170 · Inadimplência/PDD IME · Over e PDD agregados são alertas; fórmulas contratuais exigem validação · data/raw/63168433000170/1023249_regulamento.pdf | Fundos.NET ID 1023249 | 29/10/2025; data/raw/63168433000170/1051828_emissao.pdf | Fundos.NET ID 1051828 | 01/12/2025 · Observação: Não reproduzem médias móveis, coortes, exposição individual, motivo de recompra, chargeback e perdas históricas sem dados adicionais.</a:t>
            </a:r>
          </a:p>
          <a:p>
            <a:r>
              <a:t>CNPJ 63168433000170 · Controles documentais · Elegibilidade, concentração, lastro e eventos exigem controles por contrato · data/raw/63168433000170/1023249_regulamento.pdf | Fundos.NET ID 1023249 | 29/10/2025; data/raw/63168433000170/1051828_emissao.pdf | Fundos.NET ID 1051828 | 01/12/2025 · Observação: IME público agregado não certifica devedor/cedente/grupo nem alterações de prestadores e cross default.</a:t>
            </a:r>
          </a:p>
          <a:p>
            <a:r>
              <a:t>CNPJ 63168433000170 · Competência IME · Cache local: 06/2026; selecionar competência para monitorar · .cache/fundonet-ime/ad863e42f707f67697b2dbcae42075e3277c58119d5df3b5765c218d2b733753/manifest.json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IV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empréstimo consignado a Exército e servidores SIAPE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Militares/pensionistas Exército; servidores federais, aposentados e pensionistas SIAPE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IV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Índices mezanino A ≥20%, B ≥12%; júnior/PL ≥5%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despesas; 100% do próximo principal e remuneração na reserva de liquidez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das posições à vista; vedados alavancagem e descoberto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IV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&gt;67% PL em até 180 dias; glossário distingue mínimo regulatório 50%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Aquisições/revolvência no período de investimento; refinanciamento e renegociação têm janelas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 de transferência definem resolução, recompra pelo endossante ou compra pelo originador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IV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emissão: sênior/mezz A/B/júniorA/B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R$ 300 milhões no encerramento;240/24/21/7,5/7,5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IV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IV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0,15% a.a. PL; mínimo R$ 12,5 mil/mês; inclui controladoria/escrituração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0,15% a.a. PL; mínimo R$ 12,5 mil/mês; lastro R$ 0,36 por crédito 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IV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 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