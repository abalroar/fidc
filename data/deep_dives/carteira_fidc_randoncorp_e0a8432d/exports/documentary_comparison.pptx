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Natureza dos recebíveis · Venda a prazo de produtos, performados ou a performar, de empresas do grupoRandoncorp. · Fundos.NET ID 1028146; 03/11/2025; data/raw/62690693000149/1028146_regulamento_cache_integral.txt; regulamento; https://fnet.bmfbovespa.com.br/fnet/publico/exibirDocumento?id=1028146&amp;cvm=true; pp.11–12, definições; p.42, política · Observação: Regra documental; verificar versão, base e condições antes de monitorar.</a:t>
            </a:r>
          </a:p>
          <a:p>
            <a:r>
              <a:t>CNPJ 62690693000149 · Originador/endossante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Devedor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Garantia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Elegibilidade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Concentração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Subordinação mínima · Subordinadas ≥51%/PL enquanto houver sênior. · Fundos.NET ID 1028146; 03/11/2025; data/raw/62690693000149/1028146_regulamento_cache_integral.txt; regulamento; https://fnet.bmfbovespa.com.br/fnet/publico/exibirDocumento?id=1028146&amp;cvm=true; p.13, definição; p.69, 16(h) · Observação: Regra documental; verificar versão, base e condições antes de monitorar.</a:t>
            </a:r>
          </a:p>
          <a:p>
            <a:r>
              <a:t>CNPJ 62690693000149 · Gatilhos de avaliação/liquidação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Reserva de caixa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Derivativos/hedge · Operações com derivativos vedadas. · Fundos.NET ID 1028146; 03/11/2025; data/raw/62690693000149/1028146_regulamento_cache_integral.txt; regulamento; https://fnet.bmfbovespa.com.br/fnet/publico/exibirDocumento?id=1028146&amp;cvm=true; p.43, política · Observação: Regra documental; verificar versão, base e condições antes de monitorar.</a:t>
            </a:r>
          </a:p>
          <a:p>
            <a:r>
              <a:t>CNPJ 62690693000149 · PDD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Alocação mínima · 50%/PL em DC após 180 dias; 67% para entidade de investimento. · Fundos.NET ID 1028146; 03/11/2025; data/raw/62690693000149/1028146_regulamento_cache_integral.txt; regulamento; https://fnet.bmfbovespa.com.br/fnet/publico/exibirDocumento?id=1028146&amp;cvm=true; pp.5–6, definições; p.42, 11 · Observação: Regra documental; verificar versão, base e condições antes de monitorar.</a:t>
            </a:r>
          </a:p>
          <a:p>
            <a:r>
              <a:t>CNPJ 62690693000149 · Pool/revolvência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Duração/público-alvo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Cessão/recompra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Coobrigação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Waterfall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Classes/séries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Remuneração · Spread final não localizado nesta revisão; conferir suplemento preenchido. · Fundos.NET ID 1028146; 03/11/2025; data/raw/62690693000149/1028146_regulamento_cache_integral.txt; regulamento; https://fnet.bmfbovespa.com.br/fnet/publico/exibirDocumento?id=1028146&amp;cvm=true; escopo e condições da revisão · Observação: Taxas de prestadores não representam remuneração das cotas.</a:t>
            </a:r>
          </a:p>
          <a:p>
            <a:r>
              <a:t>CNPJ 62690693000149 · Volume/VNU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Ofertas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Carência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  <a:p>
            <a:r>
              <a:t>CNPJ 62690693000149 · Juros/amortização · Cronograma fechado não identificado nesta revisão; conferir série/suplemento. · Fundos.NET ID 1028146; 03/11/2025; data/raw/62690693000149/1028146_regulamento_cache_integral.txt; regulamento; https://fnet.bmfbovespa.com.br/fnet/publico/exibirDocumento?id=1028146&amp;cvm=true; escopo e condições da revisão · Observação: Data do regulamento não equivale a data de integralização.</a:t>
            </a:r>
          </a:p>
          <a:p>
            <a:r>
              <a:t>CNPJ 62690693000149 · Vencimento · Não confirmado na revisão dirigida; conferir documento ou cláusula específica. · Fundos.NET ID 1028146; 03/11/2025; data/raw/62690693000149/1028146_regulamento_cache_integral.txt; regulamento; https://fnet.bmfbovespa.com.br/fnet/publico/exibirDocumento?id=1028146&amp;cvm=true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Administração · 0,044% a.a. (até mês 12) e 0,05% (desde 13); base VP de DC; mínimo R$ 5 mil/mês. · Fundos.NET ID 1028146; 03/11/2025; data/raw/62690693000149/1028146_regulamento_cache_integral.txt; regulamento; https://fnet.bmfbovespa.com.br/fnet/publico/exibirDocumento?id=1028146&amp;cvm=true; pp.30–31, remuneração · Observação: Regra documental; verificar versão, base e condições antes de monitorar.</a:t>
            </a:r>
          </a:p>
          <a:p>
            <a:r>
              <a:t>CNPJ 62690693000149 · Gestão · VP de DC:0,203%/0,230% até R$ 300 mi; excesso 0,229%/0,257% a.a., meses≤12/≥13; mínimo R$ 19 mil. · Fundos.NET ID 1028146; 03/11/2025; data/raw/62690693000149/1028146_regulamento_cache_integral.txt; regulamento; https://fnet.bmfbovespa.com.br/fnet/publico/exibirDocumento?id=1028146&amp;cvm=true; pp.31–32, remuneração · Observação: Regra documental; verificar versão, base e condições antes de monitorar.</a:t>
            </a:r>
          </a:p>
          <a:p>
            <a:r>
              <a:t>CNPJ 62690693000149 · Custódia · Numérico 0,080%/0,04% a.a. por faixas PL até/acima R$ 300 mi; extenso diverge; mínimo R$ 12 mil + lastro R$ 4,5 mil/mês. · Fundos.NET ID 1028146; 03/11/2025; data/raw/62690693000149/1028146_regulamento_cache_integral.txt; regulamento; p.35, custódia · Observação: Tabela apresenta oitenta centésimos e quatro milésimos por extenso: confirmar retificação antes de calcular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Randoncorp: CNPJ 62690693000149</a:t>
            </a:r>
          </a:p>
          <a:p>
            <a:r>
              <a:t>Fontes:</a:t>
            </a:r>
          </a:p>
          <a:p>
            <a:r>
              <a:t>CNPJ 62690693000149 · Alocação/subordinação IME · DC/PL e cotas por categoria/PL; validar regra e denominador. · Fundos.NET ID 1028146; 03/11/2025; data/raw/62690693000149/1028146_regulamento_cache_integral.txt; regulamento; https://fnet.bmfbovespa.com.br/fnet/publico/exibirDocumento?id=1028146&amp;cvm=true; escopo e condições da revisão · Observação: Proxy agregado; não comprova enquadramento diário nem prioridade por série.</a:t>
            </a:r>
          </a:p>
          <a:p>
            <a:r>
              <a:t>CNPJ 62690693000149 · Inadimplência/PDD IME · Aging e PDD/crédito agregados; conciliar índice contratual. · Fundos.NET ID 1028146; 03/11/2025; data/raw/62690693000149/1028146_regulamento_cache_integral.txt; regulamento; https://fnet.bmfbovespa.com.br/fnet/publico/exibirDocumento?id=1028146&amp;cvm=true; escopo e condições da revisão · Observação: Proxy parcial; vintage, efeito vagão e defasagem não reproduzidos automaticamente.</a:t>
            </a:r>
          </a:p>
          <a:p>
            <a:r>
              <a:t>CNPJ 62690693000149 · Controles documentais · Lastro, elegibilidade, concentração individual e prestadores exigem documentos. · Fundos.NET ID 1028146; 03/11/2025; data/raw/62690693000149/1028146_regulamento_cache_integral.txt; regulamento; https://fnet.bmfbovespa.com.br/fnet/publico/exibirDocumento?id=1028146&amp;cvm=true; escopo e condições da revisão · Observação: IME público sem granularidade individual; não usar como prova de conformidade.</a:t>
            </a:r>
          </a:p>
          <a:p>
            <a:r>
              <a:t>CNPJ 62690693000149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Venda a prazo de produtos, performados ou a performar, de empresas do grupoRandoncorp.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≥51%/PL enquanto houver sênior.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 após 180 dias; 67% para entidade de investimento.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0,044% a.a. (até mês 12) e 0,05% (desde 13); base VP de DC; mínimo R$ 5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VP de DC:0,203%/0,230% até R$ 300 mi; excesso 0,229%/0,257% a.a., meses≤12/≥13; mínimo R$ 19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Numérico 0,080%/0,04% a.a. por faixas PL até/acima R$ 300 mi; extenso diverge; mínimo R$ 12 mil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R$ 4,5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Randoncorp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Randoncorp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