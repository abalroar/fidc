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2026-10-07T16:15:25-03:00</a:t>
            </a:r>
          </a:p>
          <a:p>
            <a:r>
              <a:t>ATLANTA: CNPJ 11468186000124</a:t>
            </a:r>
          </a:p>
          <a:p>
            <a:r>
              <a:t>Fontes:</a:t>
            </a:r>
          </a:p>
          <a:p>
            <a:r>
              <a:t>CNPJ 11468186000124 · Natureza dos recebíveis · Multissetorial: créditos industriais, comerciais, agro, financeiros e serviços; admite FIDCs e não padronizados · Fundos.NET ID 1130308 | 06/03/2026 | regulamento | p. 49; 7.1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Originador/endossante · Cedentes diversos com sede ou filial no Brasil; Alcance presta consultoria/cobrança · Fundos.NET ID 1130308 | 06/03/2026 | regulamento | p. 4, 52; Definições; 8.1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Devedor · Pessoas físicas ou jurídicas inscritas em CPF/CNPJ · Fundos.NET ID 1130308 | 06/03/2026 | regulamento | p. 52; 8.1(b)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Garantia · Cessão inclui garantias e acessórios dos créditos; garantia varia conforme instrumento · Fundos.NET ID 1130308 | 06/03/2026 | regulamento | p. 49; 7.5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Elegibilidade · Limites por título: duplicatas 3–1.440 dias; CCB até 48 meses; admite vencidos e não padronizados sob condições · Fundos.NET ID 1130308 | 06/03/2026 | regulamento | p. 52–54; 8.2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Concentração · Classe profissional: sem limites por devedor, emissor ou tipo, preservada alocação mínima · Fundos.NET ID 1130308 | 06/03/2026 | regulamento | p. 49; 7.4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2026-10-07T16:15:25-03:00</a:t>
            </a:r>
          </a:p>
          <a:p>
            <a:r>
              <a:t>ATLANTA: CNPJ 11468186000124</a:t>
            </a:r>
          </a:p>
          <a:p>
            <a:r>
              <a:t>Fontes:</a:t>
            </a:r>
          </a:p>
          <a:p>
            <a:r>
              <a:t>CNPJ 11468186000124 · Subordinação mínima · Júnior / PL da classe ≥50%, apuração diária · Fundos.NET ID 1130308 | 06/03/2026 | regulamento | p. 47; 5.1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Gatilhos de avaliação/liquidação · Avaliação: subordinação sem cura, desenquadramento &gt;30 DU e PL negativo; prestadores sem substituição podem liquidar · Fundos.NET ID 1130308 | 06/03/2026 | regulamento | p. 57–59; 13.1–13.7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Reserva de caixa · Maior entre 90 dias de despesas e 0,1% do PL; amortização:1% do pagamento desde D-30 e D-15 · Fundos.NET ID 1130308 | 06/03/2026 | regulamento | p. 55–56; 10.1–10.3 | data/raw/11468186000124/1130308_regulamento_review_20261007.pdf | https://fnet.bmfbovespa.com.br/fnet/publico/visualizarDocumento?id=1130308 · Observação: A cláusula repete 1% em D-30 e D-15; não elevar a 100% por interpretação. Percentual 0,1% apresenta divergência com extenso no documento.</a:t>
            </a:r>
          </a:p>
          <a:p>
            <a:r>
              <a:t>CNPJ 11468186000124 · Derivativos/hedge · Operações com derivativos vedadas, inclusive para proteção · Fundos.NET ID 1130308 | 06/03/2026 | regulamento | p. 50; 7.12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PDD · Não localizado nas fontes acessíveis desta leitura · data/raw/11468186000124/access_status_20261007.txt | Consulta Fundos.NET por CNPJ 11468186000124 em 07/10/2026; inventário completo com 196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2026-10-07T16:15:25-03:00</a:t>
            </a:r>
          </a:p>
          <a:p>
            <a:r>
              <a:t>ATLANTA: CNPJ 11468186000124</a:t>
            </a:r>
          </a:p>
          <a:p>
            <a:r>
              <a:t>Fontes:</a:t>
            </a:r>
          </a:p>
          <a:p>
            <a:r>
              <a:t>CNPJ 11468186000124 · Alocação mínima · Direitos creditórios &gt;50% do PL em até 180 dias do início · Fundos.NET ID 1130308 | 06/03/2026 | regulamento | p. 49; 7.3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Pool/revolvência · Aquisições posteriores a despesas, reservas e amortizações; suspensas em eventos de liquidação · Fundos.NET ID 1130308 | 06/03/2026 | regulamento | p. 55, 59; 9.1; 13.7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Duração/público-alvo · Somente investidores profissionais; classe fechada · Fundos.NET ID 1130308 | 06/03/2026 | regulamento | p. 4, 45; Definições; 4.7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Cessão/recompra · Cessão irrevogável/irretratável; desenquadramento posterior não gera recompra automática · Fundos.NET ID 1130308 | 06/03/2026 | regulamento | p. 49, 54; 7.5; 8.2.2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Coobrigação · CCBs podem ter ou não coobrigação da instituição financeira; validar cada instrumento · Fundos.NET ID 1130308 | 06/03/2026 | regulamento | p. 53; 8.2(d)(i)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Waterfall · Despesas; reservas; sênior; mezanino; júnior; novas aquisições · Fundos.NET ID 1130308 | 06/03/2026 | regulamento | p. 55; 9.1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2026-10-07T16:15:25-03:00</a:t>
            </a:r>
          </a:p>
          <a:p>
            <a:r>
              <a:t>ATLANTA: CNPJ 11468186000124</a:t>
            </a:r>
          </a:p>
          <a:p>
            <a:r>
              <a:t>Fontes:</a:t>
            </a:r>
          </a:p>
          <a:p>
            <a:r>
              <a:t>CNPJ 11468186000124 · Classes/séries · Sênior, mezanino e júnior · Fundos.NET ID 1130308 | 06/03/2026 | regulamento | p. 44; 4.1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Remuneração · Spread final não localizado; remuneração remetida ao suplemento da série · Fundos.NET ID 1130308 | 06/03/2026 | regulamento | p. 44; 4.4–4.5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Volume/VNU · Oferta sênior 17:R$ 200 mi/200 cotas; sênior 18:R$ 50 mi/50 cotas; VNU R$ 1 mi · Fundos.NET ID 1299529 | 24/08/2026 | emissao | p. 1,4; Anúncio encerramento | data/raw/11468186000124/1299529_emissao_review_20261007.pdf | https://fnet.bmfbovespa.com.br/fnet/publico/visualizarDocumento?id=1299529 · Observação: Regra da versão indicada; resumo sujeito às condições completas da cláusula. IME agregado não comprova elegibilidade individual.</a:t>
            </a:r>
          </a:p>
          <a:p>
            <a:r>
              <a:t>CNPJ 11468186000124 · Ofertas · Séries 17/18: registros 23/02/2026; anúncio de encerramento 24/08/2026 · Fundos.NET ID 1299529 | 24/08/2026 | emissao | p. 1–6; Registros233/234 | data/raw/11468186000124/1299529_emissao_review_20261007.pdf | https://fnet.bmfbovespa.com.br/fnet/publico/visualizarDocumento?id=1299529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2026-10-07T16:15:25-03:00</a:t>
            </a:r>
          </a:p>
          <a:p>
            <a:r>
              <a:t>ATLANTA: CNPJ 11468186000124</a:t>
            </a:r>
          </a:p>
          <a:p>
            <a:r>
              <a:t>Fontes:</a:t>
            </a:r>
          </a:p>
          <a:p>
            <a:r>
              <a:t>CNPJ 11468186000124 · Carência · Não localizado nas fontes acessíveis desta leitura · data/raw/11468186000124/access_status_20261007.txt | Consulta Fundos.NET por CNPJ 11468186000124 em 07/10/2026; inventário completo com 196 registros · Observação: Lacuna na revisão dirigida; obter cláusula específica antes de concluir ausência ou enquadramento.</a:t>
            </a:r>
          </a:p>
          <a:p>
            <a:r>
              <a:t>CNPJ 11468186000124 · Juros/amortização · Prazos e valores remetidos aos suplementos; cronograma fechado não identificado · Fundos.NET ID 1130308 | 06/03/2026 | regulamento | p. 45; 4.9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Vencimento · Não localizado nas fontes acessíveis desta leitura · data/raw/11468186000124/access_status_20261007.txt | Consulta Fundos.NET por CNPJ 11468186000124 em 07/10/2026; inventário completo com 196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2026-10-07T16:15:25-03:00</a:t>
            </a:r>
          </a:p>
          <a:p>
            <a:r>
              <a:t>ATLANTA: CNPJ 11468186000124</a:t>
            </a:r>
          </a:p>
          <a:p>
            <a:r>
              <a:t>Fontes:</a:t>
            </a:r>
          </a:p>
          <a:p>
            <a:r>
              <a:t>CNPJ 11468186000124 · Administração · 0,18% a.a. sobre PL, incluindo custódia · Fundos.NET ID 1130308 | 06/03/2026 | regulamento | p. 48; 6.1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Gestão · 0,06% a.a. sobre PL · Fundos.NET ID 1130308 | 06/03/2026 | regulamento | p. 48; 6.2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Custódia · Incluída na administração de 0,18% a.a.; sem taxa própria indicada · Fundos.NET ID 1130308 | 06/03/2026 | regulamento | p. 48; 6.1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  <a:p>
            <a:r>
              <a:t>CNPJ 11468186000124 · Consultoria · R$ 50 mil/mês +0,13% do valor de face adquirido no mês anterior · Fundos.NET ID 1130308 | 06/03/2026 | regulamento | p. 48; 6.4 | data/raw/11468186000124/1130308_regulamento_review_20261007.pdf | https://fnet.bmfbovespa.com.br/fnet/publico/visualizarDocumento?id=1130308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2026-10-07T16:15:25-03:00</a:t>
            </a:r>
          </a:p>
          <a:p>
            <a:r>
              <a:t>ATLANTA: CNPJ 11468186000124</a:t>
            </a:r>
          </a:p>
          <a:p>
            <a:r>
              <a:t>Fontes:</a:t>
            </a:r>
          </a:p>
          <a:p>
            <a:r>
              <a:t>CNPJ 11468186000124 · Alocação/subordinação IME · Direitos creditórios / PL e cotas subordinadas / PL; validar ativo elegível, subclasses e fórmula contratual · data/raw/11468186000124/access_status_20261007.txt | Consulta Fundos.NET por CNPJ 11468186000124 em 07/10/2026; inventário completo com 196 registros · Observação: Avaliação metodológica do IME público; dados de cache e monitoramento ao vivo são apresentados separadamente.</a:t>
            </a:r>
          </a:p>
          <a:p>
            <a:r>
              <a:t>CNPJ 11468186000124 · Inadimplência/PDD IME · Over 30/60/90 e PDD / crédito: indicadores agregados; gatilhos dependem de denominador e janela contratual · data/raw/11468186000124/access_status_20261007.txt | Consulta Fundos.NET por CNPJ 11468186000124 em 07/10/2026; inventário completo com 196 registros · Observação: Avaliação metodológica do IME público; dados de cache e monitoramento ao vivo são apresentados separadamente.</a:t>
            </a:r>
          </a:p>
          <a:p>
            <a:r>
              <a:t>CNPJ 11468186000124 · Controles documentais · Elegibilidade, concentração por devedor/grupo, lastro, prestadores e eventos: validação documental e operacional · data/raw/11468186000124/access_status_20261007.txt | Consulta Fundos.NET por CNPJ 11468186000124 em 07/10/2026; inventário completo com 196 registros · Observação: Avaliação metodológica do IME público; dados de cache e monitoramento ao vivo são apresentados separadamente.</a:t>
            </a:r>
          </a:p>
          <a:p>
            <a:r>
              <a:t>CNPJ 11468186000124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ATLANTA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Multissetorial: créditos industriais, comerciais, agro, financeiros e serviços; admite FIDCs 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padronizados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diversos com sede ou filial no Brasil; Alcance presta consultoria/cobrança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ou jurídicas inscritas em CPF/CNPJ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inclui garantias e acessórios dos créditos; garantia varia conforme instrumento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 título: duplicatas 3–1.440 dias; CCB até 48 meses; admite vencidos e não padronizados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sob condições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profissional: sem limites por devedor, emissor ou tipo, preservada 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ATLANTA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 da classe ≥50%,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Avaliação: subordinação sem cura, desenquadramento &gt;30 DU e PL negativo; prestadores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substituição podem liquidar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 90 dias de despesas e 0,1% do PL; amortização:1% do pagamento desde D-30 e D-15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vedadas, inclusive para proteção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ATLANTA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&gt;50% do PL em até 180 dias do início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posteriores a despesas, reservas e amortizações; suspensas em eventos de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investidores profissionais; classe fechada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irrevogável/irretratável; desenquadramento posterior não gera recompra automática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podem ter ou não coobrigação da instituição financeira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Despesas; reservas; sênior; mezanino; júnior; novas aquisições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ATLANTA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sênior 17:R$ 200 mi/200 cotas; sênior 18:R$ 50 mi/50 cotas; VNU R$ 1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 17/18: registros 23/02/2026; anúncio de encerramento 24/08/2026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ATLANTA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ATLANTA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0,18% a.a. sobre PL, incluindo 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0,06% a.a. sobre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 de 0,18% a.a.; sem taxa própria indicada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Consultoria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R$ 50 mil/mês +0,13% do valor de face adquirido no mês anterior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ATLANTA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