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2026-10-07T15:13:33-03:00</a:t>
            </a:r>
          </a:p>
          <a:p>
            <a:r>
              <a:t>Endurance: CNPJ 62838025000116</a:t>
            </a:r>
          </a:p>
          <a:p>
            <a:r>
              <a:t>Fontes:</a:t>
            </a:r>
          </a:p>
          <a:p>
            <a:r>
              <a:t>CNPJ 62838025000116 · Natureza dos recebíveis · Recebíveis performados de cartões representados por URs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62838025000116 · Originador/endossante · Cedentes exclusivos: PagueVeloz IP (03.816.413/0001-37) e Serasa (62.173.620/0133-20) · data/raw/62838025000116/1058234_regulamento.pdf · ID Fundos.NET 1058234 · 10/12/2025 · regulamento · p. 3 · Definição Cedentes · https://fnet.bmfbovespa.com.br/fnet/publico/visualizarDocumento?id=1058234 · Observação: Controle documental; IME agregado não comprova a hipótese contratual.</a:t>
            </a:r>
          </a:p>
          <a:p>
            <a:r>
              <a:t>CNPJ 62838025000116 · Devedor · Credenciadoras Cielo, Redecard, PagSeguro e Getnet; lista exclusiva do regulamento · data/raw/62838025000116/1058234_regulamento.pdf · ID Fundos.NET 1058234 · 10/12/2025 · regulamento · p. 5 · Definição Devedores · https://fnet.bmfbovespa.com.br/fnet/publico/visualizarDocumento?id=1058234 · Observação: Não substituir pela marca do cedente; contratante e emissor/credenciadora têm papéis diferentes.</a:t>
            </a:r>
          </a:p>
          <a:p>
            <a:r>
              <a:t>CNPJ 62838025000116 · Garantia · Aplicações sem garantia de prestadores, terceiros, seguros ou FGC · data/raw/62838025000116/1058234_regulamento.pdf · ID Fundos.NET 1058234 · 10/12/2025 · regulamento · p. 64–65 · Fatores de risco 1.11 · https://fnet.bmfbovespa.com.br/fnet/publico/visualizarDocumento?id=1058234 · Observação: Cláusula descreve ausência de garantia das aplicações; não invalida acessórios de crédito previstos em cada cessão.</a:t>
            </a:r>
          </a:p>
          <a:p>
            <a:r>
              <a:t>CNPJ 62838025000116 · Elegibilidade · URs e contratos/termos de cessão; lastro integral validado antes da aquisição · data/raw/62838025000116/1058234_regulamento.pdf · ID Fundos.NET 1058234 · 10/12/2025 · regulamento · p. 27–29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62838025000116 · Concentração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2026-10-07T15:13:33-03:00</a:t>
            </a:r>
          </a:p>
          <a:p>
            <a:r>
              <a:t>Endurance: CNPJ 62838025000116</a:t>
            </a:r>
          </a:p>
          <a:p>
            <a:r>
              <a:t>Fontes:</a:t>
            </a:r>
          </a:p>
          <a:p>
            <a:r>
              <a:t>CNPJ 62838025000116 · Subordinação mínima · Júnior ≥ 10% PL; excepcionalmente 9% nos primeiros 30 dias · data/raw/62838025000116/1058234_regulamento.pdf · ID Fundos.NET 1058234 · 10/12/2025 · p. 39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62838025000116 · Gatilhos de avaliação/liquidação · DC/PL &lt; 50% por &gt; 15 dias após 180 dias; insolvência, trocas de prestadores e descumprimentos sem cura · data/raw/62838025000116/1058234_regulamento.pdf · ID Fundos.NET 1058234 · 10/12/2025 · p. 42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62838025000116 · Reserva de caixa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62838025000116 · Derivativos/hedge · Somente proteção da carteira; exposição limitada ao PL · data/raw/62838025000116/1058234_regulamento.pdf · ID Fundos.NET 1058234 · 10/12/2025 · regulamento · p. 26 e 62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62838025000116 · PDD · Fluxos de DC do índice de liquidez são líquidos de PDD; limite percentual próprio não localizado · data/raw/62838025000116/1058234_regulamento.pdf · ID Fundos.NET 1058234 · 10/12/2025 · regulamento · p. 7 · Definição Índice de Liquidez · https://fnet.bmfbovespa.com.br/fnet/publico/visualizarDocumento?id=1058234 · Observação: Fórmula desconta fluxos a DI e inclui ponderação, despesas e MTM; PDD/crédito não replica o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2026-10-07T15:13:33-03:00</a:t>
            </a:r>
          </a:p>
          <a:p>
            <a:r>
              <a:t>Endurance: CNPJ 62838025000116</a:t>
            </a:r>
          </a:p>
          <a:p>
            <a:r>
              <a:t>Fontes:</a:t>
            </a:r>
          </a:p>
          <a:p>
            <a:r>
              <a:t>CNPJ 62838025000116 · Alocação mínima · 50% PL; gestor busca 67% para enquadramento tributário · data/raw/62838025000116/1058234_regulamento.pdf · ID Fundos.NET 1058234 · 10/12/2025 · regulamento · p. 2 e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62838025000116 · Pool/revolvência · Reinvestimento permitido, observada ordem de pagamentos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62838025000116 · Duração/público-alvo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62838025000116 · Cessão/recompra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62838025000116 · Coobrigação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62838025000116 · Waterfall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62838025000116 · Prestadores essenciais · Administração Intrag; gestão/custódia de DC Kanastra; custódia de valores mobiliários Limine Trust · data/raw/62838025000116/1058234_regulamento.pdf · ID Fundos.NET 1058234 · 10/12/2025 · regulamento · p. 2/5/7 · Definições Administrador/Custodiantes/Gestor · https://fnet.bmfbovespa.com.br/fnet/publico/visualizarDocumento?id=1058234 · Observação: Controle documental; IME agregado não comprova a hipótese contratual.</a:t>
            </a:r>
          </a:p>
          <a:p>
            <a:r>
              <a:t>CNPJ 62838025000116 · Condições de cessão · Cedentes atestam condições em cada termo; gestor valida; perda posterior não gera indenização automática · data/raw/62838025000116/1058234_regulamento.pdf · ID Fundos.NET 1058234 · 10/12/2025 · regulamento · p. 29–30 · 7.9.1/7.10/7.11 · https://fnet.bmfbovespa.com.br/fnet/publico/visualizarDocumento?id=1058234 · Observação: Ausência de indenização posterior aplica-se a créditos regularmente adquiridos, conforme cláusula.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2026-10-07T15:13:33-03:00</a:t>
            </a:r>
          </a:p>
          <a:p>
            <a:r>
              <a:t>Endurance: CNPJ 62838025000116</a:t>
            </a:r>
          </a:p>
          <a:p>
            <a:r>
              <a:t>Fontes:</a:t>
            </a:r>
          </a:p>
          <a:p>
            <a:r>
              <a:t>CNPJ 62838025000116 · Classes/séries · Sênior e subordinada júnior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62838025000116 · Remuneração · Sênior CDI + 0,80% a.a.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62838025000116 · Volume/VNU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62838025000116 · Ofertas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2026-10-07T15:13:33-03:00</a:t>
            </a:r>
          </a:p>
          <a:p>
            <a:r>
              <a:t>Endurance: CNPJ 62838025000116</a:t>
            </a:r>
          </a:p>
          <a:p>
            <a:r>
              <a:t>Fontes:</a:t>
            </a:r>
          </a:p>
          <a:p>
            <a:r>
              <a:t>CNPJ 62838025000116 · Carência · Principal somente a partir do 43º mês · data/raw/62838025000116/1058234_regulamento.pdf · ID Fundos.NET 1058234 · 10/12/2025 · p. 56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62838025000116 · Juros/amortização · Remuneração mensal de 15/01/2026 a 15/12/2029; seis parcelas de principal em julho–dezembro/2029 · data/raw/62838025000116/1058234_regulamento.pdf · ID Fundos.NET 1058234 · 10/12/2025 · p. 56–57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62838025000116 · Vencimento · Última amortização sênior: 15/12/2029 · data/raw/62838025000116/1058234_regulamento.pdf · ID Fundos.NET 1058234 · 10/12/2025 · regulamento · p. 57 · https://fnet.bmfbovespa.com.br/fnet/publico/visualizarDocumento?id=1058234 · Observação: Resumo jurídico da fonte identificada; verificar aditamentos e aplicação à série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2026-10-07T15:13:33-03:00</a:t>
            </a:r>
          </a:p>
          <a:p>
            <a:r>
              <a:t>Endurance: CNPJ 62838025000116</a:t>
            </a:r>
          </a:p>
          <a:p>
            <a:r>
              <a:t>Fontes:</a:t>
            </a:r>
          </a:p>
          <a:p>
            <a:r>
              <a:t>CNPJ 62838025000116 · Administração · 0,033% a.a. PL; mínimo R$ 15 mil/mês; IPC/FIPE · data/raw/62838025000116/1058234_regulamento.pdf · ID Fundos.NET 1058234 · 10/12/2025 · p. 46–47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62838025000116 · Gestão · 0,030% a.a. até R$ 500 mi; 0,025% acima; mínimo R$ 15 mil/mês; implementação R$ 45 mil · data/raw/62838025000116/1058234_regulamento.pdf · ID Fundos.NET 1058234 · 10/12/2025 · regulamento · p. 47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62838025000116 · Custódia · Máximo agregado 0,027% do PL; mínimo R$ 15 mil/mês · data/raw/62838025000116/1058234_regulamento.pdf · ID Fundos.NET 1058234 · 10/12/2025 · regulamento · p. 48 · https://fnet.bmfbovespa.com.br/fnet/publico/visualizarDocumento?id=1058234 · Observação: Preservada redação e base do documento; conferir periodicidade nos contratos dos prestadores.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2026-10-07T15:13:33-03:00</a:t>
            </a:r>
          </a:p>
          <a:p>
            <a:r>
              <a:t>Endurance: CNPJ 62838025000116</a:t>
            </a:r>
          </a:p>
          <a:p>
            <a:r>
              <a:t>Fontes:</a:t>
            </a:r>
          </a:p>
          <a:p>
            <a:r>
              <a:t>CNPJ 62838025000116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62838025000116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62838025000116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62838025000116 · Competência IME · Cache local: 04/2026; selecionar competência para monitorar · .cache/fundonet-ime/28d00daaa53dcb758345028f0c0a129cf6a5d5050aa6fb56a9020a46f6c4ff65/manifest.json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Pague Veloz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performados de cartões representados por URs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exclusivos: PagueVeloz IP (03.816.413/0001-37) e Serasa (62.173.620/0133-20)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Credenciadoras Cielo, Redecard, PagSeguro e Getnet; lista exclusiva do 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Aplicações sem garantia de prestadores, terceiros, seguros ou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URs e contratos/termos de cessão; lastro integral validado antes da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Pague Veloz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≥ 10% PL; excepcionalmente 9% nos primeiros 30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&lt; 50% por &gt; 15 dias após 180 dias; insolvência, trocas de prestadores e descumprimentos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proteção da carteira; exposição limitada ao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Fluxos de DC do índice de liquidez são líquidos de 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Pague Veloz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8483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 PL; gestor busca 67% para enquadramento tributário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Reinvestimento permitido, observada ordem de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 essenciais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Intrag; gestão/custódia de DC Kanastra; custódia de valores mobiliários Limine Trust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Condições de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atestam condições em cada termo; gestor valida; perda posterior não gera 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automática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Pague Veloz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subordinada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CDI + 0,80%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Pague Veloz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somente a partir do 43º 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mensal de 15/01/2026 a 15/12/2029; seis parcelas de principal em julho–dezembro/2029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Última amortização sênior: 15/12/2029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Pague Veloz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0,033% a.a. PL; mínimo R$ 15 mil/mês; IPC/FIPE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0,030% a.a. até R$ 500 mi; 0,025% acima; mínimo R$ 15 mil/mês; implementação R$ 45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agregado 0,027% do PL; mínimo R$ 15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Pague Veloz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 candidatos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são proxies; safras MOB/perdas ajustadas exigem relatório 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individual, cross-default, trocas de prestadores e finalidade do hedge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04/2026; selecionar 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