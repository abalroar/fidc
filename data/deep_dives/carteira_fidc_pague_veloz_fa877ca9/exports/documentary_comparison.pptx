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2026-10-07T15:13:33-03:00</a:t>
            </a:r>
          </a:p>
          <a:p>
            <a:r>
              <a:t>Endurance: CNPJ 62838025000116</a:t>
            </a:r>
          </a:p>
          <a:p>
            <a:r>
              <a:t>Fontes: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Endurance: CNPJ 62838025000116</a:t>
            </a:r>
          </a:p>
          <a:p>
            <a:r>
              <a:t>Fontes: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2026-10-07T15:13:33-03:00</a:t>
            </a:r>
          </a:p>
          <a:p>
            <a:r>
              <a:t>Endurance: CNPJ 62838025000116</a:t>
            </a:r>
          </a:p>
          <a:p>
            <a:r>
              <a:t>Fontes: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2026-10-07T15:13:33-03:00</a:t>
            </a:r>
          </a:p>
          <a:p>
            <a:r>
              <a:t>Endurance: CNPJ 62838025000116</a:t>
            </a:r>
          </a:p>
          <a:p>
            <a:r>
              <a:t>Fontes: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2026-10-07T15:13:33-03:00</a:t>
            </a:r>
          </a:p>
          <a:p>
            <a:r>
              <a:t>Endurance: CNPJ 62838025000116</a:t>
            </a:r>
          </a:p>
          <a:p>
            <a:r>
              <a:t>Fontes:</a:t>
            </a:r>
          </a:p>
          <a:p>
            <a:r>
              <a:t>CNPJ 62838025000116 · Carência · Principal somente a partir do 43º mês · data/raw/62838025000116/1058234_regulamento.pdf · ID Fundos.NET 1058234 · 10/12/2025 · p. 56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62838025000116 · Juros/amortização · Remuneração mensal de 15/01/2026 a 15/12/2029; seis parcelas de principal em julho–dezembro/2029 · data/raw/62838025000116/1058234_regulamento.pdf · ID Fundos.NET 1058234 · 10/12/2025 · p. 56–57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62838025000116 · Vencimento · Última amortização sênior: 15/12/2029 · data/raw/62838025000116/1058234_regulamento.pdf · ID Fundos.NET 1058234 · 10/12/2025 · regulamento · p. 57 · https://fnet.bmfbovespa.com.br/fnet/publico/visualizarDocumento?id=1058234 · Observação: Resumo jurídico da fonte identificada; verificar aditamentos e aplicação à série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2026-10-07T15:13:33-03:00</a:t>
            </a:r>
          </a:p>
          <a:p>
            <a:r>
              <a:t>Endurance: CNPJ 62838025000116</a:t>
            </a:r>
          </a:p>
          <a:p>
            <a:r>
              <a:t>Fontes: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2026-10-07T15:13:33-03:00</a:t>
            </a:r>
          </a:p>
          <a:p>
            <a:r>
              <a:t>Endurance: CNPJ 62838025000116</a:t>
            </a:r>
          </a:p>
          <a:p>
            <a:r>
              <a:t>Fontes: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Pague Veloz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performados de cartões representados por URs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exclusivos: PagueVeloz IP (03.816.413/0001-37) e Serasa (62.173.620/0133-20)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Credenciadoras Cielo, Redecard, PagSeguro e Getnet; lista exclusiva do 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Aplicações sem garantia de prestadores, terceiros, seguros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URs e contratos/termos de cessão; lastro integral validado antes da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Pague Veloz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10% PL; excepcionalmente 9% nos primeiros 30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&lt; 50% por &gt; 15 dias após 180 dias; insolvência, trocas de prestadores e descumprimentos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da carteira; exposição limitada ao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Fluxos de DC do índice de liquidez são líquidos de PDD; limite percentual próprio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Pague Veloz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8483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PL; gestor busca 67% para enquadramento 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 permitido, observada ordem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Intrag; gestão/custódia de DC Kanastra; custódia de valores mobiliários Limine Trust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Condições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atestam condições em cada termo; gestor valida; perda posterior não gera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automática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Pague Veloz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CDI + 0,80%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Pague Veloz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somente a partir do 43º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mensal de 15/01/2026 a 15/12/2029; seis parcelas de principal em julho–dezembro/2029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Última amortização sênior: 15/12/2029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Pague Veloz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0,033% a.a. PL; mínimo R$ 15 mil/mês; IPC/FIPE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0,030% a.a. até R$ 500 mi; 0,025% acima; mínimo R$ 15 mil/mês; implementação R$ 45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agregado 0,027% do PL; mínimo R$ 15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Pague Veloz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candidatos; validar denominadores, subclasses e exclusões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 proxies; safras MOB/perdas ajustadas exigem relatório 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cross-default, trocas de prestadores e 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04/2026;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