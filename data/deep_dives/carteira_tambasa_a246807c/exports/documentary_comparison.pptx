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Natureza dos recebíveis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Originador/endossante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Devedor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Garantia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Elegibilidade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Concentração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Subordinação mínima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Gatilhos de avaliação/liquidação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Reserva de caixa · Constituição prevista; valor/fórmula remetidos ao anexo não acessível. · Fundos.NET ID 1007241; 06/10/2025; data/raw/50327909000127/1007241_regulamento_cache_integral.txt; regulamento; https://fnet.bmfbovespa.com.br/fnet/publico/exibirDocumento?id=1007241&amp;cvm=true; parte geral, 13.1 · Observação: Regra documental; verificar versão, base e condições antes de monitorar.</a:t>
            </a:r>
          </a:p>
          <a:p>
            <a:r>
              <a:t>CNPJ 50327909000127 · Derivativos/hedge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PDD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Alocação mínima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Pool/revolvência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Duração/público-alvo · Fundo aberto, classe única; anexo da classe pendente. · Fundos.NET ID 1007241; 06/10/2025; data/raw/50327909000127/1007241_regulamento_cache_integral.txt; regulamento; https://fnet.bmfbovespa.com.br/fnet/publico/exibirDocumento?id=1007241&amp;cvm=true; parte geral, 4.1 · Observação: Regra documental; verificar versão, base e condições antes de monitorar.</a:t>
            </a:r>
          </a:p>
          <a:p>
            <a:r>
              <a:t>CNPJ 50327909000127 · Cessão/recompra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Coobrigação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Waterfall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Classes/séries · Parte geral declara classe sem divisão em subclasses. · Fundos.NET ID 1007241; 06/10/2025; data/raw/50327909000127/1007241_regulamento_cache_integral.txt; regulamento; https://fnet.bmfbovespa.com.br/fnet/publico/exibirDocumento?id=1007241&amp;cvm=true; parte geral, 4.2 · Observação: Regra documental; verificar versão, base e condições antes de monitorar.</a:t>
            </a:r>
          </a:p>
          <a:p>
            <a:r>
              <a:t>CNPJ 50327909000127 · Remuneração · Spread final não localizado nesta revisão; conferir suplemento preenchido. · Fundos.NET ID 1007241; 06/10/2025; data/raw/50327909000127/1007241_regulamento_cache_integral.txt; regulamento; https://fnet.bmfbovespa.com.br/fnet/publico/exibirDocumento?id=1007241&amp;cvm=true; escopo e condições da revisão · Observação: Taxas de prestadores não representam remuneração das cotas.</a:t>
            </a:r>
          </a:p>
          <a:p>
            <a:r>
              <a:t>CNPJ 50327909000127 · Volume/VNU · 1ª emissão júnior aprovada em 07/03/2024: R$ 100 mi, VNU R$ 1 mil. · Fundos.NET ID 616065; 07/03/2024; data/raw/50327909000127/616065_emissao.full.txt; emissao; pp.2–3; https://fnet.bmfbovespa.com.br/fnet/publico/exibirDocumento?id=616065&amp;cvm=true · Observação: Aprovação histórica; distribuição/integralização efetiva não comprovada.</a:t>
            </a:r>
          </a:p>
          <a:p>
            <a:r>
              <a:t>CNPJ 50327909000127 · Ofertas · Júnior aprovada em 07/03/2024; saldo não colocado pode ser cancelado. · Fundos.NET ID 616065; 07/03/2024; data/raw/50327909000127/616065_emissao.full.txt; emissao; p.3; https://fnet.bmfbovespa.com.br/fnet/publico/exibirDocumento?id=616065&amp;cvm=true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Carência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  <a:p>
            <a:r>
              <a:t>CNPJ 50327909000127 · Juros/amortização · Cronograma fechado não identificado nesta revisão; conferir série/suplemento. · Fundos.NET ID 1007241; 06/10/2025; data/raw/50327909000127/1007241_regulamento_cache_integral.txt; regulamento; https://fnet.bmfbovespa.com.br/fnet/publico/exibirDocumento?id=1007241&amp;cvm=true; escopo e condições da revisão · Observação: Data do regulamento não equivale a data de integralização.</a:t>
            </a:r>
          </a:p>
          <a:p>
            <a:r>
              <a:t>CNPJ 50327909000127 · Vencimento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Administração · Taxa remetida ao anexo; percentual/mínimo não localizados na parte geral. · Fundos.NET ID 1007241; 06/10/2025; data/raw/50327909000127/1007241_regulamento_cache_integral.txt; regulamento; https://fnet.bmfbovespa.com.br/fnet/publico/exibirDocumento?id=1007241&amp;cvm=true; definição Taxa de Administração; capítulo3 · Observação: Regra documental; verificar versão, base e condições antes de monitorar.</a:t>
            </a:r>
          </a:p>
          <a:p>
            <a:r>
              <a:t>CNPJ 50327909000127 · Gestão · 0,26% a.a./PL; mínimo R$ 12 mil/mês, aprovado em 02/10/2025. · Fundos.NET ID 1007239; 02/10/2025 10:00; data/raw/50327909000127/1007239_assembleia.full.txt; assembleia; p.1, deliberação I; https://fnet.bmfbovespa.com.br/fnet/publico/exibirDocumento?id=1007239&amp;cvm=true · Observação: Condição documental; não confundir deliberação, oferta e integralização efetiva.</a:t>
            </a:r>
          </a:p>
          <a:p>
            <a:r>
              <a:t>CNPJ 50327909000127 · Custódia · Não confirmado na revisão dirigida; conferir documento ou cláusula específica. · Fundos.NET ID 1007241; 06/10/2025; data/raw/50327909000127/1007241_regulamento_cache_integral.txt; regulamento; https://fnet.bmfbovespa.com.br/fnet/publico/exibirDocumento?id=1007241&amp;cvm=true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Tambasa: CNPJ 50327909000127</a:t>
            </a:r>
          </a:p>
          <a:p>
            <a:r>
              <a:t>Fontes:</a:t>
            </a:r>
          </a:p>
          <a:p>
            <a:r>
              <a:t>CNPJ 50327909000127 · Alocação/subordinação IME · DC/PL e cotas por categoria/PL; validar regra e denominador. · Fundos.NET ID 1007241; 06/10/2025; data/raw/50327909000127/1007241_regulamento_cache_integral.txt; regulamento; https://fnet.bmfbovespa.com.br/fnet/publico/exibirDocumento?id=1007241&amp;cvm=true; escopo e condições da revisão · Observação: Proxy agregado; não comprova enquadramento diário nem prioridade por série.</a:t>
            </a:r>
          </a:p>
          <a:p>
            <a:r>
              <a:t>CNPJ 50327909000127 · Inadimplência/PDD IME · Aging e PDD/crédito agregados; conciliar índice contratual. · Fundos.NET ID 1007241; 06/10/2025; data/raw/50327909000127/1007241_regulamento_cache_integral.txt; regulamento; https://fnet.bmfbovespa.com.br/fnet/publico/exibirDocumento?id=1007241&amp;cvm=true; escopo e condições da revisão · Observação: Proxy parcial; vintage, efeito vagão e defasagem não reproduzidos automaticamente.</a:t>
            </a:r>
          </a:p>
          <a:p>
            <a:r>
              <a:t>CNPJ 50327909000127 · Controles documentais · Lastro, elegibilidade, concentração individual e prestadores exigem documentos. · Fundos.NET ID 1007241; 06/10/2025; data/raw/50327909000127/1007241_regulamento_cache_integral.txt; regulamento; https://fnet.bmfbovespa.com.br/fnet/publico/exibirDocumento?id=1007241&amp;cvm=true; escopo e condições da revisão · Observação: IME público sem granularidade individual; não usar como prova de conformidade.</a:t>
            </a:r>
          </a:p>
          <a:p>
            <a:r>
              <a:t>CNPJ 50327909000127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Constituição prevista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 aberto, classe única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Parte geral declara classe sem divisão em subclasses.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júnior aprovada em 07/03/2024: R$ 100 mi, VNU 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aprovada em 07/03/2024; saldo não colocado pode ser cancelado.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0,26% a.a./PL; mínimo R$ 12 mil/mês, aprovado em 02/10/2025.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Tambasa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Tambasa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