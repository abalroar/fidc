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Recebíveis e elegibilidade</a:t>
            </a:r>
          </a:p>
          <a:p>
            <a:r>
              <a:t>Leitura documental: 2026-10-07T16:37:25-03:00</a:t>
            </a:r>
          </a:p>
          <a:p>
            <a:r>
              <a:t>BAYER CROPCREDIT II: CNPJ 61271310000135</a:t>
            </a:r>
          </a:p>
          <a:p>
            <a:r>
              <a:t>Fontes:</a:t>
            </a:r>
          </a:p>
          <a:p>
            <a:r>
              <a:t>CNPJ 61271310000135 · Natureza dos recebíveis · Agronegócio: notas fiscais XML, CPR-F e títulos de crédito emitidos em favor da classe · Fundos.NET ID 994705 | 19/09/2025 | regulamento | p. 15–16; 4.1 | data/raw/61271310000135/994705_regulamento_review_20261007.pdf | https://fnet.bmfbovespa.com.br/fnet/publico/visualizarDocumento?id=994705 · Observação: Regra da versão indicada; resumo sujeito às condições completas da cláusula. IME agregado não comprova elegibilidade individual.</a:t>
            </a:r>
          </a:p>
          <a:p>
            <a:r>
              <a:t>CNPJ 61271310000135 · Originador/endossante · Não localizado nas fontes acessíveis desta leitura · data/raw/61271310000135/access_status_20261007.txt | Consulta Fundos.NET por CNPJ 61271310000135 em 07/10/2026; inventário completo com 4 registros · Observação: Lacuna na revisão dirigida; obter cláusula específica antes de concluir ausência ou enquadramento.</a:t>
            </a:r>
          </a:p>
          <a:p>
            <a:r>
              <a:t>CNPJ 61271310000135 · Devedor · Não localizado nas fontes acessíveis desta leitura · data/raw/61271310000135/access_status_20261007.txt | Consulta Fundos.NET por CNPJ 61271310000135 em 07/10/2026; inventário completo com 4 registros · Observação: Lacuna na revisão dirigida; obter cláusula específica antes de concluir ausência ou enquadramento.</a:t>
            </a:r>
          </a:p>
          <a:p>
            <a:r>
              <a:t>CNPJ 61271310000135 · Garantia · Não localizado nas fontes acessíveis desta leitura · data/raw/61271310000135/access_status_20261007.txt | Consulta Fundos.NET por CNPJ 61271310000135 em 07/10/2026; inventário completo com 4 registros · Observação: Lacuna na revisão dirigida; obter cláusula específica antes de concluir ausência ou enquadramento.</a:t>
            </a:r>
          </a:p>
          <a:p>
            <a:r>
              <a:t>CNPJ 61271310000135 · Elegibilidade · Devedor adimplente; ≥30 dias de prazo e vencimento ≥30 dias antes do resgate sênior; até 360 dias, exceção até 540 · Fundos.NET ID 994705 | 19/09/2025 | regulamento | p. 18; 4.16 | data/raw/61271310000135/994705_regulamento_review_20261007.pdf | https://fnet.bmfbovespa.com.br/fnet/publico/visualizarDocumento?id=994705 · Observação: Regra da versão indicada; resumo sujeito às condições completas da cláusula. IME agregado não comprova elegibilidade individual.</a:t>
            </a:r>
          </a:p>
          <a:p>
            <a:r>
              <a:t>CNPJ 61271310000135 · Concentração · Devedor ≤3% do PL, exceto especiais aprovados; créditos &gt;360 dias ≤20%; ≥50 devedores · Fundos.NET ID 994705 | 19/09/2025 | regulamento | p. 18–19,28; 4.16; 5.31 | data/raw/61271310000135/994705_regulamento_review_20261007.pdf | https://fnet.bmfbovespa.com.br/fnet/publico/visualizarDocumento?id=994705 · Observação: Até 180 dias usa maior entre PL Base e vigente; após, PL vigente. Não igualar os limites iniciais a PL IME sem essa validação.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Subordinação, gatilhos e proteção</a:t>
            </a:r>
          </a:p>
          <a:p>
            <a:r>
              <a:t>Leitura documental: 2026-10-07T16:37:25-03:00</a:t>
            </a:r>
          </a:p>
          <a:p>
            <a:r>
              <a:t>BAYER CROPCREDIT II: CNPJ 61271310000135</a:t>
            </a:r>
          </a:p>
          <a:p>
            <a:r>
              <a:t>Fontes:</a:t>
            </a:r>
          </a:p>
          <a:p>
            <a:r>
              <a:t>CNPJ 61271310000135 · Subordinação mínima · Subordinadas / PL ≥15%; júnior / PL ≥1,50% · Fundos.NET ID 994705 | 19/09/2025 | regulamento | p. 27; 5.25–5.26 | data/raw/61271310000135/994705_regulamento_review_20261007.pdf | https://fnet.bmfbovespa.com.br/fnet/publico/visualizarDocumento?id=994705 · Observação: Regra da versão indicada; resumo sujeito às condições completas da cláusula. IME agregado não comprova elegibilidade individual.</a:t>
            </a:r>
          </a:p>
          <a:p>
            <a:r>
              <a:t>CNPJ 61271310000135 · Gatilhos de avaliação/liquidação · Atraso 90 &lt;6%; atraso 180 &lt;2%; indenização/resolução &lt;3%; repasse &lt;6%; cura conforme índice · Fundos.NET ID 994705 | 19/09/2025 | regulamento | p. 28,39–40; 5.31; 10.30 | data/raw/61271310000135/994705_regulamento_review_20261007.pdf | https://fnet.bmfbovespa.com.br/fnet/publico/visualizarDocumento?id=994705 · Observação: Os denominadores das definições próprias devem ser reconciliados antes de usar Over/Crédito do IME.</a:t>
            </a:r>
          </a:p>
          <a:p>
            <a:r>
              <a:t>CNPJ 61271310000135 · Reserva de caixa · Despesas: 9 meses; pagamentos de amortização/prêmio: 6 meses · Fundos.NET ID 994705 | 19/09/2025 | regulamento | p. 27–28; 5.30; 5.28.1 | data/raw/61271310000135/994705_regulamento_review_20261007.pdf | https://fnet.bmfbovespa.com.br/fnet/publico/visualizarDocumento?id=994705 · Observação: Regra da versão indicada; resumo sujeito às condições completas da cláusula. IME agregado não comprova elegibilidade individual.</a:t>
            </a:r>
          </a:p>
          <a:p>
            <a:r>
              <a:t>CNPJ 61271310000135 · Derivativos/hedge · Proteção das posições à vista limitada a essas posições; política depende de assembleia · Fundos.NET ID 994705 | 19/09/2025 | regulamento | p. 16; 4.6 | data/raw/61271310000135/994705_regulamento_review_20261007.pdf | https://fnet.bmfbovespa.com.br/fnet/publico/visualizarDocumento?id=994705 · Observação: Regra da versão indicada; resumo sujeito às condições completas da cláusula. IME agregado não comprova elegibilidade individual.</a:t>
            </a:r>
          </a:p>
          <a:p>
            <a:r>
              <a:t>CNPJ 61271310000135 · PDD · Não localizado nas fontes acessíveis desta leitura · data/raw/61271310000135/access_status_20261007.txt | Consulta Fundos.NET por CNPJ 61271310000135 em 07/10/2026; inventário completo com 4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Alocação e mecânica contratual</a:t>
            </a:r>
          </a:p>
          <a:p>
            <a:r>
              <a:t>Leitura documental: 2026-10-07T16:37:25-03:00</a:t>
            </a:r>
          </a:p>
          <a:p>
            <a:r>
              <a:t>BAYER CROPCREDIT II: CNPJ 61271310000135</a:t>
            </a:r>
          </a:p>
          <a:p>
            <a:r>
              <a:t>Fontes:</a:t>
            </a:r>
          </a:p>
          <a:p>
            <a:r>
              <a:t>CNPJ 61271310000135 · Alocação mínima · Direitos creditórios ≥50% do PL após 180 dias · Fundos.NET ID 994705 | 19/09/2025 | regulamento | p. 16; 4.4 | data/raw/61271310000135/994705_regulamento_review_20261007.pdf | https://fnet.bmfbovespa.com.br/fnet/publico/visualizarDocumento?id=994705 · Observação: Regra da versão indicada; resumo sujeito às condições completas da cláusula. IME agregado não comprova elegibilidade individual.</a:t>
            </a:r>
          </a:p>
          <a:p>
            <a:r>
              <a:t>CNPJ 61271310000135 · Pool/revolvência · Não localizado nas fontes acessíveis desta leitura · data/raw/61271310000135/access_status_20261007.txt | Consulta Fundos.NET por CNPJ 61271310000135 em 07/10/2026; inventário completo com 4 registros · Observação: Lacuna na revisão dirigida; obter cláusula específica antes de concluir ausência ou enquadramento.</a:t>
            </a:r>
          </a:p>
          <a:p>
            <a:r>
              <a:t>CNPJ 61271310000135 · Duração/público-alvo · Não localizado nas fontes acessíveis desta leitura · data/raw/61271310000135/access_status_20261007.txt | Consulta Fundos.NET por CNPJ 61271310000135 em 07/10/2026; inventário completo com 4 registros · Observação: Lacuna na revisão dirigida; obter cláusula específica antes de concluir ausência ou enquadramento.</a:t>
            </a:r>
          </a:p>
          <a:p>
            <a:r>
              <a:t>CNPJ 61271310000135 · Cessão/recompra · Desenquadramento posterior não gera regresso, salvo culpa/dolo/má-fé; indenização segundo contratos · Fundos.NET ID 994705 | 19/09/2025 | regulamento | p. 19; 4.16.2 | data/raw/61271310000135/994705_regulamento_review_20261007.pdf | https://fnet.bmfbovespa.com.br/fnet/publico/visualizarDocumento?id=994705 · Observação: Regra da versão indicada; resumo sujeito às condições completas da cláusula. IME agregado não comprova elegibilidade individual.</a:t>
            </a:r>
          </a:p>
          <a:p>
            <a:r>
              <a:t>CNPJ 61271310000135 · Coobrigação · Não localizado nas fontes acessíveis desta leitura · data/raw/61271310000135/access_status_20261007.txt | Consulta Fundos.NET por CNPJ 61271310000135 em 07/10/2026; inventário completo com 4 registros · Observação: Lacuna na revisão dirigida; obter cláusula específica antes de concluir ausência ou enquadramento.</a:t>
            </a:r>
          </a:p>
          <a:p>
            <a:r>
              <a:t>CNPJ 61271310000135 · Waterfall · Não localizado nas fontes acessíveis desta leitura · data/raw/61271310000135/access_status_20261007.txt | Consulta Fundos.NET por CNPJ 61271310000135 em 07/10/2026; inventário completo com 4 registros · Observação: Lacuna na revisão dirigida; obter cláusula específica antes de concluir ausência ou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Emissões e remuneração</a:t>
            </a:r>
          </a:p>
          <a:p>
            <a:r>
              <a:t>Leitura documental: 2026-10-07T16:37:25-03:00</a:t>
            </a:r>
          </a:p>
          <a:p>
            <a:r>
              <a:t>BAYER CROPCREDIT II: CNPJ 61271310000135</a:t>
            </a:r>
          </a:p>
          <a:p>
            <a:r>
              <a:t>Fontes:</a:t>
            </a:r>
          </a:p>
          <a:p>
            <a:r>
              <a:t>CNPJ 61271310000135 · Classes/séries · Sênior, mezanino e júnior, primeiras séries/emissão de 29/09/2025 · Fundos.NET ID 994705 | 19/09/2025 | regulamento | p. 94–99; Apêndices B/C/D | data/raw/61271310000135/994705_regulamento_review_20261007.pdf | https://fnet.bmfbovespa.com.br/fnet/publico/visualizarDocumento?id=994705 · Observação: Regra da versão indicada; resumo sujeito às condições completas da cláusula. IME agregado não comprova elegibilidade individual.</a:t>
            </a:r>
          </a:p>
          <a:p>
            <a:r>
              <a:t>CNPJ 61271310000135 · Remuneração · Sênior, mezanino e júnior: DI +1,60% a.a., conforme apêndices · Fundos.NET ID 994705 | 19/09/2025 | regulamento | p. 94,96,98; Meta de remuneração | data/raw/61271310000135/994705_regulamento_review_20261007.pdf | https://fnet.bmfbovespa.com.br/fnet/publico/visualizarDocumento?id=994705 · Observação: Regra da versão indicada; resumo sujeito às condições completas da cláusula. IME agregado não comprova elegibilidade individual.</a:t>
            </a:r>
          </a:p>
          <a:p>
            <a:r>
              <a:t>CNPJ 61271310000135 · Volume/VNU · Sênior R$ 425 mi; mezanino R$ 67,5 mi; júnior R$ 7,5 mi; VNU R$ 1 mil · Fundos.NET ID 994705 | 19/09/2025 | regulamento | p. 94,96,98; Montante/quantidade/VNU | data/raw/61271310000135/994705_regulamento_review_20261007.pdf | https://fnet.bmfbovespa.com.br/fnet/publico/visualizarDocumento?id=994705 · Observação: Regra da versão indicada; resumo sujeito às condições completas da cláusula. IME agregado não comprova elegibilidade individual.</a:t>
            </a:r>
          </a:p>
          <a:p>
            <a:r>
              <a:t>CNPJ 61271310000135 · Ofertas · Colocação privada para profissionais; emissões 29/09/2025 · Fundos.NET ID 994705 | 19/09/2025 | regulamento | p. 94–99; Datas e distribuição | data/raw/61271310000135/994705_regulamento_review_20261007.pdf | https://fnet.bmfbovespa.com.br/fnet/publico/visualizarDocumento?id=994705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Amortização e calendário de pagamentos</a:t>
            </a:r>
          </a:p>
          <a:p>
            <a:r>
              <a:t>Leitura documental: 2026-10-07T16:37:25-03:00</a:t>
            </a:r>
          </a:p>
          <a:p>
            <a:r>
              <a:t>BAYER CROPCREDIT II: CNPJ 61271310000135</a:t>
            </a:r>
          </a:p>
          <a:p>
            <a:r>
              <a:t>Fontes:</a:t>
            </a:r>
          </a:p>
          <a:p>
            <a:r>
              <a:t>CNPJ 61271310000135 · Carência · Não localizado nas fontes acessíveis desta leitura · data/raw/61271310000135/access_status_20261007.txt | Consulta Fundos.NET por CNPJ 61271310000135 em 07/10/2026; inventário completo com 4 registros · Observação: Lacuna na revisão dirigida; obter cláusula específica antes de concluir ausência ou enquadramento.</a:t>
            </a:r>
          </a:p>
          <a:p>
            <a:r>
              <a:t>CNPJ 61271310000135 · Juros/amortização · 100% do principal e juros acumulados no resgate; antecipação sênior com comissão e break funding · Fundos.NET ID 994705 | 19/09/2025 | regulamento | p. 94–99; Prêmio e cronogramas | data/raw/61271310000135/994705_regulamento_review_20261007.pdf | https://fnet.bmfbovespa.com.br/fnet/publico/visualizarDocumento?id=994705 · Observação: Regra da versão indicada; resumo sujeito às condições completas da cláusula. IME agregado não comprova elegibilidade individual.</a:t>
            </a:r>
          </a:p>
          <a:p>
            <a:r>
              <a:t>CNPJ 61271310000135 · Vencimento · 28/09/2028 para as três subclasses · Fundos.NET ID 994705 | 19/09/2025 | regulamento | p. 94,96,98; Data de Resgate | data/raw/61271310000135/994705_regulamento_review_20261007.pdf | https://fnet.bmfbovespa.com.br/fnet/publico/visualizarDocumento?id=994705 · Observação: Regra da versão indicada; resumo sujeito às condições completas da cláusula. IME agregado não comprova elegibilidade individual.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Custos estruturais</a:t>
            </a:r>
          </a:p>
          <a:p>
            <a:r>
              <a:t>Leitura documental: 2026-10-07T16:37:25-03:00</a:t>
            </a:r>
          </a:p>
          <a:p>
            <a:r>
              <a:t>BAYER CROPCREDIT II: CNPJ 61271310000135</a:t>
            </a:r>
          </a:p>
          <a:p>
            <a:r>
              <a:t>Fontes:</a:t>
            </a:r>
          </a:p>
          <a:p>
            <a:r>
              <a:t>CNPJ 61271310000135 · Administração · Marginal 0,1125% a.a. PL atéR$ 100 mi +0,075% acima; mínimo R$ 14,25 mil/mês · Fundos.NET ID 994705 | 19/09/2025 | regulamento | p. 52; 12.30 | data/raw/61271310000135/994705_regulamento_review_20261007.pdf | https://fnet.bmfbovespa.com.br/fnet/publico/visualizarDocumento?id=994705 · Observação: Regra da versão indicada; resumo sujeito às condições completas da cláusula. IME agregado não comprova elegibilidade individual.</a:t>
            </a:r>
          </a:p>
          <a:p>
            <a:r>
              <a:t>CNPJ 61271310000135 · Gestão · 0,26% a.a. sobre PL; mínimo mensal não extraído de forma íntegra; confirmar documento · Fundos.NET ID 994705 | 19/09/2025 | regulamento | p. 53; 12.32 | data/raw/61271310000135/994705_regulamento_review_20261007.pdf | https://fnet.bmfbovespa.com.br/fnet/publico/visualizarDocumento?id=994705 · Observação: Regra da versão indicada; resumo sujeito às condições completas da cláusula. IME agregado não comprova elegibilidade individual.</a:t>
            </a:r>
          </a:p>
          <a:p>
            <a:r>
              <a:t>CNPJ 61271310000135 · Custódia · Marginal 0,0375% a.a. PL atéR$ 100 mi +0,025% acima; mínimo R$ 4,75 mil/mês +lastro R$ 2 mil · Fundos.NET ID 994705 | 19/09/2025 | regulamento | p. 52; 12.31 | data/raw/61271310000135/994705_regulamento_review_20261007.pdf | https://fnet.bmfbovespa.com.br/fnet/publico/visualizarDocumento?id=994705 · Observação: 12.30 descreve administração incluindo custódia, mas 12.31 fixa remuneração própria; confirmar composição e evitar dupla contagem.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Monitoramento IME e controles documentais</a:t>
            </a:r>
          </a:p>
          <a:p>
            <a:r>
              <a:t>Leitura documental: 2026-10-07T16:37:25-03:00</a:t>
            </a:r>
          </a:p>
          <a:p>
            <a:r>
              <a:t>BAYER CROPCREDIT II: CNPJ 61271310000135</a:t>
            </a:r>
          </a:p>
          <a:p>
            <a:r>
              <a:t>Fontes:</a:t>
            </a:r>
          </a:p>
          <a:p>
            <a:r>
              <a:t>CNPJ 61271310000135 · Alocação/subordinação IME · Direitos creditórios / PL e cotas subordinadas / PL; validar ativo elegível, subclasses e fórmula contratual · data/raw/61271310000135/access_status_20261007.txt | Consulta Fundos.NET por CNPJ 61271310000135 em 07/10/2026; inventário completo com 4 registros · Observação: Avaliação metodológica do IME público; dados de cache e monitoramento ao vivo são apresentados separadamente.</a:t>
            </a:r>
          </a:p>
          <a:p>
            <a:r>
              <a:t>CNPJ 61271310000135 · Inadimplência/PDD IME · Over 30/60/90 e PDD / crédito: indicadores agregados; gatilhos dependem de denominador e janela contratual · data/raw/61271310000135/access_status_20261007.txt | Consulta Fundos.NET por CNPJ 61271310000135 em 07/10/2026; inventário completo com 4 registros · Observação: Avaliação metodológica do IME público; dados de cache e monitoramento ao vivo são apresentados separadamente.</a:t>
            </a:r>
          </a:p>
          <a:p>
            <a:r>
              <a:t>CNPJ 61271310000135 · Controles documentais · Elegibilidade, concentração por devedor/grupo, lastro, prestadores e eventos: validação documental e operacional · data/raw/61271310000135/access_status_20261007.txt | Consulta Fundos.NET por CNPJ 61271310000135 em 07/10/2026; inventário completo com 4 registros · Observação: Avaliação metodológica do IME público; dados de cache e monitoramento ao vivo são apresentados separadamente.</a:t>
            </a:r>
          </a:p>
          <a:p>
            <a:r>
              <a:t>CNPJ 61271310000135 · Competência IME · Sem competência IME carregada em cache local · Inventário de .cache/fundonet em 2026-10-07 · Observação: Leitura documental preservada. Carregar competência no Monitoramento para avaliar enquadramento.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BAYER CROPCREDIT II - FARMTECH – Recebíveis e elegibilidade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2814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BAYER CROPCREDIT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Natureza dos recebíveis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Agronegócio: notas fiscais XML, CPR-F e títulos de crédito emitidos em favor da classe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Originador/endossante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Devedor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Garantia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Elegibilidade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 adimplente; ≥30 dias de prazo e vencimento ≥30 dias antes do resgate sênior; até 360 dias,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exceção até 540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Concentração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Devedor ≤3% do PL, exceto especiais aprovados; créditos &gt;360 dias ≤20%; ≥50 devedores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1/7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BAYER CROPCREDIT II - FARMTECH – Subordinação, gatilhos e proteção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9979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BAYER CROPCREDIT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Subordinação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Subordinadas / PL ≥15%; júnior / PL ≥1,50%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Gatilhos de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avaliação/liquidação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Atraso 90 &lt;6%; atraso 180 &lt;2%; indenização/resolução &lt;3%; repasse &lt;6%; cura conforme índice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Reserva de caixa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Despesas: 9 meses; pagamentos de amortização/prêmio: 6 meses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Derivativos/hedge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Proteção das posições à vista limitada a essas posições; política depende de assembleia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PDD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2/7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BAYER CROPCREDIT II - FARMTECH – Alocação e mecânica contratual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9397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BAYER CROPCREDIT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 mínima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≥50% do PL após 180 dias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Pool/revolvência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Duração/público-alvo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Cessão/recompra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Desenquadramento posterior não gera regresso, salvo culpa/dolo/má-fé; indenização segundo contratos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Coobrigação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Waterfall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3/7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BAYER CROPCREDIT II - FARMTECH – Emissões e remuneração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5270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BAYER CROPCREDIT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Classes/séries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mezanino e júnior, primeiras séries/emissão de 29/09/2025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Remuneração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Sênior, mezanino e júnior: DI +1,60% a.a., conforme apêndices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Volume/VNU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Sênior R$ 425 mi; mezanino R$ 67,5 mi; júnior R$ 7,5 mi; VNU R$ 1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Ofertas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Colocação privada para profissionais; emissões 29/09/2025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4/7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BAYER CROPCREDIT II - FARMTECH – Amortização e calendário de pagamentos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BAYER CROPCREDIT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Carência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Juros/amortização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100% do principal e juros acumulados no resgate; antecipação sênior com comissão e break funding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Vencimento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28/09/2028 para as três subclasses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5/7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BAYER CROPCREDIT II - FARMTECH – Custos estruturais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12435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BAYER CROPCREDIT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Administração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Marginal 0,1125% a.a. PL atéR$ 100 mi +0,075% acima; mínimo R$ 14,25 mil/mês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Gestão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0,26% a.a. sobre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Custódia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Marginal 0,0375% a.a. PL atéR$ 100 mi +0,025% acima; mínimo R$ 4,75 mil/mês +lastro R$ 2 mil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6/7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38912" y="292608"/>
            <a:ext cx="11313871" cy="55778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300" b="1">
                <a:solidFill>
                  <a:srgbClr val="EC7000"/>
                </a:solidFill>
                <a:latin typeface="Calibri"/>
              </a:rPr>
              <a:t>Curadoria BAYER CROPCREDIT II - FARMTECH – Monitoramento IME e controles documentais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38912" y="932688"/>
          <a:ext cx="11313871" cy="20894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31720"/>
                <a:gridCol w="8982151"/>
              </a:tblGrid>
              <a:tr h="393192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Critério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BAYER CROPCREDIT II</a:t>
                      </a:r>
                    </a:p>
                  </a:txBody>
                  <a:tcPr marL="91440" marR="91440" marT="41148" marB="41148" anchor="ctr">
                    <a:solidFill>
                      <a:srgbClr val="FF6200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Alocação/subordinação</a:t>
                      </a:r>
                    </a:p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Direitos creditórios / PL e cotas subordinadas / PL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Inadimplência/PDD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Over 30/60/90 e PDD / crédito: indicadores agregados; gatilhos dependem de denominador e janela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contratual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70916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Controles documentais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Elegibilidade, concentração por devedor/grupo, lastro, prestadores e eventos: validação documental e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operacional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28346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1">
                          <a:solidFill>
                            <a:srgbClr val="1F1F1F"/>
                          </a:solidFill>
                          <a:latin typeface="Calibri"/>
                        </a:rPr>
                        <a:t>Competência IME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00" b="0">
                          <a:solidFill>
                            <a:srgbClr val="1F1F1F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 marL="91440" marR="91440" marT="41148" marB="41148" anchor="ctr">
                    <a:solidFill>
                      <a:srgbClr val="FFFFFF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>
                      <a:solidFill>
                        <a:srgbClr val="D9DE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38912" y="6428232"/>
            <a:ext cx="10399471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850" b="0">
                <a:solidFill>
                  <a:srgbClr val="6B7280"/>
                </a:solidFill>
                <a:latin typeface="Calibri"/>
              </a:rPr>
              <a:t>Leitura documental: 07/10/2026. Fontes e referências nas notas do slide.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12703" y="6428232"/>
            <a:ext cx="640080" cy="16459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Calibri"/>
              </a:rPr>
              <a:t>7/7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