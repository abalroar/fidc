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Natureza dos recebíveis · Duplicatas e CCB; NC após aprovação das minutas em assembleia. · Fundos.NET ID 1171206; 25/03/2026; data/raw/52340225000190/1171206_regulamento_cache_integral.txt; regulamento; https://fnet.bmfbovespa.com.br/fnet/publico/exibirDocumento?id=1171206&amp;cvm=true; p.29, 12.2 · Observação: Regra documental; verificar versão, base e condições antes de monitorar.</a:t>
            </a:r>
          </a:p>
          <a:p>
            <a:r>
              <a:t>CNPJ 52340225000190 · Originador/endossante · CashU origina; parceiros financeiros endossam CCB; Cencosud prevista no glossário. · Fundos.NET ID 1171206; 25/03/2026; data/raw/52340225000190/1171206_regulamento_cache_integral.txt; regulamento; https://fnet.bmfbovespa.com.br/fnet/publico/exibirDocumento?id=1171206&amp;cvm=true; pp.29,78,80, definições/12.2 · Observação: Regra documental; verificar versão, base e condições antes de monitorar.</a:t>
            </a:r>
          </a:p>
          <a:p>
            <a:r>
              <a:t>CNPJ 52340225000190 · Devedor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Garantia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Elegibilidade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Concentração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Subordinação mínima · Total subordinadas ≥20%/PL; mezaninoB+júnior ≥10%/PL; júnior ≥7,50%/PL. · Fundos.NET ID 1171206; 25/03/2026; data/raw/52340225000190/1171206_regulamento_cache_integral.txt; regulamento; https://fnet.bmfbovespa.com.br/fnet/publico/exibirDocumento?id=1171206&amp;cvm=true; p.77, definições · Observação: Regra documental; verificar versão, base e condições antes de monitorar.</a:t>
            </a:r>
          </a:p>
          <a:p>
            <a:r>
              <a:t>CNPJ 52340225000190 · Gatilhos de avaliação/liquidação · Inadimplência por faixas tem tetos 20%/10%/5%; over 120≤3%/PL; fórmulas próprias. · Fundos.NET ID 1171206; 25/03/2026; data/raw/52340225000190/1171206_regulamento_cache_integral.txt; regulamento; https://fnet.bmfbovespa.com.br/fnet/publico/exibirDocumento?id=1171206&amp;cvm=true; pp.75–76, definições · Observação: Regra documental; verificar versão, base e condições antes de monitorar.</a:t>
            </a:r>
          </a:p>
          <a:p>
            <a:r>
              <a:t>CNPJ 52340225000190 · Reserva de caixa · Amortização:30% em D-60 aD-16 e 100% desdeD-15; reserva de despesas adicional. · Fundos.NET ID 1171206; 25/03/2026; data/raw/52340225000190/1171206_regulamento_cache_integral.txt; regulamento; https://fnet.bmfbovespa.com.br/fnet/publico/exibirDocumento?id=1171206&amp;cvm=true; p.59, 21.1–21.2 · Observação: Regra documental; verificar versão, base e condições antes de monitorar.</a:t>
            </a:r>
          </a:p>
          <a:p>
            <a:r>
              <a:t>CNPJ 52340225000190 · Derivativos/hedge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PDD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Alocação mínima · Alocação alvo 67%/PL; entidade de investimento 67% após 180 dias da 1ª integralização sênior. · Fundos.NET ID 1171206; 25/03/2026; data/raw/52340225000190/1171206_regulamento_cache_integral.txt; regulamento; https://fnet.bmfbovespa.com.br/fnet/publico/exibirDocumento?id=1171206&amp;cvm=true; pp.65–66, definições · Observação: Regra documental; verificar versão, base e condições antes de monitorar.</a:t>
            </a:r>
          </a:p>
          <a:p>
            <a:r>
              <a:t>CNPJ 52340225000190 · Pool/revolvência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Duração/público-alvo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Cessão/recompra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Coobrigação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Waterfall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Classes/séries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Remuneração · Spread final não localizado nesta revisão; conferir suplemento preenchido. · Fundos.NET ID 1171206; 25/03/2026; data/raw/52340225000190/1171206_regulamento_cache_integral.txt; regulamento; https://fnet.bmfbovespa.com.br/fnet/publico/exibirDocumento?id=1171206&amp;cvm=true; escopo e condições da revisão · Observação: Taxas de prestadores não representam remuneração das cotas.</a:t>
            </a:r>
          </a:p>
          <a:p>
            <a:r>
              <a:t>CNPJ 52340225000190 · Volume/VNU · 2ª emissão júnior ampliada de R$ 3,5 mi para R$ 12 mi; valor unitário na integralização. · Fundos.NET ID 1055501; 03/12/2025; data/raw/52340225000190/1055501_emissao.full.txt; emissao; pp.1,3; https://fnet.bmfbovespa.com.br/fnet/publico/exibirDocumento?id=1055501&amp;cvm=true · Observação: Condição documental; não confundir deliberação, oferta e integralização efetiva.</a:t>
            </a:r>
          </a:p>
          <a:p>
            <a:r>
              <a:t>CNPJ 52340225000190 · Ofertas · Colocação privada júnior; retificação de 03/12/2025 com efeitos desde 05/11/2025. · Fundos.NET ID 1055501; 03/12/2025; data/raw/52340225000190/1055501_emissao.full.txt; emissao; p.1; https://fnet.bmfbovespa.com.br/fnet/publico/exibirDocumento?id=1055501&amp;cvm=true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Carência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  <a:p>
            <a:r>
              <a:t>CNPJ 52340225000190 · Juros/amortização · Cronograma fechado não identificado nesta revisão; conferir série/suplemento. · Fundos.NET ID 1171206; 25/03/2026; data/raw/52340225000190/1171206_regulamento_cache_integral.txt; regulamento; https://fnet.bmfbovespa.com.br/fnet/publico/exibirDocumento?id=1171206&amp;cvm=true; escopo e condições da revisão · Observação: Data do regulamento não equivale a data de integralização.</a:t>
            </a:r>
          </a:p>
          <a:p>
            <a:r>
              <a:t>CNPJ 52340225000190 · Vencimento · Não confirmado na revisão dirigida; conferir documento ou cláusula específica. · Fundos.NET ID 1171206; 25/03/2026; data/raw/52340225000190/1171206_regulamento_cache_integral.txt; regulamento; https://fnet.bmfbovespa.com.br/fnet/publico/exibirDocumento?id=1171206&amp;cvm=true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Administração · 0,04% a.a. até R$ 200 mi;0,03% acima; mínimo R$ 1 mil/mês, IPCA. · Fundos.NET ID 1171206; 25/03/2026; data/raw/52340225000190/1171206_regulamento_cache_integral.txt; regulamento; https://fnet.bmfbovespa.com.br/fnet/publico/exibirDocumento?id=1171206&amp;cvm=true; pp.13–15, 9.1/9.8 · Observação: Regra documental; verificar versão, base e condições antes de monitorar.</a:t>
            </a:r>
          </a:p>
          <a:p>
            <a:r>
              <a:t>CNPJ 52340225000190 · Gestão · 0,24% a.a./PL; mínimo R$ 20 mil/mês +R$ 1,5 mil/mês de automação. · Fundos.NET ID 1171206; 25/03/2026; data/raw/52340225000190/1171206_regulamento_cache_integral.txt; regulamento; https://fnet.bmfbovespa.com.br/fnet/publico/exibirDocumento?id=1171206&amp;cvm=true; p.14, 9.3 · Observação: Regra documental; verificar versão, base e condições antes de monitorar.</a:t>
            </a:r>
          </a:p>
          <a:p>
            <a:r>
              <a:t>CNPJ 52340225000190 · Custódia · 0,14% a.a. até R$ 200 mi;0,12% acima; mínimo R$ 14 mil/mês. · Fundos.NET ID 1171206; 25/03/2026; data/raw/52340225000190/1171206_regulamento_cache_integral.txt; regulamento; https://fnet.bmfbovespa.com.br/fnet/publico/exibirDocumento?id=1171206&amp;cvm=true; p.14, 9.2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Inova CredTech III: CNPJ 52340225000190</a:t>
            </a:r>
          </a:p>
          <a:p>
            <a:r>
              <a:t>Fontes:</a:t>
            </a:r>
          </a:p>
          <a:p>
            <a:r>
              <a:t>CNPJ 52340225000190 · Alocação/subordinação IME · DC/PL e cotas por categoria/PL; validar regra e denominador. · Fundos.NET ID 1171206; 25/03/2026; data/raw/52340225000190/1171206_regulamento_cache_integral.txt; regulamento; https://fnet.bmfbovespa.com.br/fnet/publico/exibirDocumento?id=1171206&amp;cvm=true; escopo e condições da revisão · Observação: Proxy agregado; não comprova enquadramento diário nem prioridade por série.</a:t>
            </a:r>
          </a:p>
          <a:p>
            <a:r>
              <a:t>CNPJ 52340225000190 · Inadimplência/PDD IME · Aging e PDD/crédito agregados; conciliar índice contratual. · Fundos.NET ID 1171206; 25/03/2026; data/raw/52340225000190/1171206_regulamento_cache_integral.txt; regulamento; https://fnet.bmfbovespa.com.br/fnet/publico/exibirDocumento?id=1171206&amp;cvm=true; escopo e condições da revisão · Observação: Proxy parcial; vintage, efeito vagão e defasagem não reproduzidos automaticamente.</a:t>
            </a:r>
          </a:p>
          <a:p>
            <a:r>
              <a:t>CNPJ 52340225000190 · Controles documentais · Lastro, elegibilidade, concentração individual e prestadores exigem documentos. · Fundos.NET ID 1171206; 25/03/2026; data/raw/52340225000190/1171206_regulamento_cache_integral.txt; regulamento; https://fnet.bmfbovespa.com.br/fnet/publico/exibirDocumento?id=1171206&amp;cvm=true; escopo e condições da revisão · Observação: IME público sem granularidade individual; não usar como prova de conformidade.</a:t>
            </a:r>
          </a:p>
          <a:p>
            <a:r>
              <a:t>CNPJ 52340225000190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 e CCB; NC após aprovação das minutas em assembleia.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CashU origina; parceiros financeiros endossam CCB; Cencosud prevista no glossário.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Total subordinadas ≥20%/PL; mezaninoB+júnior ≥10%/PL; júnior ≥7,50%/PL.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 por faixas tem tetos 20%/10%/5%; over 120≤3%/PL; fórmulas próprias.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Amortização:30% em D-60 aD-16 e 100% desdeD-15; reserva de despesas adicional.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alvo 67%/PL; entidade de investimento 67% após 180 dias da 1ª integralização sênior.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nesta revisão; conferir suplemento 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júnior ampliada de R$ 3,5 mi para R$ 12 mi; valor unitário na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Colocação privada júnior; retificação de 03/12/2025 com efeitos desde 05/11/2025.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nesta revisão; conferir série/suplemento.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a.a. até R$ 200 mi;0,03% acima; mínimo R$ 1 mil/mês, IPCA.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0,24% a.a./PL; mínimo R$ 20 mil/mês +R$ 1,5 mil/mês de automação.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0,14% a.a. até R$ 200 mi;0,12% acima; mínimo R$ 14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Inova CredTech (CashU)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Inova CredTech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categoria/PL; validar regra e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