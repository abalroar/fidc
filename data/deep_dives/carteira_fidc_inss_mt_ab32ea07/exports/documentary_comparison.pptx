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MT INSS Receivables III: CNPJ 44173467000109</a:t>
            </a:r>
          </a:p>
          <a:p>
            <a:r>
              <a:t>Fontes:</a:t>
            </a:r>
          </a:p>
          <a:p>
            <a:r>
              <a:t>CNPJ 44173467000109 · Natureza dos recebíveis · CCBs de consignado INSS pela Plataforma MT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44173467000109 · Originador/endossante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Devedor · Beneficiários e pensionistas INSS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44173467000109 · Garantia · Consignação de benefícios INSS/Dataprev · Fundos.NET ID 791513 · 28/11/2024 · Regulamento · p. 10-13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44173467000109 · Elegibilidade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Concentração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MT INSS Receivables III: CNPJ 44173467000109</a:t>
            </a:r>
          </a:p>
          <a:p>
            <a:r>
              <a:t>Fontes:</a:t>
            </a:r>
          </a:p>
          <a:p>
            <a:r>
              <a:t>CNPJ 44173467000109 · Subordinação mínima · Subordinadas/PL ≥ 10%; júnior/patrimônio subordinado ≥ 10% · Fundos.NET ID 791513 · 28/11/2024 · Regulamento · p. 19 · data/raw/44173467000109/791513_documentary_review.pdf · https://fnet.bmfbovespa.com.br/fnet/publico/exibirDocumento?id=791513 · Observação: Segundo piso usa patrimônio subordinado, não PL total. Razão de garantia de 111,11% em cada nível.</a:t>
            </a:r>
          </a:p>
          <a:p>
            <a:r>
              <a:t>CNPJ 44173467000109 · Gatilhos de avaliação/liquidação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Reserva de caixa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Derivativos/hedge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PDD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MT INSS Receivables III: CNPJ 44173467000109</a:t>
            </a:r>
          </a:p>
          <a:p>
            <a:r>
              <a:t>Fontes:</a:t>
            </a:r>
          </a:p>
          <a:p>
            <a:r>
              <a:t>CNPJ 44173467000109 · Alocação mínima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Pool/revolvência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Duração/público-alvo · Classe fechada, indeterminada; cotistas profissionais · Fundos.NET ID 791513 · 28/11/2024 · Regulamento · p. 8-9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44173467000109 · Cessão/recompra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Coobrigação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Waterfall · Despesas/derivativos → reservas → sênior → mezanino → júnior · Fundos.NET ID 791513 · 28/11/2024 · Regulamento · p. 22-23 · data/raw/44173467000109/791513_documentary_review.pdf · https://fnet.bmfbovespa.com.br/fnet/publico/exibirDocumento?id=791513 · Observação: Amortização pro rata sênior/mezanino condicionada às razões de garantia.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MT INSS Receivables III: CNPJ 44173467000109</a:t>
            </a:r>
          </a:p>
          <a:p>
            <a:r>
              <a:t>Fontes:</a:t>
            </a:r>
          </a:p>
          <a:p>
            <a:r>
              <a:t>CNPJ 44173467000109 · Classes/séries · Sênior por série; subordinada mezanino; subordinada júnior · Fundos.NET ID 791513 · 28/11/2024 · Regulamento · p. 16-18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44173467000109 · Remuneração · Benchmark sênior/mezanino remetido ao suplemento; spread final não localizado · Fundos.NET ID 791513 · 28/11/2024 · Regulamento · p. 51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44173467000109 · Volume/VNU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Ofertas · 3ª emissão júnior: até R$ 500 mil; VNU R$ 1.000; deliberada 30/12/2025 · Fundos.NET ID 1078471 · 30/12/2025 · Atos de Deliberação do Administrador · p. 1 · data/raw/44173467000109/1078471_documentary_review.pdf · https://fnet.bmfbovespa.com.br/fnet/publico/exibirDocumento?id=1078471 · Observação: Para recompor garantia; cancelado saldo anterior não subscrito e não integralizado.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MT INSS Receivables III: CNPJ 44173467000109</a:t>
            </a:r>
          </a:p>
          <a:p>
            <a:r>
              <a:t>Fontes:</a:t>
            </a:r>
          </a:p>
          <a:p>
            <a:r>
              <a:t>CNPJ 44173467000109 · Carência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  <a:p>
            <a:r>
              <a:t>CNPJ 44173467000109 · Juros/amortização · Caixa disponível líquido de reservas; reenquadramento prioriza sênior · Fundos.NET ID 791513 · 28/11/2024 · Regulamento · p. 21-23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44173467000109 · Vencimento · Não localizado no corpus acessível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MT INSS Receivables III: CNPJ 44173467000109</a:t>
            </a:r>
          </a:p>
          <a:p>
            <a:r>
              <a:t>Fontes:</a:t>
            </a:r>
          </a:p>
          <a:p>
            <a:r>
              <a:t>CNPJ 44173467000109 · Administração · Rateio da taxa agregada Fundos PDL; mínimo R$ 20 mil/mês, IPCA anual · Fundos.NET ID 791513 · 28/11/2024 · Regulamento · p. 36-37 · data/raw/44173467000109/791513_documentary_review.pdf · https://fnet.bmfbovespa.com.br/fnet/publico/exibirDocumento?id=791513 · Observação: Faixas numéricas 0,45/0,40/0,35/0,30% sobre PL agregado; última conflita com extenso 0,55%. Exige validação antes de cobrança.</a:t>
            </a:r>
          </a:p>
          <a:p>
            <a:r>
              <a:t>CNPJ 44173467000109 · Gestão · Incluída no conjunto de serviços da taxa agregada; parcela própria não segregada · Fundos.NET ID 791513 · 28/11/2024 · Regulamento · p. 36-37 · data/raw/44173467000109/791513_documentary_review.pdf · https://fnet.bmfbovespa.com.br/fnet/publico/exibirDocumento?id=791513 · Observação: Referência da taxa de gestão no glossário está quebrada.</a:t>
            </a:r>
          </a:p>
          <a:p>
            <a:r>
              <a:t>CNPJ 44173467000109 · Custódia · 0% a.a. expresso · Fundos.NET ID 791513 · 28/11/2024 · Regulamento · p. 37 · data/raw/44173467000109/791513_documentary_review.pdf · https://fnet.bmfbovespa.com.br/fnet/publico/exibirDocumento?id=791513 · Observação: Agente de retenção/cobrança: 3% a.a. sobre PL alocado em DC, exclusão de PDD conforme cl. 13.8.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MT INSS Receivables III: CNPJ 44173467000109</a:t>
            </a:r>
          </a:p>
          <a:p>
            <a:r>
              <a:t>Fontes:</a:t>
            </a:r>
          </a:p>
          <a:p>
            <a:r>
              <a:t>CNPJ 44173467000109 · Alocação/subordinação IME · Proteção sênior usa subordinadas/PL; júnior usa patrimônio subordinado · Fundos.NET ID 791513 · 28/11/2024 · Regulamento · p. 19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44173467000109 · Inadimplência/PDD IME · Over e PDD/crédito são proxies; portabilidade e glosa exigem base contratual · Fundos.NET ID 791513 · 28/11/2024 · Regulamento · p. 36 · data/raw/44173467000109/791513_documentary_review.pdf · https://fnet.bmfbovespa.com.br/fnet/publico/exibirDocumento?id=791513 · Observação: Conclusão documental revisada; preservar a versão e a unidade indicadas.</a:t>
            </a:r>
          </a:p>
          <a:p>
            <a:r>
              <a:t>CNPJ 44173467000109 · Controles documentais · Elegibilidade, concentração, lastro, prestadores e eventos exigem documentação específica · Corpus acessível CNPJ 44173467000109: ID 1078471 (30/12/2025), data/raw/44173467000109/1078471_documentary_review.pdf; ID 791513 (28/11/2024), data/raw/44173467000109/791513_documentary_review.pdf; ID 467860 (10/05/2023), data/raw/44173467000109/467860_documentary_review.pdf · Observação: O IME público agregado não certifica essas condições.</a:t>
            </a:r>
          </a:p>
          <a:p>
            <a:r>
              <a:t>CNPJ 44173467000109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INSS MT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consignado INSS pela Plataforma MT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Beneficiários e pensionistas INSS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 de benefícios INSS/Dataprev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INSS MT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 10%; júnior/patrimônio subordinado ≥ 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INSS MT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 indeterminada; cotistas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Despesas/derivativos → reservas → sênior → 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INSS MT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por série; subordinada mezanino; subordinada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Benchmark sênior/mezanino remetido ao suplemento; spread final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emissão júnior: até R$ 500 mil; VNU R$ 1.000; deliberada 30/12/2025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INSS MT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disponível líquido de reservas; reenquadramento prioriza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INSS MT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Rateio da taxa agregada Fundos PDL; mínimo R$ 20 mil/mês, IPCA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no conjunto de serviços da taxa agregada; parcela própria não segregada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 a.a. expresso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INSS MT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INSS Receivables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sênior usa subordinadas/PL; júnior usa patrimônio subordinado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PDD/crédito são proxies; portabilidade e glosa exigem base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lastro, prestadores e eventos 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