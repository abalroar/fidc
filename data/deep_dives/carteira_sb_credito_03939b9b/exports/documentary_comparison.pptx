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2026-10-07T16:29:59-03:00</a:t>
            </a:r>
          </a:p>
          <a:p>
            <a:r>
              <a:t>SB Crédito: CNPJ 23956882000169</a:t>
            </a:r>
          </a:p>
          <a:p>
            <a:r>
              <a:t>Fontes:</a:t>
            </a:r>
          </a:p>
          <a:p>
            <a:r>
              <a:t>CNPJ 23956882000169 · Natureza dos recebíveis · Duplicatas, promissórias, NC, CCB, CCI, CPR, contratos e cotasFIDC elegíveis. · Fundos.NET ID 1218996; 12/06/2026; data/raw/23956882000169/1218996_regulamento_cache_integral.txt; regulamento; https://fnet.bmfbovespa.com.br/fnet/publico/exibirDocumento?id=1218996&amp;cvm=true; p.62, 15.1 · Observação: Regra documental; verificar versão, base e condições antes de monitorar.</a:t>
            </a:r>
          </a:p>
          <a:p>
            <a:r>
              <a:t>CNPJ 23956882000169 · Originador/endossante · Não confirmado na revisão dirigida; conferir documento ou cláusula específica. · Fundos.NET ID 1218996; 12/06/2026; data/raw/23956882000169/1218996_regulamento_cache_integral.txt; regulamento; https://fnet.bmfbovespa.com.br/fnet/publico/exibirDocumento?id=1218996&amp;cvm=true · Observação: Lacuna desta revisão; não implica inexistência da regra no regulamento.</a:t>
            </a:r>
          </a:p>
          <a:p>
            <a:r>
              <a:t>CNPJ 23956882000169 · Devedor · Não confirmado na revisão dirigida; conferir documento ou cláusula específica. · Fundos.NET ID 1218996; 12/06/2026; data/raw/23956882000169/1218996_regulamento_cache_integral.txt; regulamento; https://fnet.bmfbovespa.com.br/fnet/publico/exibirDocumento?id=1218996&amp;cvm=true · Observação: Lacuna desta revisão; não implica inexistência da regra no regulamento.</a:t>
            </a:r>
          </a:p>
          <a:p>
            <a:r>
              <a:t>CNPJ 23956882000169 · Garantia · Não confirmado na revisão dirigida; conferir documento ou cláusula específica. · Fundos.NET ID 1218996; 12/06/2026; data/raw/23956882000169/1218996_regulamento_cache_integral.txt; regulamento; https://fnet.bmfbovespa.com.br/fnet/publico/exibirDocumento?id=1218996&amp;cvm=true · Observação: Lacuna desta revisão; não implica inexistência da regra no regulamento.</a:t>
            </a:r>
          </a:p>
          <a:p>
            <a:r>
              <a:t>CNPJ 23956882000169 · Elegibilidade · Não confirmado na revisão dirigida; conferir documento ou cláusula específica. · Fundos.NET ID 1218996; 12/06/2026; data/raw/23956882000169/1218996_regulamento_cache_integral.txt; regulamento; https://fnet.bmfbovespa.com.br/fnet/publico/exibirDocumento?id=1218996&amp;cvm=true · Observação: Lacuna desta revisão; não implica inexistência da regra no regulamento.</a:t>
            </a:r>
          </a:p>
          <a:p>
            <a:r>
              <a:t>CNPJ 23956882000169 · Concentração · Não confirmado na revisão dirigida; conferir documento ou cláusula específica. · Fundos.NET ID 1218996; 12/06/2026; data/raw/23956882000169/1218996_regulamento_cache_integral.txt; regulamento; https://fnet.bmfbovespa.com.br/fnet/publico/exibirDocumento?id=1218996&amp;cvm=true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2026-10-07T16:29:59-03:00</a:t>
            </a:r>
          </a:p>
          <a:p>
            <a:r>
              <a:t>SB Crédito: CNPJ 23956882000169</a:t>
            </a:r>
          </a:p>
          <a:p>
            <a:r>
              <a:t>Fontes:</a:t>
            </a:r>
          </a:p>
          <a:p>
            <a:r>
              <a:t>CNPJ 23956882000169 · Subordinação mínima · Subordinadas ≥30%/PL; júnior ≥13%/PL. · Fundos.NET ID 1218996; 12/06/2026; data/raw/23956882000169/1218996_regulamento_cache_integral.txt; regulamento; https://fnet.bmfbovespa.com.br/fnet/publico/exibirDocumento?id=1218996&amp;cvm=true; pp.53–54, 11.1.1–11.1.2 · Observação: Regra documental; verificar versão, base e condições antes de monitorar.</a:t>
            </a:r>
          </a:p>
          <a:p>
            <a:r>
              <a:t>CNPJ 23956882000169 · Gatilhos de avaliação/liquidação · Reservas/limites fora por 15 dias; subordinação fora&gt;10 DU; irregularidade lastro&gt;10%; redução compras≥30%. · Fundos.NET ID 1218996; 12/06/2026; data/raw/23956882000169/1218996_regulamento_cache_integral.txt; regulamento; https://fnet.bmfbovespa.com.br/fnet/publico/exibirDocumento?id=1218996&amp;cvm=true; p.70, 21.2–21.3 · Observação: Regra documental; verificar versão, base e condições antes de monitorar.</a:t>
            </a:r>
          </a:p>
          <a:p>
            <a:r>
              <a:t>CNPJ 23956882000169 · Reserva de caixa · Amortização 15% emD-30,50% emD-15 e 100% emD-3 DU. · Fundos.NET ID 1218996; 12/06/2026; data/raw/23956882000169/1218996_regulamento_cache_integral.txt; regulamento; https://fnet.bmfbovespa.com.br/fnet/publico/exibirDocumento?id=1218996&amp;cvm=true; pp.54–55, 12.2 · Observação: Regra documental; verificar versão, base e condições antes de monitorar.</a:t>
            </a:r>
          </a:p>
          <a:p>
            <a:r>
              <a:t>CNPJ 23956882000169 · Derivativos/hedge · Derivativos vedados, inclusive hedge. · Fundos.NET ID 1218996; 12/06/2026; data/raw/23956882000169/1218996_regulamento_cache_integral.txt; regulamento; https://fnet.bmfbovespa.com.br/fnet/publico/exibirDocumento?id=1218996&amp;cvm=true; p.60, 14.15, quadroC(a) · Observação: Regra documental; verificar versão, base e condições antes de monitorar.</a:t>
            </a:r>
          </a:p>
          <a:p>
            <a:r>
              <a:t>CNPJ 23956882000169 · PDD · Não confirmado na revisão dirigida; conferir documento ou cláusula específica. · Fundos.NET ID 1218996; 12/06/2026; data/raw/23956882000169/1218996_regulamento_cache_integral.txt; regulamento; https://fnet.bmfbovespa.com.br/fnet/publico/exibirDocumento?id=1218996&amp;cvm=true · Observação: Lacuna desta revisão; não implica inexistência da regra no regulamento.</a:t>
            </a:r>
          </a:p>
          <a:p>
            <a:r>
              <a:t>CNPJ 23956882000169 · Recompras · Limite máximo 13%/PL no glossário; índice de recompra usa duplicatas faturadas defasadas. · Fundos.NET ID 1218996; 12/06/2026; data/raw/23956882000169/1218996_regulamento_cache_integral.txt; regulamento; https://fnet.bmfbovespa.com.br/fnet/publico/exibirDocumento?id=1218996&amp;cvm=true; p.44, definições · Observação: Regra documental; verificar versão, base e condições antes de monitorar.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2026-10-07T16:29:59-03:00</a:t>
            </a:r>
          </a:p>
          <a:p>
            <a:r>
              <a:t>SB Crédito: CNPJ 23956882000169</a:t>
            </a:r>
          </a:p>
          <a:p>
            <a:r>
              <a:t>Fontes:</a:t>
            </a:r>
          </a:p>
          <a:p>
            <a:r>
              <a:t>CNPJ 23956882000169 · Alocação mínima · 50%/PL em direitos creditórios; prazo de enquadramento exige conferir condições. · Fundos.NET ID 1218996; 12/06/2026; data/raw/23956882000169/1218996_regulamento_cache_integral.txt; regulamento; https://fnet.bmfbovespa.com.br/fnet/publico/exibirDocumento?id=1218996&amp;cvm=true; p.2, definição · Observação: Regra documental; verificar versão, base e condições antes de monitorar.</a:t>
            </a:r>
          </a:p>
          <a:p>
            <a:r>
              <a:t>CNPJ 23956882000169 · Pool/revolvência · Não confirmado na revisão dirigida; conferir documento ou cláusula específica. · Fundos.NET ID 1218996; 12/06/2026; data/raw/23956882000169/1218996_regulamento_cache_integral.txt; regulamento; https://fnet.bmfbovespa.com.br/fnet/publico/exibirDocumento?id=1218996&amp;cvm=true · Observação: Lacuna desta revisão; não implica inexistência da regra no regulamento.</a:t>
            </a:r>
          </a:p>
          <a:p>
            <a:r>
              <a:t>CNPJ 23956882000169 · Duração/público-alvo · Não confirmado na revisão dirigida; conferir documento ou cláusula específica. · Fundos.NET ID 1218996; 12/06/2026; data/raw/23956882000169/1218996_regulamento_cache_integral.txt; regulamento; https://fnet.bmfbovespa.com.br/fnet/publico/exibirDocumento?id=1218996&amp;cvm=true · Observação: Lacuna desta revisão; não implica inexistência da regra no regulamento.</a:t>
            </a:r>
          </a:p>
          <a:p>
            <a:r>
              <a:t>CNPJ 23956882000169 · Cessão/recompra · Não confirmado na revisão dirigida; conferir documento ou cláusula específica. · Fundos.NET ID 1218996; 12/06/2026; data/raw/23956882000169/1218996_regulamento_cache_integral.txt; regulamento; https://fnet.bmfbovespa.com.br/fnet/publico/exibirDocumento?id=1218996&amp;cvm=true · Observação: Lacuna desta revisão; não implica inexistência da regra no regulamento.</a:t>
            </a:r>
          </a:p>
          <a:p>
            <a:r>
              <a:t>CNPJ 23956882000169 · Coobrigação · Não confirmado na revisão dirigida; conferir documento ou cláusula específica. · Fundos.NET ID 1218996; 12/06/2026; data/raw/23956882000169/1218996_regulamento_cache_integral.txt; regulamento; https://fnet.bmfbovespa.com.br/fnet/publico/exibirDocumento?id=1218996&amp;cvm=true · Observação: Lacuna desta revisão; não implica inexistência da regra no regulamento.</a:t>
            </a:r>
          </a:p>
          <a:p>
            <a:r>
              <a:t>CNPJ 23956882000169 · Waterfall · Não confirmado na revisão dirigida; conferir documento ou cláusula específica. · Fundos.NET ID 1218996; 12/06/2026; data/raw/23956882000169/1218996_regulamento_cache_integral.txt; regulamento; https://fnet.bmfbovespa.com.br/fnet/publico/exibirDocumento?id=1218996&amp;cvm=true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2026-10-07T16:29:59-03:00</a:t>
            </a:r>
          </a:p>
          <a:p>
            <a:r>
              <a:t>SB Crédito: CNPJ 23956882000169</a:t>
            </a:r>
          </a:p>
          <a:p>
            <a:r>
              <a:t>Fontes:</a:t>
            </a:r>
          </a:p>
          <a:p>
            <a:r>
              <a:t>CNPJ 23956882000169 · Classes/séries · Não confirmado na revisão dirigida; conferir documento ou cláusula específica. · Fundos.NET ID 1218996; 12/06/2026; data/raw/23956882000169/1218996_regulamento_cache_integral.txt; regulamento; https://fnet.bmfbovespa.com.br/fnet/publico/exibirDocumento?id=1218996&amp;cvm=true · Observação: Lacuna desta revisão; não implica inexistência da regra no regulamento.</a:t>
            </a:r>
          </a:p>
          <a:p>
            <a:r>
              <a:t>CNPJ 23956882000169 · Remuneração · Spread final não localizado nesta revisão; conferir suplemento preenchido. · Fundos.NET ID 1218996; 12/06/2026; data/raw/23956882000169/1218996_regulamento_cache_integral.txt; regulamento; https://fnet.bmfbovespa.com.br/fnet/publico/exibirDocumento?id=1218996&amp;cvm=true; escopo e condições da revisão · Observação: Taxas de prestadores não representam remuneração das cotas.</a:t>
            </a:r>
          </a:p>
          <a:p>
            <a:r>
              <a:t>CNPJ 23956882000169 · Volume/VNU · Não confirmado na revisão dirigida; conferir documento ou cláusula específica. · Fundos.NET ID 1218996; 12/06/2026; data/raw/23956882000169/1218996_regulamento_cache_integral.txt; regulamento; https://fnet.bmfbovespa.com.br/fnet/publico/exibirDocumento?id=1218996&amp;cvm=true · Observação: Lacuna desta revisão; não implica inexistência da regra no regulamento.</a:t>
            </a:r>
          </a:p>
          <a:p>
            <a:r>
              <a:t>CNPJ 23956882000169 · Ofertas · Não confirmado na revisão dirigida; conferir documento ou cláusula específica. · Fundos.NET ID 1218996; 12/06/2026; data/raw/23956882000169/1218996_regulamento_cache_integral.txt; regulamento; https://fnet.bmfbovespa.com.br/fnet/publico/exibirDocumento?id=1218996&amp;cvm=true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2026-10-07T16:29:59-03:00</a:t>
            </a:r>
          </a:p>
          <a:p>
            <a:r>
              <a:t>SB Crédito: CNPJ 23956882000169</a:t>
            </a:r>
          </a:p>
          <a:p>
            <a:r>
              <a:t>Fontes:</a:t>
            </a:r>
          </a:p>
          <a:p>
            <a:r>
              <a:t>CNPJ 23956882000169 · Carência · Não confirmado na revisão dirigida; conferir documento ou cláusula específica. · Fundos.NET ID 1218996; 12/06/2026; data/raw/23956882000169/1218996_regulamento_cache_integral.txt; regulamento; https://fnet.bmfbovespa.com.br/fnet/publico/exibirDocumento?id=1218996&amp;cvm=true · Observação: Lacuna desta revisão; não implica inexistência da regra no regulamento.</a:t>
            </a:r>
          </a:p>
          <a:p>
            <a:r>
              <a:t>CNPJ 23956882000169 · Juros/amortização · Cronograma fechado não identificado nesta revisão; conferir série/suplemento. · Fundos.NET ID 1218996; 12/06/2026; data/raw/23956882000169/1218996_regulamento_cache_integral.txt; regulamento; https://fnet.bmfbovespa.com.br/fnet/publico/exibirDocumento?id=1218996&amp;cvm=true; escopo e condições da revisão · Observação: Data do regulamento não equivale a data de integralização.</a:t>
            </a:r>
          </a:p>
          <a:p>
            <a:r>
              <a:t>CNPJ 23956882000169 · Vencimento · Não confirmado na revisão dirigida; conferir documento ou cláusula específica. · Fundos.NET ID 1218996; 12/06/2026; data/raw/23956882000169/1218996_regulamento_cache_integral.txt; regulamento; https://fnet.bmfbovespa.com.br/fnet/publico/exibirDocumento?id=1218996&amp;cvm=true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2026-10-07T16:29:59-03:00</a:t>
            </a:r>
          </a:p>
          <a:p>
            <a:r>
              <a:t>SB Crédito: CNPJ 23956882000169</a:t>
            </a:r>
          </a:p>
          <a:p>
            <a:r>
              <a:t>Fontes:</a:t>
            </a:r>
          </a:p>
          <a:p>
            <a:r>
              <a:t>CNPJ 23956882000169 · Administração · Numérico 0,15% a.a./PL, mínimo R$ 15 mil/mês; extenso diverge; IPCA. · Fundos.NET ID 1218996; 12/06/2026; data/raw/23956882000169/1218996_regulamento_cache_integral.txt; regulamento; https://fnet.bmfbovespa.com.br/fnet/publico/exibirDocumento?id=1218996&amp;cvm=true; p.56, 13.1 · Observação: Regra documental; verificar versão, base e condições antes de monitorar.</a:t>
            </a:r>
          </a:p>
          <a:p>
            <a:r>
              <a:t>CNPJ 23956882000169 · Gestão · Numérico 0,10% a.a./PL, mínimo R$ 10 mil/mês; extenso diverge; IPCA. · Fundos.NET ID 1218996; 12/06/2026; data/raw/23956882000169/1218996_regulamento_cache_integral.txt; regulamento; https://fnet.bmfbovespa.com.br/fnet/publico/exibirDocumento?id=1218996&amp;cvm=true; p.56, 13.2 · Observação: Regra documental; verificar versão, base e condições antes de monitorar.</a:t>
            </a:r>
          </a:p>
          <a:p>
            <a:r>
              <a:t>CNPJ 23956882000169 · Custódia · Não confirmado na revisão dirigida; conferir documento ou cláusula específica. · Fundos.NET ID 1218996; 12/06/2026; data/raw/23956882000169/1218996_regulamento_cache_integral.txt; regulamento; https://fnet.bmfbovespa.com.br/fnet/publico/exibirDocumento?id=1218996&amp;cvm=true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2026-10-07T16:29:59-03:00</a:t>
            </a:r>
          </a:p>
          <a:p>
            <a:r>
              <a:t>SB Crédito: CNPJ 23956882000169</a:t>
            </a:r>
          </a:p>
          <a:p>
            <a:r>
              <a:t>Fontes:</a:t>
            </a:r>
          </a:p>
          <a:p>
            <a:r>
              <a:t>CNPJ 23956882000169 · Alocação/subordinação IME · DC/PL e cotas por categoria/PL; validar regra e denominador. · Fundos.NET ID 1218996; 12/06/2026; data/raw/23956882000169/1218996_regulamento_cache_integral.txt; regulamento; https://fnet.bmfbovespa.com.br/fnet/publico/exibirDocumento?id=1218996&amp;cvm=true; escopo e condições da revisão · Observação: Proxy agregado; não comprova enquadramento diário nem prioridade por série.</a:t>
            </a:r>
          </a:p>
          <a:p>
            <a:r>
              <a:t>CNPJ 23956882000169 · Inadimplência/PDD IME · Aging e PDD/crédito agregados; conciliar índice contratual. · Fundos.NET ID 1218996; 12/06/2026; data/raw/23956882000169/1218996_regulamento_cache_integral.txt; regulamento; https://fnet.bmfbovespa.com.br/fnet/publico/exibirDocumento?id=1218996&amp;cvm=true; escopo e condições da revisão · Observação: Proxy parcial; vintage, efeito vagão e defasagem não reproduzidos automaticamente.</a:t>
            </a:r>
          </a:p>
          <a:p>
            <a:r>
              <a:t>CNPJ 23956882000169 · Controles documentais · Lastro, elegibilidade, concentração individual e prestadores exigem documentos. · Fundos.NET ID 1218996; 12/06/2026; data/raw/23956882000169/1218996_regulamento_cache_integral.txt; regulamento; https://fnet.bmfbovespa.com.br/fnet/publico/exibirDocumento?id=1218996&amp;cvm=true; escopo e condições da revisão · Observação: IME público sem granularidade individual; não usar como prova de conformidade.</a:t>
            </a:r>
          </a:p>
          <a:p>
            <a:r>
              <a:t>CNPJ 23956882000169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sb crédito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SB Crédito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Duplicatas, promissórias, NC, CCB, CCI, CPR, contratos e cotasFIDC elegíveis.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sb crédito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281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SB Crédito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≥30%/PL; júnior ≥13%/PL.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Reservas/limites fora por 15 dias; subordinação fora&gt;10 DU; irregularidade lastro&gt;10%; redução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compras≥30%.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 15% emD-30,50% emD-15 e 100% emD-3 DU.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vedados, inclusive hedge.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Recompras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 máximo 13%/PL no glossário; índice de recompra usa duplicatas faturadas defasadas.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sb crédito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SB Crédito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50%/PL em direitos creditórios; prazo de enquadramento exige conferir condições.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sb crédito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SB Crédito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sb crédito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SB Crédito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sb crédito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SB Crédito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Numérico 0,15% a.a./PL, mínimo R$ 15 mil/mês; extenso diverge; IPCA.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Numérico 0,10% a.a./PL, mínimo R$ 10 mil/mês; extenso diverge; IPCA.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sb crédito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SB Crédito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por categoria/PL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PDD/crédito agregados; conciliar índice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Lastro, elegibilidade, concentração individual e prestadores exigem documentos.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