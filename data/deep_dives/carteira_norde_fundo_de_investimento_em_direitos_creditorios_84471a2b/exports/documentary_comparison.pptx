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Natureza dos recebíveis · Créditos multissetoriais performados ou a performar; duplicatas, CCBs, CRI/CRA e outros títulos · data/raw/52200741000110/1078995_regulamento.pdf | Fundos.NET ID 1078995 | 07/01/2026 | regulamento | p. 50 · Observação: Regra da versão citada; contratos e séries exigem seus instrumentos próprios.</a:t>
            </a:r>
          </a:p>
          <a:p>
            <a:r>
              <a:t>CNPJ 52200741000110 · Originador/endossante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Devedor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Garantia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Elegibilidade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Concentração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Subordinação mínima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Gatilhos de avaliação/liquidação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Reserva de caixa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Derivativos/hedge · Proteção ou troca de indexador sem exposição a risco de capital · data/raw/52200741000110/1078995_regulamento.pdf | Fundos.NET ID 1078995 | 07/01/2026 | regulamento | p. 58 · Observação: Regra da versão citada; contratos e séries exigem seus instrumentos próprios.</a:t>
            </a:r>
          </a:p>
          <a:p>
            <a:r>
              <a:t>CNPJ 52200741000110 · PDD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Alocação mínima · Divergência documental: 67% numérico e 50% por extenso · data/raw/52200741000110/1078995_regulamento.pdf | Fundos.NET ID 1078995 | 07/01/2026 | regulamento | p. 41,75 · Observação: Não harmonizar a contradição; confirmar com administrador antes de parametrizar limite.</a:t>
            </a:r>
          </a:p>
          <a:p>
            <a:r>
              <a:t>CNPJ 52200741000110 · Pool/revolvência · Revolvência expressa; duração indeterminada · data/raw/52200741000110/1078995_regulamento.pdf | Fundos.NET ID 1078995 | 07/01/2026 | regulamento | p. 50 · Observação: Regra da versão citada; contratos e séries exigem seus instrumentos próprios.</a:t>
            </a:r>
          </a:p>
          <a:p>
            <a:r>
              <a:t>CNPJ 52200741000110 · Duração/público-alvo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Cessão/recompra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Coobrigação · Cedentes podem assumir coobrigação conforme contrato de cessão · data/raw/52200741000110/1078995_regulamento.pdf | Fundos.NET ID 1078995 | 07/01/2026 | regulamento | p. 53 · Observação: Regra da versão citada; contratos e séries exigem seus instrumentos próprios.</a:t>
            </a:r>
          </a:p>
          <a:p>
            <a:r>
              <a:t>CNPJ 52200741000110 · Waterfall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Classes/séries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Remuneração · Spread final não localizado nas cláusulas revisadas; requer suplemento ou ato específico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Volume/VNU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Ofertas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Carência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Juros/amortização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52200741000110 · Vencimento · Não localizado nas cláusulas revisadas; requer documento aplicável · data/raw/52200741000110/1078995_regulamento.pdf | Fundos.NET ID 1078995 | 07/01/2026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Administração · 0,25% a.a. PL; mínimo R$ 15 mil/mês; inclui controladoria/escrituração · data/raw/52200741000110/1078995_regulamento.pdf | Fundos.NET ID 1078995 | 07/01/2026 | regulamento | p. 49 · Observação: Regra da versão citada; contratos e séries exigem seus instrumentos próprios.</a:t>
            </a:r>
          </a:p>
          <a:p>
            <a:r>
              <a:t>CNPJ 52200741000110 · Gestão · 0,30% a.a. PL; mínimo R$ 10 mil/mês · data/raw/52200741000110/1078995_regulamento.pdf | Fundos.NET ID 1078995 | 07/01/2026 | regulamento | p. 49 · Observação: Regra da versão citada; contratos e séries exigem seus instrumentos próprios.</a:t>
            </a:r>
          </a:p>
          <a:p>
            <a:r>
              <a:t>CNPJ 52200741000110 · Custódia · 0,15% a.a. PL; mínimo R$ 10 mil/mês; IPCA · data/raw/52200741000110/1078995_regulamento.pdf | Fundos.NET ID 1078995 | 07/01/2026 | regulamento | p. 49-50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2026-10-07T16:29:09-03:00</a:t>
            </a:r>
          </a:p>
          <a:p>
            <a:r>
              <a:t>Norde: CNPJ 52200741000110</a:t>
            </a:r>
          </a:p>
          <a:p>
            <a:r>
              <a:t>Fontes:</a:t>
            </a:r>
          </a:p>
          <a:p>
            <a:r>
              <a:t>CNPJ 52200741000110 · Alocação/subordinação IME · DC/PL e composição de cotas ajudam; validar numerador, denominador e versão contratual · data/raw/52200741000110/1078995_regulamento.pdf | Fundos.NET ID 1078995 | 07/01/2026 · Observação: Proxy metodológica. FIC investe em cotas: não usar DC/PL como substituto da alocação em fundos-alvo. Nenhum saldo observado nesta revisão documental.</a:t>
            </a:r>
          </a:p>
          <a:p>
            <a:r>
              <a:t>CNPJ 52200741000110 · Inadimplência/PDD IME · Over e PDD agregados são alertas; fórmulas contratuais exigem validação · data/raw/52200741000110/1078995_regulamento.pdf | Fundos.NET ID 1078995 | 07/01/2026 · Observação: Não reproduzem médias móveis, coortes, exposição individual, motivo de recompra, chargeback e perdas históricas sem dados adicionais.</a:t>
            </a:r>
          </a:p>
          <a:p>
            <a:r>
              <a:t>CNPJ 52200741000110 · Controles documentais · Elegibilidade, concentração, lastro e eventos exigem controles por contrato · data/raw/52200741000110/1078995_regulamento.pdf | Fundos.NET ID 1078995 | 07/01/2026 · Observação: IME público agregado não certifica devedor/cedente/grupo nem alterações de prestadores e cross default.</a:t>
            </a:r>
          </a:p>
          <a:p>
            <a:r>
              <a:t>CNPJ 52200741000110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NORDE FUNDO DE INVESTIMENTO EM DIREITOS CREDITÓRIOS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multissetoriais performados ou a performar; duplicatas, CCBs, CRI/CRA e outros títulos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NORDE FUNDO DE INVESTIMENTO EM DIREITOS CREDITÓRIOS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ou troca de indexador sem exposição a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NORDE FUNDO DE INVESTIMENTO EM DIREITOS CREDITÓRIOS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documental: 67% numérico e 50% por 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expressa; duração indeterminada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podem assumir coobrigação conforme contrato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NORDE FUNDO DE INVESTIMENTO EM DIREITOS CREDITÓRIOS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NORDE FUNDO DE INVESTIMENTO EM DIREITOS CREDITÓRIOS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NORDE FUNDO DE INVESTIMENTO EM DIREITOS CREDITÓRIOS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 PL; mínimo R$ 15 mil/mês; inclui controladoria/escrituração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 a.a. PL; mínimo R$ 10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 R$ 10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NORDE FUNDO DE INVESTIMENTO EM DIREITOS CREDITÓRIOS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Norde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