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2026-10-07T16:30:31-03:00</a:t>
            </a:r>
          </a:p>
          <a:p>
            <a:r>
              <a:t>Wellgrow: CNPJ 61927592000186</a:t>
            </a:r>
          </a:p>
          <a:p>
            <a:r>
              <a:t>Fontes:</a:t>
            </a:r>
          </a:p>
          <a:p>
            <a:r>
              <a:t>CNPJ 61927592000186 · Natureza dos recebíveis · CCBs e notas comerciais de academias, estúdios e parceiros Wellhub · data/raw/61927592000186/1281031_regulamento.pdf | Fundos.NET ID 1281031 | 10/08/2026 | regulamento | p. 138-139 · Observação: Regra da versão citada; contratos e séries exigem seus instrumentos próprios.</a:t>
            </a:r>
          </a:p>
          <a:p>
            <a:r>
              <a:t>CNPJ 61927592000186 · Originador/endossante · Não localizado nas cláusulas revisadas; requer documento aplicável · data/raw/61927592000186/1281031_regulamento.pdf | Fundos.NET ID 1281031 | 10/08/2026; data/raw/61927592000186/1281491_emissao.pdf | Fundos.NET ID 1281491 | 07/08/2026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61927592000186 · Devedor · Sociedades da rede Wellhub atuantes em academias, estúdios e bem-estar · data/raw/61927592000186/1281031_regulamento.pdf | Fundos.NET ID 1281031 | 10/08/2026 | regulamento | p. 138 · Observação: Regra da versão citada; contratos e séries exigem seus instrumentos próprios.</a:t>
            </a:r>
          </a:p>
          <a:p>
            <a:r>
              <a:t>CNPJ 61927592000186 · Garantia · Cessão fiduciária dos recebíveis do contrato com Wellhub · data/raw/61927592000186/1281031_regulamento.pdf | Fundos.NET ID 1281031 | 10/08/2026 | regulamento | p. 139 · Observação: Garantia do crédito financiado; eficácia e cobertura exigem instrumentos apartados e conta vinculada.</a:t>
            </a:r>
          </a:p>
          <a:p>
            <a:r>
              <a:t>CNPJ 61927592000186 · Elegibilidade · Não localizado nas cláusulas revisadas; requer documento aplicável · data/raw/61927592000186/1281031_regulamento.pdf | Fundos.NET ID 1281031 | 10/08/2026; data/raw/61927592000186/1281491_emissao.pdf | Fundos.NET ID 1281491 | 07/08/2026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61927592000186 · Concentração · Não localizado nas cláusulas revisadas; requer documento aplicável · data/raw/61927592000186/1281031_regulamento.pdf | Fundos.NET ID 1281031 | 10/08/2026; data/raw/61927592000186/1281491_emissao.pdf | Fundos.NET ID 1281491 | 07/08/2026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2026-10-07T16:30:31-03:00</a:t>
            </a:r>
          </a:p>
          <a:p>
            <a:r>
              <a:t>Wellgrow: CNPJ 61927592000186</a:t>
            </a:r>
          </a:p>
          <a:p>
            <a:r>
              <a:t>Fontes:</a:t>
            </a:r>
          </a:p>
          <a:p>
            <a:r>
              <a:t>CNPJ 61927592000186 · Subordinação mínima · Subordinadas/PL ≥30%; júnior ≥20%; mezanino até 10% · data/raw/61927592000186/1281031_regulamento.pdf | Fundos.NET ID 1281031 | 10/08/2026 | regulamento | p. 74 · Observação: Texto chama índice mezanino de relação mínima mas fixa até 10%. Preservar redação e confirmar; não tratar 10% como mínimo.</a:t>
            </a:r>
          </a:p>
          <a:p>
            <a:r>
              <a:t>CNPJ 61927592000186 · Gatilhos de avaliação/liquidação · Não localizado nas cláusulas revisadas; requer documento aplicável · data/raw/61927592000186/1281031_regulamento.pdf | Fundos.NET ID 1281031 | 10/08/2026; data/raw/61927592000186/1281491_emissao.pdf | Fundos.NET ID 1281491 | 07/08/2026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61927592000186 · Reserva de caixa · 100% do próximo principal em D−30 e remuneração em D−15; reserva de despesas separada · data/raw/61927592000186/1281031_regulamento.pdf | Fundos.NET ID 1281031 | 10/08/2026 | regulamento | p. 86 · Observação: Regra da versão citada; contratos e séries exigem seus instrumentos próprios.</a:t>
            </a:r>
          </a:p>
          <a:p>
            <a:r>
              <a:t>CNPJ 61927592000186 · Derivativos/hedge · Não localizado nas cláusulas revisadas; requer documento aplicável · data/raw/61927592000186/1281031_regulamento.pdf | Fundos.NET ID 1281031 | 10/08/2026; data/raw/61927592000186/1281491_emissao.pdf | Fundos.NET ID 1281491 | 07/08/2026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61927592000186 · PDD · Não localizado nas cláusulas revisadas; requer documento aplicável · data/raw/61927592000186/1281031_regulamento.pdf | Fundos.NET ID 1281031 | 10/08/2026; data/raw/61927592000186/1281491_emissao.pdf | Fundos.NET ID 1281491 | 07/08/2026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2026-10-07T16:30:31-03:00</a:t>
            </a:r>
          </a:p>
          <a:p>
            <a:r>
              <a:t>Wellgrow: CNPJ 61927592000186</a:t>
            </a:r>
          </a:p>
          <a:p>
            <a:r>
              <a:t>Fontes:</a:t>
            </a:r>
          </a:p>
          <a:p>
            <a:r>
              <a:t>CNPJ 61927592000186 · Alocação mínima · DC ≥67% PL conforme definição de alocação · data/raw/61927592000186/1281031_regulamento.pdf | Fundos.NET ID 1281031 | 10/08/2026 | regulamento | p. 131 · Observação: Regra da versão citada; contratos e séries exigem seus instrumentos próprios.</a:t>
            </a:r>
          </a:p>
          <a:p>
            <a:r>
              <a:t>CNPJ 61927592000186 · Pool/revolvência · Não localizado nas cláusulas revisadas; requer documento aplicável · data/raw/61927592000186/1281031_regulamento.pdf | Fundos.NET ID 1281031 | 10/08/2026; data/raw/61927592000186/1281491_emissao.pdf | Fundos.NET ID 1281491 | 07/08/2026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61927592000186 · Duração/público-alvo · Não localizado nas cláusulas revisadas; requer documento aplicável · data/raw/61927592000186/1281031_regulamento.pdf | Fundos.NET ID 1281031 | 10/08/2026; data/raw/61927592000186/1281491_emissao.pdf | Fundos.NET ID 1281491 | 07/08/2026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61927592000186 · Cessão/recompra · Não localizado nas cláusulas revisadas; requer documento aplicável · data/raw/61927592000186/1281031_regulamento.pdf | Fundos.NET ID 1281031 | 10/08/2026; data/raw/61927592000186/1281491_emissao.pdf | Fundos.NET ID 1281491 | 07/08/2026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61927592000186 · Coobrigação · Não localizado nas cláusulas revisadas; requer documento aplicável · data/raw/61927592000186/1281031_regulamento.pdf | Fundos.NET ID 1281031 | 10/08/2026; data/raw/61927592000186/1281491_emissao.pdf | Fundos.NET ID 1281491 | 07/08/2026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61927592000186 · Waterfall · Não localizado nas cláusulas revisadas; requer documento aplicável · data/raw/61927592000186/1281031_regulamento.pdf | Fundos.NET ID 1281031 | 10/08/2026; data/raw/61927592000186/1281491_emissao.pdf | Fundos.NET ID 1281491 | 07/08/2026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2026-10-07T16:30:31-03:00</a:t>
            </a:r>
          </a:p>
          <a:p>
            <a:r>
              <a:t>Wellgrow: CNPJ 61927592000186</a:t>
            </a:r>
          </a:p>
          <a:p>
            <a:r>
              <a:t>Fontes:</a:t>
            </a:r>
          </a:p>
          <a:p>
            <a:r>
              <a:t>CNPJ 61927592000186 · Classes/séries · 2ª emissão: sênior 2ª série/mezz2ª série/júnior · data/raw/61927592000186/1281491_emissao.pdf | Fundos.NET ID 1281491 | 07/08/2026 | emissao | p. 1-2,6-7,11-12 · Observação: Cláusula documental; confirmar versão aplicável e instrumento específico antes de ativar controle.</a:t>
            </a:r>
          </a:p>
          <a:p>
            <a:r>
              <a:t>CNPJ 61927592000186 · Remuneração · Spread final não localizado nas cláusulas revisadas; requer suplemento ou ato específico · data/raw/61927592000186/1281031_regulamento.pdf | Fundos.NET ID 1281031 | 10/08/2026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61927592000186 · Volume/VNU · Até R$ 70 mi/10 mi/20 mi; total R$ 100 mi · data/raw/61927592000186/1281491_emissao.pdf | Fundos.NET ID 1281491 | 07/08/2026 | emissao | p. 1-2,6-7,11-12 · Observação: Cláusula documental; confirmar versão aplicável e instrumento específico antes de ativar controle.</a:t>
            </a:r>
          </a:p>
          <a:p>
            <a:r>
              <a:t>CNPJ 61927592000186 · Ofertas · Não localizado nas cláusulas revisadas; requer documento aplicável · data/raw/61927592000186/1281031_regulamento.pdf | Fundos.NET ID 1281031 | 10/08/2026; data/raw/61927592000186/1281491_emissao.pdf | Fundos.NET ID 1281491 | 07/08/2026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2026-10-07T16:30:31-03:00</a:t>
            </a:r>
          </a:p>
          <a:p>
            <a:r>
              <a:t>Wellgrow: CNPJ 61927592000186</a:t>
            </a:r>
          </a:p>
          <a:p>
            <a:r>
              <a:t>Fontes:</a:t>
            </a:r>
          </a:p>
          <a:p>
            <a:r>
              <a:t>CNPJ 61927592000186 · Carência · Não localizado nas cláusulas revisadas; requer documento aplicável · data/raw/61927592000186/1281031_regulamento.pdf | Fundos.NET ID 1281031 | 10/08/2026; data/raw/61927592000186/1281491_emissao.pdf | Fundos.NET ID 1281491 | 07/08/2026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61927592000186 · Juros/amortização · Não localizado nas cláusulas revisadas; requer documento aplicável · data/raw/61927592000186/1281031_regulamento.pdf | Fundos.NET ID 1281031 | 10/08/2026; data/raw/61927592000186/1281491_emissao.pdf | Fundos.NET ID 1281491 | 07/08/2026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61927592000186 · Vencimento · Não localizado nas cláusulas revisadas; requer documento aplicável · data/raw/61927592000186/1281031_regulamento.pdf | Fundos.NET ID 1281031 | 10/08/2026; data/raw/61927592000186/1281491_emissao.pdf | Fundos.NET ID 1281491 | 07/08/2026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2026-10-07T16:30:31-03:00</a:t>
            </a:r>
          </a:p>
          <a:p>
            <a:r>
              <a:t>Wellgrow: CNPJ 61927592000186</a:t>
            </a:r>
          </a:p>
          <a:p>
            <a:r>
              <a:t>Fontes:</a:t>
            </a:r>
          </a:p>
          <a:p>
            <a:r>
              <a:t>CNPJ 61927592000186 · Administração · 0,20% a.a. PL; mínimos R$ 17 mil inicialmente e R$ 20 mil após 3º mês · data/raw/61927592000186/1281031_regulamento.pdf | Fundos.NET ID 1281031 | 10/08/2026 | regulamento | p. 36-37 · Observação: Primeiros 2 meses R$ 17 mil; texto usa após o 3º mês para R$ 20 mil, deixando mês de transição a confirmar. Inclui custódia/controladoria/escrituração.</a:t>
            </a:r>
          </a:p>
          <a:p>
            <a:r>
              <a:t>CNPJ 61927592000186 · Gestão · 0,60%/0,55%/0,50% a.a. conforme faixas PL R$ 100/300 mi; mínimo R$ 25 mil/mês · data/raw/61927592000186/1281031_regulamento.pdf | Fundos.NET ID 1281031 | 10/08/2026 | regulamento | p. 37 · Observação: Regra da versão citada; contratos e séries exigem seus instrumentos próprios.</a:t>
            </a:r>
          </a:p>
          <a:p>
            <a:r>
              <a:t>CNPJ 61927592000186 · Custódia · Incluída na administração · data/raw/61927592000186/1281031_regulamento.pdf | Fundos.NET ID 1281031 | 10/08/2026 | regulamento | p. 37 · Observação: Regra da versão citada; contratos e séries exigem seus instrumentos próprios.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2026-10-07T16:30:31-03:00</a:t>
            </a:r>
          </a:p>
          <a:p>
            <a:r>
              <a:t>Wellgrow: CNPJ 61927592000186</a:t>
            </a:r>
          </a:p>
          <a:p>
            <a:r>
              <a:t>Fontes:</a:t>
            </a:r>
          </a:p>
          <a:p>
            <a:r>
              <a:t>CNPJ 61927592000186 · Alocação/subordinação IME · DC/PL e composição de cotas ajudam; validar numerador, denominador e versão contratual · data/raw/61927592000186/1281031_regulamento.pdf | Fundos.NET ID 1281031 | 10/08/2026; data/raw/61927592000186/1281491_emissao.pdf | Fundos.NET ID 1281491 | 07/08/2026 · Observação: Proxy metodológica. FIC investe em cotas: não usar DC/PL como substituto da alocação em fundos-alvo. Nenhum saldo observado nesta revisão documental.</a:t>
            </a:r>
          </a:p>
          <a:p>
            <a:r>
              <a:t>CNPJ 61927592000186 · Inadimplência/PDD IME · Over e PDD agregados são alertas; fórmulas contratuais exigem validação · data/raw/61927592000186/1281031_regulamento.pdf | Fundos.NET ID 1281031 | 10/08/2026; data/raw/61927592000186/1281491_emissao.pdf | Fundos.NET ID 1281491 | 07/08/2026 · Observação: Não reproduzem médias móveis, coortes, exposição individual, motivo de recompra, chargeback e perdas históricas sem dados adicionais.</a:t>
            </a:r>
          </a:p>
          <a:p>
            <a:r>
              <a:t>CNPJ 61927592000186 · Controles documentais · Elegibilidade, concentração, lastro e eventos exigem controles por contrato · data/raw/61927592000186/1281031_regulamento.pdf | Fundos.NET ID 1281031 | 10/08/2026; data/raw/61927592000186/1281491_emissao.pdf | Fundos.NET ID 1281491 | 07/08/2026 · Observação: IME público agregado não certifica devedor/cedente/grupo nem alterações de prestadores e cross default.</a:t>
            </a:r>
          </a:p>
          <a:p>
            <a:r>
              <a:t>CNPJ 61927592000186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Wellhub (Gympass)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Wellgrow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CCBs e notas comerciais de academias, estúdios e parceiros Wellhub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Sociedades da rede Wellhub atuantes em academias, estúdios e bem-estar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fiduciária dos recebíveis do contrato com Wellhub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Wellhub (Gympass)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Wellgrow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Subordinadas/PL ≥30%; júnior ≥20%; mezanino até 10%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100% do próximo principal em D−30 e remuneração em D−15; reserva de despesas separada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Wellhub (Gympass)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Wellgrow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 ≥67% PL conforme definição de alocação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Wellhub (Gympass)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Wellgrow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2ª emissão: sênior 2ª série/mezz2ª série/júnior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Até R$ 70 mi/10 mi/20 mi; total R$ 100 mi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Wellhub (Gympass)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Wellgrow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Wellhub (Gympass)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Wellgrow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0,20% a.a. PL; mínimos R$ 17 mil inicialmente e R$ 20 mil após 3º 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0,60%/0,55%/0,50% a.a. conforme faixas PL R$ 100/300 mi; mínimo R$ 25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Incluída na 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Wellhub (Gympass)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7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Wellgrow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composição de cotas ajudam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e PDD agregados são alertas; fórmulas contratuais exigem validação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concentração, lastro e eventos exigem controles por contrato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