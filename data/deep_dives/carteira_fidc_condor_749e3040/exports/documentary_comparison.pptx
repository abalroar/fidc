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Natureza dos recebíveis · Multicarteira com direitos/títulos de crédito e ativos financeiros elegíveis. · Fundos.NET ID 1180462; 04/05/2026; data/raw/37645459000152/1180462_regulamento_cache_integral.txt; regulamento; https://fnet.bmfbovespa.com.br/fnet/publico/exibirDocumento?id=1180462&amp;cvm=true; p.7, 1.2; pp.8–9, política · Observação: Regra documental; verificar versão, base e condições antes de monitorar.</a:t>
            </a:r>
          </a:p>
          <a:p>
            <a:r>
              <a:t>CNPJ 37645459000152 · Originador/endossante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Devedor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Garantia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Elegibilidade · Vincendos 4–736 dias; vencidos também permitidos sem limite de mora original. · Fundos.NET ID 1180462; 04/05/2026; data/raw/37645459000152/1180462_regulamento_cache_integral.txt; regulamento; https://fnet.bmfbovespa.com.br/fnet/publico/exibirDocumento?id=1180462&amp;cvm=true; p.10, 4.6(vi–vii) · Observação: Regra documental; verificar versão, base e condições antes de monitorar.</a:t>
            </a:r>
          </a:p>
          <a:p>
            <a:r>
              <a:t>CNPJ 37645459000152 · Concentração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Subordinação mínima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Gatilhos de avaliação/liquidação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Reserva de caixa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Derivativos/hedge · Proteção ou troca de indexador sem risco de capital; day trade vedado. · Fundos.NET ID 1180462; 04/05/2026; data/raw/37645459000152/1180462_regulamento_cache_integral.txt; regulamento; https://fnet.bmfbovespa.com.br/fnet/publico/exibirDocumento?id=1180462&amp;cvm=true; pp.11–12, 4.17–4.18 · Observação: Regra documental; verificar versão, base e condições antes de monitorar.</a:t>
            </a:r>
          </a:p>
          <a:p>
            <a:r>
              <a:t>CNPJ 37645459000152 · PDD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Alocação mínima · Alocação tributária 67%/PL; base CMN inclui instrumentos/cotas elegíveis. · Fundos.NET ID 1180462; 04/05/2026; data/raw/37645459000152/1180462_regulamento_cache_integral.txt; regulamento; https://fnet.bmfbovespa.com.br/fnet/publico/exibirDocumento?id=1180462&amp;cvm=true; glossário, Alocação Mínima Tributária · Observação: Regra documental; verificar versão, base e condições antes de monitorar.</a:t>
            </a:r>
          </a:p>
          <a:p>
            <a:r>
              <a:t>CNPJ 37645459000152 · Pool/revolvência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Duração/público-alvo · Classe aberta, prazo indeterminado; investidores profissionais; responsabilidade limitada. · Fundos.NET ID 1180462; 04/05/2026; data/raw/37645459000152/1180462_regulamento_cache_integral.txt; regulamento; https://fnet.bmfbovespa.com.br/fnet/publico/exibirDocumento?id=1180462&amp;cvm=true; pp.7–8, 1.2/2.1 · Observação: Regra documental; verificar versão, base e condições antes de monitorar.</a:t>
            </a:r>
          </a:p>
          <a:p>
            <a:r>
              <a:t>CNPJ 37645459000152 · Cessão/recompra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Coobrigação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Waterfall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Classes/séries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Remuneração · Spread final não localizado nesta revisão; conferir suplemento preenchido. · Fundos.NET ID 1180462; 04/05/2026; data/raw/37645459000152/1180462_regulamento_cache_integral.txt; regulamento; https://fnet.bmfbovespa.com.br/fnet/publico/exibirDocumento?id=1180462&amp;cvm=true; escopo e condições da revisão · Observação: Taxas de prestadores não representam remuneração das cotas.</a:t>
            </a:r>
          </a:p>
          <a:p>
            <a:r>
              <a:t>CNPJ 37645459000152 · Volume/VNU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Ofertas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Carência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  <a:p>
            <a:r>
              <a:t>CNPJ 37645459000152 · Juros/amortização · Cronograma fechado não identificado nesta revisão; conferir série/suplemento. · Fundos.NET ID 1180462; 04/05/2026; data/raw/37645459000152/1180462_regulamento_cache_integral.txt; regulamento; https://fnet.bmfbovespa.com.br/fnet/publico/exibirDocumento?id=1180462&amp;cvm=true; escopo e condições da revisão · Observação: Data do regulamento não equivale a data de integralização.</a:t>
            </a:r>
          </a:p>
          <a:p>
            <a:r>
              <a:t>CNPJ 37645459000152 · Vencimento · Não confirmado na revisão dirigida; conferir documento ou cláusula específica. · Fundos.NET ID 1180462; 04/05/2026; data/raw/37645459000152/1180462_regulamento_cache_integral.txt; regulamento; https://fnet.bmfbovespa.com.br/fnet/publico/exibirDocumento?id=1180462&amp;cvm=true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Administração · 0,04% a.a./PL; mínimo R$ 15 mil/mês; IPCA. · Fundos.NET ID 1180462; 04/05/2026; data/raw/37645459000152/1180462_regulamento_cache_integral.txt; regulamento; https://fnet.bmfbovespa.com.br/fnet/publico/exibirDocumento?id=1180462&amp;cvm=true; p.22, 12.1 · Observação: Regra documental; verificar versão, base e condições antes de monitorar.</a:t>
            </a:r>
          </a:p>
          <a:p>
            <a:r>
              <a:t>CNPJ 37645459000152 · Gestão · Numérico 0,46% a.a., extenso 0,26%; mínimo R$ 10 mil/mês; taxa divergente. · Fundos.NET ID 1180462; 04/05/2026; data/raw/37645459000152/1180462_regulamento_cache_integral.txt; regulamento; https://fnet.bmfbovespa.com.br/fnet/publico/exibirDocumento?id=1180462&amp;cvm=true; pp.22–23, 12.3 · Observação: Regra documental; verificar versão, base e condições antes de monitorar.</a:t>
            </a:r>
          </a:p>
          <a:p>
            <a:r>
              <a:t>CNPJ 37645459000152 · Custódia · 0,03% a.a./PL; mínimo R$ 2 mil/mês, já englobado na administração. · Fundos.NET ID 1180462; 04/05/2026; data/raw/37645459000152/1180462_regulamento_cache_integral.txt; regulamento; https://fnet.bmfbovespa.com.br/fnet/publico/exibirDocumento?id=1180462&amp;cvm=true; p.23, 12.5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Bassano di Grappo (Condor): CNPJ 37645459000152</a:t>
            </a:r>
          </a:p>
          <a:p>
            <a:r>
              <a:t>Fontes:</a:t>
            </a:r>
          </a:p>
          <a:p>
            <a:r>
              <a:t>CNPJ 37645459000152 · Alocação/subordinação IME · DC/PL e cotas por categoria/PL; validar regra e denominador. · Fundos.NET ID 1180462; 04/05/2026; data/raw/37645459000152/1180462_regulamento_cache_integral.txt; regulamento; https://fnet.bmfbovespa.com.br/fnet/publico/exibirDocumento?id=1180462&amp;cvm=true; escopo e condições da revisão · Observação: Proxy agregado; não comprova enquadramento diário nem prioridade por série.</a:t>
            </a:r>
          </a:p>
          <a:p>
            <a:r>
              <a:t>CNPJ 37645459000152 · Inadimplência/PDD IME · Aging e PDD/crédito agregados; conciliar índice contratual. · Fundos.NET ID 1180462; 04/05/2026; data/raw/37645459000152/1180462_regulamento_cache_integral.txt; regulamento; https://fnet.bmfbovespa.com.br/fnet/publico/exibirDocumento?id=1180462&amp;cvm=true; escopo e condições da revisão · Observação: Proxy parcial; vintage, efeito vagão e defasagem não reproduzidos automaticamente.</a:t>
            </a:r>
          </a:p>
          <a:p>
            <a:r>
              <a:t>CNPJ 37645459000152 · Controles documentais · Lastro, elegibilidade, concentração individual e prestadores exigem documentos. · Fundos.NET ID 1180462; 04/05/2026; data/raw/37645459000152/1180462_regulamento_cache_integral.txt; regulamento; https://fnet.bmfbovespa.com.br/fnet/publico/exibirDocumento?id=1180462&amp;cvm=true; escopo e condições da revisão · Observação: IME público sem granularidade individual; não usar como prova de conformidade.</a:t>
            </a:r>
          </a:p>
          <a:p>
            <a:r>
              <a:t>CNPJ 37645459000152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Multicarteira com direitos/títulos de crédito e ativos financeiros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 4–736 dias; vencidos também permitidos sem limite de mora original.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ou troca de indexador sem risco de capital; day trade vedado.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tributária 67%/PL; base CMN inclui instrumentos/cotas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aberta, prazo indeterminado; investidores profissionais; responsabilidade limitada.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nesta revisão; conferir suplemento preenchido.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 nesta revisão; conferir série/suplemento.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a.a./PL; mínimo R$ 15 mil/mês;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 0,46% a.a., extenso 0,26%; mínimo R$ 10 mil/mês; taxa divergente.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a.a./PL; mínimo R$ 2 mil/mês, já englobado na administração.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Condor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Bassano di Grappo (Condor)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categoria/PL; validar regra e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