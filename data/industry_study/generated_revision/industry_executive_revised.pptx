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6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7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8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9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9c75aad3f645d0" /><Relationship Type="http://schemas.openxmlformats.org/officeDocument/2006/relationships/extended-properties" Target="/docProps/app.xml" Id="R3b59e0e7bff142f0" /><Relationship Type="http://schemas.openxmlformats.org/officeDocument/2006/relationships/officeDocument" Target="/ppt/presentation.xml" Id="R6a8bad40f4004e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029b0cccd4433a"/>
  </p:sldMasterIdLst>
  <p:notesMasterIdLst>
    <p:notesMasterId xmlns:r="http://schemas.openxmlformats.org/officeDocument/2006/relationships" r:id="R874022e3b5f445a5"/>
  </p:notesMasterIdLst>
  <p:sldIdLst>
    <p:sldId xmlns:r="http://schemas.openxmlformats.org/officeDocument/2006/relationships" id="256" r:id="R8b27c0f7f7c440ad"/>
    <p:sldId xmlns:r="http://schemas.openxmlformats.org/officeDocument/2006/relationships" id="257" r:id="Ra86e8e6098e3443c"/>
    <p:sldId xmlns:r="http://schemas.openxmlformats.org/officeDocument/2006/relationships" id="258" r:id="R336b75161fa04ac9"/>
    <p:sldId xmlns:r="http://schemas.openxmlformats.org/officeDocument/2006/relationships" id="259" r:id="Re9c6199d8b7b45fd"/>
    <p:sldId xmlns:r="http://schemas.openxmlformats.org/officeDocument/2006/relationships" id="260" r:id="Ra3e71a0eda504247"/>
    <p:sldId xmlns:r="http://schemas.openxmlformats.org/officeDocument/2006/relationships" id="261" r:id="R9f51983720534d90"/>
    <p:sldId xmlns:r="http://schemas.openxmlformats.org/officeDocument/2006/relationships" id="262" r:id="R1a8e3b0a70434a5c"/>
    <p:sldId xmlns:r="http://schemas.openxmlformats.org/officeDocument/2006/relationships" id="263" r:id="Rf7fa24179ed44db6"/>
    <p:sldId xmlns:r="http://schemas.openxmlformats.org/officeDocument/2006/relationships" id="264" r:id="Rf8cb3c861dc84174"/>
    <p:sldId xmlns:r="http://schemas.openxmlformats.org/officeDocument/2006/relationships" id="265" r:id="Rc920d2666b054eb1"/>
    <p:sldId xmlns:r="http://schemas.openxmlformats.org/officeDocument/2006/relationships" id="266" r:id="R13464022ffb443d4"/>
    <p:sldId xmlns:r="http://schemas.openxmlformats.org/officeDocument/2006/relationships" id="267" r:id="Rc008994f3f304e43"/>
    <p:sldId xmlns:r="http://schemas.openxmlformats.org/officeDocument/2006/relationships" id="268" r:id="R944b47a3b803438c"/>
    <p:sldId xmlns:r="http://schemas.openxmlformats.org/officeDocument/2006/relationships" id="269" r:id="Rb3253181533a46f6"/>
    <p:sldId xmlns:r="http://schemas.openxmlformats.org/officeDocument/2006/relationships" id="270" r:id="R5bcc82860a7c4c1f"/>
    <p:sldId xmlns:r="http://schemas.openxmlformats.org/officeDocument/2006/relationships" id="271" r:id="Rf1556aded5df4535"/>
    <p:sldId xmlns:r="http://schemas.openxmlformats.org/officeDocument/2006/relationships" id="272" r:id="Rc8a43d112ce54c73"/>
    <p:sldId xmlns:r="http://schemas.openxmlformats.org/officeDocument/2006/relationships" id="273" r:id="R0f3440804bd44f74"/>
    <p:sldId xmlns:r="http://schemas.openxmlformats.org/officeDocument/2006/relationships" id="274" r:id="R1ed7876c59144c8e"/>
    <p:sldId xmlns:r="http://schemas.openxmlformats.org/officeDocument/2006/relationships" id="275" r:id="Rf6ea3aae57fb434b"/>
    <p:sldId xmlns:r="http://schemas.openxmlformats.org/officeDocument/2006/relationships" id="276" r:id="Rd0dff8d7d2e2494f"/>
    <p:sldId xmlns:r="http://schemas.openxmlformats.org/officeDocument/2006/relationships" id="277" r:id="Re0e7700de41543f0"/>
    <p:sldId xmlns:r="http://schemas.openxmlformats.org/officeDocument/2006/relationships" id="278" r:id="R0bb285ca48214c20"/>
    <p:sldId xmlns:r="http://schemas.openxmlformats.org/officeDocument/2006/relationships" id="279" r:id="R6898a3915a794dc9"/>
    <p:sldId xmlns:r="http://schemas.openxmlformats.org/officeDocument/2006/relationships" id="280" r:id="R4221cbcdaac848f9"/>
    <p:sldId xmlns:r="http://schemas.openxmlformats.org/officeDocument/2006/relationships" id="281" r:id="Rbbf8a823c58449f8"/>
    <p:sldId xmlns:r="http://schemas.openxmlformats.org/officeDocument/2006/relationships" id="282" r:id="R46a08d7187be4ab0"/>
    <p:sldId xmlns:r="http://schemas.openxmlformats.org/officeDocument/2006/relationships" id="283" r:id="R7f60d45dba2442e3"/>
    <p:sldId xmlns:r="http://schemas.openxmlformats.org/officeDocument/2006/relationships" id="284" r:id="Rc88808c2abff4b78"/>
    <p:sldId xmlns:r="http://schemas.openxmlformats.org/officeDocument/2006/relationships" id="285" r:id="Rafd983733b9a442c"/>
    <p:sldId xmlns:r="http://schemas.openxmlformats.org/officeDocument/2006/relationships" id="286" r:id="R023418c7137742fb"/>
    <p:sldId xmlns:r="http://schemas.openxmlformats.org/officeDocument/2006/relationships" id="287" r:id="Rec22f32bb5c5478a"/>
    <p:sldId xmlns:r="http://schemas.openxmlformats.org/officeDocument/2006/relationships" id="288" r:id="R5dce860d6e934470"/>
    <p:sldId xmlns:r="http://schemas.openxmlformats.org/officeDocument/2006/relationships" id="289" r:id="R4b41ee06da994ed7"/>
    <p:sldId xmlns:r="http://schemas.openxmlformats.org/officeDocument/2006/relationships" id="290" r:id="Ra8e07ebda4444e7e"/>
    <p:sldId xmlns:r="http://schemas.openxmlformats.org/officeDocument/2006/relationships" id="291" r:id="Rfa01772bc8514ce1"/>
    <p:sldId xmlns:r="http://schemas.openxmlformats.org/officeDocument/2006/relationships" id="292" r:id="R32f7883b9ed14aa4"/>
    <p:sldId xmlns:r="http://schemas.openxmlformats.org/officeDocument/2006/relationships" id="293" r:id="Ra39a975b568d47bc"/>
    <p:sldId xmlns:r="http://schemas.openxmlformats.org/officeDocument/2006/relationships" id="294" r:id="R72546b7a1d044b88"/>
    <p:sldId xmlns:r="http://schemas.openxmlformats.org/officeDocument/2006/relationships" id="295" r:id="R23f03b39e8e34e98"/>
    <p:sldId xmlns:r="http://schemas.openxmlformats.org/officeDocument/2006/relationships" id="296" r:id="R4a3e07d4ef5b4f62"/>
    <p:sldId xmlns:r="http://schemas.openxmlformats.org/officeDocument/2006/relationships" id="297" r:id="R43ec0ceabe89488c"/>
    <p:sldId xmlns:r="http://schemas.openxmlformats.org/officeDocument/2006/relationships" id="298" r:id="R1731dbba92a44226"/>
    <p:sldId xmlns:r="http://schemas.openxmlformats.org/officeDocument/2006/relationships" id="299" r:id="Rd071891f39304d55"/>
    <p:sldId xmlns:r="http://schemas.openxmlformats.org/officeDocument/2006/relationships" id="300" r:id="Rf55f46d629644234"/>
    <p:sldId xmlns:r="http://schemas.openxmlformats.org/officeDocument/2006/relationships" id="301" r:id="Ref99dea1e5264038"/>
    <p:sldId xmlns:r="http://schemas.openxmlformats.org/officeDocument/2006/relationships" id="302" r:id="R6eb5a7cd2e7149ff"/>
    <p:sldId xmlns:r="http://schemas.openxmlformats.org/officeDocument/2006/relationships" id="303" r:id="R134d082ece6f433c"/>
    <p:sldId xmlns:r="http://schemas.openxmlformats.org/officeDocument/2006/relationships" id="304" r:id="Rcab97cad2b8248ff"/>
    <p:sldId xmlns:r="http://schemas.openxmlformats.org/officeDocument/2006/relationships" id="305" r:id="R202c6eac32464b89"/>
    <p:sldId xmlns:r="http://schemas.openxmlformats.org/officeDocument/2006/relationships" id="306" r:id="R00c2ee5e793f4b80"/>
    <p:sldId xmlns:r="http://schemas.openxmlformats.org/officeDocument/2006/relationships" id="307" r:id="R77c47f9fc4394bf5"/>
    <p:sldId xmlns:r="http://schemas.openxmlformats.org/officeDocument/2006/relationships" id="308" r:id="Rc332f70c52c84fca"/>
    <p:sldId xmlns:r="http://schemas.openxmlformats.org/officeDocument/2006/relationships" id="309" r:id="R5178c6ecab07432a"/>
    <p:sldId xmlns:r="http://schemas.openxmlformats.org/officeDocument/2006/relationships" id="310" r:id="Raa4a37c7d24848d9"/>
    <p:sldId xmlns:r="http://schemas.openxmlformats.org/officeDocument/2006/relationships" id="311" r:id="R988730e8396c48f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4321bd0ac948c1" /><Relationship Type="http://schemas.openxmlformats.org/officeDocument/2006/relationships/slideMaster" Target="/ppt/slideMasters/slideMaster1.xml" Id="R1f029b0cccd4433a" /><Relationship Type="http://schemas.openxmlformats.org/officeDocument/2006/relationships/notesMaster" Target="/ppt/notesMasters/notesMaster1.xml" Id="R874022e3b5f445a5" /><Relationship Type="http://schemas.openxmlformats.org/officeDocument/2006/relationships/presProps" Target="/ppt/presProps.xml" Id="Re936a026931d4a81" /><Relationship Type="http://schemas.openxmlformats.org/officeDocument/2006/relationships/tableStyles" Target="/ppt/tableStyles.xml" Id="Rd531c676ec4647b3" /><Relationship Type="http://schemas.openxmlformats.org/officeDocument/2006/relationships/slide" Target="/ppt/slides/slide1.xml" Id="R8b27c0f7f7c440ad" /><Relationship Type="http://schemas.openxmlformats.org/officeDocument/2006/relationships/slide" Target="/ppt/slides/slide2.xml" Id="Ra86e8e6098e3443c" /><Relationship Type="http://schemas.openxmlformats.org/officeDocument/2006/relationships/slide" Target="/ppt/slides/slide3.xml" Id="R336b75161fa04ac9" /><Relationship Type="http://schemas.openxmlformats.org/officeDocument/2006/relationships/slide" Target="/ppt/slides/slide4.xml" Id="Re9c6199d8b7b45fd" /><Relationship Type="http://schemas.openxmlformats.org/officeDocument/2006/relationships/slide" Target="/ppt/slides/slide5.xml" Id="Ra3e71a0eda504247" /><Relationship Type="http://schemas.openxmlformats.org/officeDocument/2006/relationships/slide" Target="/ppt/slides/slide6.xml" Id="R9f51983720534d90" /><Relationship Type="http://schemas.openxmlformats.org/officeDocument/2006/relationships/slide" Target="/ppt/slides/slide7.xml" Id="R1a8e3b0a70434a5c" /><Relationship Type="http://schemas.openxmlformats.org/officeDocument/2006/relationships/slide" Target="/ppt/slides/slide8.xml" Id="Rf7fa24179ed44db6" /><Relationship Type="http://schemas.openxmlformats.org/officeDocument/2006/relationships/slide" Target="/ppt/slides/slide9.xml" Id="Rf8cb3c861dc84174" /><Relationship Type="http://schemas.openxmlformats.org/officeDocument/2006/relationships/slide" Target="/ppt/slides/slide10.xml" Id="Rc920d2666b054eb1" /><Relationship Type="http://schemas.openxmlformats.org/officeDocument/2006/relationships/slide" Target="/ppt/slides/slide11.xml" Id="R13464022ffb443d4" /><Relationship Type="http://schemas.openxmlformats.org/officeDocument/2006/relationships/slide" Target="/ppt/slides/slide12.xml" Id="Rc008994f3f304e43" /><Relationship Type="http://schemas.openxmlformats.org/officeDocument/2006/relationships/slide" Target="/ppt/slides/slide13.xml" Id="R944b47a3b803438c" /><Relationship Type="http://schemas.openxmlformats.org/officeDocument/2006/relationships/slide" Target="/ppt/slides/slide14.xml" Id="Rb3253181533a46f6" /><Relationship Type="http://schemas.openxmlformats.org/officeDocument/2006/relationships/slide" Target="/ppt/slides/slide15.xml" Id="R5bcc82860a7c4c1f" /><Relationship Type="http://schemas.openxmlformats.org/officeDocument/2006/relationships/slide" Target="/ppt/slides/slide16.xml" Id="Rf1556aded5df4535" /><Relationship Type="http://schemas.openxmlformats.org/officeDocument/2006/relationships/slide" Target="/ppt/slides/slide17.xml" Id="Rc8a43d112ce54c73" /><Relationship Type="http://schemas.openxmlformats.org/officeDocument/2006/relationships/slide" Target="/ppt/slides/slide18.xml" Id="R0f3440804bd44f74" /><Relationship Type="http://schemas.openxmlformats.org/officeDocument/2006/relationships/slide" Target="/ppt/slides/slide19.xml" Id="R1ed7876c59144c8e" /><Relationship Type="http://schemas.openxmlformats.org/officeDocument/2006/relationships/slide" Target="/ppt/slides/slide20.xml" Id="Rf6ea3aae57fb434b" /><Relationship Type="http://schemas.openxmlformats.org/officeDocument/2006/relationships/slide" Target="/ppt/slides/slide21.xml" Id="Rd0dff8d7d2e2494f" /><Relationship Type="http://schemas.openxmlformats.org/officeDocument/2006/relationships/slide" Target="/ppt/slides/slide22.xml" Id="Re0e7700de41543f0" /><Relationship Type="http://schemas.openxmlformats.org/officeDocument/2006/relationships/slide" Target="/ppt/slides/slide23.xml" Id="R0bb285ca48214c20" /><Relationship Type="http://schemas.openxmlformats.org/officeDocument/2006/relationships/slide" Target="/ppt/slides/slide24.xml" Id="R6898a3915a794dc9" /><Relationship Type="http://schemas.openxmlformats.org/officeDocument/2006/relationships/slide" Target="/ppt/slides/slide25.xml" Id="R4221cbcdaac848f9" /><Relationship Type="http://schemas.openxmlformats.org/officeDocument/2006/relationships/slide" Target="/ppt/slides/slide26.xml" Id="Rbbf8a823c58449f8" /><Relationship Type="http://schemas.openxmlformats.org/officeDocument/2006/relationships/slide" Target="/ppt/slides/slide27.xml" Id="R46a08d7187be4ab0" /><Relationship Type="http://schemas.openxmlformats.org/officeDocument/2006/relationships/slide" Target="/ppt/slides/slide28.xml" Id="R7f60d45dba2442e3" /><Relationship Type="http://schemas.openxmlformats.org/officeDocument/2006/relationships/slide" Target="/ppt/slides/slide29.xml" Id="Rc88808c2abff4b78" /><Relationship Type="http://schemas.openxmlformats.org/officeDocument/2006/relationships/slide" Target="/ppt/slides/slide30.xml" Id="Rafd983733b9a442c" /><Relationship Type="http://schemas.openxmlformats.org/officeDocument/2006/relationships/slide" Target="/ppt/slides/slide31.xml" Id="R023418c7137742fb" /><Relationship Type="http://schemas.openxmlformats.org/officeDocument/2006/relationships/slide" Target="/ppt/slides/slide32.xml" Id="Rec22f32bb5c5478a" /><Relationship Type="http://schemas.openxmlformats.org/officeDocument/2006/relationships/slide" Target="/ppt/slides/slide33.xml" Id="R5dce860d6e934470" /><Relationship Type="http://schemas.openxmlformats.org/officeDocument/2006/relationships/slide" Target="/ppt/slides/slide34.xml" Id="R4b41ee06da994ed7" /><Relationship Type="http://schemas.openxmlformats.org/officeDocument/2006/relationships/slide" Target="/ppt/slides/slide35.xml" Id="Ra8e07ebda4444e7e" /><Relationship Type="http://schemas.openxmlformats.org/officeDocument/2006/relationships/slide" Target="/ppt/slides/slide36.xml" Id="Rfa01772bc8514ce1" /><Relationship Type="http://schemas.openxmlformats.org/officeDocument/2006/relationships/slide" Target="/ppt/slides/slide37.xml" Id="R32f7883b9ed14aa4" /><Relationship Type="http://schemas.openxmlformats.org/officeDocument/2006/relationships/slide" Target="/ppt/slides/slide38.xml" Id="Ra39a975b568d47bc" /><Relationship Type="http://schemas.openxmlformats.org/officeDocument/2006/relationships/slide" Target="/ppt/slides/slide39.xml" Id="R72546b7a1d044b88" /><Relationship Type="http://schemas.openxmlformats.org/officeDocument/2006/relationships/slide" Target="/ppt/slides/slide40.xml" Id="R23f03b39e8e34e98" /><Relationship Type="http://schemas.openxmlformats.org/officeDocument/2006/relationships/slide" Target="/ppt/slides/slide41.xml" Id="R4a3e07d4ef5b4f62" /><Relationship Type="http://schemas.openxmlformats.org/officeDocument/2006/relationships/slide" Target="/ppt/slides/slide42.xml" Id="R43ec0ceabe89488c" /><Relationship Type="http://schemas.openxmlformats.org/officeDocument/2006/relationships/slide" Target="/ppt/slides/slide43.xml" Id="R1731dbba92a44226" /><Relationship Type="http://schemas.openxmlformats.org/officeDocument/2006/relationships/slide" Target="/ppt/slides/slide44.xml" Id="Rd071891f39304d55" /><Relationship Type="http://schemas.openxmlformats.org/officeDocument/2006/relationships/slide" Target="/ppt/slides/slide45.xml" Id="Rf55f46d629644234" /><Relationship Type="http://schemas.openxmlformats.org/officeDocument/2006/relationships/slide" Target="/ppt/slides/slide46.xml" Id="Ref99dea1e5264038" /><Relationship Type="http://schemas.openxmlformats.org/officeDocument/2006/relationships/slide" Target="/ppt/slides/slide47.xml" Id="R6eb5a7cd2e7149ff" /><Relationship Type="http://schemas.openxmlformats.org/officeDocument/2006/relationships/slide" Target="/ppt/slides/slide48.xml" Id="R134d082ece6f433c" /><Relationship Type="http://schemas.openxmlformats.org/officeDocument/2006/relationships/slide" Target="/ppt/slides/slide49.xml" Id="Rcab97cad2b8248ff" /><Relationship Type="http://schemas.openxmlformats.org/officeDocument/2006/relationships/slide" Target="/ppt/slides/slide50.xml" Id="R202c6eac32464b89" /><Relationship Type="http://schemas.openxmlformats.org/officeDocument/2006/relationships/slide" Target="/ppt/slides/slide51.xml" Id="R00c2ee5e793f4b80" /><Relationship Type="http://schemas.openxmlformats.org/officeDocument/2006/relationships/slide" Target="/ppt/slides/slide52.xml" Id="R77c47f9fc4394bf5" /><Relationship Type="http://schemas.openxmlformats.org/officeDocument/2006/relationships/slide" Target="/ppt/slides/slide53.xml" Id="Rc332f70c52c84fca" /><Relationship Type="http://schemas.openxmlformats.org/officeDocument/2006/relationships/slide" Target="/ppt/slides/slide54.xml" Id="R5178c6ecab07432a" /><Relationship Type="http://schemas.openxmlformats.org/officeDocument/2006/relationships/slide" Target="/ppt/slides/slide55.xml" Id="Raa4a37c7d24848d9" /><Relationship Type="http://schemas.openxmlformats.org/officeDocument/2006/relationships/slide" Target="/ppt/slides/slide56.xml" Id="R988730e8396c48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c1368ab152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38f3676b3c4cf0" /><Relationship Type="http://schemas.openxmlformats.org/officeDocument/2006/relationships/notesMaster" Target="/ppt/notesMasters/notesMaster1.xml" Id="R7d26873a61434f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fa7cdb3cd44a72" /><Relationship Type="http://schemas.openxmlformats.org/officeDocument/2006/relationships/notesMaster" Target="/ppt/notesMasters/notesMaster1.xml" Id="R5fc2f62329384d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da5b057e6e4003" /><Relationship Type="http://schemas.openxmlformats.org/officeDocument/2006/relationships/notesMaster" Target="/ppt/notesMasters/notesMaster1.xml" Id="R77589b8f2aea4b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d471be845446cb" /><Relationship Type="http://schemas.openxmlformats.org/officeDocument/2006/relationships/notesMaster" Target="/ppt/notesMasters/notesMaster1.xml" Id="Ree99af12738049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7470446ef443c3" /><Relationship Type="http://schemas.openxmlformats.org/officeDocument/2006/relationships/notesMaster" Target="/ppt/notesMasters/notesMaster1.xml" Id="Ra1b33cc7911543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3af33a0b5f4f11" /><Relationship Type="http://schemas.openxmlformats.org/officeDocument/2006/relationships/notesMaster" Target="/ppt/notesMasters/notesMaster1.xml" Id="R55c88beceddd43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5a7826c8a34338" /><Relationship Type="http://schemas.openxmlformats.org/officeDocument/2006/relationships/notesMaster" Target="/ppt/notesMasters/notesMaster1.xml" Id="R914856e3f66444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6f8fcd0ac947ab" /><Relationship Type="http://schemas.openxmlformats.org/officeDocument/2006/relationships/notesMaster" Target="/ppt/notesMasters/notesMaster1.xml" Id="R554f7d57b8464e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db1f591810441bc" /><Relationship Type="http://schemas.openxmlformats.org/officeDocument/2006/relationships/notesMaster" Target="/ppt/notesMasters/notesMaster1.xml" Id="Rfc8eee3fb86a47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f2ea5f015b4f86" /><Relationship Type="http://schemas.openxmlformats.org/officeDocument/2006/relationships/notesMaster" Target="/ppt/notesMasters/notesMaster1.xml" Id="R0a28e9e8ad0243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d24f8348b849bf" /><Relationship Type="http://schemas.openxmlformats.org/officeDocument/2006/relationships/notesMaster" Target="/ppt/notesMasters/notesMaster1.xml" Id="Rfbd9e8dd869f40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ad3cee43f24716" /><Relationship Type="http://schemas.openxmlformats.org/officeDocument/2006/relationships/notesMaster" Target="/ppt/notesMasters/notesMaster1.xml" Id="R311547f888af41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d9c8cdeb224278" /><Relationship Type="http://schemas.openxmlformats.org/officeDocument/2006/relationships/notesMaster" Target="/ppt/notesMasters/notesMaster1.xml" Id="Rb239c0b8e00444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42d7ad6d80f4f56" /><Relationship Type="http://schemas.openxmlformats.org/officeDocument/2006/relationships/notesMaster" Target="/ppt/notesMasters/notesMaster1.xml" Id="R14421c41292244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ebe8d88efb4e86" /><Relationship Type="http://schemas.openxmlformats.org/officeDocument/2006/relationships/notesMaster" Target="/ppt/notesMasters/notesMaster1.xml" Id="R4dd90c4e5f3340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68ef37c79f4cd5" /><Relationship Type="http://schemas.openxmlformats.org/officeDocument/2006/relationships/notesMaster" Target="/ppt/notesMasters/notesMaster1.xml" Id="R32f8b884cff046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6c86defec874e68" /><Relationship Type="http://schemas.openxmlformats.org/officeDocument/2006/relationships/notesMaster" Target="/ppt/notesMasters/notesMaster1.xml" Id="Rc1d9e015979640d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25fab7486494310" /><Relationship Type="http://schemas.openxmlformats.org/officeDocument/2006/relationships/notesMaster" Target="/ppt/notesMasters/notesMaster1.xml" Id="R6d2308f3412e4d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ca8ca87df024c98" /><Relationship Type="http://schemas.openxmlformats.org/officeDocument/2006/relationships/notesMaster" Target="/ppt/notesMasters/notesMaster1.xml" Id="R2bacdce50170434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4f779a6d93a410a" /><Relationship Type="http://schemas.openxmlformats.org/officeDocument/2006/relationships/notesMaster" Target="/ppt/notesMasters/notesMaster1.xml" Id="R706520aa454549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654e674747f46fd" /><Relationship Type="http://schemas.openxmlformats.org/officeDocument/2006/relationships/notesMaster" Target="/ppt/notesMasters/notesMaster1.xml" Id="Rfe32bd69c26b4f5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44d32ce20dc434b" /><Relationship Type="http://schemas.openxmlformats.org/officeDocument/2006/relationships/notesMaster" Target="/ppt/notesMasters/notesMaster1.xml" Id="R3ffaf215e7c6419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57441c483a94195" /><Relationship Type="http://schemas.openxmlformats.org/officeDocument/2006/relationships/notesMaster" Target="/ppt/notesMasters/notesMaster1.xml" Id="R2e85055f57884aa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2dfbb728b564db8" /><Relationship Type="http://schemas.openxmlformats.org/officeDocument/2006/relationships/notesMaster" Target="/ppt/notesMasters/notesMaster1.xml" Id="R633f37e51dfe429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168c1a672394b63" /><Relationship Type="http://schemas.openxmlformats.org/officeDocument/2006/relationships/notesMaster" Target="/ppt/notesMasters/notesMaster1.xml" Id="R74e44f6adb63434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6ba5ccb8be241fe" /><Relationship Type="http://schemas.openxmlformats.org/officeDocument/2006/relationships/notesMaster" Target="/ppt/notesMasters/notesMaster1.xml" Id="R811c58de20bb49b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11c590280d54911" /><Relationship Type="http://schemas.openxmlformats.org/officeDocument/2006/relationships/notesMaster" Target="/ppt/notesMasters/notesMaster1.xml" Id="R990d6398a9944a9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a54acea0e26497b" /><Relationship Type="http://schemas.openxmlformats.org/officeDocument/2006/relationships/notesMaster" Target="/ppt/notesMasters/notesMaster1.xml" Id="R40f382391f83487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2a28d872922475e" /><Relationship Type="http://schemas.openxmlformats.org/officeDocument/2006/relationships/notesMaster" Target="/ppt/notesMasters/notesMaster1.xml" Id="Rdfa506bbf1b444f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7b6401862ad4ddc" /><Relationship Type="http://schemas.openxmlformats.org/officeDocument/2006/relationships/notesMaster" Target="/ppt/notesMasters/notesMaster1.xml" Id="R9b507d1135d34f1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b0f77ed11754c50" /><Relationship Type="http://schemas.openxmlformats.org/officeDocument/2006/relationships/notesMaster" Target="/ppt/notesMasters/notesMaster1.xml" Id="R493a61ff22374b5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1228fd70d7342ff" /><Relationship Type="http://schemas.openxmlformats.org/officeDocument/2006/relationships/notesMaster" Target="/ppt/notesMasters/notesMaster1.xml" Id="Ra00a5a62f849458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d8341d5ad224bc2" /><Relationship Type="http://schemas.openxmlformats.org/officeDocument/2006/relationships/notesMaster" Target="/ppt/notesMasters/notesMaster1.xml" Id="R1313824da8c040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a85bbf1289b435b" /><Relationship Type="http://schemas.openxmlformats.org/officeDocument/2006/relationships/notesMaster" Target="/ppt/notesMasters/notesMaster1.xml" Id="Rf7120a9fea1f476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a5c3d868d564d67" /><Relationship Type="http://schemas.openxmlformats.org/officeDocument/2006/relationships/notesMaster" Target="/ppt/notesMasters/notesMaster1.xml" Id="R4787f43e9900489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b7b3fc532a34c2d" /><Relationship Type="http://schemas.openxmlformats.org/officeDocument/2006/relationships/notesMaster" Target="/ppt/notesMasters/notesMaster1.xml" Id="R9ca61e0c2b1043e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eda7e8cd25f4a42" /><Relationship Type="http://schemas.openxmlformats.org/officeDocument/2006/relationships/notesMaster" Target="/ppt/notesMasters/notesMaster1.xml" Id="R404ac76f61d2469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9e5f0126cd64e48" /><Relationship Type="http://schemas.openxmlformats.org/officeDocument/2006/relationships/notesMaster" Target="/ppt/notesMasters/notesMaster1.xml" Id="Rdcc9ea51911e430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4fabb047bee4315" /><Relationship Type="http://schemas.openxmlformats.org/officeDocument/2006/relationships/notesMaster" Target="/ppt/notesMasters/notesMaster1.xml" Id="R18ee8f6e65db49f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a3566a8eba04d01" /><Relationship Type="http://schemas.openxmlformats.org/officeDocument/2006/relationships/notesMaster" Target="/ppt/notesMasters/notesMaster1.xml" Id="R88ccb96120154ad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5bc36bbaed34db7" /><Relationship Type="http://schemas.openxmlformats.org/officeDocument/2006/relationships/notesMaster" Target="/ppt/notesMasters/notesMaster1.xml" Id="R05f76f1fa7cb450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ab98c18110a4cbc" /><Relationship Type="http://schemas.openxmlformats.org/officeDocument/2006/relationships/notesMaster" Target="/ppt/notesMasters/notesMaster1.xml" Id="R265e7de9f154444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75d5a73dbb344a1" /><Relationship Type="http://schemas.openxmlformats.org/officeDocument/2006/relationships/notesMaster" Target="/ppt/notesMasters/notesMaster1.xml" Id="Ra3e9758a28194dd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6aaf4a0594f4aef" /><Relationship Type="http://schemas.openxmlformats.org/officeDocument/2006/relationships/notesMaster" Target="/ppt/notesMasters/notesMaster1.xml" Id="R29af13a90b2e424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14b3f072ffb4b0d" /><Relationship Type="http://schemas.openxmlformats.org/officeDocument/2006/relationships/notesMaster" Target="/ppt/notesMasters/notesMaster1.xml" Id="R90fbf1a3a4334a1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f1892cda447452c" /><Relationship Type="http://schemas.openxmlformats.org/officeDocument/2006/relationships/notesMaster" Target="/ppt/notesMasters/notesMaster1.xml" Id="R4f1c57fd18514e5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ea4b503a1674803" /><Relationship Type="http://schemas.openxmlformats.org/officeDocument/2006/relationships/notesMaster" Target="/ppt/notesMasters/notesMaster1.xml" Id="R0c3e6f6e98134a5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039ded8b77b41b3" /><Relationship Type="http://schemas.openxmlformats.org/officeDocument/2006/relationships/notesMaster" Target="/ppt/notesMasters/notesMaster1.xml" Id="R04b9cb111ca24a2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672e2b86a304dab" /><Relationship Type="http://schemas.openxmlformats.org/officeDocument/2006/relationships/notesMaster" Target="/ppt/notesMasters/notesMaster1.xml" Id="Rebb4888c1e2c4fa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6ce58a7e2a14596" /><Relationship Type="http://schemas.openxmlformats.org/officeDocument/2006/relationships/notesMaster" Target="/ppt/notesMasters/notesMaster1.xml" Id="Rd573625337f0485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274c14c5a134b57" /><Relationship Type="http://schemas.openxmlformats.org/officeDocument/2006/relationships/notesMaster" Target="/ppt/notesMasters/notesMaster1.xml" Id="R8e8881306da440f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bcdbb7740184cec" /><Relationship Type="http://schemas.openxmlformats.org/officeDocument/2006/relationships/notesMaster" Target="/ppt/notesMasters/notesMaster1.xml" Id="R13abdaba951e4dd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de88fb5837442e4" /><Relationship Type="http://schemas.openxmlformats.org/officeDocument/2006/relationships/notesMaster" Target="/ppt/notesMasters/notesMaster1.xml" Id="R3019fe8d26d0432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eca608e9a694b48" /><Relationship Type="http://schemas.openxmlformats.org/officeDocument/2006/relationships/notesMaster" Target="/ppt/notesMasters/notesMaster1.xml" Id="Ra466ef91cf184c6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9a2fee1c7994621" /><Relationship Type="http://schemas.openxmlformats.org/officeDocument/2006/relationships/notesMaster" Target="/ppt/notesMasters/notesMaster1.xml" Id="R0f1562a4fc8e40f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6b7a75d90fdc42db" /><Relationship Type="http://schemas.openxmlformats.org/officeDocument/2006/relationships/notesMaster" Target="/ppt/notesMasters/notesMaster1.xml" Id="Re53ece0d87d245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1fbe6dace4f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04fc4b59f04e2e" /><Relationship Type="http://schemas.openxmlformats.org/officeDocument/2006/relationships/slideLayout" Target="/ppt/slideLayouts/slideLayout1.xml" Id="Ra219f30953a042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19f30953a042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9da30116b404f" /><Relationship Type="http://schemas.openxmlformats.org/officeDocument/2006/relationships/notesSlide" Target="/ppt/notesSlides/notesSlide1.xml" Id="R3b5a70bfc08549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a4d194e194221" /><Relationship Type="http://schemas.openxmlformats.org/officeDocument/2006/relationships/notesSlide" Target="/ppt/notesSlides/notesSlide2.xml" Id="Rea42596aefb446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79a96b6e4471d" /><Relationship Type="http://schemas.openxmlformats.org/officeDocument/2006/relationships/chart" Target="/ppt/slides/charts/chart1.xml" Id="R39d92939afb24925" /><Relationship Type="http://schemas.openxmlformats.org/officeDocument/2006/relationships/notesSlide" Target="/ppt/notesSlides/notesSlide3.xml" Id="Re2235b7b7f5244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0f06db96a4361" /><Relationship Type="http://schemas.openxmlformats.org/officeDocument/2006/relationships/chart" Target="/ppt/slides/charts/chart2.xml" Id="Raf34b12e45594bfc" /><Relationship Type="http://schemas.openxmlformats.org/officeDocument/2006/relationships/chart" Target="/ppt/slides/charts/chart3.xml" Id="R6d967fe5094a4eec" /><Relationship Type="http://schemas.openxmlformats.org/officeDocument/2006/relationships/chart" Target="/ppt/slides/charts/chart4.xml" Id="Racc83bb45e7e4e26" /><Relationship Type="http://schemas.openxmlformats.org/officeDocument/2006/relationships/notesSlide" Target="/ppt/notesSlides/notesSlide4.xml" Id="R32e82f726e534c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d04ba70354772" /><Relationship Type="http://schemas.openxmlformats.org/officeDocument/2006/relationships/chart" Target="/ppt/slides/charts/chart5.xml" Id="Rfc49a2c9329f4321" /><Relationship Type="http://schemas.openxmlformats.org/officeDocument/2006/relationships/chart" Target="/ppt/slides/charts/chart6.xml" Id="R0a8bd55b34284519" /><Relationship Type="http://schemas.openxmlformats.org/officeDocument/2006/relationships/chart" Target="/ppt/slides/charts/chart7.xml" Id="R3e0a4f583db14aec" /><Relationship Type="http://schemas.openxmlformats.org/officeDocument/2006/relationships/chart" Target="/ppt/slides/charts/chart8.xml" Id="R6c2f33de8bb14afd" /><Relationship Type="http://schemas.openxmlformats.org/officeDocument/2006/relationships/notesSlide" Target="/ppt/notesSlides/notesSlide5.xml" Id="R447842b13a5840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415877aad4021" /><Relationship Type="http://schemas.openxmlformats.org/officeDocument/2006/relationships/chart" Target="/ppt/slides/charts/chart9.xml" Id="Rff52af73f569476f" /><Relationship Type="http://schemas.openxmlformats.org/officeDocument/2006/relationships/chart" Target="/ppt/slides/charts/chart10.xml" Id="R0164ed0953d14464" /><Relationship Type="http://schemas.openxmlformats.org/officeDocument/2006/relationships/notesSlide" Target="/ppt/notesSlides/notesSlide6.xml" Id="R3f27f42b9fd8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eef82474f4e1f" /><Relationship Type="http://schemas.openxmlformats.org/officeDocument/2006/relationships/chart" Target="/ppt/slides/charts/chart11.xml" Id="Reab1d548ce2c4ac7" /><Relationship Type="http://schemas.openxmlformats.org/officeDocument/2006/relationships/chart" Target="/ppt/slides/charts/chart12.xml" Id="Rc2413821863242e0" /><Relationship Type="http://schemas.openxmlformats.org/officeDocument/2006/relationships/notesSlide" Target="/ppt/notesSlides/notesSlide7.xml" Id="R210f387659e240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7935190314949" /><Relationship Type="http://schemas.openxmlformats.org/officeDocument/2006/relationships/chart" Target="/ppt/slides/charts/chart13.xml" Id="R0d3989df0c0445e9" /><Relationship Type="http://schemas.openxmlformats.org/officeDocument/2006/relationships/chart" Target="/ppt/slides/charts/chart14.xml" Id="R577e91ec3b7d4c68" /><Relationship Type="http://schemas.openxmlformats.org/officeDocument/2006/relationships/notesSlide" Target="/ppt/notesSlides/notesSlide8.xml" Id="R9868b03d030e41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7b4d1cbbb433c" /><Relationship Type="http://schemas.openxmlformats.org/officeDocument/2006/relationships/chart" Target="/ppt/slides/charts/chart15.xml" Id="R1049afb189ee4b13" /><Relationship Type="http://schemas.openxmlformats.org/officeDocument/2006/relationships/notesSlide" Target="/ppt/notesSlides/notesSlide9.xml" Id="Re3a3cc6234334f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da13fa6884af4" /><Relationship Type="http://schemas.openxmlformats.org/officeDocument/2006/relationships/chart" Target="/ppt/slides/charts/chart16.xml" Id="R7a75eb7e16b8475f" /><Relationship Type="http://schemas.openxmlformats.org/officeDocument/2006/relationships/notesSlide" Target="/ppt/notesSlides/notesSlide10.xml" Id="Reea54e1cc49146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99eebfea6f4a01" /><Relationship Type="http://schemas.openxmlformats.org/officeDocument/2006/relationships/chart" Target="/ppt/slides/charts/chart17.xml" Id="R79ca684848db4742" /><Relationship Type="http://schemas.openxmlformats.org/officeDocument/2006/relationships/notesSlide" Target="/ppt/notesSlides/notesSlide11.xml" Id="R3fd27771eeee42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709a3963574b34" /><Relationship Type="http://schemas.openxmlformats.org/officeDocument/2006/relationships/chart" Target="/ppt/slides/charts/chart18.xml" Id="R427021239d214522" /><Relationship Type="http://schemas.openxmlformats.org/officeDocument/2006/relationships/chart" Target="/ppt/slides/charts/chart19.xml" Id="Rb1f8ec059cdc46c5" /><Relationship Type="http://schemas.openxmlformats.org/officeDocument/2006/relationships/notesSlide" Target="/ppt/notesSlides/notesSlide12.xml" Id="R9cc55fd486cb4fa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5c49572784b75" /><Relationship Type="http://schemas.openxmlformats.org/officeDocument/2006/relationships/chart" Target="/ppt/slides/charts/chart20.xml" Id="Rcda11d2d0e86447d" /><Relationship Type="http://schemas.openxmlformats.org/officeDocument/2006/relationships/notesSlide" Target="/ppt/notesSlides/notesSlide13.xml" Id="Rf0c9621d6efc4c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b7c26ce8b14707" /><Relationship Type="http://schemas.openxmlformats.org/officeDocument/2006/relationships/chart" Target="/ppt/slides/charts/chart21.xml" Id="Rd0e6c160ec7b4528" /><Relationship Type="http://schemas.openxmlformats.org/officeDocument/2006/relationships/notesSlide" Target="/ppt/notesSlides/notesSlide14.xml" Id="R478105fb794a47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91c0c500047be" /><Relationship Type="http://schemas.openxmlformats.org/officeDocument/2006/relationships/chart" Target="/ppt/slides/charts/chart22.xml" Id="R064051cb20fc4e34" /><Relationship Type="http://schemas.openxmlformats.org/officeDocument/2006/relationships/notesSlide" Target="/ppt/notesSlides/notesSlide15.xml" Id="R1a27c4486f63432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c9b7990cfa4311" /><Relationship Type="http://schemas.openxmlformats.org/officeDocument/2006/relationships/chart" Target="/ppt/slides/charts/chart23.xml" Id="R25803ac0b9be4a34" /><Relationship Type="http://schemas.openxmlformats.org/officeDocument/2006/relationships/chart" Target="/ppt/slides/charts/chart24.xml" Id="R57701120e02a4e7f" /><Relationship Type="http://schemas.openxmlformats.org/officeDocument/2006/relationships/chart" Target="/ppt/slides/charts/chart25.xml" Id="R2c643dc28b42445f" /><Relationship Type="http://schemas.openxmlformats.org/officeDocument/2006/relationships/notesSlide" Target="/ppt/notesSlides/notesSlide16.xml" Id="R46a900833c974c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08c9fd241449f" /><Relationship Type="http://schemas.openxmlformats.org/officeDocument/2006/relationships/chart" Target="/ppt/slides/charts/chart26.xml" Id="R5748a510c91242b5" /><Relationship Type="http://schemas.openxmlformats.org/officeDocument/2006/relationships/chart" Target="/ppt/slides/charts/chart27.xml" Id="R97d6224e81df4e71" /><Relationship Type="http://schemas.openxmlformats.org/officeDocument/2006/relationships/chart" Target="/ppt/slides/charts/chart28.xml" Id="R23a80cf241024851" /><Relationship Type="http://schemas.openxmlformats.org/officeDocument/2006/relationships/notesSlide" Target="/ppt/notesSlides/notesSlide17.xml" Id="R482aab79ae7d449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df77a1dfd4840" /><Relationship Type="http://schemas.openxmlformats.org/officeDocument/2006/relationships/chart" Target="/ppt/slides/charts/chart29.xml" Id="Rc2c755f95e94456e" /><Relationship Type="http://schemas.openxmlformats.org/officeDocument/2006/relationships/notesSlide" Target="/ppt/notesSlides/notesSlide18.xml" Id="R6f30615ac8ca41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4328c7b104c4d" /><Relationship Type="http://schemas.openxmlformats.org/officeDocument/2006/relationships/chart" Target="/ppt/slides/charts/chart30.xml" Id="R6544229fc54842cf" /><Relationship Type="http://schemas.openxmlformats.org/officeDocument/2006/relationships/chart" Target="/ppt/slides/charts/chart31.xml" Id="R97e05647865d42da" /><Relationship Type="http://schemas.openxmlformats.org/officeDocument/2006/relationships/notesSlide" Target="/ppt/notesSlides/notesSlide19.xml" Id="R09b7919e9c93483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e291d9bb544ee" /><Relationship Type="http://schemas.openxmlformats.org/officeDocument/2006/relationships/image" Target="/ppt/media/image.png" Id="Reaebab543c1840bf" /><Relationship Type="http://schemas.openxmlformats.org/officeDocument/2006/relationships/notesSlide" Target="/ppt/notesSlides/notesSlide20.xml" Id="R179eefdd460b4cf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32d05a5d438a" /><Relationship Type="http://schemas.openxmlformats.org/officeDocument/2006/relationships/image" Target="/ppt/media/image2.png" Id="Rfcce2e972d7e423a" /><Relationship Type="http://schemas.openxmlformats.org/officeDocument/2006/relationships/notesSlide" Target="/ppt/notesSlides/notesSlide21.xml" Id="Rc58cb4126a7c4cc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69ba74b3a4b41" /><Relationship Type="http://schemas.openxmlformats.org/officeDocument/2006/relationships/image" Target="/ppt/media/image3.png" Id="R5d9877e361fb45fa" /><Relationship Type="http://schemas.openxmlformats.org/officeDocument/2006/relationships/notesSlide" Target="/ppt/notesSlides/notesSlide22.xml" Id="Rcefbdbc17ff840c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9f257ec704076" /><Relationship Type="http://schemas.openxmlformats.org/officeDocument/2006/relationships/image" Target="/ppt/media/image4.png" Id="R81811abec26d4fb1" /><Relationship Type="http://schemas.openxmlformats.org/officeDocument/2006/relationships/notesSlide" Target="/ppt/notesSlides/notesSlide23.xml" Id="R0f0a3fbf5d73498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f2b8a8a6b421c" /><Relationship Type="http://schemas.openxmlformats.org/officeDocument/2006/relationships/notesSlide" Target="/ppt/notesSlides/notesSlide24.xml" Id="R608a5bd93f164b6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8a675ffec43b8" /><Relationship Type="http://schemas.openxmlformats.org/officeDocument/2006/relationships/notesSlide" Target="/ppt/notesSlides/notesSlide25.xml" Id="R9014ca4b5ec3409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e3c3ae2e341b9" /><Relationship Type="http://schemas.openxmlformats.org/officeDocument/2006/relationships/chart" Target="/ppt/slides/charts/chart32.xml" Id="R83ac0b82d450499d" /><Relationship Type="http://schemas.openxmlformats.org/officeDocument/2006/relationships/notesSlide" Target="/ppt/notesSlides/notesSlide26.xml" Id="R1e59b5bdca294cc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33949622c4882" /><Relationship Type="http://schemas.openxmlformats.org/officeDocument/2006/relationships/notesSlide" Target="/ppt/notesSlides/notesSlide27.xml" Id="R275c24458ade48a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cba688a9e41cc" /><Relationship Type="http://schemas.openxmlformats.org/officeDocument/2006/relationships/chart" Target="/ppt/slides/charts/chart33.xml" Id="R895e810e44224d3c" /><Relationship Type="http://schemas.openxmlformats.org/officeDocument/2006/relationships/chart" Target="/ppt/slides/charts/chart34.xml" Id="Ra88c771ddefc428f" /><Relationship Type="http://schemas.openxmlformats.org/officeDocument/2006/relationships/notesSlide" Target="/ppt/notesSlides/notesSlide28.xml" Id="R779a218407a342b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57944bc28444f" /><Relationship Type="http://schemas.openxmlformats.org/officeDocument/2006/relationships/chart" Target="/ppt/slides/charts/chart35.xml" Id="Rae6c91dc1d504fe5" /><Relationship Type="http://schemas.openxmlformats.org/officeDocument/2006/relationships/notesSlide" Target="/ppt/notesSlides/notesSlide29.xml" Id="Rcaa4e158ec1f4bd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706a3370c4fa3" /><Relationship Type="http://schemas.openxmlformats.org/officeDocument/2006/relationships/chart" Target="/ppt/slides/charts/chart36.xml" Id="R47160026035e4f82" /><Relationship Type="http://schemas.openxmlformats.org/officeDocument/2006/relationships/notesSlide" Target="/ppt/notesSlides/notesSlide30.xml" Id="R4319c42b0abd4f6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f272fdc694001" /><Relationship Type="http://schemas.openxmlformats.org/officeDocument/2006/relationships/notesSlide" Target="/ppt/notesSlides/notesSlide31.xml" Id="Rc57fce2a179143e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2e249f6ba41e4" /><Relationship Type="http://schemas.openxmlformats.org/officeDocument/2006/relationships/notesSlide" Target="/ppt/notesSlides/notesSlide32.xml" Id="R91cbead6206e443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c626b8f3e4733" /><Relationship Type="http://schemas.openxmlformats.org/officeDocument/2006/relationships/chart" Target="/ppt/slides/charts/chart37.xml" Id="R87f26810ea0a4d25" /><Relationship Type="http://schemas.openxmlformats.org/officeDocument/2006/relationships/notesSlide" Target="/ppt/notesSlides/notesSlide33.xml" Id="Rdccd2c5a6a30492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64ae051b8a4941" /><Relationship Type="http://schemas.openxmlformats.org/officeDocument/2006/relationships/chart" Target="/ppt/slides/charts/chart38.xml" Id="R8161d79247074400" /><Relationship Type="http://schemas.openxmlformats.org/officeDocument/2006/relationships/notesSlide" Target="/ppt/notesSlides/notesSlide34.xml" Id="R90214d8e6ce7436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a2d54c53a491d" /><Relationship Type="http://schemas.openxmlformats.org/officeDocument/2006/relationships/chart" Target="/ppt/slides/charts/chart39.xml" Id="R3186f5680eff4a20" /><Relationship Type="http://schemas.openxmlformats.org/officeDocument/2006/relationships/notesSlide" Target="/ppt/notesSlides/notesSlide35.xml" Id="R3c2706bb1226418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e9f69cb4b43a9" /><Relationship Type="http://schemas.openxmlformats.org/officeDocument/2006/relationships/notesSlide" Target="/ppt/notesSlides/notesSlide36.xml" Id="R75a4e264b139409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75acdcac54cba" /><Relationship Type="http://schemas.openxmlformats.org/officeDocument/2006/relationships/notesSlide" Target="/ppt/notesSlides/notesSlide37.xml" Id="R36af6ae9c53d4a4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982c78bcd48d9" /><Relationship Type="http://schemas.openxmlformats.org/officeDocument/2006/relationships/notesSlide" Target="/ppt/notesSlides/notesSlide38.xml" Id="R1967cdabfa68442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cf1b54bb7d4603" /><Relationship Type="http://schemas.openxmlformats.org/officeDocument/2006/relationships/notesSlide" Target="/ppt/notesSlides/notesSlide39.xml" Id="R34697aa5ab6d461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5b0ebb92545c6" /><Relationship Type="http://schemas.openxmlformats.org/officeDocument/2006/relationships/notesSlide" Target="/ppt/notesSlides/notesSlide40.xml" Id="Rb0f41d5cd898411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76722db4c4a52" /><Relationship Type="http://schemas.openxmlformats.org/officeDocument/2006/relationships/notesSlide" Target="/ppt/notesSlides/notesSlide41.xml" Id="Rb87a7511156e4cd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3a55fb34d4b9e" /><Relationship Type="http://schemas.openxmlformats.org/officeDocument/2006/relationships/notesSlide" Target="/ppt/notesSlides/notesSlide42.xml" Id="R91d2db84f23f43b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df1fcabb143ad" /><Relationship Type="http://schemas.openxmlformats.org/officeDocument/2006/relationships/notesSlide" Target="/ppt/notesSlides/notesSlide43.xml" Id="R54305401d1dd4fd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f29f7a0b134344" /><Relationship Type="http://schemas.openxmlformats.org/officeDocument/2006/relationships/notesSlide" Target="/ppt/notesSlides/notesSlide44.xml" Id="R8e19b2f0d7294dc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8aa3937164c75" /><Relationship Type="http://schemas.openxmlformats.org/officeDocument/2006/relationships/notesSlide" Target="/ppt/notesSlides/notesSlide45.xml" Id="R66e3d6cad7394b5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2604dc5684486" /><Relationship Type="http://schemas.openxmlformats.org/officeDocument/2006/relationships/notesSlide" Target="/ppt/notesSlides/notesSlide46.xml" Id="R7aaacdd92e40452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48ed7c0bb4bac" /><Relationship Type="http://schemas.openxmlformats.org/officeDocument/2006/relationships/notesSlide" Target="/ppt/notesSlides/notesSlide47.xml" Id="R4a0e1341382a487a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8a15501e64592" /><Relationship Type="http://schemas.openxmlformats.org/officeDocument/2006/relationships/notesSlide" Target="/ppt/notesSlides/notesSlide48.xml" Id="Rc9fccb2fe349454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765cfee594e7b" /><Relationship Type="http://schemas.openxmlformats.org/officeDocument/2006/relationships/notesSlide" Target="/ppt/notesSlides/notesSlide49.xml" Id="Rdd4b71786893417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06d3e575b44ce" /><Relationship Type="http://schemas.openxmlformats.org/officeDocument/2006/relationships/notesSlide" Target="/ppt/notesSlides/notesSlide50.xml" Id="R5bc2b769de86471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5b4b6633f4c18" /><Relationship Type="http://schemas.openxmlformats.org/officeDocument/2006/relationships/notesSlide" Target="/ppt/notesSlides/notesSlide51.xml" Id="R9a9392fefd3c4d21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8ba7a31554e49" /><Relationship Type="http://schemas.openxmlformats.org/officeDocument/2006/relationships/notesSlide" Target="/ppt/notesSlides/notesSlide52.xml" Id="R06bd981b691840e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9ab35c60d4277" /><Relationship Type="http://schemas.openxmlformats.org/officeDocument/2006/relationships/notesSlide" Target="/ppt/notesSlides/notesSlide53.xml" Id="Re747ab21997e439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2756a8b5e439f" /><Relationship Type="http://schemas.openxmlformats.org/officeDocument/2006/relationships/notesSlide" Target="/ppt/notesSlides/notesSlide54.xml" Id="Reeea83f3c72d4fb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85f9754464a03" /><Relationship Type="http://schemas.openxmlformats.org/officeDocument/2006/relationships/notesSlide" Target="/ppt/notesSlides/notesSlide55.xml" Id="R182c881389e84915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bc6ad38d24c05" /><Relationship Type="http://schemas.openxmlformats.org/officeDocument/2006/relationships/notesSlide" Target="/ppt/notesSlides/notesSlide56.xml" Id="R18d013b34b5345e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119.92760539484</c:v>
              </c:pt>
              <c:pt idx="2">
                <c:v>119.06650336766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345.1904543067</c:v>
              </c:pt>
              <c:pt idx="1">
                <c:v>239.36812913753</c:v>
              </c:pt>
              <c:pt idx="2">
                <c:v>189.2379048169</c:v>
              </c:pt>
              <c:pt idx="3">
                <c:v>86.65656370392</c:v>
              </c:pt>
              <c:pt idx="4">
                <c:v>19.92229453726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0.2597205593931026</c:v>
              </c:pt>
              <c:pt idx="2">
                <c:v>0.2578557185213333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0.3920946397217114</c:v>
              </c:pt>
              <c:pt idx="1">
                <c:v>0.2718932669895044</c:v>
              </c:pt>
              <c:pt idx="2">
                <c:v>0.21495139041402436</c:v>
              </c:pt>
              <c:pt idx="3">
                <c:v>0.09843138389574682</c:v>
              </c:pt>
              <c:pt idx="4">
                <c:v>0.02262931897901315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48.499678</c:v>
              </c:pt>
              <c:pt idx="3">
                <c:v>19.32467858927</c:v>
              </c:pt>
              <c:pt idx="4">
                <c:v>45.94413572299</c:v>
              </c:pt>
              <c:pt idx="5">
                <c:v>24.163748261490003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85.66685206006</c:v>
              </c:pt>
              <c:pt idx="3">
                <c:v>84.83552289799</c:v>
              </c:pt>
              <c:pt idx="4">
                <c:v>80.56552407766</c:v>
              </c:pt>
              <c:pt idx="5">
                <c:v>57.4323241591</c:v>
              </c:pt>
              <c:pt idx="6">
                <c:v>43.107876023699994</c:v>
              </c:pt>
              <c:pt idx="7">
                <c:v>29.68746070069</c:v>
              </c:pt>
              <c:pt idx="8">
                <c:v>27.72682732234</c:v>
              </c:pt>
              <c:pt idx="9">
                <c:v>12.07779703784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0.1050330610627478</c:v>
              </c:pt>
              <c:pt idx="3">
                <c:v>0.041850383960998</c:v>
              </c:pt>
              <c:pt idx="4">
                <c:v>0.0994986649781052</c:v>
              </c:pt>
              <c:pt idx="5">
                <c:v>0.052330088596752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Industrial</c:v>
              </c:pt>
              <c:pt idx="3">
                <c:v>N/D</c:v>
              </c:pt>
              <c:pt idx="4">
                <c:v>Adquirência</c:v>
              </c:pt>
              <c:pt idx="5">
                <c:v>Serviços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0.097307191075273</c:v>
              </c:pt>
              <c:pt idx="3">
                <c:v>0.0963629016135419</c:v>
              </c:pt>
              <c:pt idx="4">
                <c:v>0.0915126989842946</c:v>
              </c:pt>
              <c:pt idx="5">
                <c:v>0.0652361795310102</c:v>
              </c:pt>
              <c:pt idx="6">
                <c:v>0.0489653375630809</c:v>
              </c:pt>
              <c:pt idx="7">
                <c:v>0.0337213676173883</c:v>
              </c:pt>
              <c:pt idx="8">
                <c:v>0.0314943250427188</c:v>
              </c:pt>
              <c:pt idx="9">
                <c:v>0.0137189178295649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0.1473663046832823</c:v>
              </c:pt>
              <c:pt idx="6">
                <c:v>0.0911001409180365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0.0770053144630339</c:v>
              </c:pt>
              <c:pt idx="6">
                <c:v>0.0671417034451458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0.0634494475619897</c:v>
              </c:pt>
              <c:pt idx="1">
                <c:v>0.0646543625808829</c:v>
              </c:pt>
              <c:pt idx="2">
                <c:v>0.0601770065333058</c:v>
              </c:pt>
              <c:pt idx="3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0.0079913813375405</c:v>
              </c:pt>
              <c:pt idx="1">
                <c:v>0.007890065967714</c:v>
              </c:pt>
              <c:pt idx="2">
                <c:v>0.0112389411589637</c:v>
              </c:pt>
              <c:pt idx="3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0.1124919560057237</c:v>
              </c:pt>
              <c:pt idx="1">
                <c:v>0.098567530605085</c:v>
              </c:pt>
              <c:pt idx="2">
                <c:v>0.0473808964121762</c:v>
              </c:pt>
              <c:pt idx="3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0.0055366129638028</c:v>
              </c:pt>
              <c:pt idx="1">
                <c:v>0.0024131461675404</c:v>
              </c:pt>
              <c:pt idx="2">
                <c:v>0.0096784901416031</c:v>
              </c:pt>
              <c:pt idx="3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0.0048777594375193</c:v>
              </c:pt>
              <c:pt idx="1">
                <c:v>0.0060579729890402</c:v>
              </c:pt>
              <c:pt idx="2">
                <c:v>0.0157044040571552</c:v>
              </c:pt>
              <c:pt idx="3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0.231820743559852</c:v>
              </c:pt>
              <c:pt idx="1">
                <c:v>0.2276967726779469</c:v>
              </c:pt>
              <c:pt idx="2">
                <c:v>0.0310941253039807</c:v>
              </c:pt>
              <c:pt idx="3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0.0460301180426334</c:v>
              </c:pt>
              <c:pt idx="1">
                <c:v>0.0156646355220548</c:v>
              </c:pt>
              <c:pt idx="2">
                <c:v>0.0301063967497122</c:v>
              </c:pt>
              <c:pt idx="3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0.081170617074055</c:v>
              </c:pt>
              <c:pt idx="1">
                <c:v>0.0592144502484672</c:v>
              </c:pt>
              <c:pt idx="2">
                <c:v>0.0985406452471582</c:v>
              </c:pt>
              <c:pt idx="3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0.0445162804581016</c:v>
              </c:pt>
              <c:pt idx="1">
                <c:v>0.0450750205215238</c:v>
              </c:pt>
              <c:pt idx="2">
                <c:v>0.0721630638324931</c:v>
              </c:pt>
              <c:pt idx="3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0.1018834022199954</c:v>
              </c:pt>
              <c:pt idx="1">
                <c:v>0.053226641038248</c:v>
              </c:pt>
              <c:pt idx="2">
                <c:v>0.1549286072994427</c:v>
              </c:pt>
              <c:pt idx="3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4"/>
              <c:pt idx="0">
                <c:v>6</c:v>
              </c:pt>
              <c:pt idx="1">
                <c:v>7</c:v>
              </c:pt>
              <c:pt idx="2">
                <c:v>29</c:v>
              </c:pt>
              <c:pt idx="3">
                <c:v>30</c:v>
              </c:pt>
            </c:numLit>
          </c:xVal>
          <c:yVal>
            <c:numLit>
              <c:formatCode>0.0%</c:formatCode>
              <c:ptCount val="4"/>
              <c:pt idx="0">
                <c:v>0.0770053144630339</c:v>
              </c:pt>
              <c:pt idx="1">
                <c:v>0.0671417034451458</c:v>
              </c:pt>
              <c:pt idx="2">
                <c:v>0.0585303345939064</c:v>
              </c:pt>
              <c:pt idx="3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51.10757345337001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7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Verdecard</c:v>
              </c:pt>
              <c:pt idx="4">
                <c:v>Creditas</c:v>
              </c:pt>
              <c:pt idx="5">
                <c:v>MRV</c:v>
              </c:pt>
              <c:pt idx="6">
                <c:v>Bayer</c:v>
              </c:pt>
              <c:pt idx="7">
                <c:v>Lavoro</c:v>
              </c:pt>
              <c:pt idx="8">
                <c:v>PagSeguro</c:v>
              </c:pt>
              <c:pt idx="9">
                <c:v>ICred</c:v>
              </c:pt>
              <c:pt idx="10">
                <c:v>PicPay</c:v>
              </c:pt>
              <c:pt idx="11">
                <c:v>Banco Pine</c:v>
              </c:pt>
              <c:pt idx="12">
                <c:v>Mercado Pago / Mercado Crédito</c:v>
              </c:pt>
              <c:pt idx="13">
                <c:v>Solfácil</c:v>
              </c:pt>
              <c:pt idx="14">
                <c:v>Banco Volkswagen</c:v>
              </c:pt>
              <c:pt idx="15">
                <c:v>Agibank</c:v>
              </c:pt>
              <c:pt idx="16">
                <c:v>CloudWalk</c:v>
              </c:pt>
            </c:strLit>
          </c:cat>
          <c:val>
            <c:numLit>
              <c:formatCode>0.00</c:formatCode>
              <c:ptCount val="17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0.45</c:v>
              </c:pt>
              <c:pt idx="4">
                <c:v>0.45</c:v>
              </c:pt>
              <c:pt idx="5">
                <c:v>0.57</c:v>
              </c:pt>
              <c:pt idx="6">
                <c:v>0.7</c:v>
              </c:pt>
              <c:pt idx="7">
                <c:v>0.73</c:v>
              </c:pt>
              <c:pt idx="8">
                <c:v>1</c:v>
              </c:pt>
              <c:pt idx="9">
                <c:v>1.169268</c:v>
              </c:pt>
              <c:pt idx="10">
                <c:v>1.25</c:v>
              </c:pt>
              <c:pt idx="11">
                <c:v>1.25</c:v>
              </c:pt>
              <c:pt idx="12">
                <c:v>1.5</c:v>
              </c:pt>
              <c:pt idx="13">
                <c:v>1.5055</c:v>
              </c:pt>
              <c:pt idx="14">
                <c:v>2</c:v>
              </c:pt>
              <c:pt idx="15">
                <c:v>2.5</c:v>
              </c:pt>
              <c:pt idx="16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41C685-98B9-4DFD-A234-DE7DBB16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11EDB-AC04-47B7-B3A1-4EB7DCA6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C211D0-4707-4891-9816-CF57D74C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C38A8-ECBC-43E5-A12A-72AFC567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D4E17E-B3B7-4A7B-851E-32CCA891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713FA2-57FF-4061-9449-B282597E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28B43-CA3A-4561-B91A-393B3C0A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109280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922F49-0571-4910-BCFF-F2BECD7B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95B40-1A83-4ABE-A30B-BE8C3A11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D4C8B-A752-4630-8524-973F4393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BE805-FE6F-455D-9C46-5CE7DBF4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AC58AB-E7B8-47B7-937B-F51C6811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DB412-EEA5-4064-9680-845BE133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E9484-A7AC-4A52-95FE-A555EDE0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58DE4-CA93-4A42-9F7B-24DABD08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7FD29-19EA-4668-86C8-D0E52E87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R$ 81,1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A7AE1-4307-44E1-89E6-E7B05EEB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0128B-35FA-4680-BA59-D740238D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C83A5-103E-4F0A-8EB8-1D42EB70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7737A-04AB-44A1-8211-43E214F1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29E82-5253-4B0F-BE46-1315AA73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9F118-C132-4696-81EE-3B1E2577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B31FDE-57C4-494C-A153-1597CB9B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56454-90D3-4293-B9C2-FE8E4BDE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C54A0-EFC7-4730-AB78-3D1AD55D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96383-837A-4851-B84B-7713A173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D60075-7C67-477F-9660-2EB243D1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E43A0C-EF0D-45C8-BED2-FD69FE81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6028837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23BFF1-43A0-44CE-924E-FEFCAF81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614B1-7875-477C-8C20-AA2674B8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244A2B-E13C-43EC-8B5D-39DAA67F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4297A-80B6-4D20-9637-1F0867F9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64E2D9-D874-4084-BD3B-CA894045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88727-EC4E-47A2-8467-28B85B0F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d92939afb249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E69A9-266D-48E7-A548-3268F929C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0EB6A-77F5-4BFD-AEA1-5877B70C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55364-E9DE-470C-A082-2855F7AB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391A71-1F68-4BCB-ABFC-D797DC18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A1473-D79D-4788-8C89-A1F49BFD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FA88C5-3918-469D-9368-5C9993D2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98D34F-6CD0-4C0B-AF38-225B8D87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F75A9-1238-42A7-9C64-3BBEE165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03ADD-0C82-4578-9F16-F3590B55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3BB38-D4A4-43A7-ABC5-C6BC6E97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044EDF-3F80-4D0A-AFEA-02C92D63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11AE82-BE24-404E-ADD8-B9059C31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24F5A-2328-4CAE-B19C-55707076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939599-AE16-4AB6-A1E0-F15D8AB5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00A2D-C43E-4D8B-9FBA-2F26D0D1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76A5E-A5AC-4BC8-8963-73763EB8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77CE41-4962-4A25-8379-D73C0EC7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3BBD6E-D1E4-4FEA-BB52-FF93528E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9206C7-C6D8-4A6F-9C4C-BFD303E3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B94117-924C-43DB-97EC-8FE19DDC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3BC4F2-62AF-4D29-91BB-E80E4F25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6C3A4C-7E08-4E30-82B8-A913A545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526482-7961-416D-ADEA-6B7DE52F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E28A1A-C4AF-432E-B3BC-C412BD7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5B6B03-3F63-4D7D-B6A4-5A5AB7E8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9F6276-F804-4377-9ED0-BBD02B8F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FBA204-0EB3-4FF1-8C53-EBCF134D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AD9B28-ACC7-40B2-B3ED-3A0D9B2D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E8402D-4112-4A28-82D8-01D7B5D3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67DB71-F55A-41FF-923F-2B57D4E1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174BBE-6912-497B-99B2-AB207B54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7054505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CB1F4D-9175-48ED-B665-DCEA7BB2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1CF28-92B6-4B7E-91B8-DC1CA068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56D82-8C4C-4C7C-AC90-D4DCD6B6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3535F-3C47-4073-BBFE-76D2DA5E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B9D27-7616-4469-A851-0CC3D130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2E692-7563-4EA4-9F8E-B31A06C0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0461D3-2ED0-48B7-8A7F-141C761A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C5B74-5BFA-4C15-A93B-CEE20C46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34b12e45594b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106AC-B474-4666-AD6A-CF17E1EB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0288A-98F0-4D86-838C-A5412FDB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9A330-975E-4CD0-819E-6A3BB5EF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AEEBFF-35E9-48D1-AA7B-5A395CF1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ADD7D-7262-4115-84C7-EE36B68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04206-ED2E-49FF-9F3A-47E76633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5DEC6-25CE-4AAD-94D9-EB469784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967fe5094a4eec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C5D710-3A2D-417C-B14C-BCB71B47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47AF4C-BB7B-4194-A38F-4DF6462A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271FFC-D38E-4934-AECE-4CCC8281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EA269-B7B9-4AE0-8EBA-6ECBD5FC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46683-7C25-4ED0-8BF9-348394F6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8CB8F9-E73D-48F8-8018-A38B1B73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D9057-BCD6-422C-A172-72A5B6FC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c83bb45e7e4e26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03EAE-A855-4F08-AD14-D8EE8376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082456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7D5AF4-12CB-4F3F-9E40-072593B1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C5F7A-1FA2-4C9D-BF80-0E1AC50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BD551-2AAB-4CC0-A88D-0AC96A2C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65AEB-729F-4DD7-B235-5F98C7A9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ECADE-06E3-4AC1-98D5-C081C878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87173-C752-45DA-9BD5-D26BBBE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5573B6-0F6F-4342-AEEC-205C396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0C0D2-9561-4168-842D-92F89C59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0E0E60-F7ED-4154-B3A1-68F17439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57D7C-08C7-4DAC-A74D-33C407BA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1F9AE-F8F1-408C-BD37-BFFB76E5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FFE4B-A26D-46E4-B5F3-C14D617B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49a2c9329f432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033EE9-BA2F-4FB7-B911-12FCD5AB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47509-53B8-4AA6-9180-A589BB76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8bd55b34284519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269F46-573E-454A-9805-145692B2F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396F3-269F-4400-A624-6C6776F7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0a4f583db14aec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EEE512-321B-4207-A35E-69EC6A6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F509E-10DF-407A-9544-C8BBFF27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97EC28-386A-41CB-8256-38888F30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2f33de8bb14afd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9F15D1-9864-4D8D-874A-211AF4B7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A6125-3017-48ED-B11B-A572B885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21320765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824857-891D-4746-A356-BE8CB444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5A2DB6-C081-4C2E-9DFB-886687D7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3,0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BBF35-B9BB-4914-923F-3777F28F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1E8DBF-FB69-42CB-9BB2-ACA60C87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E6B98A-0C5E-4D3A-80DB-31AEEA78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jun/26.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24D3C-F88B-4368-A3AC-2B8A36BC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69DB8-2374-4B3A-882B-7A1CCC75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F6448-C0AD-4E23-A2B0-13FB8016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52af73f569476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44E13-0C9F-4D84-BA3D-537C89B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EE9D4-F0AC-42A7-93A0-7EDB43AA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64ed0953d1446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F91C0C-7D7E-4FC5-B91B-B51EB4EB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0DC62-8C28-441B-B2D5-C217A4E6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BC050-216F-4E3E-83B7-7B125A3F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Outros 39,2%; Financeiro 27,2%.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428277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ED619-2D96-4D96-BFBE-FA710739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575E2-C8E2-4720-92C4-895B4A37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8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16 CNPJs selecionados formam Adquirência; R$ 80,6 bi e 9,2%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0E7FD-481B-4585-A47A-24206664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E6D99-1420-4ACD-9C23-C52EA6E7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B3D86-F150-4CFD-B74B-3D85A1A4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Mensal; curadoria: FIDCs.xlsx (13 CNPJs) + 3 FIDCs SELLER informados em 21/jul/26.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F93D9-3001-4A6D-AE21-87D3BE20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126C35-31D2-459C-8C21-24A31981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13BC94-8B06-45E5-8963-0D9B7DD5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b1d548ce2c4ac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0DB8D-E87A-4161-9F77-7FC1A838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972EB1-0810-4FFA-8BC6-5E99A306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413821863242e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72525-7CA0-4BC5-9CCB-D996C789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63E095-9FF1-4C15-BD33-99AA838C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1AE60F-0606-4498-8CED-7357A35F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2DB6B3-D166-480B-80CD-42A55352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A7A1A4-A198-4C41-8427-DE3B6D17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jun/26, os 14 CNPJs ativos vieram de 9 Cartão, 2 Comercial, 2 Serviços e 1 Financeiro; 2 sem reporte ativo. Denominador e demais categorias permanecem idênticos.</a:t>
            </a:r>
          </a:p>
        </p:txBody>
      </p:sp>
    </p:spTree>
    <p:extLst>
      <p:ext uri="{BB962C8B-B14F-4D97-AF65-F5344CB8AC3E}">
        <p14:creationId xmlns:p14="http://schemas.microsoft.com/office/powerpoint/2010/main" val="1797431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F4C74-1952-4552-90C0-BFD45C21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53A04-80D3-425A-AAF4-ACBEA4BA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4EB68B-63FC-4720-A57B-49908483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6A0798-40A0-4C40-9F93-9948C2FC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764DFB-2C1F-4391-B2A1-ED0D6267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jun/26. Classifica o estoque mensal; percentuais fecham sobre a Tabela II. Soma segmentada supera a Tabela I em 13,3% e 8,9%.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713A3-DD14-438A-98B0-26797E97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61939-2BC2-48D4-BBED-4089628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B4459-AAC8-4AA8-8DE2-182D839C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3989df0c0445e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CC32F-D2E0-42C6-816B-5798FA9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E93C31-E8DC-426D-BC27-ABFE623B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7e91ec3b7d4c6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F8708-6377-49B5-9569-E4791118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F14F0-D835-4AD0-8F66-17CF8F58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jun/26, A.I. e PI declararam R$ 5,96 bi em Comercial; Akira I, R$ 0,31 bi em Financeiro. O gráfico mantém o reporte.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DCDD4-17AC-408A-B2BE-438849E8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1DA69-E2F7-4787-9B9B-7BB28B45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BB0152-F9CC-41E0-A300-3BED6C7D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03956-9235-4BBA-B8AE-3E8502E9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F6DACA-56D0-40C6-A640-A02CFA06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B4E3A7-8BF4-480F-82F1-18E9A49C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1257A-BC2F-41BE-B755-8F7F29C3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E3BC16-A77B-4EBD-9D11-7B5214B9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6035296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0DE1CA-CC20-4B2A-875E-84D49B60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90D20-66CD-4E01-BAEA-B3C27FF3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89776-CB41-47E0-98F3-ACEE006F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DD231-2E10-4B06-92CE-41E7D9E4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8B301-59DB-4A41-8DE0-DB20015F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68805-B535-4851-BDB8-9E0346E8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1C908-B920-4009-AD66-E41234EE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BDDE8-E690-4214-83CE-758E5BDE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49afb189ee4b1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247BF-54C5-4AA3-AB95-4DB44056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3E7B56-4904-4C74-A5BA-974495F9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B7127-717B-464E-ABEB-1F7FD4F3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D56CA6-FE61-49A2-8E26-AB4570A3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89FD7-C080-4158-A51B-0E731328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3A453-26E1-433D-9B0B-54615821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90CFE7-2A5A-4C61-B31E-F3832FA1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C3145B-C0DE-4955-B412-F4B09318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81BA5-C29E-49F9-B37A-BF9A71FA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84507-2E69-42E4-9F6F-861BA52E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3A798-1006-45F1-837A-8466F779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130037-E4C8-4A5F-872A-9D4EE1B1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57C7A1-6816-41A1-8596-4ABC4195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89C30-DC72-4E7E-8613-E824EC22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A9EA86-C117-4C8D-AF4D-9719171B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FE6165-D2D2-4A41-BDC6-D9F7DD92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284CB3-7FE3-47BC-A4F6-D7C3C2A0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2E1B1D-70B3-47ED-978B-525D429D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222548-EE8F-40F9-BADC-CB837B87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BF5655-9EF9-46A0-8DF3-4573CC1D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C2CF95-50CF-4B80-A03A-0696B296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112,6% da Tabela I e não reconcilia; gap de R$ 6,89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9147427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087577-C3AD-4D40-9434-6DD2491C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79158-5B74-4605-B718-6786B6E8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AEF3CC-5F19-448D-972C-6E9C2C0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BF0A9-C936-4DA1-88C8-4C179E09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459BA-693D-4CEB-AF05-64647947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E26FB0-9C05-4B21-8A86-0470D431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BBBBB8-B13A-45B9-887F-0A3C001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8FCF0-BDF1-4D44-9E92-F522F0F0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75eb7e16b8475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D2D44-56FA-487B-954E-C551278B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69E74-2A0A-4679-98D1-95D1F418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82271-7CA3-49F2-991D-1EC6B37E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A7C6C3-EC7B-486F-9EA9-7C47ADA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D9EB75-CE5B-4A37-AC3A-4DF7AD5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AFD61-09AC-4F40-BB71-C9355792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EB8BFF-A466-4468-8549-8774481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743BE8-3970-4D83-93EE-5B71782D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3A87CA-50D9-4667-BA28-8BA271DF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2A3B61-4C96-4FF3-9EC6-7447F857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187133-49B1-47F1-885A-A1A33F9B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977962-B804-4148-88B8-A63DD7DA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AA499-7283-4637-8671-2C68A7DD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2E9A2F-5FCD-4B40-BE47-8F77CD6A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D976D-3FE4-4232-8C3B-03114F37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2.066 fundos e R$ 608,7 bi. Excluídos: 948 multiti­po (R$ 190,2 bi), 126 com inadimplência acima da carteira (R$ 6,1 bi) e 486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004F3A-64C4-477D-B0DD-8E33E278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287828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F57C4D-AEA3-4FF6-96D5-4426EF5D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887DB-AEE7-414D-B655-C739868A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7A10D2-5A84-4BCE-A565-B948963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5AF81-2B1C-4D0C-87F9-7C494AEC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B76E3-9991-4653-AFD9-CF316C76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Subtipo e elegibilidade congelados em jun/26; histórico dos mesmos CNPJs. Linha laranja = consolidado de mercado ajustado. A coorte fixa incorpora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C0A40F-2D8A-4BAA-AC57-5847CA16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98D2D-6C8C-4329-A578-108BC10B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A8637-156F-4276-96A2-5921A97E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ca684848db474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AD426-3E51-4BCC-B27B-89F223BC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1DA61-EA2A-46A8-BAFB-EE698389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9C5729-5690-4715-BAF2-DA5C178F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0A344-9210-42BD-8BDC-FA48C8A1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E16E5C-B88A-4405-BD77-B6D8D2F7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DEEF84-DA11-4E69-ACEE-255C9B86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104A1-E70A-452F-B171-55F8FEF2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2E876-D09C-4EEC-B3F1-CE17133F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65CC9-C4D5-4A71-8F5E-EFC837B2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E9782-A5CD-41CE-A0E0-06D1D1A1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4E0A6-DD34-4A9B-BDF4-843A7BA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B56BE5-9B67-4A6D-9D73-FDA4E300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DC7CB4-74F7-4004-98BE-9ACA7FFA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AAD7BD-0AB7-4498-8877-9E13AAF5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778A98-F3FB-49DD-A7AD-CF80D019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D264EE-CD99-4654-A907-143DBFF0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36C255-7A60-4CE4-9516-BC7E7335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C69403-F87E-4C97-9A70-1811D848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3D728F-D872-48DA-B379-00894BA5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C68E96-52F3-4BE9-A46B-AF4F8396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A9DA92-4FA4-4281-BD67-83F52106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9EC80D-FCA8-41A3-9C0B-B4A99917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E39726-1E18-447B-9585-EFB99102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DB06DC-9542-405A-817A-2B8940A2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B10F89-6D39-48FD-B5B0-17873317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90016B-DC98-4350-A466-4F97F6B6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7B7B5E-DEEF-47F9-A020-167076C1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5982BA-8DA4-4CAC-B4B9-3E4C3A40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D0103D-EEA8-407E-B5D5-636EA933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460BDB-B356-4EFC-86FC-EC220511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67B09A-44AB-490B-AF31-165D2ADA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6C8DA4-3BFE-43FD-BE1F-8F2E8CC8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A99E80-FCEE-43B8-BA78-76441954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94BC8C0-B518-4795-91C6-04DBD09A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jun/26, a coorte contém 2.066 fundos. Factoring tem 1 fundo e R$ 0,1 bi; Imobiliário, 15 fundos e R$ 0,9 bi. Oscilações desses subtipos têm baixa representatividade. Consolidado ajustado: 5,9%.</a:t>
            </a:r>
          </a:p>
        </p:txBody>
      </p:sp>
    </p:spTree>
    <p:extLst>
      <p:ext uri="{BB962C8B-B14F-4D97-AF65-F5344CB8AC3E}">
        <p14:creationId xmlns:p14="http://schemas.microsoft.com/office/powerpoint/2010/main" val="5124473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44A50-B436-4CE0-A081-E974451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F7BF3-AB35-474B-8FB0-DE1287D5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C901A-FAC8-42BE-957C-C9557009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831E2-49E4-4B17-B3E1-7DD81BB7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51023-A97A-4169-A69F-75FB1F40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71DE49-BBF4-4889-8352-90B7EF14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1F3B5-5CA5-4187-BD75-7B192660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50808-06F1-42D4-8CEF-9EC419F6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7021239d21452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173DA-F788-4377-9478-9AA4C28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8C6185-2FAB-40B7-8BD2-3AE135C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FDB5C-A0AD-4D64-8293-E28A2BB4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f8ec059cdc46c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A508E-F73F-4BD7-A1EE-05045DE5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D7DBF-7963-4C51-A6D2-7DC0F37E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353A-EC13-4E67-BFFA-E78D2547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F3F4E-CD2D-4420-B68E-5E993F75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416EA2-8D2E-4356-8D79-B8355848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28AF8-A7EE-44E5-ADA6-815517F8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CC1E4-D64B-4640-B3E8-D316B6DD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618867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206CD-5735-4E59-BC25-A38F614B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1B79F5-BD31-4A3A-81E6-3180DE7F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425C6-5E04-420F-858D-AD19AD76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4AF52-03FC-4D76-864D-147A4ADB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D0673-05B4-400A-A718-6A9F6128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5B49FA-F42E-444C-9BFC-4E5ED7DD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a11d2d0e86447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D27EC-EF3A-450E-B028-D46CB5E9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262354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88557-ACBC-480E-BBC5-198BE5B7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ED534-370C-4851-B7A0-8A96BC81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C667A-8BFE-4A7F-9EA7-7B30D82A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3FD9A-00B6-456E-9AD1-A7EF6A4C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307B9-E7BA-4A02-996A-82DB089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5FF50-D0CF-4C22-95FC-E0DCD79E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0e6c160ec7b452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835C7-1F62-4DF7-944F-418585C7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8395693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98D15-E588-480C-9A68-9EB75B54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B4F63-9D09-4031-806B-5EC01DD9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6DAC2-0C89-4A8E-B99C-BF3464B9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CCE72-183B-4BD0-8169-38BA997A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74BAA-E2A2-421A-B908-2243B45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A67D9-12C6-4AF1-98AF-3BA491CD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4051cb20fc4e3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734AC-CE08-481C-B9F1-7EA68264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5696003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BAF31C-415C-4100-B9AF-3B0CE9BE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DDBCB-1E6D-4FA6-84D7-34DC44BF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permanece #2 em administração e custódia; em gestão cai #1→#1 ao retirar seis controlados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D4F01-C592-4D3A-938E-17CEDDCF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CE8B7-2FF2-4026-B66D-F6980CE3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FA7E13-8FA2-41C3-8362-9B0C5679A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1T26, nota 3.d. PL ex-FIC; Sistema Petrobras e TAPSO excluídos. Cenário ex-controlados retira seis FIDCs e R$ 28,6 bi; o saldo não é classificado automaticamente como terceiros.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05E4D-AD85-4F2C-9689-703D6B16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591DE-4101-4DCC-BA74-3BDA36C4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B5C2F0-7586-407D-B6BA-5FC5F953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95,3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ABF9CD-01C6-4213-8FCE-C4FE3BED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803ac0b9be4a34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91AAD-A096-4AF3-94F3-D85802D0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3F7E1-A39A-4708-8B05-9D54465B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1 · 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B41BA4-0AE4-4E4D-B138-8FFF3324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701120e02a4e7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3D9361-8F8F-4911-BFCA-2B9ABF20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BF6607-6DC9-4B90-8513-0D8110090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94,7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2D341B-84F1-47C3-B2EE-19B2C4BD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643dc28b42445f"/>
          </a:graphicData>
        </a:graphic>
      </p:graphicFrame>
    </p:spTree>
    <p:extLst>
      <p:ext uri="{BB962C8B-B14F-4D97-AF65-F5344CB8AC3E}">
        <p14:creationId xmlns:p14="http://schemas.microsoft.com/office/powerpoint/2010/main" val="15713968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58F02-394F-4D3F-9E14-A91A6EE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19D697-E705-4490-9929-9E73210B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6410B-013E-40E0-90D6-2D9AFEFB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C52BB-1FB0-4E4D-904F-366D9667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155AB-B676-470B-9B44-599E00E3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740E0-5CAC-4E45-BC51-3E978207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33C4B-BDF9-4D68-A9D3-DC7C250B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649230-9DF4-4C4F-A44F-8375D35A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D6861-850C-4697-B689-EEE4F268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48a510c91242b5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9E45D-3EDF-406D-AD4D-9FEB6B5E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8BC6A8-AF14-4D4D-B2BE-32DDD530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F91DD-8568-4919-B6C3-2C86E558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d6224e81df4e7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5B315-B80F-46AE-816D-7DE2BF24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8C7F42-4DF2-4292-873F-7EE1C837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C2172-CC69-4D4F-A0FF-D8C377D3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a80cf241024851"/>
          </a:graphicData>
        </a:graphic>
      </p:graphicFrame>
    </p:spTree>
    <p:extLst>
      <p:ext uri="{BB962C8B-B14F-4D97-AF65-F5344CB8AC3E}">
        <p14:creationId xmlns:p14="http://schemas.microsoft.com/office/powerpoint/2010/main" val="8805284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34A3D3-2D46-4394-ABE8-A3BCDD06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E938F-44D7-44F7-B152-CDC46442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4B5996-36EE-4867-87AD-5D8B73E1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B91DE-323E-44F6-BBA8-1533AAAD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6532D-5DD6-442D-9908-6B0E720E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05051-9DBD-4094-8919-F41B6BDE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178A8-D5DA-4369-B536-3DC04B1C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E8DDA-4B22-4DF7-B9F8-00EEBB7D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c755f95e94456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682D42-20EE-40FF-B88C-51834B8B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58E8A-276B-44DB-A050-1D692F1B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774CE0-495D-4683-9D9F-C59F2F47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C97A5-107C-4588-84AA-49677EA2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20363597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A1AC58-D5C7-4C9F-859B-F7022502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4A37C-48D5-4AD2-98C2-BEF9B9E7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1BE85-9D47-46BD-AAE7-4F15A31B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3DF66-B9F2-4094-87D2-638AC705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63B40-32E3-4D52-980B-B3CDAC84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D8101-2EA2-4E1A-B97C-50F719A8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8418C7-673D-4BF4-B08A-B1EC6DEE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A67EE-BF6B-46EE-AA00-061ADDC6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44229fc54842c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A16B0-8CE1-414E-8B25-82A8DDCD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F16A4E-A014-4199-B455-13F2C7F6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76A62-86CC-42DF-BCFF-CD93DA74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87044-A856-44EA-8A1C-A32EA10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e05647865d42da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4F040-7234-4A52-8AC3-5B3484D0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R$ 28,0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B0F332-E0A3-4867-AECC-FC61FD20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35,4% do PL gerido pelo BTG. Sem os seis fundos nominalmente reconciliados à DF, o BTG cairia para #1.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DE9A1-7EE8-452A-80C1-BFC4C174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21335734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5886A-3A18-4115-9DA8-59A0E7AF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B0D25-2E85-4B7E-AE12-F51332BD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BEE048-5521-41C4-A3F6-521EA68B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F529D3-3AB0-49CA-9904-9C643856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E328E-B98D-45EA-B058-0FB74AD5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7484E-C8A2-47BC-8A29-05C259C6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bab543c1840bf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45722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94092-654F-488F-84C6-A4B5EE1E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D8123-F257-4FAB-B0EB-22834168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B6413-705E-4314-BE8E-2DFC68E4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45B1E0-B76F-48E7-B978-49BE1FF9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0A815-60DC-4400-BD76-177BE26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42658-0B65-47BF-A04A-FE3A1E60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e2e972d7e423a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04699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3C026-ADA3-41B3-B8AA-E13DBADD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63136-B91E-4948-AF61-BA35ADCD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EC701-15A6-4ABC-99BA-EE678A55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D5992-64E3-4BFE-B3F3-F64F2EBB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32638-D747-45D5-8708-6CD6DF5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60423-95C7-45D4-A989-676EE3E7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9877e361fb45fa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82406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5B60B-171E-46BA-BA0E-B08E65FC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73F8EA-D8C7-41C8-82C2-42D9D615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C7ED3-218C-4051-8F9D-25C4E449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65881-9A47-4313-B700-7351EF3A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8C832-A9E3-46B1-94AC-F28F0E30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E5F41-5E65-4EB2-9DB4-F19C0AED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11abec26d4fb1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396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63BEDFB9-21BF-498E-9114-00D6A111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EB9FEA-245E-4B87-AEBB-1AC5CD6D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1F5C9-6A94-4573-9E71-D7F0EBC8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84C4D-21DD-4892-A58C-1B2A5182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7B8AAD-AD20-4AD4-9C0B-1560F597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9A183-8E21-4C5F-91AE-D60E9762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FC913-98F1-44A2-9546-19681D61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55E1F-6244-4D6B-A6C5-E36659A0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CF9B0D-15E1-49C8-88B9-3740CE0D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C7074-8958-4E8A-9EB1-97756911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05C99-86B0-4DBC-9DDA-2BCDB15B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A73D7-D03D-44B1-9E04-402A0EC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95CD5-92A8-4D83-9938-B7AE120E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9C908-003B-4DD0-BE3C-F0A7AC8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83721-4DCE-497A-A260-D97E2BD6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EBBD1-6B2A-4BE2-BFEB-B5CD32A8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AC7ACC-7EE9-4DF3-A5EA-92F739A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3C016E-D151-4FE4-BEFA-3081C207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5AA08E-79A4-49B4-BB8C-D6BC46E7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CCF5D1-D8F9-4B5F-9A69-91A257F7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17D737-3D1B-4052-9E3B-C8D1F941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277507-5A59-41FF-9D92-BBF31C90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1ACFB6-7B12-46ED-81CC-5D9E4C16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2E09E-95BF-4B5C-AAED-16948D4A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BFEF619-641C-4A5F-A42D-D53FA5D1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5BD11-D85B-40A5-BC2C-14869B3F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722AB-9F7E-473B-B540-6D6C8F11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E2A0BF-B1D2-4489-A2AA-1F7BD269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84983B-6A62-4CE1-BAA9-4F5BBC0A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202B1B-ACA9-4707-9BE4-D147217F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1A5BFB-35E6-4424-A906-61A1A9B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5E1749-4F2B-4CDA-A5A5-B128D72A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C09B26-F986-467D-B5D2-51706FB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44C5FB-03A1-441A-BA5D-57CCAEC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F37C15-874B-43E4-A65F-9EA046CC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C391E-BFA8-4CBB-8D26-C3D28E711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C8F288-AE6F-426B-9F03-EF42CC42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69297D-2D66-4689-AC69-E2FD3E65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8714FA-07A2-4E8F-B158-CCFCEFB3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EB3900-FE67-411C-B5C2-541A8A08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B522D4-723E-4BA6-AFE4-566203F7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4BEB37-45E1-4A87-B9BE-5DD22B5D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F9C15B-2DDD-45E0-B0C9-7666931B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37B948-6517-47DE-A87B-A1FC455A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7C4FB6-C62A-4F4D-918D-6142D090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B689196-E63E-4864-A71C-3853F589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3D2C1F5-80AF-406B-978C-3A39CBA9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15AA3C-B30F-4841-BD43-391DDA41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0FAFB45-F8DF-498B-9160-380ACC6B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D15B6A-0A42-4147-B98C-320DC680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CBF8AD-9CF8-471B-B666-EF754D17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F41B680-F2FA-46A3-A74F-4E414025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73F7C18-73D4-4869-8FC3-94F15F89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87B3F4A-90AC-4E55-AA98-32F91546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D154CA-636F-4D12-B536-F78DC428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3014EF-585A-4F71-B8ED-264D242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0CF4901-D436-47AA-8140-D2186E52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ECF37F-3223-4ECF-B860-D16FE86C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4397BC-EB5F-4C4B-A840-1C318A04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BD61F1-6312-497B-880A-31714233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9E2075-5263-4063-A98A-22DD3EEC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61EBFC-9EC9-4A28-874D-7F33188C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2AA50EC-FE79-4C17-8A6A-7AAC0F47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FB43A79-0843-4CB0-AD89-959B6D84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D4596CF-700A-4436-8A17-FC1E9325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EB8B72D-2772-43E1-A5A9-DAF56384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0F01574-D109-4626-A334-796FDF75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551898E-2893-4125-8C65-FC2B897F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B46903A-E834-4FAE-A48C-75749207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2219567-D179-4D8A-B184-B0D03B82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015EE78-EC6E-44F3-B1E7-A12FAAE7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629CAB-C582-43A2-9720-67BB8331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9401B72-F21A-4E6F-BAC9-1D033505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F49AF49-05BA-41A9-A833-2948D549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9F38C57-8E87-46F5-9C8A-28443770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69AD1E1-9C8C-414A-BAA8-E3107E67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DFCD3F6-3631-420B-BF46-68612E98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85F98B2-B669-4344-8B0C-225C4894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78F9DC3-EB82-4C1D-83BE-1C0E427E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2DDD419-5DF9-4D7C-A042-3C5F9577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0C0ACD0-3714-4721-B132-DF83CDC6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C4EA513-581A-445E-99BF-FAD35641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C838C3E-D416-43E2-A91A-0E6EC17E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2F21C0B-11A5-41C7-BF54-70F3E9BD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922AE5A-7A60-4F9C-8BB6-740DB041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FB8BCB0-7ED0-4DB0-BC1A-30F36C3A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00CD8DB-5B9C-403B-A281-5D408DC5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0A1A7BC-550C-4CE4-B089-65E15546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D6AA8DC-D48D-41B6-8D22-BDDD0C76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33993EF-701D-4461-B0B4-1CA17A64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02F1BB2-9B9F-452B-91A5-4F2FB720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8D7458C-F64C-4D94-B426-668FB468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D8F940F-01B3-44B2-942C-7530EC95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69E9076-08E3-457E-9179-CCDBC6CE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30692C6-BF7D-4590-9650-684F30AC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5F0079A-F504-40F8-9A55-8FB288A9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BAC1C53-68BA-47B7-822F-96AAC589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05E2C8F-32A7-4896-B87A-0A6AFE6C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D2DF48F-CA62-4E9B-91E1-10BEB579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E5C4AA4-FDDB-43D0-82DD-74E729D6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8B9EFBE-97F1-4952-91B4-B15DD16C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4F702E4-E8E3-4CA8-B76C-E175C9C6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453BF13-4136-4F25-A1E8-20AFE66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16B67C9-189E-4845-95E4-BA5020E5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3E51BBD-06F1-4C31-866F-0B7B6460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3EB57A1-78FC-42B3-A8F4-85C6C532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2A89EA6-0CEE-4144-8E77-6574F5C6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20BE68A-434D-4058-8C53-A32EBBFD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EBAEDAA-5C39-4221-B50F-797120E3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8215962-FE5B-4462-895B-5CE50C12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EF93FE0-4B46-445C-988A-3A5A07A4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B0A21C9-359D-4E53-8E70-1ACD126E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69C3A98-4253-459D-80BE-AE48BBCB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88E036E-5312-4071-AEDD-44324255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E1A63AE-B717-4BFB-93C9-56DE16AE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9B489E8-5B2E-4E22-B83A-498379EB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B2BFFF95-366C-4FA7-A9AC-AA7339AE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1316830-7F8B-42D2-8701-7940FB1A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633B2EB-A24B-46A5-B692-60154CC1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A53400C-34A7-4DC7-9AF4-0A0B02BBB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301EAF5-BB25-46D2-A7C7-AD55AE52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E13CA80-FC22-48CF-91DA-6B4ECC4E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DC6E670-C9E5-4ABD-AE11-220D9525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EFAC1E1-A27C-405F-9C34-573A0319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B0EDF80-90F4-48C6-9761-CBDDAFBB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DB657DE-AE80-4B18-95C6-A8BBBCDB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EF7DC17-6C0D-4A7A-937F-62136F26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94B13CD-6396-4895-A75F-372D039C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BD43BEB-4001-4B6E-B63A-DB922616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65015B8-755C-488E-9A7D-B1FF0FF8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B92E8BB-76FD-4224-9EF7-C5B859D3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9805D4-9AD0-42CC-9F5E-A76875F2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D870E17-1E6F-4520-92A5-A83B0B81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BD47055-8842-44E4-966B-B7FB01B8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F1AB707-CD21-418D-91A7-F41A5DD7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910AD79-E2EE-4F17-B9D0-15CDB6FA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A21AAAE-EB74-4504-A1BE-76EBBBF1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2DD768F-DFC0-4166-8DCB-4F0272B8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4E2A5D4-CB4D-48E8-8F17-55D452AF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05113A9-6D3D-4A4B-B761-61B96BD4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1093CC8-EAF9-4FEE-9958-1481F637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CFE09F11-CE82-40DB-9BD4-0EF5F61C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FBF6A0C-8893-44D0-BF12-0603BFF4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D0FE9B5-803F-4062-9AD2-34627F46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CD33036-2732-4EC9-8577-78B43860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65AAC3A-D80C-4087-AF81-4E266C15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51BBDA6-9750-4F65-A1B1-1312B4D1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850A1FB-2D59-47E0-B8AB-AED4FEE8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BF8D4CC-5268-44F9-A80A-B383983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6148AF9-A9B3-4658-9C0E-8A977756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4ACB487-BE10-424F-A5E3-38CBFF5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2187DD0A-118D-4800-A872-F8CF6DF6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E73C33D-92C4-47DC-A8C5-5E4C271E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F6F9613-799F-4927-B440-E316B3E5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F03E2E0-BEFB-48EA-8561-DBD4D3BC6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01774D6-5E1A-4735-A202-562FA3C2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9F0CD1F-C03C-4E23-A3AD-BFD812BC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B5CD968-5C21-4052-BB36-B81620D7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12F78DB-69A3-47FA-B3A0-20A4AA00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93403AF-388F-4A4C-9E61-7E900E8D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A1A3F2C-F5AC-49AE-A250-839694B4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8DB27DA-D048-48D2-B7E0-7CF08792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98D03A5-FE52-47E4-84C6-C1F56862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ECC1198-1389-4380-8A5B-9DCD301F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A7FC4FF3-3A62-4657-8DAB-D6877B02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F41CFF1-2618-4BF9-B03B-A15D1978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BA19CDB-7B15-4F28-8CA9-D4A29391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5527142-A57E-424C-BDD3-4537A55F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C14B109-3B2C-42E3-8B77-DE679D50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9B6A7E3B-32DC-4D8A-BA1F-3CBDA34D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CD3D52C-7BC2-4D2B-8F18-DF80BAA6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B66DEE2-8281-4FE8-886A-3A474144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2DD2D1E-D607-4817-99E3-5F070668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30D6210-D910-4DF3-B6C3-8F6828F1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FB90FCE1-1194-4D91-BCFD-B35122A0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A0430CD-5AEF-4F8E-8DE1-52CC7BE5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487A70DB-0DEC-4B45-9C08-736CA0AB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FD18CBF-9E71-462D-BD1E-09BC80E6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09BA828B-EC32-4405-A352-60DBF8DF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3E2BC2EB-09B3-495D-AE06-85391B64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741516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3567891-6023-4BC6-BC88-9983B5D5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59AAA0-6570-4E8C-A528-F7576A41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EDB96E-0181-4186-9392-28C5C85D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3AC6D-F5F6-4856-8959-6CFEC50D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3B059-EF17-4978-93B3-63016595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0EACC-BF0A-4C9A-8648-FF65AB5B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EA6D1-2EF9-4EC3-86D4-AB9A970E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FDF51-4A15-4479-9209-DC221E40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56FF4-0BF9-4098-BED0-3DCD03AB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139E0-074E-471C-89C4-DD4538FE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EE6D1-3E97-4381-8FFD-2C7A1D4E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87D3D2-B898-47C1-9AC4-403A86B5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FCBDAC-B86E-4CE0-A6DD-4DF367E4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C37D4-6F60-4409-87BC-8608B077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058B3-F50F-4A25-9EC1-FA9119F3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7A69A-72DF-44C0-ACA9-51D91C2F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3971A-A73C-4886-9FF8-FE7FAFDC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E9B2DB-8190-474B-986E-CF5B4BCD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6B5384-384C-4685-BBD0-EB944FE6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F4F85-18A9-46E8-8E1F-BCAFE6BA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F3A3AB-F46F-41AB-8525-41E4F2CC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2E54D-3C03-44C9-A54E-1B91E94C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77E0F-B53F-4BD4-9835-2243212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BD1FC4-7DFF-4B34-B124-41D2F091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E0C9EC-4AD2-42F3-A608-0BF497D0A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72F2A1-637C-441C-BCDA-403356DD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A68431-7639-48BD-96BA-37000DE0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380EEC-FAED-44CD-8D77-BDFE41B1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267B4-B8DE-49DE-83C2-8230FB32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173182-8DC4-4971-9320-B045EDC8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24BF1C-C7BD-45E6-B1C9-E66B7175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ED337E-6737-4298-85AA-5356D9D0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977840-4F73-4111-B1AB-0528021C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477A1E-4261-4BFC-822B-9BFC8999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C75E9F-7F5A-45CD-BC6C-2DA7CD88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288228-CE8F-47C3-B28B-89537BE0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DB6010-46E6-4CF9-885E-9A7A6052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59CC9B-E789-4ABB-B9C0-E7E22B81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3FCB40-243E-46F3-9587-9C215952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B43F6F-610A-48D3-9397-7348178C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E26784-0B07-443E-BDA5-2E5AD676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E2D152-BAC7-4368-A350-2D1CAA41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3E745C-A776-44B1-8507-BF3B3DB3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6247B2-FF59-47BD-9E3B-B4E6EB2B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4C72E0-A8AD-4BBD-BF7E-8A0FD106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6DC6D2-57D3-47BD-BA92-4A2E6799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12B226-FB87-41F3-A26A-388C0F18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086332-C2B3-4B80-877F-407F4CC3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2DADDA-AEA6-4901-957E-1362E17D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11CD77-CB25-4520-B4B2-37C86BA8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33791C-A490-456B-A7CC-3D663D05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EB222DC-0EA2-4593-A798-48D21B1A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1AC8E7-3035-4871-897E-21357883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1701A58-7CB6-4FC3-8318-9090734E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B82ABB-FA7D-4691-81AF-425CB0F6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BA5806-5D97-4F0F-B0BB-3491C860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761FA0-A96E-4DCF-9A5E-50065DFE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E9EB04-34F6-48FC-A019-2A1F8F40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71D3E69-728A-4B98-A742-D3EE5868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4403B2E-676D-4E48-9E05-E880BDE1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96A9EF1-8E59-4369-9721-71A78206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6118743-E38F-43A8-B116-DBA67CA2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0DB65B7-A7E2-4A46-8409-F25F808E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5619FF2-ABB5-4577-A382-D62E5293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A43324-1DFA-4143-9299-1D5A37DC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7DB03BE-3251-4D6D-939D-BD98CF3D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C2D70B-1A4E-4A6A-B4F5-D2C9F05F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DBCC664-38DD-4E1F-8FEC-A300F326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706C8E9-3BB1-44B4-9417-218C699A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FE0B3BD-91DC-4401-8066-823A993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B09A702-337B-439E-975F-6233565E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387EE0C-04C6-45C5-BE7A-66FC11D1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9FE25A-6E11-4205-8376-D9918C7C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8BFD19D-BDF9-45B7-86E7-9C90FF2A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62EB108-7CE4-47B4-A4EC-D3BE12CA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7565287-3BED-4395-BED8-75078CE0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368B52D-D6CF-4787-BD54-D1270B80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6B84E79-0A93-46C2-A0F9-7550C23A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378CB29-C9D4-46C3-B6E0-AF357826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72D9B36-9D5B-4DC6-918D-56D038DB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E22373B-5B8B-4EF5-BCE0-36E59D58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BE27DB5-2888-4CB5-84A4-E00340A9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ED0991A-4AA6-464E-82A1-79A037D1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E52BF0E-85AF-4178-8C1D-6E4456BC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454762C-3C0F-4725-A26F-7AEEFC0D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10D555B-024D-434E-9948-69771E61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98E0E2E-2EC1-426C-854D-59DC72A2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A1DEE34-89C6-4D47-9398-EA4E1ACC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DC6F17C-6B07-4780-B163-FA5437C8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19FD297-50C7-4A0C-8F81-8736D238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E38731-F908-4CC6-BE39-F05510A6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5A3629B-A401-448E-AD2A-9404A895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E89C9CA-1716-40A2-ACD0-812713F8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3F81B79-9362-492D-96BF-38427E15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B8DF638-47EB-4868-9A5A-5A6A1854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16B3045-7998-4475-94C9-D1B71317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65A1664-A8B9-420C-9F94-776D1191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B870464-9EC3-45D3-9FF3-03C3E88C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4028CCC-A9BC-4CD4-A85D-1A034D59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0A9DB5A-B9E0-487A-BDDE-766F4719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2CB2153-BF76-458B-B3F3-AECEB1B2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99F77E5-BCB7-4DA3-BCBF-7F121B8F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56046B4-CF4B-4C77-8254-485506B4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53A4B63-E4AB-4BA2-87FA-8D287084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EED83DC-7606-4830-A6A0-7F95623F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0F989F6-F618-4860-9571-7F409FEA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FC9C9ED-4AA4-4A73-887A-54BF0C3D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1CD0692-211C-4FBF-BD69-ED1015D9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9173CEF-583C-48EB-AA19-57480F38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015FE54-3836-4FDA-9C5E-7B61D479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4A9D07A-617D-47C4-B71B-3817F5DA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580B9A0-9DE6-4A3E-B435-0E498143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27EFC67-0E3A-49DE-A615-DD1C6E14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991DF5F-108C-4230-80BF-D7F37504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B69A565-F66B-4DD2-8A06-E8CE3D09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094ADA9-A75D-487D-919A-2E2A5762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5938BBE-42FC-4901-8A84-0437846D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C0E4FD9-4A38-460B-A298-3C5E8848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567E8C9-8724-44F4-85D9-BEB6499A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44C78A6-E389-4DC7-BF59-A465C77C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537BD65-E41D-4348-9ADB-C12E0533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946EF4B-E4FB-4B46-86E4-95014E7B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25C898D-5200-4E6F-8C2E-3F362F06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A88A4F1-575D-4A24-A39D-17A396F0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D06720C-9F13-4E23-B666-16ABCC6C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BF2B695-36BF-4E70-B9A0-E7E64695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3A2D36B-E6B7-4A0B-B39A-8E024BD8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B1E12A1-621D-41D6-B0FA-75E1012C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0AE24D4-EABD-411C-8727-EE95AFFD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7CE6740-7A6E-42B1-9A7B-9D1785B7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7A60167-9E59-4E51-A95F-56D74D87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C09DC3A-0C63-4FB2-9A88-ED55A1D6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4992E36-D96D-4CD0-809B-6559FEE5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F4B278B-400D-4098-9F0E-A4551030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3436D37-BE0E-4D6F-BC70-FC75E4BC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86FCE2D-C4E0-4E6F-AEC0-4038E21F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28A08A1-FCE3-4F3D-A4CE-745BAFB7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B3A363E-7929-4B41-BF07-448057D6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04446DE-5DB6-4AB4-BB1B-008CC1CA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1164B44-CC0E-4A95-86C6-B7076DFC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A480012-B6B6-4EAE-9255-DFC8B35C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A8F89DD9-C5D8-4EA0-9DCE-BF85D958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E087278-D816-43AA-B614-7B148F52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0BBB5B1-E957-4D08-ABCE-142428378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51F9948-8F08-43A5-8991-00B6B65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BC28F91-5E61-4FCF-8A42-C2A04EE5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E2205D2-C07E-4126-ACB2-48DAC306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8F6AC8D-2E37-4186-8DE6-86EB534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1F651BC-7E64-45EF-9183-70AB60A7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0237266-876C-46D8-8D1E-27B3A1D0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E6EDE13-41F0-4E21-95D2-384F8F9E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C400531-18E2-4559-998D-1C025CFF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7111FD2-F4F0-4C17-8E3D-F4009302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3260B2D-9AC8-4A0B-A0F3-CFE123BB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3FCB0CD-6815-410D-8C17-0C2E767D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55AF4CA3-2B1C-4A9A-8DC0-115255AE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9C1A6E0-003F-4C7E-8F9F-F0355A6B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31328EA-7472-46B5-B058-34F39D2E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5E311CA-78EB-4F9E-812E-AA961DC3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CD5EF6D-D155-4FF8-A276-285BDC14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17B3BED5-3580-4B27-90BF-4408A6A0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CD76D02-D040-4683-89CC-9C6C4B7C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523FECF-A6B6-4291-A6E5-D1DF8ED1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A9D9824-C016-48EE-8823-832C93ED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40E035C-71B7-4A77-B0AA-CCD2D846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038C408-0ECB-40F2-B953-51056CEE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1405396-81FF-4FCD-A855-8F2BA3A9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8C4BA0E-4595-430E-BCAF-214E6319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1763249-0B9C-41FE-9AE8-EC75BA4C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C07175E-53FB-44F7-BAE9-B368CA34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226E1FEB-3D52-4403-AC88-983EA782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51D2E8E-D136-4D34-8110-99D0043C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1D9C21B8-57F3-438A-A790-B50E9C51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003439-3741-4049-9FAC-2FD4C20E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75323F0-0838-431B-846F-21C1CB19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CC28390-DB39-4E36-AD3A-1BAE5928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F5475E7-EAAD-456D-A399-D8EFC8A5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B735D5C-F446-4B32-A950-470BA251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7D855B21-A17E-4405-B9C5-6DC86FED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7233A0CD-096F-4836-83DC-D15E3D30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4442706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B0CA0E-BCD6-4373-B26C-77B84150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CD30A-D9AE-453F-9F5D-0D5EEB1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C14EE-638B-4F29-B62F-A45A869E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AE32B-AB06-4E66-A524-DC892C8D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BF5583-B35A-4894-91AC-A1827068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C3852-0FC8-4398-BB86-9B5AA4F4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ac0b82d450499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D3558-7E21-4AE3-A480-438DD1F4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D8E51D-8270-4578-87F0-620D839B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6FC5E-6B14-4478-AF2A-030C805E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D90AF9-D54D-47BE-81AB-92B6AB5E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F8C085-CC67-47F7-9311-F15BCF3E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0CE69-FD72-4593-B379-8D1CC9F9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3F317-E17D-490D-BA6E-B7FE6402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77D62-A8CD-4FE4-B9B1-2376643F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2D3781-98EF-48DA-9066-1D6986EB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E5EDB-D6A1-45E1-A17F-592D475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9678C-53E5-48CB-8C3C-2EA74AAD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86B35-1DE8-4176-AD75-CEB221A9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FA78B0-FD5C-4FBC-9B19-FBA571A7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57FEF-BDBC-42AB-803F-499B3C77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8C25F5-14EF-4E60-AC37-C4563338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FAE79E-B696-44CD-9AB5-AF4C4B72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52CD6D-FFC8-41D6-9AC9-749D4B86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3BE0DF-D3FA-4124-85BC-4D28CD98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CA14C-28F1-477E-ABC3-4175F6F2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683594-6D79-4495-8EB0-3860E0CF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2379752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0A675F8-38EB-457D-BF01-A9FDC9E1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95639-D0D7-4E12-BAFD-4D15FED2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2DAE4-9A58-4DCB-8817-D5855983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08374-5A82-4994-A139-AC26A895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1081C1-E3D7-49F8-AFF4-35CC38A2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ABEBA9-9E41-4C3C-B7C3-09294779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8719C-E242-4F90-B5E8-365CA14A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846FF-8E4F-4CB3-B75A-CE1C8931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8F8A6-4A8B-480D-B688-22A8AAD6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A26F3-4E07-4663-9137-5DB2152E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52219-79AD-44BE-9232-65B5FF40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A6AD9-E913-42B7-82DF-2A073BF3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94B98-F9BA-4933-8D67-92CF4AEF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F2E36-6EDA-4062-8B68-F603DA5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F9A6B-BFFE-4BF4-A75C-09218F51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7751E7-4F29-41D8-8EF2-365E1DA1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FCC96-E2D3-4896-BF3E-4C7C608B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63A5B-3250-4FEF-9606-E0F09DDD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4DA8C6-D155-4CD2-98A8-96310BB0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A0BB3B-1C6F-48AB-91D7-16832537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F79EF8-E388-4126-BEF6-718BA97F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4EA019-524C-4124-853D-F46D136F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CC99BA-696C-4FC8-8274-320B4D6E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AB2C7-A727-40A4-92BC-AEFE7FF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EDC12F-608D-4600-A942-8338FE79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56896-0429-4D0E-9795-8B35A744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8D096A-F0B4-4CF3-99C6-D67E2B62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699D0A-4B4C-46DB-96E7-71746CC7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7DB0DF-A910-4439-B96C-0B470631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FCACD0-99EE-44D2-A307-71D62051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E15514-41E3-4734-ADD6-D5FAFFE2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7C33EF-0C2D-42D8-B1F7-BE60DDF2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2657C8-A542-458A-9AFA-3D224440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14D7D-2B35-4D8B-AEEC-155065DB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49DCA7-A353-4617-AC7C-590B1D6C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60D908-5A13-43D6-A15C-573DD9E0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BA8B01-68A6-420D-8570-B5FF640E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94B222-0D34-448B-BE8D-8B42F0D6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958E8A-4865-4CB4-8B41-85EA642D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406C7C-61E2-442D-BF49-501194DB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8A938B-49D2-41F9-8058-CF9D0545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0148DB-5197-4874-9281-2AA92DEE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C03E2E-8953-4031-BF73-CA6BE0BE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BA3F9F-BB33-4388-8C06-A94E3EFE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5D566D-B54B-4E16-B8BA-70E328FE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755CB5-7314-4049-BB2B-F45E8197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944A1B-4150-4C5E-A25A-6CF3F830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451979-E15B-44C0-87F7-BEBF439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8B7FE7-8B8E-474D-8F06-A69DAE13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EE7146-4641-44DB-A257-C41F523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12C810-4678-4E58-9052-264FEFE3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5CCA1F-5A7A-411B-BF40-4AA95737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A70B16-5F57-40E5-8125-8323B86C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E9C6539-DEE0-4B4F-9A17-91466386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112A717-A244-42A7-BC29-52C612FA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CDE7258-7BB1-4927-A243-CB1B2CB2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FC3E4A-033A-4A4A-8F42-D55C5980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7067982-4F41-4658-9A1B-3C28FCC2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B15F201-AF73-4C5E-9D9D-E713196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96EA6E3-0F42-40C2-9B04-C2B00020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A9F5214-99B8-44E1-92A8-502A3003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6E3ABEC-6E9A-4021-9089-6FD75B0C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CBBEF1-34FB-4627-8C1D-05772F84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8B595CE-E89A-4909-A325-F3CAE3A6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65D5EE9-E479-461A-BA32-16BEF73A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2EFB1B4-1582-41E5-8CC2-E572B0CE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D75B45-67A9-471B-9688-AB301577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2B9136C-049E-4C8E-BFF0-5F54FED1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64B98C-6261-4D25-AF4E-52BE8CB9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0087C61-EC46-464E-A4FF-7F405FDD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B963B5B-F02D-4E2A-A2EA-0A090090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05DEE2E-71AD-470E-97CE-A2027046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4D90056-BCA5-444A-B594-825AB962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7A11C43-011E-4573-85BE-60B89120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A6C5609-399A-4032-9B0D-14156C99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906E44D-A212-4DD0-9729-95A236ED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F60B2C0-244C-4FDA-B69C-B5CBC126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66C840E-5098-4A78-AA7F-CCB71045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29087595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0CB6A4-9CB5-4A6E-9606-6BAA125E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4AA59-2C32-4243-867B-6537EB9B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AB9CF-F846-44DF-8CBA-1A66E36C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98E03-8FBB-4283-AEFE-3B488BB5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87B6F-BBF8-4F0C-B790-D16C2A7D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34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snapshot de 21/jul/26; encerramentos considerados até 30/jun/26. Unidade = Número do Requerimento; cotas de FIDC, oferta primária, status Oferta Encerrada e Valor Total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202F5-7533-4508-8756-2C163D52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3B676-0CD2-431A-BD89-2EA4EA69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898A8-075A-4CA1-BDE0-0545B5F5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5e810e44224d3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7919CF-53D4-4B91-B05E-345AF71D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25F79-46F4-4D75-A029-E9BDC1CB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8c771ddefc428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C1747-F369-4249-9316-9005D3E4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D26E80-89F4-4D9D-B865-6319D3AF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F1A438-6269-46F4-9377-3C3AF327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0A1526-888E-4F31-98FD-75CA427A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C1A0C-3775-4C3A-9557-54F92440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F2288E-90EF-4268-942A-158AD6EB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D980F-90C3-483D-8E3F-F7B95673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77C0DC-56E6-4D3B-8124-203F7DC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29BD3-2A1A-4018-A81C-D15CA875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8378C8-0A7D-4272-A426-2A8ADDD2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0359E-348E-473B-AE34-9B5BF684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6D61BC-4F43-4379-941A-00D814D4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A2B893-1298-4066-AF23-9EDBC6B9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60765424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881DB8-85C8-493B-88DD-530D41A0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E657D-E428-4CB4-A803-AFA12437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R$ 22,5 mi; 22 ofertas acima de R$ 500 mi concentram 42,2%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B3FA2-485D-42E1-B7BB-9FC42FCD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DD2F2-1411-48A9-9E5C-311B1719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2B9BB-E75E-48B9-8A0D-FEA15943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Públicas, snapshot de 21/jul/26. 2024/2025 = ano completo; 2026 = jan–jun. Cotas de FIDC, oferta primária, Oferta Encerrada, valor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A383E-2824-4E9C-B97B-3AC99CF8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8F478-E567-4A3A-8E38-40D6D5F0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E48E3-92EA-48C3-8DFB-1E576BEF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6c91dc1d504fe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AD680-D143-4EB1-99C5-700F44FD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D2C95-55F7-4AA9-BA7B-83EDAB4B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DFD1D-A5CA-4412-97B4-7445023C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42,2%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A18A3C-5407-4C59-BC9C-E81FF2FA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B3A24-3B24-4DC3-A56C-4FB1EB83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ficou em R$ 84,9 mi, enquanto a mediana recuou de R$ 30,0 mi em 2024 para R$ 22,5 mi em jan–jun/26.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171390147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B855EF-D701-4E99-B280-F899E4E9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C04E5-C576-48B6-8B85-57B4080E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 originadores identificados somam R$ 21,1 bi em 2026; cobertura nominal de 32,2%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F67A4-8BC7-4E90-B4E1-6A3127A5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34030-817E-4AED-BC19-BC9E0A12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456B90-2156-498C-9B36-4C67A33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30/jun/26. Origem = primeiro match nominal auditável em Nome do Emissor ou Ativos-alvo;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DD3A5-10BD-4D1C-98AA-6837664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B31B50-FAD6-4B8B-8EF3-A34864D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9F1D60-A4B5-4DD4-A2A2-B9D1FB11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160026035e4f8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A224A-2A98-410E-A81A-6409E8EF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09D71-A452-4CAC-9BEB-30F7CE69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60050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C3F808-258D-466A-8580-6ED060D0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A620F-386C-4522-BE54-3162DD5D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5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distribuição segue institucional, a gestão é dispersa e a infraestrutura fiduciária permanece integrada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5AB06-23B9-487E-923D-84FA96D2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3E557-6B42-429D-A802-C87F1AA6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7374C-1354-413B-96A5-80FF19D9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FundosNet, BCB e DF BTG 1T26. PL em jun/26; ofertas encerradas até 30/jun/26. Universos e ressalvas constam em cada bloco.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2539C-2D90-4497-818B-3D520F70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CB6BA-36B7-4149-8CB1-38029771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1D926-3B16-4462-AC65-E3A183D7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2026 YTD, o ticket médio foi R$ 84,9 mi e a mediana, R$ 22,5 mi; PF respondeu por 4,0% do proxy de volume colocado (cobertura: 97,3% do valor registrado). Entre 784 fundos com PL ≥ R$ 200 mi, 58%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22156-D010-4DA5-9B55-89387A8A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AD592-2274-49C4-AC2E-68B52B24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CONCENTRAÇÃO POR FUNÇÃO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4B656-38BD-484B-B517-27DCD66E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é a função menos concentrada: o Top 10 reúne 36,4% do PL ex-FIC, ante 71,8% em administração e 72,8% em custódia. Esse recorte exclui Sistema Petrobras e TAPSO.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39E49-541C-4333-B54A-28B7E3E0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58597-72E0-4235-A897-C900727E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VERTICALIZAÇÃO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96795-06CE-487F-933B-48CC26F7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e custódia ficam no mesmo conglomerado em 90,3% do PL bruto, distribuído por 3.782 fundos. Monoestruturas, com as três funções internalizadas, representam 35,7% do PL.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A10351-7525-495F-9966-5A8F3988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2F163B-1038-433D-8AF4-2A8E0600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COMBO COMPLETO NO BTG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9FDF0-1DA6-460F-9B5B-8D38A3A9F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 universo ex-FIC, o BTG concentra as três funções em 70 FIDCs e R$ 78,1 bi. Após excluir os seis fundos com controle confirmado na DF analisada, o saldo é de 64 FIDCs e R$ 50,0 bi. A DF não permite classificar integralmente o saldo como carteira de terceiros.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79C765-DD42-4A05-89AF-1B304771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70BF4-EDAC-43B1-A317-F02E2E09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INDEPENDENTES COM ESCALA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3791B-7392-4DBD-B13F-A67047B2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lidera administração (R$ 124,1 bi) e custódia (R$ 122,3 bi), com Singulare consolidada no grupo. Oliveira Trust é a maior gestora independente (R$ 35,0 bi; 3ª geral). Na coorte CBSF/Reag, 35,0% do PL atual dos fundos continuantes já estava em outro administrador em jun/26.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AAB51-7307-4451-A040-F7E5495B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EBA74D-89CC-48E4-8EF4-415532C9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OFERTAS ENCERRADAS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2E182-FC52-419F-A884-17937A99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771 ofertas encerradas somaram R$ 65,5 bi em jan–jun/26. O volume avançou 15% sobre 2025 e 60% sobre 2024. CloudWalk teve a maior oferta individual da base, de R$ 5,5 bi.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42DFEA-9750-4064-9568-988B93EF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63683-ACCB-4CD3-B943-8BAC5C87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MIGRAÇÃO DE ADMINISTRAÇÃO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FA7691-3B0E-46E9-9C03-0A2E097F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257 FIDCs trocaram de administrador entre dez/24 e dez/25: R$ 33,0 bi, ou 7,2% do PL comparável. Oliveira Trust → Bradesco somou R$ 8,9 bi em dois FIDCs Cielo. Gestão e custódia possuem apenas amostras ICVM 555, com baixa cobertura.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BCB176-2470-4A80-A0CA-D822DE39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3409D0-B247-42E6-A9CE-5B3057D8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08 · LIMITAÇÕES DA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CF5411-AD8D-4449-8F36-7096B7D4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“Outros” concentra 39,2% do PL ex-FIC na taxonomia ANBIMA. Em jun/26, 178 veículos reportaram inadimplência acima da carteira; o ajuste limitou o excesso em R$ 14,6 bi. O lastro dos maiores fundos ainda exige curadoria documental.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803337-4F6C-40A1-9808-9E752874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6791860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04B798-CEC6-4DD3-9D05-DA657B17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2E4F68-1FAB-4576-A9F6-53FDEB06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8B392-8723-4D86-9823-025D42E0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4F9BB-78B1-4DA5-A2E6-85C955DF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2CAAD-E233-4271-83E7-B01760CB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73E24-5C2E-40E8-AF42-5408BA5E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C97FC-4961-47ED-BFB5-8C14DDAA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EC544-3E0B-40F3-800C-7763DAD3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10852-A910-44D6-AECD-9ED95A39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EF289-504D-4318-9AD0-928CCE91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6F7F23-EF04-4A5C-B7D2-DBC065FA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1F621-84E6-4ADF-8555-E53D06D4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E2230-5932-4928-B60B-939F26EB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1C8B37-09FF-419A-BD73-CACC7796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B8F7B7-6343-492A-8F15-B5E35D6D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A094C8-25C7-4132-B276-E3FAAAB5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92EA4C-B190-4079-B4D7-987B210C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A4D119-4ED0-4530-94BC-CCEC93AF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C5F3B-727A-45B4-92ED-AD62741B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8D259-DD9A-4119-9D90-F80C1A17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2BFF60-31A9-4C8F-B51C-97897520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D0BF1B-8E26-4537-A92D-F493AE92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BE7AF9-C960-49D6-A345-F9BB5898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42E1E-C515-4B50-91D3-C42FFF43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3E222F-B171-4D4C-8925-4B206F1C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5EB66D-9D47-465E-8DBC-DB3DC0CC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1AA0F4-8DD4-4C8F-A993-25294E4C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781DCB-E309-4DF0-99ED-BD3BE418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C568F-DA0D-4335-AE7A-A6658B1C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5EA68A-8F12-4F46-A921-B4F4D836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377F3A-0839-4C18-943F-43E2920F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8B6836-B20D-43C9-BFA5-FA6BB32C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831E27-1E7E-42F8-A0D8-011EF9B4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D5FDBB-8502-40BF-BBB5-1C54BA5B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587045-F240-4292-8AAB-51FEE287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6F6C43-12ED-46FC-BF0D-3E84123C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E2DC25-9773-4DAA-9D0E-0BA1791E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450CE2-8767-498F-BFC3-B10A945C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275E4C-DCD9-4F5A-9E56-704B1E2D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5D19A0-CEC6-43DC-A109-6941B11C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0373869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BA7F11-FE4B-4A89-B8CA-6EC18306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66DEA-2759-43F1-BE5F-26F3823B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0CD56-53EA-4FD0-AB59-2A47728A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55AB8-9C0E-4B02-973E-C7E3E123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7229C-84C5-4C15-AF44-8E4B7FF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04DD62-F83D-4957-BB98-2348ADDF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f26810ea0a4d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942E13-2F61-485A-A867-63A19B7C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C09FC-BE7F-4EA2-9758-50048C00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8093562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1ED93-77D5-4551-AD83-A2CD464D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A17D-F7F8-4EDE-8CAD-D4B686AF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14FD4-6E1D-4E37-820F-D3EF13DC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4950B-F7BE-41D6-939E-02FF38B8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B5B54-D29A-4BA6-9544-204493D7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8E19C-94B2-44DD-B939-A0DAEBA5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61d7924707440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D56501-66B4-4157-AC1E-5DE4BC7C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F1DD17-1BFB-479D-84D9-CB0585B2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2868012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C701-AD5F-47CE-A9E1-41D0D9F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6B34B-5187-4B29-9AA7-206238A8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ACA47-43AC-4D31-ADE2-F05672B0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E6E5E6-FD72-4676-BFBB-AEA3CE2C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40C4C-15CA-4FBA-AAA2-310E2A1C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B96096-E990-46D5-A748-4A32EFD9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86f5680eff4a2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63864-218C-4612-8C7C-B65E0E25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BE2E8-15DE-4E98-AD43-E7FBD348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0430844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AD3242-001C-463C-829D-FD443795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4C313-0CB5-4E13-96B2-93982060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DA1CE-4553-4735-81FB-6A826C8A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38CF1-2D76-4576-A42A-2A298940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CA885-D5CD-44BB-A34A-E573AA4F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C99E9-32CB-452C-8CB8-DDF36D43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951220-0064-48AC-BF7C-BA32FDE6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592D8-8A7C-4188-BB70-59BD5E5D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2E5DE1-D8E7-4D97-9A70-5C5D4D55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B7531-B5A5-44B3-A63A-0D4F0CDB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373EA-5877-43D5-8B28-D3C35A5E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B86C9F-7092-4FF0-A17F-CB0E43FF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11DC19-19A7-4625-8287-FD57FD03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0AB206-05FE-435E-A7C9-2E3E21EE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15DDD-E19A-49E1-8161-F3839C25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DB6ECA-9D5B-487A-B73E-783C0660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E9137-E3E3-4822-BC8A-E1265866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8C499-16A2-4929-B475-4DD7F5D7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9B63D0-2D9D-4426-9CB9-70BAD6A0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47FD8-AB79-4B07-B1B6-650427C2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D4DB73-36C1-403C-8462-979B1BD3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5B4E9F-7306-4D1C-BE6C-1BCCBEC7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4E904-48C1-4A30-A611-2AC92EE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50E6EF-EA1C-41CF-B7B1-6642360D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922FF-F6D8-40F3-9AC1-99A0598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2C0545-8738-4290-8A14-9227CB9E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7E23D0-2CA0-45D6-8558-FD9ABF34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03BAA8-6B72-434B-839F-DBD195D0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557302-2C35-4080-993B-27F6769F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87896057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E641D6-F0E4-4AAA-B7CB-A2B4BD08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AD2C0-967E-4F35-8C0A-78A0B6B1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5C567-B8E4-43E2-BCFB-65BF1E4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5FAFC-378F-4126-8CE1-7A0B2FFC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A9037-F8E5-4F38-8A95-42E0803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DDE5C-B0BA-491B-8099-D991D942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89744-E273-424C-81A4-E9FDD835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619160-5C7A-4937-903F-52D0C704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28FB7-1E62-485A-834D-9471526D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3348C-BC0E-4958-81B9-1521E335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BD7971-EB72-493E-8F0F-3A1C5916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81069A-AD22-4353-927E-CD3237E5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D9FB1A-33D8-4109-8105-4A21E2E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7BDFA-0A34-470B-A0CC-B8DC1BB2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03CBFA-91BF-4749-B3AD-89815C2D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7F5DD1-EE49-4D34-ABC3-13511722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F33163-2B9D-41CD-BF16-A34DB67C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77B6E-09A4-4583-9E48-CCF9C7E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F0E11-1B1D-4AE9-B657-D748996F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95AA8-7C61-43F9-BF86-B3BB6F5F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85E213-2D5F-483A-A9E0-405BE822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F7E7E-E556-4C82-A6E5-A6BC7817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5132E2-77A3-4280-8C48-88604F02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B592E-63B7-4697-B8CC-F7DE7AFA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D7A345-58BD-463B-A6FD-3C5955D2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386256-3D03-4A31-9C0D-7F1CBDA4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D516CA-D3D9-4A96-ACBF-84699BD7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BC5BE6-9424-48F7-809A-3B009F83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EC9FD8-EF3E-4B75-A543-4ED92675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8604554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C0B63A-5C22-421A-BC80-CA9F8DAB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11A1B-A27D-4E81-B7CC-E2434F53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1661F-B513-443F-92D5-087A1AEE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16D2E-217C-4B22-A5AD-76543083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3A7FD-7F84-4A25-95BE-72D4FEBD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686FE7-6B41-44D7-B630-5E28E03E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5B5D0F-8AF3-469B-B2B9-A98BC3DD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EBA5D-9F68-48F6-A28A-AB114778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3CC7D-C50F-4950-9F3A-969F29D3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B2D30-DE15-46A6-AF5A-23F39CED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EB66F-E097-4D3C-8AD0-87AF9C9D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4013E-56D6-41EF-8BD7-349AA68D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FA0A8-C593-41D2-8916-E9356E40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824ACB-4D2D-47F9-B11D-E918024F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840DA-E8CB-4C41-8F81-11AA06C5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9D784E-E38E-4011-8E67-F5FBDAF2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17B8C-BE87-4767-8DBE-D7148686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C753A-8032-42AC-AFB7-595CD679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FF7FA6-A781-474F-9D35-81B81AFD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A21F0-D17B-455F-8E8A-901E9CCF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40C0EA-97AA-4E66-A892-97231382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3F16F5-AA88-4779-9CDC-6AFDCE58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68FACD-5E30-4A33-9B02-28D6EF10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130E0-BFF0-46DC-947A-29DCFB66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1CE137-1042-4699-A271-682CBE8F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2ED70C-5773-4481-963B-631213F5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30762B-19E3-474A-8B67-E268818F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D4660D-2A9A-428D-9744-7F20F63C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FD46F3-1103-4192-AED4-C37ED81A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00982414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BBFA9-2C9F-4956-B377-6A78E784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E9724-4DF9-4F24-B37D-2A168589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81C6A-4F44-4FA0-B84E-E5201F5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A328C-1FB0-4329-99E3-141F01F9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CE51A-23BF-4CBA-9458-253522AC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093A2-0269-497F-9214-4489A8A0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1E5B4-E40B-450C-BB30-75A79568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ED5A3A-6BFD-4B36-BC42-1C6C9849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15A14-762E-4323-9AF8-0F2D8991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558F9-CA90-4C40-9B18-30236817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03F183-74E7-4F07-847B-8A4FB11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578FD-5F34-4685-B838-A937F847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DDB87A-A184-4393-A5BC-0D3FD746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E2FD0-287C-4840-B218-1C2B3AFF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BE657-CC4B-4DE3-8F50-43E03984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788498-C59F-4C9C-A1FF-1572F32C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28EE58-B605-4857-9094-D91F93F1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039863-1E61-4F2F-8BB6-0B2232C0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8A1447-7AE4-4497-95B2-1183C1AA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87C47D-4B05-422A-A5A0-DE2379CD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42AB9-05A6-44B8-82BF-790F0696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0E774-B40F-41F1-BA70-B8280879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67F4F9-1EBB-4D0A-84C0-EDE421E1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5B112F-AAA2-447E-BCC6-049B9B2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F89098-1635-4F27-8B6B-72EDD5A7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6E6CDB-9079-41ED-ADA0-08E92A23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F3EF15-0D51-4F30-AEA2-5E654491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3E929B-A3BA-4CA8-878A-F82E6897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8B7BE5-9053-4D2C-A8A2-25DCB7DD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0067279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C9A5AC-8AE3-4FC3-887C-DBEEAB90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DD7BB-205F-4A04-A531-240AD0F9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E779E-B946-45BF-B34B-3631E6F0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A8166-81D5-42FB-8FC5-4FD43CA6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1D7C3-33E9-4FD9-9CDF-E4C9DDE5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D83AD-7360-45DA-ADD4-5C8C02D6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A095DB-5746-4968-A3A1-DA2A6BD7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FDF2D-D83A-4847-AA04-8BDA5A1B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3B3C4E-D3BB-4C28-90A2-CE526F52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4BB10-B33A-4418-A959-BC053F0C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859DBE-6ED4-4E58-88F1-AA9921F5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1CDEB6-A58B-4D08-AF65-7013F168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2772E4-2B55-46C2-9D76-A57DFFC9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418A66-B5C1-43DB-BF30-BEF47B78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B4B4E-D6E9-4C16-B458-0498BC97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668FC-840B-4EFF-98C2-DC5487BC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1D3E0-0FC0-4D1E-9B0C-B3000E71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5B15C-3C7F-4E21-ADDB-1CADCA1A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2032B8-2737-4635-811C-9AAE2867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CBA09-40B3-4378-866D-5BCBAF64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71220-866A-4C91-90B9-45A7E754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F89929-16FE-4CA1-AA11-74BA0CE4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69CF31-2D29-46AF-82D4-025B635A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524D22-C4B0-4CE7-9870-9ADB09C9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246591-48FE-483F-882B-898C13AC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80B54F-C5D3-4F28-9796-63C87A67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5C7D57-2820-4560-931A-346EDCE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2197E4-AD8F-4E7A-BF42-6A631E91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31147-250D-4079-BAB6-9CAB73AB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69115821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B6C47C-67AC-4D66-8CD3-0B6A3D7B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23574-3CC5-45D5-A36D-03AC79D9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5B5DE-4167-48AF-9B6F-C16A3EC1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013E0-ECE1-4F55-8246-737CF6D3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D9EC0-C56F-467A-8BA2-48492A1D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A3002-5592-494F-80E7-A7DDDFAB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3DFD00-B133-4DD9-8FE6-B66B63AF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BE4C5-41C7-4BC1-9F58-84690870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ACFAB-B606-4602-AE92-0E7224EC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5C51B-5DE1-4532-A7DB-E7A8C8EB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CCB031-568A-4288-AE31-18B848C5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5D15D-DEBD-4218-B575-A3F58522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10C8C-2EED-4B32-964A-CF8C2A8A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DF0D5A-F2CA-4303-B934-F39AB9A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400EC-9BE2-4A1B-A2C6-79CAB82F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47D039-7EF7-4986-A15A-46D56754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F10880-5249-49F9-9386-FD5E34B6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0D9DA6-0725-4D6A-B922-67CAE3E0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74FC4A-706F-47EF-8956-E52FD160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90CF19-AF46-4816-9BD9-1C7C208D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D44CA-4AB8-4256-BB86-9FF763FD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3FEC2-42D5-44BF-B562-239C6480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58E9AB-DAE7-4F0C-894C-D71F6A50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DFECF6-DCBF-46A2-A48E-0F81506F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F8E5E9-B7B5-41AF-9A6A-DFB3CE75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B660F-6541-4DB4-ACB1-8BDC59B5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C7672-0F5F-4371-91A6-83CA2312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0D4A0A-3F82-4ECC-9E5E-8C8AD6E0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DE6DA4-B75A-415B-9841-C87EB2D4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07907191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552BD1-F650-4884-8AFC-8DD48153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9C71B-B9EA-4436-ABBA-C40A0D7E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26698B-CBAD-4B16-B36C-76C8EBBA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40B8D-4A5F-4CDB-9B43-880E4F61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9EAF9-0E4E-4503-AD2F-FD073B6D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5BB4C-43F8-4DCB-8BB2-F452FFA0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8D5DE-2E57-48FD-AF9B-3FE6BDD8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73830-A518-4F39-8520-C0655261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27D94-DC16-46E3-960C-3ED46304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6E09F-05DB-4D61-9B3F-4BEC7CB0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F869A4-A674-4430-BF8A-3C2CB88D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EA1C4E-1895-47AB-B461-0EE8A84B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10855-484F-4BAB-8024-3D6D8597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7045C-34F1-45A7-A905-1F544456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3BFC02-CEB5-43A5-A929-F38D6BBF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5950D2-E022-41B0-9376-3885469F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3FBF7-4190-4F33-8A05-1086F6C9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AC19E8-6C27-45E8-9575-962C9A58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27859-B156-40C7-928D-861C1CA5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62F46C-FD5F-4894-A867-7FC5B68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DC656-23FC-4558-9D4B-5DA49359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082644-FDED-4DAA-843F-69345A76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C58D07-83D7-4720-9EA7-F35E70AD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575330-FD55-40AF-9EC0-5BDD480D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EA67D4-D126-4861-A5DF-89DDA13A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6A1C3C-F121-4BAE-AD42-BFC35094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694FBC-7328-4A56-805C-0A393994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D21F53-54A5-465C-92A4-8FE55A5F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6CC63C-A781-4096-923D-3490D68B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4475246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BB9A2D-B0BD-4D58-9097-9FA864F6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57800-4C68-40C9-9E92-ACD8F028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FC6BC-A35C-446D-9E0D-302D0ED5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B4142-DF3D-4322-B5D0-5E263C83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30B12-CB17-4598-ADF4-CAA4A6A2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CF3A2-9DB6-4A1C-8308-22A310DF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B1848-8BFF-4A38-AD83-1366FEEB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6BF75-B460-4AF0-8E09-54CB7CDB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1897E-6A11-4FAB-8A51-17CE27AB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625BE-C91C-4FC6-B63C-21C81654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9555D-C911-4C5B-96A2-6899F6EE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AE810-302E-45AD-BCE9-9D50148F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BC1BB-01EC-41CD-BA51-83DB5708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81E66-CE0F-4726-A3D2-D4BB91A2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FE1B3-456E-47C9-9043-44526FE9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8CAB7B-3798-4F28-AA78-6D84D1BB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6D296-4CF7-45F4-8772-5ED2A8D9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BEE1F0-1631-4249-B8BB-3CEBAF49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9A0F6-B907-4EBD-9566-977FA156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A1C926-4198-4A05-AA14-14993DEA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46F111-7165-4BB8-870F-72B0C99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B40780-B013-42D9-A28C-09B03205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E6672A-F1F1-4E72-B2E7-EE43ADC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1A09A8-887F-42DD-A337-6B31C585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9DBE97-86FF-46FC-8E6B-D2D7357D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1774F-4B21-4EAF-BCB9-076184E5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BDEFE9-E44B-4451-95F8-0B1B730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B7F957-16E4-4946-A1DD-71CD6C51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E19F90-542C-4234-81C5-6ED13AB3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52034781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D54AE6-1C7B-4E6E-9230-00D0E2E7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62DF7-510E-4813-8BD8-7D3C518C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E551F-BCAE-4F78-83D4-E3D39BD7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718E2-1977-4FD6-9CA6-6D0BB148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0676D-2E61-4C90-B133-A8B6708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3F727-1236-45DB-A978-3C6332AC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524D80-E4DD-4DBD-96C2-9AC30923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9A7F0-3384-4BAF-A6AD-96C69BC3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BB9CD-6353-479B-98EE-E61461DA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29492C-211C-463F-86F0-6D4DAADE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EFCEC-D2D7-47EF-A2C8-AA49CA68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4641A-3905-44D2-B891-91C82ED3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3BF44-E6D1-4DE7-AE8C-F30D8882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F868DE-FA9D-41E3-89C3-6721FA04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3A84B-5F27-4332-BA2E-8A28E688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20191-2210-46BA-A5A6-0A07214A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94DCF9-0546-487F-B752-2D5A19FA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078E8-A3EA-48F3-8AB1-638188D4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72855A-7904-4ED8-A227-C8B2CCB2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967CF-2F4B-4471-A2DF-728B9CDF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1E7E94-BD1B-4531-A9B5-EBD42A05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96CD8-49DF-403C-AF00-186F5340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62C2AA-2434-4382-B54C-86D343E1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36D874-0132-4C6E-8DDF-66704D9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E3E4A4-E2D3-4752-88BA-228D1B2C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21214F-3A5C-4E46-9A3E-205CFCF7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F6A0C-9CA3-41F7-83D5-4F0D117B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B0A62D-8119-46A3-9603-12B25483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FD832F-E47B-464C-81E9-569BF361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3308512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180755-78DA-4093-A99A-097443ED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739C4-0C8A-4905-A888-FD27D3F8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57A25-A234-4AE7-BD35-3CD52A51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86639-4F10-447C-BF31-059E609C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9DA04-5385-4440-8A26-27F771B1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500E9-BF58-4747-B49B-274CE7F3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8C2E2-54E7-4CB0-AAA8-FDF1E395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E564A-87CA-4A7F-BD99-FA0C560E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CDFD49-B989-4337-88F5-BCAF0DC4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E838F-7F19-4BFF-AFB0-F346BD5C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13133-DCFD-4507-8EB9-27332A887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92445-83D0-4116-A23F-13D4DD74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C94EB-B722-49CE-8A1E-0B494EF7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55C0BE-C87F-4E78-A889-958A914B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CF13AF-FAF5-4C55-81D5-3764DA8D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DB05A-CB4F-4084-832F-2DE6C4F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84118C-096D-4440-B570-04B2E63F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95872-1CBB-4F68-9FD2-633FBBFB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7593AC-1DF0-44BD-978E-694BBB44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022C1B-C47E-4AF4-90C8-2FEC6C43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27CBCB-BF8C-490F-9D10-9DEC79EE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68EA3D-5F77-42CD-A181-A55ECE89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AEAF5E-86A1-4388-A005-E5C73EB2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B2266-A9C5-4CE6-8F24-F67FED8A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F881D5-7C57-4E43-AAD8-9938B176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2C365D-9E91-423B-AF58-035E40AA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6EF140-C0F0-46CC-87D5-6AE0081F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D911E1-D77D-4DC5-85D0-25622B39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60CBD5-69A0-4AE7-B347-AF4F6E48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38223756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C865AF-DA51-4800-B9AA-7712515D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094304-B101-44F1-B56D-88D182CB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91EF4-096B-4483-A942-3D3A7959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0E317-FB98-4F24-B12E-DC4101B1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BDA5F-D140-42AB-8B0C-9B8C4DDD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61D45-E357-479F-AE88-6B64CD25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F311E-E7C7-48C1-BCF5-5C3CFD08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38136-B2DC-4F76-8DEB-B9E3E718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EB5E8-4A48-42D5-8529-CA7E2075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4D7CA-4E8D-488C-9BEF-1AD4DDE4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751F2B-2987-4A80-AC99-A05B8D9D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FAD3E-3A2C-4DB1-B9A1-320228F8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E2B3D6-E848-4569-8E36-18896EC5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38E893-31EE-41D4-BEF4-2A6F1B14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59EDDC-EDA1-4B24-98B1-171244B0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010D1-4B80-44D1-A76E-06CA965D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175F5C-4785-421E-9162-4163B23A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AAE358-CB4A-4EDF-9E44-D4014E55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E50312-01B4-4A28-95AA-13F69A06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AAFBA-0896-4D7B-821B-97E45CC9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A5CBDC-6264-4A8D-9524-AFA9E105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6FF663-2682-472A-B720-86B46091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8E1A9-DE99-48F0-954A-E5E8DD19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ECF2E3-E89A-4931-A040-014C339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031BD-207C-4C94-976A-9DCFE2CD0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61EFE1-BEB2-4FD0-94F4-7DD3EF12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130EE-13F6-4D93-AD34-46A2963E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28D3D-FF82-4BEA-8468-B234528E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E52730-19DC-468D-AFD2-3EC90510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8816548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682164-18A8-4FF1-B95C-C9D308BD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17B71-5768-4621-9A6D-741676BC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BC0D47-3B5B-4C0E-BE80-28079F12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8491A4-DFED-48AD-AAD2-88D00DC1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217FA2-8496-4791-9111-3C38954A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0A1F8-7651-4EB4-A6F6-9E9C098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C6659-37BD-4F36-A92D-4A34703B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2DF66-5E8A-43BB-BB64-7AD2E4BF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3B19F-86B8-4FB0-8EE9-D25A4045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84375-EFEA-4789-AA4E-3C1C01BB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FDF03-4F2F-4E89-AC90-43CF5C76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5C714-7A41-4D6A-A54D-06701511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96CDF3-53DB-4404-995A-3854EC6E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03939C-A740-4982-B518-866AFA61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DED8A-DB49-4BD9-9FEC-B95CC4F2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3E8D61-2075-4ABF-9CCB-7C939DDF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88B5B1-98C2-4526-A105-D6565E94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9903D2-FD35-4534-9AB9-71B045DC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3B9F8-0542-49AC-8109-B64FE9E1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FCA36-9A22-4A5C-9484-599261F5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B83553-E973-427E-BE78-1CA95163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33753C-51AE-4469-A698-A0BA6EF5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99523A-A09E-4D1B-AD6D-E480E409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856E0-C399-41A4-9E7B-7E77BABF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30ACA-73BB-46FF-88BF-683D524C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07BA37-685A-4B29-9474-CA8481C5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31E4B9-D6A1-4E6D-811E-0293B705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688307-2C74-450A-8077-C25CD311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7FCFAB-3C72-48BE-BE33-CB8C4FE0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206839436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9E4308-F294-413D-A01D-E4E73F6E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B54A1D-915D-4977-9FF9-8370C694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B79B7-CB03-42C8-B914-73A312AA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AEE8E-A92C-4BE2-AC8A-57CECE6A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FC3B2-667E-4C9C-B9CB-934E19FB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2D76D-AB3F-4674-9FD2-06850340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4A438-E7F8-4782-91DD-006469E9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E83C9-9F50-42C5-B3BF-B7AD1D3C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C2508-812D-4AC3-BB87-602823E5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10690-3033-4A70-965A-C060F959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CA5B9-185D-4657-987C-FBC71CAD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19871-56E5-498C-9A4A-85CAF0B3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FA2957-7172-47B0-B425-E5FA6644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D91F4-3BEB-40D4-AFB3-E3B07297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4E699-719C-40CF-BA8D-F32AE796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9A4CAB-6B54-4E1F-8DCB-189659CE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745BE9-659C-498C-B81D-39534D7B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6F8DE7-A63B-48D4-9F5B-889E1D07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D69D34-AC91-4D4F-A3A2-A322B080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3C4D9C-6066-48E5-9D79-1E3C6BFB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FC85E5-DE6F-4E9B-9540-7EE17BAF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29C619-A5F1-4D76-9D68-0E83A3D1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73C10-B08C-436B-887F-80E9DD0F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D3409-1D94-4D8D-9E9B-C4374D32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2F4F2-5E50-4C8E-9C4B-4D6DCAF2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6A54DF-8922-4F1D-BF34-49582B09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9382E5-B247-432A-9089-EBF2E369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8B614C-9742-4619-AEC8-E06A443B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5309C0-CEC6-439D-8A79-F326335D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2829763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3AD9F1-C526-40A8-BD9A-A6F7E056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EFDFA-B620-48C4-A29B-1B7C082E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B359E-BDD3-4B37-8EA1-569D1631D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B89F3-658B-4259-9C0E-E3C8667C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2BFD3-C9FF-4200-B4E1-A2A55C86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F440F-C003-4E54-AF57-63BFFF8A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78A4D-A315-41CD-B78E-D48E1BDC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E59DD-44C6-475A-AADA-DAC620A0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F70E26-3EF1-443A-89DE-632EBE44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2B246-94E1-4D7A-90FB-ACABE861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3FD178-136D-4F40-97E8-B4CA45D1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9F1F6-4C31-4CC2-89F1-8B6092D3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F1A14-A066-4AD8-B365-0B6D0E12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83AA4-ABF2-4971-A630-E8614E85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9F727-6709-4E7D-BA67-34C12E7E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909F3A-3593-4FAF-8B15-80265C1F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8B357-6CE9-42BA-B2BC-49401268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06F4B-27F1-4CCF-8089-960115D9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F4C1A-A725-45DA-8464-3CE94616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89A77-DEAB-4A5F-9533-1BD92BC3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B239E8-DFD0-441C-A90B-5FBC393B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0F472B-C407-4BA2-966A-796D0264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AA2500-B811-463B-8E24-B49F9E6A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BF13C4-084D-4D35-B9E6-838D905E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7E4B0-C1B2-4118-BBE5-0CBEE023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1222A9-284C-4E86-9289-0C846B8B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47D35-7C98-4601-9AD0-9433BD1D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ED22C5-88B0-436B-A16C-D3B92E6D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E4BD2B-DE0E-4C0A-BFB6-FFD44501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2307320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56E63-EE4D-474D-A87E-791BB6D0E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997E6-DBAA-437C-BDA1-EB1838D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2CA13-11F4-43F4-92E4-63944C18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10217-5F08-4D05-BF64-2EFF0022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AFCB9-CE79-4FDA-AD26-A9860DE0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7431F-2F52-418E-A1A8-022BCF5A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D10EB-9D0B-4435-A197-D0CDA3E9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03B96-6D5D-4B4E-9EE4-65CDD741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79678-EC95-4E18-8731-69656AD2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8844C9-6CBA-4001-9E02-E326E54F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696D1D-FE67-4C42-B084-B77B5327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E5AD08-B962-406D-A296-F086DAD1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D4ACBD-7AE9-4594-8E84-0081C613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D19452-A651-44B4-BA7C-E46667A1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4C6B85-92EB-467B-AD59-DC0549AD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36B83A-E071-4E9F-9077-94FB10F4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BEBBF2-17DD-4FF9-B849-0EBADA32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8166D-EC05-4809-B20D-17F0BCFC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8A02D-C158-415C-9A51-D7A69C4D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0B91EF-8BBB-469F-901E-5F51DDB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3C0B02-D41F-466A-B3A5-C02B1A1D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D2BDA3-6118-450C-B369-939EEF3B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F2B863-B699-45B2-85B0-36C0FDF3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D5FFCB-1A13-41BD-BAC5-2F4452B3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D02AB8-3C55-4E22-9A49-0F9826E8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A53019-D523-4805-9252-5070F25B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7FC734-67CD-4F06-91AB-B9913B28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160606-1989-4932-93EA-37921B30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445D42-7025-45DB-A8BC-DBC301DD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8655326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5BDE5-298C-4867-A495-7892C2CD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B1630-1877-4389-91A3-FC6F61F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B16DDC-F6A7-4835-94B8-502E372B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F3410-468A-4BF5-BDE5-B98137B4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E2D418-2C0D-497F-BD89-C33B763F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1BAF8-1551-48D1-96F2-1CFFE891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60145-C44B-48D3-85F7-71DDEAD5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6A9B18-042D-432D-B93C-33648D81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37F97-1FF5-48BE-9D8B-1FCD0A9A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A6A97-C7C3-4DE4-9B72-914B7F70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0B8DC-8113-460C-A824-B30C3EDC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D57B11-8397-48AE-93CA-1667E2E6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C2B58-1E8D-4A0D-9CFD-9FB2A129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1C74CC-21FF-4E18-9FA4-04B388EC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28A0C-D366-4023-94CD-B214D976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ADBA0E-EFE3-4C3C-B94A-D2005E29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B70F59-17F6-40CF-B319-63E208EB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6B2165-4C86-4CA2-B333-63B88674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4199E6-C8F4-4195-B5BD-83FEB495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CA495B-4C08-4D61-AA48-DF4E74B5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90FDB-3481-48BC-8138-8581D1E5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0B31D-B9B1-4D58-8A68-23A5662A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84DE3A-21E7-43FB-A282-8581A7DA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15877-E41B-40FB-8D04-CDA11175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AE8672-7C54-4B77-A30D-F27DF56D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B412A5-6F1A-45C2-907C-8D436C96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EED1E-6902-4A60-B2BA-6E861D93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8AC008-1106-4975-80A9-54C62D4A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4CE314-4303-402F-9BF3-C2275D18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7807007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914BAB-CBD6-4416-972A-891EF656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F6639-DF42-4344-B201-C21E2171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BAFE9-C8AA-4991-95B7-701EB9B8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0F2C9-0FDB-4405-8621-50D2C96E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34679-603B-4A19-9D99-8C9663BB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34B40-BECC-428D-8A7D-21E1BA8F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E83CF-FA9F-4879-A74D-1C6F2AAC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E690C-4F5B-4288-A955-FFEA456C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754F9-7DC2-4F9F-B986-07C57FAF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3DCA93-C67C-4073-9AE7-837906CC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A04C4B-434E-4A64-BC20-7E78AB77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78F67-8688-4C26-8E8D-CE07143A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151A4-D335-423A-BB3E-60551D66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37055-9EA3-488F-A5C9-9BE32A85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1785E-B8DD-4835-9007-056FB929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78FE0-14E3-4F55-874F-BEC2C21A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3D6787-EC2D-4B7E-9333-6E190C4A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F34296-17D0-4D2A-AF5F-3C55AF92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4FB78B-AD3A-4C9D-8655-BB9A0346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B777E-EA60-4193-831E-756DD8BA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A74436-B698-4665-A8D4-6B6E9D64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981C1-8BE2-4F75-B99D-E904A54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C3AFDF-5B42-4537-8693-3AF1B58C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9E52E-1E3A-4985-9367-06E49058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4EAC39-B484-48C2-AB6C-90DEE0A1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3DCD3-696C-49EE-AF0B-1FFF2570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E40E22-1888-465A-A183-8A63D8B8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20E26B-41A2-4B12-BD44-857D5140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3A52C9-FD1B-406D-AE75-8C08676F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08307210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790004-5C4A-41D8-87CA-315C8973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5DC508-34E5-4681-8E11-E6C423DCD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4AFD8-BD3C-4C70-B2AA-42621F39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1CE6B9-3DBB-497E-BB3F-011D7E7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3739B-7B97-49BB-9337-923C7F0D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B78D48-5B54-43C8-B43F-98EB9E5D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014BC-D905-4381-B8CB-569F6CD7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2EDB0-3020-42BE-B023-10AA19E9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33C58-C9CA-49D5-902A-CE6C6AD2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1777D6-0C1E-4CC0-A4F1-E56A264A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79CF53-108B-4127-9C37-82AAC675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03AC3-BDCF-4A5C-B285-60608775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14AA7-7E2A-4D1C-9C84-4809D4AA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5A436F-8274-468D-A66A-D7B67C19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26EAE7-0FFD-4FA1-9598-1143ED8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A8D31D-0F93-45FF-A647-6B8209DC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421D2B-8EDA-4C9F-BA1A-91008095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EA421-A992-49A7-929A-2F5DD1AB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A0196-B668-4BA7-88D5-6BFFD6A0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D87A8A-A2FD-4767-AB54-0E7BC1EF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6ED255-B6F2-4F34-BAE6-3F6C6363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0F3440-7CED-477A-A304-28A431F2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AF3055-5112-40FA-91C6-17B67E61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80CEBF-EA62-471A-8A07-0FAA771B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84F88F-E584-4B79-8BDC-F9CC491E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E3F109-66F0-4DDE-816C-9DD49056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668C3E-CCF2-44CF-A278-459D3994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CCE7FF-E613-4083-BE09-5D603B77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D32AB4-8B4D-466E-B37E-B6DB6C10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98758614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DE746-6CEE-4275-A6D3-DB014AFF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DEA6A-265D-41C6-BFB7-A9C36AA9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FECE69-8340-4F64-A46D-88279963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98F44-0078-4A6F-A5FB-22E82DD8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10BD1-3B9A-40E0-976E-7E6F0F8F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C9551-8D6A-4A9E-A13C-E544D53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26348B-3A1D-429F-AD22-BC49AC7E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390EDB-0539-4FF1-A7F4-FAA9BC62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75A9B-39F9-4BF5-A359-0C1CD54A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C5F0F-D379-4406-BEF8-940C3CDF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AF2D1-2BDB-421A-A945-3188563A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78133-8860-4458-ACB1-96DF8E35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F23C7-3691-4263-A112-D9ACC4E3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DAC390-073B-4999-B62A-FD1BCAAD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8B8CE-AC15-409E-8C33-DB22401B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1953136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73B118-E007-4F06-861A-C3217E41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0D3F5-2A32-4C1A-83A3-21F6DFC1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C43BE0-41E7-4D04-9698-14A7275B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A985CD-B50D-4D37-9604-7D5846FA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8C082-CA88-4348-9E90-322CFC49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4DDE8-C0B5-4286-922B-551AF1A3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0006A-D686-46E5-B730-E9F01C8C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36D1E-4B8C-4997-B7CA-4A9F50DE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3FDDE-86ED-4D7B-9766-4D1940BF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C34DA-6A84-4A8A-81CF-890B00C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740486-638C-46BC-B9DF-9A2FC73A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E64B6-FB67-4942-BB7A-0B7DC512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2AD5D-46AC-4A48-A374-3B263D9D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094DA-4CC3-4C5C-B75C-E3EBF08E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2E7E4B-F156-487F-AF93-91DD3E0A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DF5BA-E34A-4471-B0FD-DD14A653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D6C535-4B11-4C39-AC4B-8750877B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8980B-5BDD-4C37-B6BB-43284BD9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973666-C1D5-4087-ACC4-339E0AE7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542F2E-AB27-49DA-928C-953D05DD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0242FE-9F28-49BF-BC11-24ABA998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DFC8C0-7DA3-4577-9A8C-FCE71886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ACC477-3C16-467F-BF1D-8847ED34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4245CD-D7C6-4EC4-B4D9-690D317E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2CF53C-AA5C-48E4-9FE9-F34F8448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D539CB-5010-405E-B91A-22DAE906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F4FA8A-DB1F-447C-8CED-B1F7D3F3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DA5866-0F51-4E2D-845A-54A6FEC5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DE68FB-DA4E-4488-93B1-E5938FA2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792702774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625955-F68C-4A5A-A754-C6539F52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6B21AB-95B6-4B99-B3CC-9D3D8998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72641-6DF5-437F-BB2C-97F4A685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43981-A612-4BBB-87AE-BF521896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CB01D-DB06-4891-84E1-0BB6024B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F1F29-1314-4CEA-A629-5E10F068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91420-22AD-408D-B1B6-A4E1E60B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B717A-D356-494A-865F-5E00D078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6AA17C-B360-4195-A190-EAF8376B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8D247-EA3C-4CD5-BB07-2B219BDA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1E2CF-6C0D-4C0F-89DC-7DE4D18A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764E0-552C-49E7-A02E-742AEA5A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A33F9-B61C-4680-BA87-C6AF6838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ACD1E0-8D41-4284-823D-02D0DB5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C2B524-CFB6-44DC-8F9F-BF9B0045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9E2A2B-0EAA-4EC0-A0E4-AC599548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FA2B6B-5EE7-4952-B93F-D2C693F0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442448-CDA2-46AF-857B-4855228F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737536-D6E0-4680-8BAD-A9C68788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DAC0C-E647-4D1F-B223-BAD92D84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FEF476-2320-4EFA-BCE1-2F9E12AF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1D4E57-6C03-4689-A8CE-26496AB7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F82899-D649-45B0-B8E3-B50063DC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DD58B9-F4CD-4217-8759-CA518A16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9DA31-EF00-44AC-BB10-C14C7ED4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127743-E0A3-492C-974A-2DEE8C95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7BB29A-5600-452E-A63A-65FE7512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088122-66ED-4269-A7EB-50922D15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918E28-826E-44E0-8013-9A350C73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439068-3BC8-4624-BA9A-16BE7056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B04CB1-C773-47B9-9754-79CBC28C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696B027-88CC-4E0D-843E-34C89588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6991F8-8B6A-4C99-83DC-C4FFDC13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632DD6-514E-41E8-86B9-14AC4C42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56EA3C-C5F7-4F63-B43C-0A388412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04E720-CBFE-4DC4-BC8C-BFC36CF5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E96E4D-87C5-470A-85CB-8463F2DD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0EBF72-4968-43DF-92CD-AC6032B8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ECC457-F5DC-40F1-9224-1AC6BABE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74C1E5-990D-4B64-8A71-A1CFD4E6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E398AC-B516-4D88-9083-9746FBED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394FC4-95DA-4CA9-B753-BC860F54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9C69A0F-4AE0-401C-ABC2-CA67E897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F77B32-467A-458F-90E0-A0924BA7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8FD00B-1F74-49AF-8345-942F3AA6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EECD14-D906-4467-A36D-59FA96D7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09368AF-745F-498E-B1E6-F6FFB5E3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A8771B-7216-451F-B347-1F7E4DBD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56111D-B82F-4FDA-89BC-E1FAC0DE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F01FDD-C43E-42FE-A8C5-CD4EA493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4A1886-69ED-485F-A701-D73BD10A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2B6825-AE77-4832-9E7E-6F249967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748C1BE-D70E-46C7-8E27-66017DE6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A2E60F-CF16-483E-8E8F-3DFCB94B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191638943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2026-07-21T15:54:17.5920000Z</dcterms:created>
  <dcterms:modified xsi:type="dcterms:W3CDTF">2026-07-21T15:54:17.5920000Z</dcterms:modified>
</coreProperties>
</file>