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f22eddc15841fa" /><Relationship Type="http://schemas.openxmlformats.org/officeDocument/2006/relationships/extended-properties" Target="/docProps/app.xml" Id="Raee64a56e1b64010" /><Relationship Type="http://schemas.openxmlformats.org/officeDocument/2006/relationships/officeDocument" Target="/ppt/presentation.xml" Id="R98de3c89938c49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febb03259f42da"/>
  </p:sldMasterIdLst>
  <p:notesMasterIdLst>
    <p:notesMasterId xmlns:r="http://schemas.openxmlformats.org/officeDocument/2006/relationships" r:id="Rd9d745c6843a451a"/>
  </p:notesMasterIdLst>
  <p:sldIdLst>
    <p:sldId xmlns:r="http://schemas.openxmlformats.org/officeDocument/2006/relationships" id="256" r:id="Ra05cbd4c098441fa"/>
    <p:sldId xmlns:r="http://schemas.openxmlformats.org/officeDocument/2006/relationships" id="257" r:id="Rb7f8aca05b094fb6"/>
    <p:sldId xmlns:r="http://schemas.openxmlformats.org/officeDocument/2006/relationships" id="258" r:id="R18faedb2f91047bf"/>
    <p:sldId xmlns:r="http://schemas.openxmlformats.org/officeDocument/2006/relationships" id="259" r:id="R13bbf4baf7714c54"/>
    <p:sldId xmlns:r="http://schemas.openxmlformats.org/officeDocument/2006/relationships" id="260" r:id="R50b1ae19d8f045d0"/>
    <p:sldId xmlns:r="http://schemas.openxmlformats.org/officeDocument/2006/relationships" id="261" r:id="Rb689645b36ff4b2d"/>
    <p:sldId xmlns:r="http://schemas.openxmlformats.org/officeDocument/2006/relationships" id="262" r:id="R24038bec2a3f47ca"/>
    <p:sldId xmlns:r="http://schemas.openxmlformats.org/officeDocument/2006/relationships" id="263" r:id="R11c9fdd56af5400b"/>
    <p:sldId xmlns:r="http://schemas.openxmlformats.org/officeDocument/2006/relationships" id="264" r:id="Rcd4fc806b0fc47d9"/>
    <p:sldId xmlns:r="http://schemas.openxmlformats.org/officeDocument/2006/relationships" id="265" r:id="R38d941b1468d47a0"/>
    <p:sldId xmlns:r="http://schemas.openxmlformats.org/officeDocument/2006/relationships" id="266" r:id="Rf11f431894224cee"/>
    <p:sldId xmlns:r="http://schemas.openxmlformats.org/officeDocument/2006/relationships" id="267" r:id="Rb5a3cb318c474c6e"/>
    <p:sldId xmlns:r="http://schemas.openxmlformats.org/officeDocument/2006/relationships" id="268" r:id="Reb3457d9d67149e6"/>
    <p:sldId xmlns:r="http://schemas.openxmlformats.org/officeDocument/2006/relationships" id="269" r:id="R63720064e5d6477e"/>
    <p:sldId xmlns:r="http://schemas.openxmlformats.org/officeDocument/2006/relationships" id="270" r:id="Rf2b4054804484f5e"/>
    <p:sldId xmlns:r="http://schemas.openxmlformats.org/officeDocument/2006/relationships" id="271" r:id="R59bb0d0102e74d30"/>
    <p:sldId xmlns:r="http://schemas.openxmlformats.org/officeDocument/2006/relationships" id="272" r:id="R1c6d819b19324d07"/>
    <p:sldId xmlns:r="http://schemas.openxmlformats.org/officeDocument/2006/relationships" id="273" r:id="R8c9f0fef20b3478b"/>
    <p:sldId xmlns:r="http://schemas.openxmlformats.org/officeDocument/2006/relationships" id="274" r:id="R7c001a20ecc340c2"/>
    <p:sldId xmlns:r="http://schemas.openxmlformats.org/officeDocument/2006/relationships" id="275" r:id="Rd2d8572a7e8c4efd"/>
    <p:sldId xmlns:r="http://schemas.openxmlformats.org/officeDocument/2006/relationships" id="276" r:id="R6ac2f85e28664c41"/>
    <p:sldId xmlns:r="http://schemas.openxmlformats.org/officeDocument/2006/relationships" id="277" r:id="R094c14e64f084961"/>
    <p:sldId xmlns:r="http://schemas.openxmlformats.org/officeDocument/2006/relationships" id="278" r:id="R8bf27297ba654f8c"/>
    <p:sldId xmlns:r="http://schemas.openxmlformats.org/officeDocument/2006/relationships" id="279" r:id="R0f1e43c691c348eb"/>
    <p:sldId xmlns:r="http://schemas.openxmlformats.org/officeDocument/2006/relationships" id="280" r:id="R4d2e612e24b74703"/>
    <p:sldId xmlns:r="http://schemas.openxmlformats.org/officeDocument/2006/relationships" id="281" r:id="R6c31470c7b334c00"/>
    <p:sldId xmlns:r="http://schemas.openxmlformats.org/officeDocument/2006/relationships" id="282" r:id="R75d7b8ea398448d1"/>
    <p:sldId xmlns:r="http://schemas.openxmlformats.org/officeDocument/2006/relationships" id="283" r:id="R62a1b3d31ea944db"/>
    <p:sldId xmlns:r="http://schemas.openxmlformats.org/officeDocument/2006/relationships" id="284" r:id="R993a6b4a6474423d"/>
    <p:sldId xmlns:r="http://schemas.openxmlformats.org/officeDocument/2006/relationships" id="285" r:id="R9a6d112f16514a4f"/>
    <p:sldId xmlns:r="http://schemas.openxmlformats.org/officeDocument/2006/relationships" id="286" r:id="R4632196ea58949ae"/>
    <p:sldId xmlns:r="http://schemas.openxmlformats.org/officeDocument/2006/relationships" id="287" r:id="Re1968dcd47bf41ec"/>
    <p:sldId xmlns:r="http://schemas.openxmlformats.org/officeDocument/2006/relationships" id="288" r:id="R082456ad0e0245cb"/>
    <p:sldId xmlns:r="http://schemas.openxmlformats.org/officeDocument/2006/relationships" id="289" r:id="Rba706d6987e64c20"/>
    <p:sldId xmlns:r="http://schemas.openxmlformats.org/officeDocument/2006/relationships" id="290" r:id="Rab566afdeae64185"/>
    <p:sldId xmlns:r="http://schemas.openxmlformats.org/officeDocument/2006/relationships" id="291" r:id="R4cb59835baf24cd9"/>
    <p:sldId xmlns:r="http://schemas.openxmlformats.org/officeDocument/2006/relationships" id="292" r:id="R4fa73009f2544fee"/>
    <p:sldId xmlns:r="http://schemas.openxmlformats.org/officeDocument/2006/relationships" id="293" r:id="R4ed87f07f0c9464a"/>
    <p:sldId xmlns:r="http://schemas.openxmlformats.org/officeDocument/2006/relationships" id="294" r:id="R58b7994541e24d0e"/>
    <p:sldId xmlns:r="http://schemas.openxmlformats.org/officeDocument/2006/relationships" id="295" r:id="Ra2fcafc7cb2e4fd7"/>
    <p:sldId xmlns:r="http://schemas.openxmlformats.org/officeDocument/2006/relationships" id="296" r:id="R017eb76488a24dcb"/>
    <p:sldId xmlns:r="http://schemas.openxmlformats.org/officeDocument/2006/relationships" id="297" r:id="Ra67bd40a2e134999"/>
    <p:sldId xmlns:r="http://schemas.openxmlformats.org/officeDocument/2006/relationships" id="298" r:id="R1ce4df12608348d8"/>
    <p:sldId xmlns:r="http://schemas.openxmlformats.org/officeDocument/2006/relationships" id="299" r:id="R4becd673e9164c3f"/>
    <p:sldId xmlns:r="http://schemas.openxmlformats.org/officeDocument/2006/relationships" id="300" r:id="R50ffc73de38940ff"/>
    <p:sldId xmlns:r="http://schemas.openxmlformats.org/officeDocument/2006/relationships" id="301" r:id="Rb2b3cef40af44043"/>
    <p:sldId xmlns:r="http://schemas.openxmlformats.org/officeDocument/2006/relationships" id="302" r:id="Reec92e2517084bad"/>
    <p:sldId xmlns:r="http://schemas.openxmlformats.org/officeDocument/2006/relationships" id="303" r:id="R0a5f200b0b2a4026"/>
    <p:sldId xmlns:r="http://schemas.openxmlformats.org/officeDocument/2006/relationships" id="304" r:id="Rb8de882558a84565"/>
    <p:sldId xmlns:r="http://schemas.openxmlformats.org/officeDocument/2006/relationships" id="305" r:id="R15378b59ceb74780"/>
    <p:sldId xmlns:r="http://schemas.openxmlformats.org/officeDocument/2006/relationships" id="306" r:id="R70987fe738ca43e0"/>
    <p:sldId xmlns:r="http://schemas.openxmlformats.org/officeDocument/2006/relationships" id="307" r:id="R684a811a0b924b95"/>
    <p:sldId xmlns:r="http://schemas.openxmlformats.org/officeDocument/2006/relationships" id="308" r:id="R2f00c6f8914b4d93"/>
    <p:sldId xmlns:r="http://schemas.openxmlformats.org/officeDocument/2006/relationships" id="309" r:id="R9f4f7396e7564190"/>
    <p:sldId xmlns:r="http://schemas.openxmlformats.org/officeDocument/2006/relationships" id="310" r:id="Rb20a295a5883414f"/>
    <p:sldId xmlns:r="http://schemas.openxmlformats.org/officeDocument/2006/relationships" id="311" r:id="R5a9417f067744dd5"/>
    <p:sldId xmlns:r="http://schemas.openxmlformats.org/officeDocument/2006/relationships" id="312" r:id="Rb66a520624114f90"/>
    <p:sldId xmlns:r="http://schemas.openxmlformats.org/officeDocument/2006/relationships" id="313" r:id="Rb248d17d30b145d0"/>
    <p:sldId xmlns:r="http://schemas.openxmlformats.org/officeDocument/2006/relationships" id="314" r:id="R019757ae5b924338"/>
    <p:sldId xmlns:r="http://schemas.openxmlformats.org/officeDocument/2006/relationships" id="315" r:id="R6b8cb271161a4df5"/>
    <p:sldId xmlns:r="http://schemas.openxmlformats.org/officeDocument/2006/relationships" id="316" r:id="Ra12d90cc40c44f63"/>
    <p:sldId xmlns:r="http://schemas.openxmlformats.org/officeDocument/2006/relationships" id="317" r:id="Rdae53521037f4b74"/>
    <p:sldId xmlns:r="http://schemas.openxmlformats.org/officeDocument/2006/relationships" id="318" r:id="R88d7ecdca1d54d02"/>
    <p:sldId xmlns:r="http://schemas.openxmlformats.org/officeDocument/2006/relationships" id="319" r:id="R7a63c1b175494e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15e139d3634f38" /><Relationship Type="http://schemas.openxmlformats.org/officeDocument/2006/relationships/slideMaster" Target="/ppt/slideMasters/slideMaster1.xml" Id="Ra4febb03259f42da" /><Relationship Type="http://schemas.openxmlformats.org/officeDocument/2006/relationships/notesMaster" Target="/ppt/notesMasters/notesMaster1.xml" Id="Rd9d745c6843a451a" /><Relationship Type="http://schemas.openxmlformats.org/officeDocument/2006/relationships/presProps" Target="/ppt/presProps.xml" Id="R71f2ae07aafd43ac" /><Relationship Type="http://schemas.openxmlformats.org/officeDocument/2006/relationships/tableStyles" Target="/ppt/tableStyles.xml" Id="Rdd22318f69134c71" /><Relationship Type="http://schemas.openxmlformats.org/officeDocument/2006/relationships/slide" Target="/ppt/slides/slide1.xml" Id="Ra05cbd4c098441fa" /><Relationship Type="http://schemas.openxmlformats.org/officeDocument/2006/relationships/slide" Target="/ppt/slides/slide2.xml" Id="Rb7f8aca05b094fb6" /><Relationship Type="http://schemas.openxmlformats.org/officeDocument/2006/relationships/slide" Target="/ppt/slides/slide3.xml" Id="R18faedb2f91047bf" /><Relationship Type="http://schemas.openxmlformats.org/officeDocument/2006/relationships/slide" Target="/ppt/slides/slide4.xml" Id="R13bbf4baf7714c54" /><Relationship Type="http://schemas.openxmlformats.org/officeDocument/2006/relationships/slide" Target="/ppt/slides/slide5.xml" Id="R50b1ae19d8f045d0" /><Relationship Type="http://schemas.openxmlformats.org/officeDocument/2006/relationships/slide" Target="/ppt/slides/slide6.xml" Id="Rb689645b36ff4b2d" /><Relationship Type="http://schemas.openxmlformats.org/officeDocument/2006/relationships/slide" Target="/ppt/slides/slide7.xml" Id="R24038bec2a3f47ca" /><Relationship Type="http://schemas.openxmlformats.org/officeDocument/2006/relationships/slide" Target="/ppt/slides/slide8.xml" Id="R11c9fdd56af5400b" /><Relationship Type="http://schemas.openxmlformats.org/officeDocument/2006/relationships/slide" Target="/ppt/slides/slide9.xml" Id="Rcd4fc806b0fc47d9" /><Relationship Type="http://schemas.openxmlformats.org/officeDocument/2006/relationships/slide" Target="/ppt/slides/slide10.xml" Id="R38d941b1468d47a0" /><Relationship Type="http://schemas.openxmlformats.org/officeDocument/2006/relationships/slide" Target="/ppt/slides/slide11.xml" Id="Rf11f431894224cee" /><Relationship Type="http://schemas.openxmlformats.org/officeDocument/2006/relationships/slide" Target="/ppt/slides/slide12.xml" Id="Rb5a3cb318c474c6e" /><Relationship Type="http://schemas.openxmlformats.org/officeDocument/2006/relationships/slide" Target="/ppt/slides/slide13.xml" Id="Reb3457d9d67149e6" /><Relationship Type="http://schemas.openxmlformats.org/officeDocument/2006/relationships/slide" Target="/ppt/slides/slide14.xml" Id="R63720064e5d6477e" /><Relationship Type="http://schemas.openxmlformats.org/officeDocument/2006/relationships/slide" Target="/ppt/slides/slide15.xml" Id="Rf2b4054804484f5e" /><Relationship Type="http://schemas.openxmlformats.org/officeDocument/2006/relationships/slide" Target="/ppt/slides/slide16.xml" Id="R59bb0d0102e74d30" /><Relationship Type="http://schemas.openxmlformats.org/officeDocument/2006/relationships/slide" Target="/ppt/slides/slide17.xml" Id="R1c6d819b19324d07" /><Relationship Type="http://schemas.openxmlformats.org/officeDocument/2006/relationships/slide" Target="/ppt/slides/slide18.xml" Id="R8c9f0fef20b3478b" /><Relationship Type="http://schemas.openxmlformats.org/officeDocument/2006/relationships/slide" Target="/ppt/slides/slide19.xml" Id="R7c001a20ecc340c2" /><Relationship Type="http://schemas.openxmlformats.org/officeDocument/2006/relationships/slide" Target="/ppt/slides/slide20.xml" Id="Rd2d8572a7e8c4efd" /><Relationship Type="http://schemas.openxmlformats.org/officeDocument/2006/relationships/slide" Target="/ppt/slides/slide21.xml" Id="R6ac2f85e28664c41" /><Relationship Type="http://schemas.openxmlformats.org/officeDocument/2006/relationships/slide" Target="/ppt/slides/slide22.xml" Id="R094c14e64f084961" /><Relationship Type="http://schemas.openxmlformats.org/officeDocument/2006/relationships/slide" Target="/ppt/slides/slide23.xml" Id="R8bf27297ba654f8c" /><Relationship Type="http://schemas.openxmlformats.org/officeDocument/2006/relationships/slide" Target="/ppt/slides/slide24.xml" Id="R0f1e43c691c348eb" /><Relationship Type="http://schemas.openxmlformats.org/officeDocument/2006/relationships/slide" Target="/ppt/slides/slide25.xml" Id="R4d2e612e24b74703" /><Relationship Type="http://schemas.openxmlformats.org/officeDocument/2006/relationships/slide" Target="/ppt/slides/slide26.xml" Id="R6c31470c7b334c00" /><Relationship Type="http://schemas.openxmlformats.org/officeDocument/2006/relationships/slide" Target="/ppt/slides/slide27.xml" Id="R75d7b8ea398448d1" /><Relationship Type="http://schemas.openxmlformats.org/officeDocument/2006/relationships/slide" Target="/ppt/slides/slide28.xml" Id="R62a1b3d31ea944db" /><Relationship Type="http://schemas.openxmlformats.org/officeDocument/2006/relationships/slide" Target="/ppt/slides/slide29.xml" Id="R993a6b4a6474423d" /><Relationship Type="http://schemas.openxmlformats.org/officeDocument/2006/relationships/slide" Target="/ppt/slides/slide30.xml" Id="R9a6d112f16514a4f" /><Relationship Type="http://schemas.openxmlformats.org/officeDocument/2006/relationships/slide" Target="/ppt/slides/slide31.xml" Id="R4632196ea58949ae" /><Relationship Type="http://schemas.openxmlformats.org/officeDocument/2006/relationships/slide" Target="/ppt/slides/slide32.xml" Id="Re1968dcd47bf41ec" /><Relationship Type="http://schemas.openxmlformats.org/officeDocument/2006/relationships/slide" Target="/ppt/slides/slide33.xml" Id="R082456ad0e0245cb" /><Relationship Type="http://schemas.openxmlformats.org/officeDocument/2006/relationships/slide" Target="/ppt/slides/slide34.xml" Id="Rba706d6987e64c20" /><Relationship Type="http://schemas.openxmlformats.org/officeDocument/2006/relationships/slide" Target="/ppt/slides/slide35.xml" Id="Rab566afdeae64185" /><Relationship Type="http://schemas.openxmlformats.org/officeDocument/2006/relationships/slide" Target="/ppt/slides/slide36.xml" Id="R4cb59835baf24cd9" /><Relationship Type="http://schemas.openxmlformats.org/officeDocument/2006/relationships/slide" Target="/ppt/slides/slide37.xml" Id="R4fa73009f2544fee" /><Relationship Type="http://schemas.openxmlformats.org/officeDocument/2006/relationships/slide" Target="/ppt/slides/slide38.xml" Id="R4ed87f07f0c9464a" /><Relationship Type="http://schemas.openxmlformats.org/officeDocument/2006/relationships/slide" Target="/ppt/slides/slide39.xml" Id="R58b7994541e24d0e" /><Relationship Type="http://schemas.openxmlformats.org/officeDocument/2006/relationships/slide" Target="/ppt/slides/slide40.xml" Id="Ra2fcafc7cb2e4fd7" /><Relationship Type="http://schemas.openxmlformats.org/officeDocument/2006/relationships/slide" Target="/ppt/slides/slide41.xml" Id="R017eb76488a24dcb" /><Relationship Type="http://schemas.openxmlformats.org/officeDocument/2006/relationships/slide" Target="/ppt/slides/slide42.xml" Id="Ra67bd40a2e134999" /><Relationship Type="http://schemas.openxmlformats.org/officeDocument/2006/relationships/slide" Target="/ppt/slides/slide43.xml" Id="R1ce4df12608348d8" /><Relationship Type="http://schemas.openxmlformats.org/officeDocument/2006/relationships/slide" Target="/ppt/slides/slide44.xml" Id="R4becd673e9164c3f" /><Relationship Type="http://schemas.openxmlformats.org/officeDocument/2006/relationships/slide" Target="/ppt/slides/slide45.xml" Id="R50ffc73de38940ff" /><Relationship Type="http://schemas.openxmlformats.org/officeDocument/2006/relationships/slide" Target="/ppt/slides/slide46.xml" Id="Rb2b3cef40af44043" /><Relationship Type="http://schemas.openxmlformats.org/officeDocument/2006/relationships/slide" Target="/ppt/slides/slide47.xml" Id="Reec92e2517084bad" /><Relationship Type="http://schemas.openxmlformats.org/officeDocument/2006/relationships/slide" Target="/ppt/slides/slide48.xml" Id="R0a5f200b0b2a4026" /><Relationship Type="http://schemas.openxmlformats.org/officeDocument/2006/relationships/slide" Target="/ppt/slides/slide49.xml" Id="Rb8de882558a84565" /><Relationship Type="http://schemas.openxmlformats.org/officeDocument/2006/relationships/slide" Target="/ppt/slides/slide50.xml" Id="R15378b59ceb74780" /><Relationship Type="http://schemas.openxmlformats.org/officeDocument/2006/relationships/slide" Target="/ppt/slides/slide51.xml" Id="R70987fe738ca43e0" /><Relationship Type="http://schemas.openxmlformats.org/officeDocument/2006/relationships/slide" Target="/ppt/slides/slide52.xml" Id="R684a811a0b924b95" /><Relationship Type="http://schemas.openxmlformats.org/officeDocument/2006/relationships/slide" Target="/ppt/slides/slide53.xml" Id="R2f00c6f8914b4d93" /><Relationship Type="http://schemas.openxmlformats.org/officeDocument/2006/relationships/slide" Target="/ppt/slides/slide54.xml" Id="R9f4f7396e7564190" /><Relationship Type="http://schemas.openxmlformats.org/officeDocument/2006/relationships/slide" Target="/ppt/slides/slide55.xml" Id="Rb20a295a5883414f" /><Relationship Type="http://schemas.openxmlformats.org/officeDocument/2006/relationships/slide" Target="/ppt/slides/slide56.xml" Id="R5a9417f067744dd5" /><Relationship Type="http://schemas.openxmlformats.org/officeDocument/2006/relationships/slide" Target="/ppt/slides/slide57.xml" Id="Rb66a520624114f90" /><Relationship Type="http://schemas.openxmlformats.org/officeDocument/2006/relationships/slide" Target="/ppt/slides/slide58.xml" Id="Rb248d17d30b145d0" /><Relationship Type="http://schemas.openxmlformats.org/officeDocument/2006/relationships/slide" Target="/ppt/slides/slide59.xml" Id="R019757ae5b924338" /><Relationship Type="http://schemas.openxmlformats.org/officeDocument/2006/relationships/slide" Target="/ppt/slides/slide60.xml" Id="R6b8cb271161a4df5" /><Relationship Type="http://schemas.openxmlformats.org/officeDocument/2006/relationships/slide" Target="/ppt/slides/slide61.xml" Id="Ra12d90cc40c44f63" /><Relationship Type="http://schemas.openxmlformats.org/officeDocument/2006/relationships/slide" Target="/ppt/slides/slide62.xml" Id="Rdae53521037f4b74" /><Relationship Type="http://schemas.openxmlformats.org/officeDocument/2006/relationships/slide" Target="/ppt/slides/slide63.xml" Id="R88d7ecdca1d54d02" /><Relationship Type="http://schemas.openxmlformats.org/officeDocument/2006/relationships/slide" Target="/ppt/slides/slide64.xml" Id="R7a63c1b175494e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109ea0857d4b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9ce3c8ab0b4be3" /><Relationship Type="http://schemas.openxmlformats.org/officeDocument/2006/relationships/notesMaster" Target="/ppt/notesMasters/notesMaster1.xml" Id="R49a87267da3845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409e1c5bb84266" /><Relationship Type="http://schemas.openxmlformats.org/officeDocument/2006/relationships/notesMaster" Target="/ppt/notesMasters/notesMaster1.xml" Id="R990c2d9635264a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039fa2c32f460d" /><Relationship Type="http://schemas.openxmlformats.org/officeDocument/2006/relationships/notesMaster" Target="/ppt/notesMasters/notesMaster1.xml" Id="R4caf4e34a15940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c1067272da4e11" /><Relationship Type="http://schemas.openxmlformats.org/officeDocument/2006/relationships/notesMaster" Target="/ppt/notesMasters/notesMaster1.xml" Id="Rfd1b30700b3e46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7cfbd666c44b67" /><Relationship Type="http://schemas.openxmlformats.org/officeDocument/2006/relationships/notesMaster" Target="/ppt/notesMasters/notesMaster1.xml" Id="R3c8c2cd67ce346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7f9e9f0232415f" /><Relationship Type="http://schemas.openxmlformats.org/officeDocument/2006/relationships/notesMaster" Target="/ppt/notesMasters/notesMaster1.xml" Id="Rfaae6944c95243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8cb065112d434a" /><Relationship Type="http://schemas.openxmlformats.org/officeDocument/2006/relationships/notesMaster" Target="/ppt/notesMasters/notesMaster1.xml" Id="Rca309f56234c4d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dbb5f8d98b41f1" /><Relationship Type="http://schemas.openxmlformats.org/officeDocument/2006/relationships/notesMaster" Target="/ppt/notesMasters/notesMaster1.xml" Id="R7898e8a5cf1d46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b746303fb845bc" /><Relationship Type="http://schemas.openxmlformats.org/officeDocument/2006/relationships/notesMaster" Target="/ppt/notesMasters/notesMaster1.xml" Id="R86c1dd31ede945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31842119654fb6" /><Relationship Type="http://schemas.openxmlformats.org/officeDocument/2006/relationships/notesMaster" Target="/ppt/notesMasters/notesMaster1.xml" Id="Rda02d61f2c524e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9434b4af224f40" /><Relationship Type="http://schemas.openxmlformats.org/officeDocument/2006/relationships/notesMaster" Target="/ppt/notesMasters/notesMaster1.xml" Id="Reeb790ac8b8941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76ee153e5c47db" /><Relationship Type="http://schemas.openxmlformats.org/officeDocument/2006/relationships/notesMaster" Target="/ppt/notesMasters/notesMaster1.xml" Id="R588b069163964a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1e3898b67d4fa4" /><Relationship Type="http://schemas.openxmlformats.org/officeDocument/2006/relationships/notesMaster" Target="/ppt/notesMasters/notesMaster1.xml" Id="Re006ad38f96b41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12ee218086b4486" /><Relationship Type="http://schemas.openxmlformats.org/officeDocument/2006/relationships/notesMaster" Target="/ppt/notesMasters/notesMaster1.xml" Id="Rea2789be925a41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d0939c2b1d40fa" /><Relationship Type="http://schemas.openxmlformats.org/officeDocument/2006/relationships/notesMaster" Target="/ppt/notesMasters/notesMaster1.xml" Id="R76c42747818a490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8d5e9026964a80" /><Relationship Type="http://schemas.openxmlformats.org/officeDocument/2006/relationships/notesMaster" Target="/ppt/notesMasters/notesMaster1.xml" Id="Rafc1e1197d6042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4c5444300746ce" /><Relationship Type="http://schemas.openxmlformats.org/officeDocument/2006/relationships/notesMaster" Target="/ppt/notesMasters/notesMaster1.xml" Id="R224a3eced3d74a0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560b759be54aee" /><Relationship Type="http://schemas.openxmlformats.org/officeDocument/2006/relationships/notesMaster" Target="/ppt/notesMasters/notesMaster1.xml" Id="R8cb7e9681cf5492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490018dc6b48d8" /><Relationship Type="http://schemas.openxmlformats.org/officeDocument/2006/relationships/notesMaster" Target="/ppt/notesMasters/notesMaster1.xml" Id="Rcfde3e2c119b488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4d164f8b6e74df5" /><Relationship Type="http://schemas.openxmlformats.org/officeDocument/2006/relationships/notesMaster" Target="/ppt/notesMasters/notesMaster1.xml" Id="R2d47525a7ee54d7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3506b6b0ff4949" /><Relationship Type="http://schemas.openxmlformats.org/officeDocument/2006/relationships/notesMaster" Target="/ppt/notesMasters/notesMaster1.xml" Id="R6fa6ca8692f7499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15fa028de334779" /><Relationship Type="http://schemas.openxmlformats.org/officeDocument/2006/relationships/notesMaster" Target="/ppt/notesMasters/notesMaster1.xml" Id="R5ebcdd6f35ee4b7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8739035714c4d42" /><Relationship Type="http://schemas.openxmlformats.org/officeDocument/2006/relationships/notesMaster" Target="/ppt/notesMasters/notesMaster1.xml" Id="R7cd2dc2d682f47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9cffcd1d2a94247" /><Relationship Type="http://schemas.openxmlformats.org/officeDocument/2006/relationships/notesMaster" Target="/ppt/notesMasters/notesMaster1.xml" Id="Rdd12eda589174ff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86e0b4e9a3c4578" /><Relationship Type="http://schemas.openxmlformats.org/officeDocument/2006/relationships/notesMaster" Target="/ppt/notesMasters/notesMaster1.xml" Id="Red85fff01975400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c95b0ab0ef84f0f" /><Relationship Type="http://schemas.openxmlformats.org/officeDocument/2006/relationships/notesMaster" Target="/ppt/notesMasters/notesMaster1.xml" Id="Rce77c8244fc4480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f1dd2350cd44a3d" /><Relationship Type="http://schemas.openxmlformats.org/officeDocument/2006/relationships/notesMaster" Target="/ppt/notesMasters/notesMaster1.xml" Id="R944fd55d53944c3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b6cb0779fd14a0a" /><Relationship Type="http://schemas.openxmlformats.org/officeDocument/2006/relationships/notesMaster" Target="/ppt/notesMasters/notesMaster1.xml" Id="Rd9570a422c5643b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63ce1e35cbc48dc" /><Relationship Type="http://schemas.openxmlformats.org/officeDocument/2006/relationships/notesMaster" Target="/ppt/notesMasters/notesMaster1.xml" Id="Rc77372482cc54e7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29099c5712b4a99" /><Relationship Type="http://schemas.openxmlformats.org/officeDocument/2006/relationships/notesMaster" Target="/ppt/notesMasters/notesMaster1.xml" Id="R6b585cda60d04f9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f5bbf68acf740ff" /><Relationship Type="http://schemas.openxmlformats.org/officeDocument/2006/relationships/notesMaster" Target="/ppt/notesMasters/notesMaster1.xml" Id="R3d6307f433944c0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7c285a87a2345de" /><Relationship Type="http://schemas.openxmlformats.org/officeDocument/2006/relationships/notesMaster" Target="/ppt/notesMasters/notesMaster1.xml" Id="R24880aca83d1449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59ab15f0d6e41f9" /><Relationship Type="http://schemas.openxmlformats.org/officeDocument/2006/relationships/notesMaster" Target="/ppt/notesMasters/notesMaster1.xml" Id="R8ea8dbd3cd6f478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633983dbfe74b8f" /><Relationship Type="http://schemas.openxmlformats.org/officeDocument/2006/relationships/notesMaster" Target="/ppt/notesMasters/notesMaster1.xml" Id="R8f0ae8e218244b7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78a2b4aa2cc44ee" /><Relationship Type="http://schemas.openxmlformats.org/officeDocument/2006/relationships/notesMaster" Target="/ppt/notesMasters/notesMaster1.xml" Id="R1bf111053593492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fbc78eaedfd4423" /><Relationship Type="http://schemas.openxmlformats.org/officeDocument/2006/relationships/notesMaster" Target="/ppt/notesMasters/notesMaster1.xml" Id="R7bb17654d6b847a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e13fa94c8304c75" /><Relationship Type="http://schemas.openxmlformats.org/officeDocument/2006/relationships/notesMaster" Target="/ppt/notesMasters/notesMaster1.xml" Id="R006cb4933ad4414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8596ee63d474663" /><Relationship Type="http://schemas.openxmlformats.org/officeDocument/2006/relationships/notesMaster" Target="/ppt/notesMasters/notesMaster1.xml" Id="Rcb5bd900a5df409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815fb73c98d4130" /><Relationship Type="http://schemas.openxmlformats.org/officeDocument/2006/relationships/notesMaster" Target="/ppt/notesMasters/notesMaster1.xml" Id="Rfb7b879a9b15418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5f43010cf6f4764" /><Relationship Type="http://schemas.openxmlformats.org/officeDocument/2006/relationships/notesMaster" Target="/ppt/notesMasters/notesMaster1.xml" Id="R9c9f90589bdb437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aaed31707054095" /><Relationship Type="http://schemas.openxmlformats.org/officeDocument/2006/relationships/notesMaster" Target="/ppt/notesMasters/notesMaster1.xml" Id="R25243f8773cc492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75ec529ba46430e" /><Relationship Type="http://schemas.openxmlformats.org/officeDocument/2006/relationships/notesMaster" Target="/ppt/notesMasters/notesMaster1.xml" Id="Red6e6289ac694a6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444293569a04e09" /><Relationship Type="http://schemas.openxmlformats.org/officeDocument/2006/relationships/notesMaster" Target="/ppt/notesMasters/notesMaster1.xml" Id="R376a179e874947d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aace5661f074fee" /><Relationship Type="http://schemas.openxmlformats.org/officeDocument/2006/relationships/notesMaster" Target="/ppt/notesMasters/notesMaster1.xml" Id="R1caee1d993f04e6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a5d6a1272294613" /><Relationship Type="http://schemas.openxmlformats.org/officeDocument/2006/relationships/notesMaster" Target="/ppt/notesMasters/notesMaster1.xml" Id="R90013db9a86847c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3489a862c884689" /><Relationship Type="http://schemas.openxmlformats.org/officeDocument/2006/relationships/notesMaster" Target="/ppt/notesMasters/notesMaster1.xml" Id="Rabf5509a5db34f1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372aef1c4e04801" /><Relationship Type="http://schemas.openxmlformats.org/officeDocument/2006/relationships/notesMaster" Target="/ppt/notesMasters/notesMaster1.xml" Id="R2fdbd3ad5d5146a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010c492b003446c" /><Relationship Type="http://schemas.openxmlformats.org/officeDocument/2006/relationships/notesMaster" Target="/ppt/notesMasters/notesMaster1.xml" Id="R798b904d2cfc452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3f9a7696f59d4be0" /><Relationship Type="http://schemas.openxmlformats.org/officeDocument/2006/relationships/notesMaster" Target="/ppt/notesMasters/notesMaster1.xml" Id="Raad9bf2c6ed7431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f172ed75aff4c34" /><Relationship Type="http://schemas.openxmlformats.org/officeDocument/2006/relationships/notesMaster" Target="/ppt/notesMasters/notesMaster1.xml" Id="R311ca54f7139495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61ab96c5f0a462f" /><Relationship Type="http://schemas.openxmlformats.org/officeDocument/2006/relationships/notesMaster" Target="/ppt/notesMasters/notesMaster1.xml" Id="Rcd94369ca0d543f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02381e3688a4a48" /><Relationship Type="http://schemas.openxmlformats.org/officeDocument/2006/relationships/notesMaster" Target="/ppt/notesMasters/notesMaster1.xml" Id="Rdebb707345684cf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dad21f8c8b74960" /><Relationship Type="http://schemas.openxmlformats.org/officeDocument/2006/relationships/notesMaster" Target="/ppt/notesMasters/notesMaster1.xml" Id="Rb817fccec059404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97bf9139269473d" /><Relationship Type="http://schemas.openxmlformats.org/officeDocument/2006/relationships/notesMaster" Target="/ppt/notesMasters/notesMaster1.xml" Id="R10feed1d441d442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2cc42e69bce4767" /><Relationship Type="http://schemas.openxmlformats.org/officeDocument/2006/relationships/notesMaster" Target="/ppt/notesMasters/notesMaster1.xml" Id="R5347929d54b641d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0abd48e4f024f57" /><Relationship Type="http://schemas.openxmlformats.org/officeDocument/2006/relationships/notesMaster" Target="/ppt/notesMasters/notesMaster1.xml" Id="Rb2fe3ba7e31d4a2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bce4ccacd55478f" /><Relationship Type="http://schemas.openxmlformats.org/officeDocument/2006/relationships/notesMaster" Target="/ppt/notesMasters/notesMaster1.xml" Id="Rf716c18206254e1a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b33ca90862140c5" /><Relationship Type="http://schemas.openxmlformats.org/officeDocument/2006/relationships/notesMaster" Target="/ppt/notesMasters/notesMaster1.xml" Id="R1f5fb8863641425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6fd6e48ca1244576" /><Relationship Type="http://schemas.openxmlformats.org/officeDocument/2006/relationships/notesMaster" Target="/ppt/notesMasters/notesMaster1.xml" Id="Re5c6ce2f83744f22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4355a9e0fbff4369" /><Relationship Type="http://schemas.openxmlformats.org/officeDocument/2006/relationships/notesMaster" Target="/ppt/notesMasters/notesMaster1.xml" Id="Rad5696fed134469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399f7731cb145d9" /><Relationship Type="http://schemas.openxmlformats.org/officeDocument/2006/relationships/notesMaster" Target="/ppt/notesMasters/notesMaster1.xml" Id="Ref474af9d84245f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30e97aba78b64fe9" /><Relationship Type="http://schemas.openxmlformats.org/officeDocument/2006/relationships/notesMaster" Target="/ppt/notesMasters/notesMaster1.xml" Id="Rb48ff35aa8a848c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ba751d1cedcb433c" /><Relationship Type="http://schemas.openxmlformats.org/officeDocument/2006/relationships/notesMaster" Target="/ppt/notesMasters/notesMaster1.xml" Id="R183bf532ed3b40b3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b4eb15d8c50a4db2" /><Relationship Type="http://schemas.openxmlformats.org/officeDocument/2006/relationships/notesMaster" Target="/ppt/notesMasters/notesMaster1.xml" Id="R4db6c16a247e44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ffd51f96204e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0d9e71f54444a2" /><Relationship Type="http://schemas.openxmlformats.org/officeDocument/2006/relationships/slideLayout" Target="/ppt/slideLayouts/slideLayout1.xml" Id="R6a8e2a06a8034c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8e2a06a8034c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1a18f80e8452d" /><Relationship Type="http://schemas.openxmlformats.org/officeDocument/2006/relationships/notesSlide" Target="/ppt/notesSlides/notesSlide1.xml" Id="Rb0460d8f820448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b7e2a95f44358" /><Relationship Type="http://schemas.openxmlformats.org/officeDocument/2006/relationships/notesSlide" Target="/ppt/notesSlides/notesSlide2.xml" Id="Rcbe5ee51ffba46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d0fc3795a42c7" /><Relationship Type="http://schemas.openxmlformats.org/officeDocument/2006/relationships/chart" Target="/ppt/slides/charts/chart1.xml" Id="Ra31dcf520bba4286" /><Relationship Type="http://schemas.openxmlformats.org/officeDocument/2006/relationships/chart" Target="/ppt/slides/charts/chart2.xml" Id="R9ce5b69e0eff4335" /><Relationship Type="http://schemas.openxmlformats.org/officeDocument/2006/relationships/chart" Target="/ppt/slides/charts/chart3.xml" Id="R6551031dd4c64a2f" /><Relationship Type="http://schemas.openxmlformats.org/officeDocument/2006/relationships/notesSlide" Target="/ppt/notesSlides/notesSlide3.xml" Id="Rf129d1039b714e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02efb52dc4ac5" /><Relationship Type="http://schemas.openxmlformats.org/officeDocument/2006/relationships/chart" Target="/ppt/slides/charts/chart4.xml" Id="R3b84781e122046fe" /><Relationship Type="http://schemas.openxmlformats.org/officeDocument/2006/relationships/chart" Target="/ppt/slides/charts/chart5.xml" Id="R155b1314a3e04169" /><Relationship Type="http://schemas.openxmlformats.org/officeDocument/2006/relationships/notesSlide" Target="/ppt/notesSlides/notesSlide4.xml" Id="Raad8b05f034948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b5bb88fa840fb" /><Relationship Type="http://schemas.openxmlformats.org/officeDocument/2006/relationships/chart" Target="/ppt/slides/charts/chart6.xml" Id="Rfe679c13fc654955" /><Relationship Type="http://schemas.openxmlformats.org/officeDocument/2006/relationships/notesSlide" Target="/ppt/notesSlides/notesSlide5.xml" Id="R26ccdfce530b43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acf09bad24fe0" /><Relationship Type="http://schemas.openxmlformats.org/officeDocument/2006/relationships/chart" Target="/ppt/slides/charts/chart7.xml" Id="Rf9a882ea7b3b4946" /><Relationship Type="http://schemas.openxmlformats.org/officeDocument/2006/relationships/chart" Target="/ppt/slides/charts/chart8.xml" Id="R50e2b05d67964551" /><Relationship Type="http://schemas.openxmlformats.org/officeDocument/2006/relationships/chart" Target="/ppt/slides/charts/chart9.xml" Id="R9703f35dbc2b43cc" /><Relationship Type="http://schemas.openxmlformats.org/officeDocument/2006/relationships/notesSlide" Target="/ppt/notesSlides/notesSlide6.xml" Id="R565c18b1c9384c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23cf93665474d" /><Relationship Type="http://schemas.openxmlformats.org/officeDocument/2006/relationships/chart" Target="/ppt/slides/charts/chart10.xml" Id="R10c0961afe7b4937" /><Relationship Type="http://schemas.openxmlformats.org/officeDocument/2006/relationships/chart" Target="/ppt/slides/charts/chart11.xml" Id="R65b123b40fce40a4" /><Relationship Type="http://schemas.openxmlformats.org/officeDocument/2006/relationships/chart" Target="/ppt/slides/charts/chart12.xml" Id="R1f9244f86b754279" /><Relationship Type="http://schemas.openxmlformats.org/officeDocument/2006/relationships/chart" Target="/ppt/slides/charts/chart13.xml" Id="Redfc0e3d136a4a03" /><Relationship Type="http://schemas.openxmlformats.org/officeDocument/2006/relationships/chart" Target="/ppt/slides/charts/chart14.xml" Id="R09ea61e247d94462" /><Relationship Type="http://schemas.openxmlformats.org/officeDocument/2006/relationships/notesSlide" Target="/ppt/notesSlides/notesSlide7.xml" Id="Rd678ddb0a3e947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bf79d6d784cce" /><Relationship Type="http://schemas.openxmlformats.org/officeDocument/2006/relationships/chart" Target="/ppt/slides/charts/chart15.xml" Id="R9b48bf6f0367471f" /><Relationship Type="http://schemas.openxmlformats.org/officeDocument/2006/relationships/chart" Target="/ppt/slides/charts/chart16.xml" Id="R7470d0838abb4496" /><Relationship Type="http://schemas.openxmlformats.org/officeDocument/2006/relationships/chart" Target="/ppt/slides/charts/chart17.xml" Id="R03c2bf70148a4113" /><Relationship Type="http://schemas.openxmlformats.org/officeDocument/2006/relationships/notesSlide" Target="/ppt/notesSlides/notesSlide8.xml" Id="Refd2e842429444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58ca1519746d8" /><Relationship Type="http://schemas.openxmlformats.org/officeDocument/2006/relationships/chart" Target="/ppt/slides/charts/chart18.xml" Id="R6be8bc125e7d4d75" /><Relationship Type="http://schemas.openxmlformats.org/officeDocument/2006/relationships/chart" Target="/ppt/slides/charts/chart19.xml" Id="Raeb3c1e0873f4b67" /><Relationship Type="http://schemas.openxmlformats.org/officeDocument/2006/relationships/chart" Target="/ppt/slides/charts/chart20.xml" Id="R8dea9df05a20409a" /><Relationship Type="http://schemas.openxmlformats.org/officeDocument/2006/relationships/notesSlide" Target="/ppt/notesSlides/notesSlide9.xml" Id="R7e3a9f45efa44d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04e90c2a444b8" /><Relationship Type="http://schemas.openxmlformats.org/officeDocument/2006/relationships/chart" Target="/ppt/slides/charts/chart21.xml" Id="R9a7735706178462a" /><Relationship Type="http://schemas.openxmlformats.org/officeDocument/2006/relationships/chart" Target="/ppt/slides/charts/chart22.xml" Id="R432d6afe679d4a45" /><Relationship Type="http://schemas.openxmlformats.org/officeDocument/2006/relationships/chart" Target="/ppt/slides/charts/chart23.xml" Id="R276c16a751eb46ba" /><Relationship Type="http://schemas.openxmlformats.org/officeDocument/2006/relationships/notesSlide" Target="/ppt/notesSlides/notesSlide10.xml" Id="Rc293064db2f645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cf8016c794983" /><Relationship Type="http://schemas.openxmlformats.org/officeDocument/2006/relationships/chart" Target="/ppt/slides/charts/chart24.xml" Id="R9d54802686704b7f" /><Relationship Type="http://schemas.openxmlformats.org/officeDocument/2006/relationships/notesSlide" Target="/ppt/notesSlides/notesSlide11.xml" Id="Rbdb68fd51e7f43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b20f16e34c4b83" /><Relationship Type="http://schemas.openxmlformats.org/officeDocument/2006/relationships/chart" Target="/ppt/slides/charts/chart25.xml" Id="Rc070b8ae20124750" /><Relationship Type="http://schemas.openxmlformats.org/officeDocument/2006/relationships/chart" Target="/ppt/slides/charts/chart26.xml" Id="R3b80f9c768374352" /><Relationship Type="http://schemas.openxmlformats.org/officeDocument/2006/relationships/notesSlide" Target="/ppt/notesSlides/notesSlide12.xml" Id="R92a8c5e7979a46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57909d9fa496f" /><Relationship Type="http://schemas.openxmlformats.org/officeDocument/2006/relationships/chart" Target="/ppt/slides/charts/chart27.xml" Id="R009656bc195e4ebd" /><Relationship Type="http://schemas.openxmlformats.org/officeDocument/2006/relationships/chart" Target="/ppt/slides/charts/chart28.xml" Id="R0628112710724762" /><Relationship Type="http://schemas.openxmlformats.org/officeDocument/2006/relationships/notesSlide" Target="/ppt/notesSlides/notesSlide13.xml" Id="Ra987929834ab4a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b7bd1007649a0" /><Relationship Type="http://schemas.openxmlformats.org/officeDocument/2006/relationships/chart" Target="/ppt/slides/charts/chart29.xml" Id="R7d87c709b8b5403a" /><Relationship Type="http://schemas.openxmlformats.org/officeDocument/2006/relationships/chart" Target="/ppt/slides/charts/chart30.xml" Id="R85d5074c9dad4fff" /><Relationship Type="http://schemas.openxmlformats.org/officeDocument/2006/relationships/notesSlide" Target="/ppt/notesSlides/notesSlide14.xml" Id="R4ec33e8d138848b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382dbe6e64d3c" /><Relationship Type="http://schemas.openxmlformats.org/officeDocument/2006/relationships/notesSlide" Target="/ppt/notesSlides/notesSlide15.xml" Id="Rb6ae5ef4702543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334049ebd4ad0" /><Relationship Type="http://schemas.openxmlformats.org/officeDocument/2006/relationships/notesSlide" Target="/ppt/notesSlides/notesSlide16.xml" Id="Ra78702eef05d474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0cc053ce746ca" /><Relationship Type="http://schemas.openxmlformats.org/officeDocument/2006/relationships/chart" Target="/ppt/slides/charts/chart31.xml" Id="Ra987d5dfe75847e2" /><Relationship Type="http://schemas.openxmlformats.org/officeDocument/2006/relationships/chart" Target="/ppt/slides/charts/chart32.xml" Id="Rddbb3f6361a2412a" /><Relationship Type="http://schemas.openxmlformats.org/officeDocument/2006/relationships/chart" Target="/ppt/slides/charts/chart33.xml" Id="Rf3d4008318074328" /><Relationship Type="http://schemas.openxmlformats.org/officeDocument/2006/relationships/notesSlide" Target="/ppt/notesSlides/notesSlide17.xml" Id="R453a63b7b4a7418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e835ce5874976" /><Relationship Type="http://schemas.openxmlformats.org/officeDocument/2006/relationships/notesSlide" Target="/ppt/notesSlides/notesSlide18.xml" Id="R19aa5aad22ed4b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9be6600744637" /><Relationship Type="http://schemas.openxmlformats.org/officeDocument/2006/relationships/notesSlide" Target="/ppt/notesSlides/notesSlide19.xml" Id="R653569cd63ef41b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746bcf3cb4c84" /><Relationship Type="http://schemas.openxmlformats.org/officeDocument/2006/relationships/notesSlide" Target="/ppt/notesSlides/notesSlide20.xml" Id="Re8478b8fe1bf409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42997c7f54857" /><Relationship Type="http://schemas.openxmlformats.org/officeDocument/2006/relationships/notesSlide" Target="/ppt/notesSlides/notesSlide21.xml" Id="Rbe9371b055d4475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40f870dce4e70" /><Relationship Type="http://schemas.openxmlformats.org/officeDocument/2006/relationships/notesSlide" Target="/ppt/notesSlides/notesSlide22.xml" Id="R2dcba29aa5824c6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be509f6e841b9" /><Relationship Type="http://schemas.openxmlformats.org/officeDocument/2006/relationships/notesSlide" Target="/ppt/notesSlides/notesSlide23.xml" Id="R5dc6f0c3e46d4d8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d98b59ff640c5" /><Relationship Type="http://schemas.openxmlformats.org/officeDocument/2006/relationships/chart" Target="/ppt/slides/charts/chart34.xml" Id="Rb629d1db48324fd6" /><Relationship Type="http://schemas.openxmlformats.org/officeDocument/2006/relationships/notesSlide" Target="/ppt/notesSlides/notesSlide24.xml" Id="R0f24fd609db04ed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47c1838ca4f3b" /><Relationship Type="http://schemas.openxmlformats.org/officeDocument/2006/relationships/notesSlide" Target="/ppt/notesSlides/notesSlide25.xml" Id="R287e22a3727d43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263a4ec78421a" /><Relationship Type="http://schemas.openxmlformats.org/officeDocument/2006/relationships/chart" Target="/ppt/slides/charts/chart35.xml" Id="R653d5dba3bca40fb" /><Relationship Type="http://schemas.openxmlformats.org/officeDocument/2006/relationships/chart" Target="/ppt/slides/charts/chart36.xml" Id="R1c5e963028584906" /><Relationship Type="http://schemas.openxmlformats.org/officeDocument/2006/relationships/chart" Target="/ppt/slides/charts/chart37.xml" Id="R85fd258542534862" /><Relationship Type="http://schemas.openxmlformats.org/officeDocument/2006/relationships/notesSlide" Target="/ppt/notesSlides/notesSlide26.xml" Id="R7ad8d17c9ae2440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da2ab639f4b33" /><Relationship Type="http://schemas.openxmlformats.org/officeDocument/2006/relationships/chart" Target="/ppt/slides/charts/chart38.xml" Id="R5f56ee7cf467401b" /><Relationship Type="http://schemas.openxmlformats.org/officeDocument/2006/relationships/chart" Target="/ppt/slides/charts/chart39.xml" Id="R95b1724630564a94" /><Relationship Type="http://schemas.openxmlformats.org/officeDocument/2006/relationships/chart" Target="/ppt/slides/charts/chart40.xml" Id="R2fde0a33f9bf4d6d" /><Relationship Type="http://schemas.openxmlformats.org/officeDocument/2006/relationships/chart" Target="/ppt/slides/charts/chart41.xml" Id="R33d80d2a89a849f6" /><Relationship Type="http://schemas.openxmlformats.org/officeDocument/2006/relationships/notesSlide" Target="/ppt/notesSlides/notesSlide27.xml" Id="R57973370955a4fe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5e0e0a9ae4afe" /><Relationship Type="http://schemas.openxmlformats.org/officeDocument/2006/relationships/chart" Target="/ppt/slides/charts/chart42.xml" Id="Ra675d52f47394f13" /><Relationship Type="http://schemas.openxmlformats.org/officeDocument/2006/relationships/chart" Target="/ppt/slides/charts/chart43.xml" Id="Rdd6b6f109fc74aa3" /><Relationship Type="http://schemas.openxmlformats.org/officeDocument/2006/relationships/chart" Target="/ppt/slides/charts/chart44.xml" Id="R90ff04cca29442c7" /><Relationship Type="http://schemas.openxmlformats.org/officeDocument/2006/relationships/chart" Target="/ppt/slides/charts/chart45.xml" Id="Rf053e8c43afa4f19" /><Relationship Type="http://schemas.openxmlformats.org/officeDocument/2006/relationships/chart" Target="/ppt/slides/charts/chart46.xml" Id="Rfeffb143c9314d4d" /><Relationship Type="http://schemas.openxmlformats.org/officeDocument/2006/relationships/notesSlide" Target="/ppt/notesSlides/notesSlide28.xml" Id="Redbb3b6dceab46c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f010d460d4155" /><Relationship Type="http://schemas.openxmlformats.org/officeDocument/2006/relationships/notesSlide" Target="/ppt/notesSlides/notesSlide29.xml" Id="R85fd29e1382a459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26fd7aa6f4c15" /><Relationship Type="http://schemas.openxmlformats.org/officeDocument/2006/relationships/notesSlide" Target="/ppt/notesSlides/notesSlide30.xml" Id="Reab4ac7bffbc4b1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8b787b98b4aa1" /><Relationship Type="http://schemas.openxmlformats.org/officeDocument/2006/relationships/notesSlide" Target="/ppt/notesSlides/notesSlide31.xml" Id="R2a654dfad78a4c9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4483ed1f04699" /><Relationship Type="http://schemas.openxmlformats.org/officeDocument/2006/relationships/notesSlide" Target="/ppt/notesSlides/notesSlide32.xml" Id="R0d67886f15754c7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12b8259d34f3b" /><Relationship Type="http://schemas.openxmlformats.org/officeDocument/2006/relationships/notesSlide" Target="/ppt/notesSlides/notesSlide33.xml" Id="R4a90b26f8e1649e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80074f3694d16" /><Relationship Type="http://schemas.openxmlformats.org/officeDocument/2006/relationships/notesSlide" Target="/ppt/notesSlides/notesSlide34.xml" Id="Rd6403acdc74c40b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d6b9498c0494f" /><Relationship Type="http://schemas.openxmlformats.org/officeDocument/2006/relationships/notesSlide" Target="/ppt/notesSlides/notesSlide35.xml" Id="R415d64f9dea042d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786e00d5844e9" /><Relationship Type="http://schemas.openxmlformats.org/officeDocument/2006/relationships/notesSlide" Target="/ppt/notesSlides/notesSlide36.xml" Id="R682bd28c32b44c7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07cbc0ecb43cc" /><Relationship Type="http://schemas.openxmlformats.org/officeDocument/2006/relationships/notesSlide" Target="/ppt/notesSlides/notesSlide37.xml" Id="R2270eb9a93a94b6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a76cf9df24c42" /><Relationship Type="http://schemas.openxmlformats.org/officeDocument/2006/relationships/notesSlide" Target="/ppt/notesSlides/notesSlide38.xml" Id="R466223114fdf4a5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53e47ac1d4554" /><Relationship Type="http://schemas.openxmlformats.org/officeDocument/2006/relationships/notesSlide" Target="/ppt/notesSlides/notesSlide39.xml" Id="Rac13512417e0488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3769a0e7e45df" /><Relationship Type="http://schemas.openxmlformats.org/officeDocument/2006/relationships/notesSlide" Target="/ppt/notesSlides/notesSlide40.xml" Id="R5d78331107a5405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543c5f6c24507" /><Relationship Type="http://schemas.openxmlformats.org/officeDocument/2006/relationships/notesSlide" Target="/ppt/notesSlides/notesSlide41.xml" Id="R0f6ef9639fb645a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a47143d574185" /><Relationship Type="http://schemas.openxmlformats.org/officeDocument/2006/relationships/notesSlide" Target="/ppt/notesSlides/notesSlide42.xml" Id="Rfea8e480eeba474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6052581744e9d" /><Relationship Type="http://schemas.openxmlformats.org/officeDocument/2006/relationships/notesSlide" Target="/ppt/notesSlides/notesSlide43.xml" Id="R3ceaa144cca145d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6b8eb67c147af" /><Relationship Type="http://schemas.openxmlformats.org/officeDocument/2006/relationships/notesSlide" Target="/ppt/notesSlides/notesSlide44.xml" Id="R1d4d1201d65046e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1ac5aa25442a8" /><Relationship Type="http://schemas.openxmlformats.org/officeDocument/2006/relationships/notesSlide" Target="/ppt/notesSlides/notesSlide45.xml" Id="R11583ca591574b6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a78b73a3844ce" /><Relationship Type="http://schemas.openxmlformats.org/officeDocument/2006/relationships/notesSlide" Target="/ppt/notesSlides/notesSlide46.xml" Id="Rd89a29e7e1444a6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187dd9a5e4383" /><Relationship Type="http://schemas.openxmlformats.org/officeDocument/2006/relationships/notesSlide" Target="/ppt/notesSlides/notesSlide47.xml" Id="Rd0fb8a24784c45e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b4a3eef72428b" /><Relationship Type="http://schemas.openxmlformats.org/officeDocument/2006/relationships/notesSlide" Target="/ppt/notesSlides/notesSlide48.xml" Id="R4cc8fcb65b5b40a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b6cbdd9f34136" /><Relationship Type="http://schemas.openxmlformats.org/officeDocument/2006/relationships/notesSlide" Target="/ppt/notesSlides/notesSlide49.xml" Id="R25188cab2dd242a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c821f888542e9" /><Relationship Type="http://schemas.openxmlformats.org/officeDocument/2006/relationships/notesSlide" Target="/ppt/notesSlides/notesSlide50.xml" Id="Ra4ef3a6e57ad42d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c568c65be4f70" /><Relationship Type="http://schemas.openxmlformats.org/officeDocument/2006/relationships/notesSlide" Target="/ppt/notesSlides/notesSlide51.xml" Id="R1da0840ab3c94c4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7ae45f4174d31" /><Relationship Type="http://schemas.openxmlformats.org/officeDocument/2006/relationships/notesSlide" Target="/ppt/notesSlides/notesSlide52.xml" Id="Rdce5b7f601604c2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c2f48fb2747af" /><Relationship Type="http://schemas.openxmlformats.org/officeDocument/2006/relationships/notesSlide" Target="/ppt/notesSlides/notesSlide53.xml" Id="R0c89985b1e5345c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40761266747a0" /><Relationship Type="http://schemas.openxmlformats.org/officeDocument/2006/relationships/chart" Target="/ppt/slides/charts/chart47.xml" Id="Ra6638633ebbf410f" /><Relationship Type="http://schemas.openxmlformats.org/officeDocument/2006/relationships/chart" Target="/ppt/slides/charts/chart48.xml" Id="Rb5512e7194d249a0" /><Relationship Type="http://schemas.openxmlformats.org/officeDocument/2006/relationships/chart" Target="/ppt/slides/charts/chart49.xml" Id="R61f274cc23fd4c97" /><Relationship Type="http://schemas.openxmlformats.org/officeDocument/2006/relationships/chart" Target="/ppt/slides/charts/chart50.xml" Id="R1caca1f5dda5487d" /><Relationship Type="http://schemas.openxmlformats.org/officeDocument/2006/relationships/chart" Target="/ppt/slides/charts/chart51.xml" Id="R78fc4130644d40ee" /><Relationship Type="http://schemas.openxmlformats.org/officeDocument/2006/relationships/chart" Target="/ppt/slides/charts/chart52.xml" Id="Rddeb60b9799343a8" /><Relationship Type="http://schemas.openxmlformats.org/officeDocument/2006/relationships/chart" Target="/ppt/slides/charts/chart53.xml" Id="R5f9b5835671b42b9" /><Relationship Type="http://schemas.openxmlformats.org/officeDocument/2006/relationships/notesSlide" Target="/ppt/notesSlides/notesSlide54.xml" Id="R2b8a5eb0072240c6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f95cb12394cb1" /><Relationship Type="http://schemas.openxmlformats.org/officeDocument/2006/relationships/chart" Target="/ppt/slides/charts/chart54.xml" Id="R10ebc868f47045ee" /><Relationship Type="http://schemas.openxmlformats.org/officeDocument/2006/relationships/notesSlide" Target="/ppt/notesSlides/notesSlide55.xml" Id="Ra0b53a90adce4e5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f8fbef44247db" /><Relationship Type="http://schemas.openxmlformats.org/officeDocument/2006/relationships/chart" Target="/ppt/slides/charts/chart55.xml" Id="Re1016a30e52c4376" /><Relationship Type="http://schemas.openxmlformats.org/officeDocument/2006/relationships/chart" Target="/ppt/slides/charts/chart56.xml" Id="R677abae73d7c4f17" /><Relationship Type="http://schemas.openxmlformats.org/officeDocument/2006/relationships/notesSlide" Target="/ppt/notesSlides/notesSlide56.xml" Id="R70edab5f975b4c9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4bb2e651546c9" /><Relationship Type="http://schemas.openxmlformats.org/officeDocument/2006/relationships/chart" Target="/ppt/slides/charts/chart57.xml" Id="R84ee318987e64be1" /><Relationship Type="http://schemas.openxmlformats.org/officeDocument/2006/relationships/notesSlide" Target="/ppt/notesSlides/notesSlide57.xml" Id="Rf53befa3db044bc2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49f32964d4dc7" /><Relationship Type="http://schemas.openxmlformats.org/officeDocument/2006/relationships/chart" Target="/ppt/slides/charts/chart58.xml" Id="R43d5fe0c97614016" /><Relationship Type="http://schemas.openxmlformats.org/officeDocument/2006/relationships/notesSlide" Target="/ppt/notesSlides/notesSlide58.xml" Id="R0a4e9027df9b45da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afcba885f403c" /><Relationship Type="http://schemas.openxmlformats.org/officeDocument/2006/relationships/chart" Target="/ppt/slides/charts/chart59.xml" Id="R19fe9b30c8f34fd5" /><Relationship Type="http://schemas.openxmlformats.org/officeDocument/2006/relationships/notesSlide" Target="/ppt/notesSlides/notesSlide59.xml" Id="Rdbe70228a02c4bc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1978faf344f32" /><Relationship Type="http://schemas.openxmlformats.org/officeDocument/2006/relationships/notesSlide" Target="/ppt/notesSlides/notesSlide60.xml" Id="R4c9c47e3592741e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0f94ecbec43dc" /><Relationship Type="http://schemas.openxmlformats.org/officeDocument/2006/relationships/chart" Target="/ppt/slides/charts/chart60.xml" Id="R07c8f183bbe74a7d" /><Relationship Type="http://schemas.openxmlformats.org/officeDocument/2006/relationships/notesSlide" Target="/ppt/notesSlides/notesSlide61.xml" Id="Rd708e04bf3e64790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90cfa9be246fa" /><Relationship Type="http://schemas.openxmlformats.org/officeDocument/2006/relationships/chart" Target="/ppt/slides/charts/chart61.xml" Id="Rfedcab484ab34589" /><Relationship Type="http://schemas.openxmlformats.org/officeDocument/2006/relationships/notesSlide" Target="/ppt/notesSlides/notesSlide62.xml" Id="R6cf58ed18dbb45cf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72414fdc342c5" /><Relationship Type="http://schemas.openxmlformats.org/officeDocument/2006/relationships/chart" Target="/ppt/slides/charts/chart62.xml" Id="Raf279b627c474a18" /><Relationship Type="http://schemas.openxmlformats.org/officeDocument/2006/relationships/notesSlide" Target="/ppt/notesSlides/notesSlide63.xml" Id="R8059bbd90c044e92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62abd7d4749c9" /><Relationship Type="http://schemas.openxmlformats.org/officeDocument/2006/relationships/notesSlide" Target="/ppt/notesSlides/notesSlide64.xml" Id="Rdea38c9f20ef4ac3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55.13885184004</c:v>
              </c:pt>
              <c:pt idx="1">
                <c:v>76.96129017560001</c:v>
              </c:pt>
              <c:pt idx="2">
                <c:v>99.91052462255</c:v>
              </c:pt>
              <c:pt idx="3">
                <c:v>106.15021915836999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115.84650179063</c:v>
              </c:pt>
              <c:pt idx="1">
                <c:v>186.60735711741</c:v>
              </c:pt>
              <c:pt idx="2">
                <c:v>167.01849694711998</c:v>
              </c:pt>
              <c:pt idx="3">
                <c:v>188.13199751802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132.6815458556</c:v>
              </c:pt>
              <c:pt idx="1">
                <c:v>183.60740115698002</c:v>
              </c:pt>
              <c:pt idx="2">
                <c:v>236.7773186476</c:v>
              </c:pt>
              <c:pt idx="3">
                <c:v>286.39852298602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158.08940380785</c:v>
              </c:pt>
              <c:pt idx="1">
                <c:v>235.72098519745998</c:v>
              </c:pt>
              <c:pt idx="2">
                <c:v>329.51098134755</c:v>
              </c:pt>
              <c:pt idx="3">
                <c:v>299.6946068399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0.11941115139454586</c:v>
              </c:pt>
              <c:pt idx="1">
                <c:v>0.11269823470243945</c:v>
              </c:pt>
              <c:pt idx="2">
                <c:v>0.11990932261815379</c:v>
              </c:pt>
              <c:pt idx="3">
                <c:v>0.12057382067785045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0.2508823398060697</c:v>
              </c:pt>
              <c:pt idx="1">
                <c:v>0.27325840928128453</c:v>
              </c:pt>
              <c:pt idx="2">
                <c:v>0.20045010182151718</c:v>
              </c:pt>
              <c:pt idx="3">
                <c:v>0.21369521337172784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0.28734106044479324</c:v>
              </c:pt>
              <c:pt idx="1">
                <c:v>0.2688654249621013</c:v>
              </c:pt>
              <c:pt idx="2">
                <c:v>0.28417234318043394</c:v>
              </c:pt>
              <c:pt idx="3">
                <c:v>0.3253141107640825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0.34236544835459126</c:v>
              </c:pt>
              <c:pt idx="1">
                <c:v>0.3451779310541748</c:v>
              </c:pt>
              <c:pt idx="2">
                <c:v>0.39546823237989503</c:v>
              </c:pt>
              <c:pt idx="3">
                <c:v>0.34041685518633913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89C3-8BCE-454D-8764-5208085E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963B0-54A6-49BA-AFAA-367B0B42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BF9D0-66E7-4261-8B94-41A88C30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C50AE-1FA1-4357-8DF9-8827DE07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B2E13-6C2B-43B3-A722-662C05E3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1F43B-069C-4D0A-A42D-AA4DE353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21B20-EA5B-4248-9901-ADB0A542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5961163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A6AF30-BECE-470E-AC18-607C7592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97FB2-01B6-4B94-9B31-4612B3A1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4C47C-12AC-475B-A99C-144DF524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BE6E2-17AE-4805-A57E-376AD18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B6FE0-FAA2-4A17-A9F8-653F7CD7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78A3D-9160-4E3A-B3F6-28923C56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5BE9D-D3F5-40CF-8AEF-6A150ABD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D5145-3937-4DCE-92F5-28009EB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1AE1BE-3BF0-4DC1-8BA3-FE87E314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275C0-4937-48C8-A49D-FBDE7F25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7C37B-E14E-4C7E-A391-CBF2EB7F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CD0F4-FCAE-41BC-9D74-37E792CE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290BA-599F-435C-9539-318CBD9F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1A489-975B-46D2-A1F3-C3190737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B09227-2928-439F-A3CD-8A03E7E0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BD44A1-4B9F-4773-906B-D9FA11A3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CA74C-68E3-43E6-97A9-07B8A0B5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31881-8823-4555-A8CC-55AAF3B1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DE8A72-252E-40C9-8AAF-9B8CBB1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B0CE2E-292F-4DC9-BF04-2FA62913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3FF570-6772-49BE-A01E-14FFE963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815696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EB086E-BA56-4AC7-A74F-7EF6A4B3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0CB49-A856-4D13-8C76-F1FFE7CA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02FFF4-151B-4CC0-B5F8-428F2361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77269-39C8-45F8-B732-8A9E0D0D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9C98AE-EE0E-4BAC-AAFA-1905971F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4077D-EE9E-46D1-8E15-1C38F94F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8152C-57A9-4024-B93A-D8A37EDA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B73BB-5CF2-4B51-8925-46566904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1dcf520bba428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467F0-8E5A-436E-A5B2-BCC8B7DD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88E75-DC79-45A4-B030-6E928DB5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94FCE1-F507-4419-BF66-AE2EF353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e5b69e0eff4335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51031dd4c64a2f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C2669-6751-4199-8F1F-C50BA403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B2F5A-E40C-4232-ACCD-85129E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C60D0-2F6F-4A49-A306-8B9E0237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2992040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D6CA53-6D6F-45ED-9629-1B0C8CA8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7C82F-E3A2-4FD0-B74B-2C7F5883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41C08-8E6A-4A47-86FA-CFE83537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E5CE2-0C82-488B-8559-77B13486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D76C9-EB89-41C1-9CFA-6CDFC270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9D9A3-EA61-4189-8EA3-AF5AE574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2D0F5-ABF4-473C-B786-26CD1E9D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51DA9D-A456-46D7-9C88-6FE6B399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84781e122046f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8BBC8F-5F5A-45C3-A76B-378965B9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D41A0-0C32-46AD-9730-4E458A05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5b1314a3e0416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F01E6D-558A-4AE2-B281-CBFC3202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26232-52CD-438B-92BD-B36C3557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586C7-674F-4E94-B62C-A01A04BB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724888-5F57-45DA-9748-3C6998F8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9B18A1-C8A5-45A7-9161-FA1615A7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3E2724-388C-434F-B0D9-FE5351AB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9C0-046A-45BE-833C-437E9AC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5485AE-7B43-4C70-A68D-147F963F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66845-0FC1-407E-B20D-4932C53A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821D31-443D-4CF2-B7A2-A52D5A0C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2AC9A8-335E-4103-B8E7-B25DF188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979EA6-E6C2-4612-8954-A1AE26E7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8661560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407408-4A9A-424F-A082-DCB6CAEA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7F0B5-DAEB-4EC7-B61B-3740B36E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AA6C5-8125-4471-B0C2-6B38DD84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A2C88-67DA-41B5-9A59-AD911E04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188DF-D45A-460C-AA98-DF48E5EA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905C2-D4B8-46EA-A2E5-792FC03D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D0BF4-A423-42F3-8BB2-76ED2258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F6341-61FB-4D19-A864-7CB58905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679c13fc65495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14DF21-738B-4D79-B8A7-87BD3C59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925EC3-4071-4AC3-AA84-F1F3B1D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6C836-F89F-4CF3-9C6F-E4A50352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F5115-A122-4199-810A-1D2727C2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A9FB7-9B66-49C6-9F27-9A53CA7F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6BBEB-54D3-4BCD-86B3-582BAC70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77BF9-3C08-4798-B9F5-2070C8FA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B2777-C8E3-4F17-843C-70918C0B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A045C-87E6-49ED-B755-7DC0DF9C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C8FD9-4E44-4CAD-9E69-18720E76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36C60-06F1-4A80-9BB1-D304A3DD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117BC4-83AC-42D0-9A6A-4ACF5466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20134796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433349-9829-40C3-A466-CAF65295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2B7E7-2094-4B20-B015-D4478652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343C5-2A85-40C5-90CD-39EEB014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8A7FD-E8FC-4859-893B-9162C0DC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1BDAF-35C1-4134-97D6-07C7389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3E375-E376-4CAA-A5FA-BDD20655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74E32-0CBB-4A2F-985A-0CEE3A3C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8B1F7E-1147-482B-88D1-12F53364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a882ea7b3b494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EC5888-F724-4DB1-A9D3-1CBF0774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6BDFBC-B550-42CC-B33E-3B5CD7FC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e2b05d6796455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138EE-CFA1-4AEC-9863-084DC777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82C92-7DA1-4F3F-9062-F3D27566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03f35dbc2b43cc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756924-93BD-480D-9883-B635C8FF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864102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B9D628-AB45-4057-9E18-66E5CE17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CBE3B-F292-4877-8008-47801E2C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8484D-E279-4833-A074-011BBF46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66576-7568-487B-A86B-A9C8EFF1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BE579-D346-4C30-8955-248EA4B3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FB1F1-EDC4-46DA-8000-2F67AD5C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c0961afe7b493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8D14F-3DCD-4AF0-8F42-BC1F6AC1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E1378-546F-4881-8C25-1AD6CFBB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b123b40fce40a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63F83-52D2-401C-8575-9357A80E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43536-382C-4224-A6C5-79B44FC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9244f86b75427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F0E97-7541-438D-BF34-B8436629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2113C5-7C46-49B2-A6C1-0BCDFA06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fc0e3d136a4a03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58819B-ADA2-4A3C-BDB0-3F758B62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CF6E92-3DE8-48B9-9E2E-33BD26BC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B92053-013B-4837-8E41-27D1256D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ea61e247d94462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4FA68-1961-4E33-8620-0522535D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D31C23-D824-4898-B629-EE18FE98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733292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E807B-905C-4ACA-BF69-40D5D7C0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756E4-4234-4355-B01B-0459A7FE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66,6%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F93E4-F09D-4511-B9BE-2B526EB1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D4DE2-E963-4BEB-9D2D-7FB71426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E7F9-688B-4381-AE8F-5FC6580F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42FBD-64D7-4D5F-B881-E4517524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78C99-EA06-46B3-9206-EC4B4CCE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CE146-FFA4-4A8E-9AA7-24297A78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48bf6f0367471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F32AC-4209-49A9-89CD-9EF1203B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1038E-2A02-4E87-93AD-0596B799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70d0838abb4496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c2bf70148a411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CAA1A6-8FDA-4BD1-B400-2E896942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067B59-6B71-4EFB-849B-453F052D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11 decisões aprovadas retiram R$ 56,0 bi de Outros; residual R$ 299,7 bi. Tipo/Foco oficial, documento, página, evidência e responsável permanecem no workbook.</a:t>
            </a:r>
          </a:p>
        </p:txBody>
      </p:sp>
    </p:spTree>
    <p:extLst>
      <p:ext uri="{BB962C8B-B14F-4D97-AF65-F5344CB8AC3E}">
        <p14:creationId xmlns:p14="http://schemas.microsoft.com/office/powerpoint/2010/main" val="1311704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1D057-3AB5-41FA-BE3E-1262F9A8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9067E-D185-4B0B-83D6-6A171E7F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015C2-6AAC-485D-915D-CCF6CC7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E26A8-4530-4D86-A460-5CE713F3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B9B42-667D-4853-BC31-8FD78777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D80D6-822E-43F6-9082-F72E518D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57ACA3-227E-42C6-AD2B-A57219DA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ABDB4-D188-485A-8B20-3FD01D23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e8bc125e7d4d7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2320A4-F624-4A0D-A325-FB2737A3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67A66-6D9F-4BE6-B244-C7A12EC8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b3c1e0873f4b67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ea9df05a20409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530E47-AEDB-4FC7-BABE-55900AEA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2855998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42990A-F045-4674-8130-0A464725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31527-CC3D-4E3B-8893-9B26D91E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68C04-F7CA-41CE-843D-B15FFF22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46B63-54AB-4B43-A3E8-3C9407EB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26617-C5C3-4DB9-95D3-75D5306B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1C898-B91D-4D61-A0BE-329DDCD4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BD534-9831-4CC3-90A5-61D16A4E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8B1F2-3373-4357-9233-B47598F9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7735706178462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972426-2018-4B71-9F45-2A24CCA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A6AF2-AE78-4E86-8077-3324E053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2d6afe679d4a4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437AA-774A-40B9-A07E-B514E1A1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53811-A039-4E4B-A0FE-16EA4C92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6c16a751eb46ba"/>
          </a:graphicData>
        </a:graphic>
      </p:graphicFrame>
    </p:spTree>
    <p:extLst>
      <p:ext uri="{BB962C8B-B14F-4D97-AF65-F5344CB8AC3E}">
        <p14:creationId xmlns:p14="http://schemas.microsoft.com/office/powerpoint/2010/main" val="17562965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40152B-B02E-447E-ABE6-2A3726F4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6E208-9B43-49FD-9B19-DF82C075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5AE37-E98D-4EBC-8048-58D83727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690AE-6E8F-4E22-8792-B46D978F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2F9FE-D69F-476C-96A2-3E41F76F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11884-08AA-4620-A6DF-1B189EA1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98A33-A903-453A-ADBD-F48843F7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D54E0-6268-4D18-9C4C-08C4AE8F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54802686704b7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4D4CF-A03B-42DA-BE8D-3E3F963C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9F624-B580-49E3-8FF7-1F88D35D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2C28D-566B-46C9-A6BC-CAD6572C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0D8CB-C1A6-4E48-A82E-22E36096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3B2E2-DA9B-4A6E-97DE-5AF649B1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020B15-A947-4812-89ED-B169C97F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37193-1000-4234-8565-004A1084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02A19-2B33-4AA9-83F5-7ACB2D81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079DE2-A7B7-42F1-BE26-39FE9DE7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C9B9D-FCD5-477D-8D97-E381813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6C26A-2515-4AC9-B9EA-91EDE24B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72A44-F39E-47C5-82E7-3BDB5A60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BAB7D6-A734-401D-B022-9D393B10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60254-900D-4034-86DE-A71657E6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23AA96-68F0-4766-9794-567A1A2E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840599-B087-4365-80DE-2B455A00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7F9706-7425-4CD1-9D02-D7A03CC0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395658-C0D1-4293-9876-C9F3E368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25C6FE-02AA-460B-A655-31750A56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E43AA-DDD6-445A-8E8E-F2F99787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EF87CA-698A-462D-B0A5-04F7EEA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4238415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91DFA-8D07-4B4A-BC06-79B4B7D3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0F680-47F0-4650-9440-BED0F255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7F77F-D923-4809-B14A-AC2390C9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68080-E47D-4A7C-B4B8-A9A3E045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136204-1EA4-4B19-A780-49A3B6F5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8ECBCB-3D2B-4903-B153-54E22F41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BF25E-92E9-4722-A9DC-07AF9C26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A609B-8BE6-481F-AFBE-B64BBB31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70b8ae20124750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80f9c768374352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8DEDE-A807-4D28-A113-939504EC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A596C-B8CE-4363-8A53-83EC0813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C02D4E-3FF1-4AD1-AFC4-40898119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898C48-41BB-4782-A5B7-B0EA85C7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5B0C4-605F-47DE-9D4B-6AF4835A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7028622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6FFB1-40AF-4D8F-A842-03F4C3AF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3E157-9DBB-4080-B46E-F3BD126A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9DB11-562D-4EEE-ADCD-DDC03A33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43D34-A492-408D-A0DE-33BB7EA5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3181E-DAB3-46BE-817F-787F8BD5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BF93E-AAD2-49B8-A774-85E92445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D1394-3AD6-4BE2-8B9E-7BFFE66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3F994-12EC-4563-B3D7-37402C90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9656bc195e4ebd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28112710724762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D34CD8-0C92-4E41-AA62-B3A4A3E4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114665-2AB6-4BFE-BC7D-ED67A12C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A95F0-F9D3-431B-A116-68812626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4D21C5-D5BB-4C71-A56E-1DDC534F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8A428-A7A0-490B-8409-96CD018B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2587554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6C71E-FBE8-4BE8-8DAF-7D25A1D5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7CEAB-F7D5-4AC2-AC58-39E17FBD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7E5E2-ABEB-4B38-AC24-EFC8CC4F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32E30-B7DD-46F1-9460-CA575830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881C0-1D80-45BC-A316-250BAAA1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E1D28-F44F-413A-A525-882E546B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C07DF-89F3-4CF5-A6BA-8916BB6F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27533-3A91-40F6-A9D3-5D3414A3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87c709b8b5403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C7741-5987-41B4-AF12-6B67E56B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3CD71-7C0F-4E3B-8D30-1A3ECE51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d5074c9dad4ff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AAA87C-61CB-4893-A95B-7068C528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7039449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3FF96-15E7-4780-994D-1AE1C6DD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B3405-96FA-4732-89F1-09B15A1B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88564-0035-4093-B3F7-9AA93174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59216-96C5-495F-BCAF-2910BDA3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309AC-5809-45B0-9620-1D2666A9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476B6-97F6-4696-A083-EF0B25A9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0AEEF-4373-4164-A267-1E6134FB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21095910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65749-8C67-4788-B12A-E6C060EA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9D285-B5BF-4E54-82E0-2C0E4463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7E0A3-B655-4AEC-8665-AB61B753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C63CC-00EF-4559-80C5-9F11A0C0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19F08-37EF-411F-8DEC-D3B9DC46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65DD5-0933-4A36-A56B-CDA2FB17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DA089-F9C2-4BD8-A096-2C509746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F2270-F6B0-497A-A09E-C57BFA58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447E6-CBDB-4C2F-A7EF-5C148C4B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3EBE03-0674-48BD-8A59-0CDCD2BC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6BCE1-1248-4FAA-A043-E8485537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9969449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B3334-B576-40F0-A4D3-83182B50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6AAE4-445D-425F-9FBC-7A38E08E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9C29B-7876-49BD-B0C4-45D1357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A47AF-F026-4D5D-9641-CC91DBE0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98B4C-759A-4103-9643-2BAA20AB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9319DD-5B36-481F-A0F8-DD6B1C9A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63F8D-B29F-4684-8C8B-2D51FDCE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C9E56-4B0E-4E6B-BD21-52FC652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87d5dfe75847e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37F07-FB43-4CF4-BE8A-8E6C745D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F89EC-C39C-46D3-A2E1-74E262E9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1B62D-A7FC-4465-9490-97284C8A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bb3f6361a2412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C04C5-A59B-4539-A7F3-2B1C4036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AAF044-2E8E-449A-95CF-612E1D13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9D5CE-C0B4-4086-9A68-87A35C0C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d4008318074328"/>
          </a:graphicData>
        </a:graphic>
      </p:graphicFrame>
    </p:spTree>
    <p:extLst>
      <p:ext uri="{BB962C8B-B14F-4D97-AF65-F5344CB8AC3E}">
        <p14:creationId xmlns:p14="http://schemas.microsoft.com/office/powerpoint/2010/main" val="6881249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F9395-A5D1-4571-9662-B031B66D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BC845-329A-40D7-B6CA-EE0596EE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0FE84-246D-413F-A9E6-E51FF070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A4448-B8EA-4361-95B0-4CCF0FCB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F271D-2508-407F-BF18-D044D191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D0357-FE42-4A80-9AF9-BBAA2F4E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448940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E0B04-6772-4EFE-A534-30C0D1CE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4E2CC-F3C5-4172-8C13-E8BE3612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04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11,5%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8D7A2-7ED0-4065-B4F5-998457B9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5FE97-F162-4780-A8AD-9A40B4B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E3441-52F8-4923-9B62-EAC4C219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699A3-F79D-49DE-A2DF-E099E23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82917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1D218-9CC1-4333-BCAA-A342D498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63487-A966-4B77-BFD8-45B92C6D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B9C64-1A4A-470F-A61B-B732AD6F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9C3E5-8C4B-4259-AD15-A5DD9017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B07FF-B9A3-4C44-8433-2F628504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41C62-8654-44AE-9F5A-300DE407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66: CNPJ/MF N° 06.182.371/0001-18 – VIGENTE EM 21.07.2025. 66 ANEXO A POLITICA DE CONCESSAO DE CREDITO ADOTADA PELOS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CEDENTE E A BRF S.A., COMPANHIA ABERTA COM SEDE NA CIDADE DE ITAJAI, SANTA CATARINA, NA RUA JORGE TZACHEL, 475, BAIRRO FAZENDA, CEP 88.301 -600, INSCRITA NO CNPJ/MF SOB O NO 01.838.723/0001-27, POR MEIO DE SUA MATRIZ OU DE SUAS FILIAIS. CLAS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31777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30EA1-A9FE-490A-BFB6-A000AE62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03C2E9-9B63-475B-9351-C96B6D02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CD108-0E37-4C94-8FAB-75203BAD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F1A04-F55B-428E-B696-747D0425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A817B-81BE-4F0B-B843-FD782B42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E2C10-2380-4AEC-91C3-CE744160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CEDENTE. “CIP” E A CAMARA INTERBANCARIA DE PAGAMENTOS. “CMN” E O CONSELHO MONETARIO NACIONAL. “CNPJ” E O CADASTRO NACIONAL DA PESSOA JURIDICA, DO MINISTERIO DA FAZENDA. “CODIGO 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038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78882-BB02-4304-8847-11FFE2CC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88A2A-C74A-4F57-B616-EDAA3D1A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5C5A6-B7E0-4C66-B88C-6FCBC8F5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B27EC-F007-4EAC-9ED1-780F4D49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886D8-7800-4A96-BD9B-7CAE672F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3F0BC-A371-4769-88EF-2F2A9A80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150: CEDENTE SERAO CORRETOS E SUFICIENTES, PODENDO, PORTANTO, EXISTIR ERROS OPERACIONAIS NA REALIZACAO DESTAS CONCILIACOES EXTRAORDINARIAS. ADICIONALMENTE, EM HIPOTESES EXCEPCIONAIS I NDICADAS NO CONTRATO DE CESSAO, NAS QUAIS A TRANSFERENCIA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 ODIANTE NAO GARANTEM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65: CEDENTE, NOS TERMOS DO CODIGO CIVIL. “CMN” SIGNIFICA O CONSELHO MONETARIO NACIONAL. “CLASSE” SIGNIFICA A CLASSE UNICA PERTENCENTE AO FUNDO. “CNPJ/MF” E O CADASTRO NACIONAL DE PESSOAS JURIDICAS DO MINISTERIO DA FAZENDA. “CODIG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78781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37CC0-887B-4AB4-85F6-D9F1E336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39FD3-38C8-47F2-9FD4-EDD9B139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A60BC-F58B-49F5-BC15-BE72EE3D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D19B2-40C5-434C-9559-CF8FA562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9618C-60D9-4B9A-BF86-48B3CBE2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981FA-4BCD-487F-8007-49EA5070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2080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943350-2019-47BB-A654-1EB69B30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95D1-2A5A-459E-8166-67618E21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2C48C-CC44-4545-8635-2585C634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64672-21BB-4F27-BBA1-8F4F553A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1844F-8414-493D-868F-A41650E7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CA107-7777-48FE-87FB-8CDE17C9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29d1db48324fd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F3416B-ECD5-4F08-A040-92A2AACF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111C8-2D8F-425A-B69C-02B90A22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94ABC6-8B3C-44B5-B93C-7C4FD53E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8E8A9-EDA2-4318-9CCD-70CB65C2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DA5F0-2315-422D-9ACD-855604D6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129F0-C425-46E6-9006-CD4E3AA1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E26593-DD33-4C6F-90F4-6AD21951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52FE0-3B62-439D-84A0-6368EC9C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858EC8-3E2B-4F7C-AFC5-68B25EC1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F0CF7-E30A-4C8A-BE04-74B4289D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A84DC-CB42-4731-B01F-9FD3E7AD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EC593F-C7BF-453B-94E1-E9650DEB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3D54DE-626A-48AE-A75F-839ED37B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2DF3DB-17D8-47D1-9D6B-1F7452F3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5675C2-75B6-4AA3-A98B-B04E3AD5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DFEDC-724B-4095-A287-548695B6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84B142-EB76-44AB-A5F2-33E44073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A77994-ED76-4774-A86C-A352139C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C051C-2EBF-4DDC-B99E-9712F34A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816DC4-108F-4A22-A217-B2523E4E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915B00-058A-465D-AD46-060C03DF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10568845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8854C97-D0F5-4459-B199-8E926C23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0CF4A-3B2D-4A36-AF8F-39607ED6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0FF05-E7CD-44A9-8A86-FCA3FE78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20A5D-7BE5-45BF-BEC7-5114F118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618B1-0759-4CE4-934C-5D96BFE3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B023A-FCF6-4BA4-817C-A1902D3B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CF4F-4416-47D6-BD3B-68EEA66E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1FF8F-0C7D-4B56-BB51-9F41DF6E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87734D-142C-4A13-89CA-9AF82B73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30537-1266-48E0-B459-7AD295EE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BED6B-0C84-455B-8536-1693E8A7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9B4C9-37FA-4742-BC7C-331CBA7A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2A65D5-4F38-4A20-BBB6-B392DC15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C7DEE-70A0-4460-B8F3-8A7D45E4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F8AB96-D91F-4230-8F30-E883E188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EE204-0C76-4A9A-A6BD-2BD12B47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4E5C58-CB33-4EF2-BA63-9330157A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F5C4C9-B44E-4720-9E4A-2B97BE3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12E8D4-8404-4678-9FA5-CF022B9B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945E20-AA1A-41E2-A4B2-04AB7B29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921EB-8058-4674-B09A-F1587076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66308-4464-4E29-BAFC-D918B6CB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42BD08-F710-4DB4-9F71-241B035D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D1487E-275D-4798-9DBD-3726AEB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6485B-ABC7-40B8-B778-7E727805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6C589E-E15A-4262-8C3F-C9306E7B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4AE881-A0AB-4903-905E-57082987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B7FDDA-B20B-4137-A115-8158A7FC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CAE7A9-E397-41EA-AC77-DBFE72C0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25836A-88FE-4604-8D07-44481105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C2BB3-DD7D-4B80-8D59-7481249F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6691E9-6523-4FAC-953D-79E6C140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EC4542-4103-4534-80B7-DEDCA874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EECBFD-EC40-4652-82D9-9ABF9345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B2F7-E05F-4FCC-8C77-A5F63CCD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87C68C-393A-4675-A8BF-384182C7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987C99-1B8E-47AF-8A68-0A6BACC9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693A83-05E3-40D8-BC6B-FBAEA9D2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69C438-9174-4485-B402-43D82CF6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93425A-EF92-4B84-A4A9-5591AC54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B363C0-B855-4919-9A17-3DA52024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118654-B801-4931-9FA4-D3F0C7E3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A3BE18-2CC7-401A-B0E6-ADD32586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7FB1AD-8113-4CD3-87EE-B95CFE80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9A8B7E-C7E2-4B39-9EC1-FA92D9FD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A1DF53-54F6-4797-A0C9-958349C4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2C3BBE-FDF0-41BF-9D50-6EE6AF5D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21193A-4927-4202-AEBC-1247E6D8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1F7787-5833-4AEE-9947-92B9A38E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7720CA-2AB5-4703-B7AB-B1E4440E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160E2A-6919-4BD9-9A4E-C7CB6027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2D1959-12A8-457C-9849-6E49C13F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8FB51B-AA31-4634-842F-864666ED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DCF74A9-6349-469C-B077-74ED0A37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0E2C74-0270-4912-BD36-F8421250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497FA8-D2FA-4779-8A89-183C1243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0A01F8-6784-4454-8B7D-A87C7180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F782357-F66F-4289-A140-09961AB3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2E9F56-4C8E-4F83-8A2F-4EF3532E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824FD1F-4A4A-4161-B2ED-C568AD98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1AEBEB-111C-49AA-9878-60ECDB3C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55740E-7E26-453B-BD36-74A4C559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DBB4775-E310-40EE-946B-A15DF1D4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0BE79A-49C4-431B-8CA5-CBEF8E7D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5D87BE0-79EE-4C62-9E3C-A3D296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3ABCC1C-EF1A-447F-865A-70719164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D99967-559D-43D7-8036-FDF313E0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640736-33C1-41CE-95DB-4CEE62CC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1BB70C0-4E3C-4BCC-8482-F2D8E1E7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98D227-3AC0-42C3-9007-188FAA68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2C61FA5-FA68-4822-9946-BF69935A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211A1A3-C132-45FE-98C4-41401107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3B4898-17B9-4680-9FF6-E105E396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DF11B2A-FB05-40D1-A53A-15F43697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67E54E4-2EDE-47F4-B3FC-21F0E95B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200C30E-0547-45F2-8679-C632CB6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67EEFA1-365C-4A95-9BAD-220A6A9E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CD14F6-6CBE-4820-A76F-3EFA341C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FF0F475-0ABA-4011-B24C-E6343BC7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90426145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3E611-80C1-47CD-93D0-C66F37C1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49519-F7AB-4A5E-8266-072434F8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2C169-C7DC-456E-A0E2-5A1CE2C2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362A1-29DB-4165-83CE-CB56FED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9A641-CDF7-40FE-B733-9B991A20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7F2E1-3920-44AB-AD8D-C29177C6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1CCAB-35A9-493A-9C57-28CE50B9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BBF4D-5BCA-431C-A5BA-29799826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3d5dba3bca40f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6657C2-2C97-4101-AED7-ADD39BEF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A21DA-17D9-4CC0-A983-7A68F668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5e963028584906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fd25854253486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5D5E2-3B34-4236-BEC2-0D437877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713CB-9AD8-417E-9508-27743942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20607514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CCCC9A-8097-41F2-8062-F8BF6594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7EE4C-3E30-4C8B-9A9E-16C5DE6A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6FB3C-163D-4EE4-BDE7-2409E198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CF1C2-3E8E-414F-ABE0-AD9924B4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1DD34-2B2A-4E24-A985-801BB4AF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4CF3B-AB47-418F-A5F9-19863038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A32B9-5A9C-4738-A48C-459FE677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A9BFB-B1D4-48B4-AFA4-3C4989DC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56ee7cf467401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EA7FD1-4DCE-48D7-A8CB-C24EC3D8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6A747-ABAF-4C7F-8FD7-78934A43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b1724630564a9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875EA-D8C1-4BF7-9EF2-9CDD72DF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36F7C-9559-4988-A5E5-C64FCC79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de0a33f9bf4d6d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d80d2a89a849f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DCF1C-22A6-4FB3-AF1C-85BB1124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E82D2-138E-4FF4-AA0F-11C97AF5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F108C-B348-4FC4-9316-ACCD412E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2078D-12F6-4BAB-867D-353F49D9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F61ED9-6077-49AB-8D03-5427A207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385703-8F1F-4669-A533-11EE5900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00FCB4-19E8-4F76-B5A4-A0E10CE4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2A86A9-F05A-4D67-A3B2-16FF1603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E17A26-6CDA-4227-BB24-295C455F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8293180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FBDC3C-8737-4968-A61B-4B19282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3B9AD-F2B1-4269-A7F0-DC3E165B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36D9B-195C-4277-9977-5E83F2DE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143F7-3522-4F34-875D-A756A648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F1B9F-DC33-46B5-93B1-336DA831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59D25-46D3-45FE-9402-F0175C8E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7BB39-45DB-4C94-8BC0-D95EE0DD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46DCF-9BE1-4C00-BDBD-1E1614BB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75d52f47394f1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59A6C-D683-4104-B5E5-4435BC98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8571E-9546-4FF1-B18F-DE815CE7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6b6f109fc74aa3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ff04cca29442c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CDEB6-7AF3-495B-8157-8FE799EF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BD18B-8B73-48A6-8648-60B02178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8A96D-94EE-43A7-B5EF-FDAC7652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53e8c43afa4f19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A3AD8-0D17-4E9B-83B5-93AD17CD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5E4EF-A069-4FC3-8B7D-312A0104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ffb143c9314d4d"/>
          </a:graphicData>
        </a:graphic>
      </p:graphicFrame>
    </p:spTree>
    <p:extLst>
      <p:ext uri="{BB962C8B-B14F-4D97-AF65-F5344CB8AC3E}">
        <p14:creationId xmlns:p14="http://schemas.microsoft.com/office/powerpoint/2010/main" val="214309616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558C3-04CD-4138-A369-A9E5F174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57935-A0D8-4A76-918E-F2765393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07658-EE1F-4C3B-B8D8-291B4A3B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7C4A5-5487-493E-AC1C-2C2B1F3C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EF3C1A-9647-4950-9046-B6C7E76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0794D-F6C9-4C2A-91AE-F40F4A63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E0BB4-ECB7-46ED-A141-DB9B426A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3124C-3495-4665-A079-913A6442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BC5-E8F3-4292-99A4-0CBD107E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89772-BE14-4DB1-BAB3-0922B83A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56B82-E74C-4027-ADA0-6F66E3BC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C9491-B35F-41B9-96DE-0CF1E34A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A0818F-B438-4B8B-84EE-02A2A76C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2575882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44A02-034C-4891-9D88-AC445DEB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D4403-7C2E-4EEC-9252-F82A615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9797E-2CF7-4D9C-9FCD-1A30A82A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8BE26-BEBA-4BF4-AE79-9DBAB59B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F5B9F-64F1-4A78-B97D-F4E62055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7F142-BBCA-4AE1-8EC5-7D6E4C25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1EC12-C0D4-4A6E-82B0-16601292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E189F-F71B-40A6-AD60-B2DCC71F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77E4C-45F1-453D-A1E8-84895715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AB62F-9275-4082-A51F-6A75CCDA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42B90-244C-48A6-AD6C-69D6BB92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2F692-538B-4421-88AD-A34A6F46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D4498-131A-43DC-B787-EBF7094B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0621603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C890E-482C-46EA-8AE4-AE44D00D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9438E-B747-47EB-BDEA-293A0790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4B5407-09E8-4495-8CBC-148FDC16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B3E42-18F1-495B-88DF-157F542F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686EE-8806-448C-8C3F-086CC4A3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82D96-FE86-4E66-83C7-B7E19EFF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80574F-5345-4264-BC93-7C79F1C4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03BCE-CF30-4B3D-B8CA-FF81FF6E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210882723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15AD3E-785B-463E-B3B8-0EDC6282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1B1F8-91FB-4C4D-9A1C-113245FD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11B807-62E3-4FBB-830A-49A91206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51564-E542-4CF7-90FB-623FB339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F63D0-FE55-4423-9DE1-144AE580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59EE1-7E99-4564-A183-3B1CF425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D4BD8-573E-4226-BED9-8495B405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5EADF-0211-4678-819B-A4342C30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9996B0-790A-4B8D-9ED2-4A01A8A7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DD538-6DFB-4E9A-B002-1DF2BD59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B12F1-F56A-4200-B2FE-D0F9E21C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9710F2-CBB9-47CF-ADFE-AC5A657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DDB82-B1CE-4299-B94B-BA080A73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008C7-365A-4117-A3E6-53A9B0A1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B19CA-22D7-44B2-AAD9-C4C97621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641073-F54A-44F3-AC91-5B57B91F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2162A-735A-4471-84C4-3E56C777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71F51-1054-458F-8281-BDB50F71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3AB44-E628-4254-87CD-1566B403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8944A-41E4-49E1-AB64-EC8CD1AA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373AA9-A14B-46CF-8AA0-B9F7F219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E769F1-FE23-4BB0-8A26-28D860B7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EBE19A-A473-4030-9A86-30BF29F0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4DA27-FB32-4C06-8615-F9F5E8DA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52F5CD-3ED5-41B2-B46F-B3F7000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5F7633-7284-427B-B28C-9DEC5C29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173E0-2EE4-4EB7-991D-952A6EF2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119545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2EA161-F456-46E1-BD4F-CA9FDFE9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87387C-F7B7-4BDC-8099-2FCAC29A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F4925-5E20-453A-8A34-BD8EDED3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05336-73D0-4C47-A5D1-CAACCE24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CDC37-548B-467A-A5E2-67EFA95A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7B07B-CD36-4A2C-B887-E18A6D6E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D2F15-65D1-47B7-AA7E-6C7CAC1F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FE9D4-B912-4FF5-A681-00B47F13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0A80E-1F89-4213-BA3A-B27EAB26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3AFEC-A0C7-4656-8839-50FD98A8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CA14D-0C79-4CC9-91AA-70A198C0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A22D0-0370-4E97-A6ED-4612AB40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5F49B-E1A4-4FC2-B93D-CF696B08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9AC87-1971-4122-B0B7-A6DD1A35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AD495-1A7E-4179-9199-646AB0E3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CF773-336E-44E2-A074-F2134758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FBAF4-CBA0-49CD-85B3-B4173D8D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D68D6B-8259-498A-9711-682D5F33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334C49-6CFE-4CCC-B46F-41713731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EB77C0-FBB4-4683-8715-CD2C9518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9253C4-A49A-4FF9-9B2B-B4AD26E3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AC439C-5604-4B39-947F-BC6D44BE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B428F2-0C47-46E3-985A-5C2862E4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FC3DC1-F1A1-4128-8002-78FE5D1A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474332-FF91-481A-9F62-3694F841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B08B60-66F0-4E2B-BCD2-1FE43379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9CB33E-D660-43F0-A7CB-E5AB73B8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D80D2C-A685-45B0-9C48-312FA30B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217445-1E07-41DC-9374-ED4DC5C6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436A72-DAE5-4018-973B-9582A9E2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824C33-A801-4C4C-B1DD-568FC73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85C00C-2CE8-427A-9A12-747E450F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F656A4-F57B-4401-AD52-8E9B2942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553325-6886-4EA2-9C27-AD776B96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CE1D5E-5168-41CF-9714-BE5358BE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B69668-4EFD-4171-8F33-17DCE7CB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A02CFB-B778-437A-99EC-51253218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854594-9D6E-4AF7-9A6F-95449EDC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7195B8-ED3B-4001-933A-B8BAA16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273AE1-B584-42DF-BEC7-BBC83255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366132-DFBF-4593-B9CF-A53444E0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62C731-5001-4328-AB2C-56B0D617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686573B-07AE-41E6-AB58-B04890D0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42305C-4E49-401C-8456-728E340B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610939-2A14-439B-9739-89957888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21097393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461ACF-4545-44B4-AC4E-00FEBE2E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1AF6C-8CCC-4983-AB3B-F81811BB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01231-3375-4337-830D-4E4C939D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555A8-89E6-4998-8222-A4498DC1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BBECC-EE7A-4AA6-A59C-66664F8F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A9909-6440-42C7-B87E-90EB978E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C991E-0534-4AF9-906C-A3C059E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48B04-EADC-47A0-852F-08F9F01D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7877B-59ED-47E6-A7C2-33B8BB83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7A5743-80DE-4612-B56D-169E390A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AFE09-D6F3-40AE-876C-ED8CDC73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82204-C752-4B16-9DB6-575ACEA7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27C42-D88B-416A-8F0F-D29F8EFD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EDF9F-8361-4048-93EA-838B6DCC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3A121-34B2-41E9-AC5A-9D63CFB4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FC76B-EEFB-47E1-9FB0-FC480849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E7FA0-BC08-479C-B830-8D4A8DA9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E336DD-3D48-49CE-B332-71D3C2F9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5762E2-27DC-4E91-8D3C-E7EDE759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884603-0186-46D5-9277-C940003F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439B11-02AF-4FEA-BE75-3A697951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8BF43D-9FDB-47A1-8170-0BA61185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5E86F-A2A9-4D3F-A5AE-24889D44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B2299A-271E-46A8-9B8A-305AC377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17241C-0A99-4638-A2BF-579D0583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EF4FF-540C-400C-9B8F-C418FA7D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F1C543-EB37-47D8-852E-007A4616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4DD30D-6C1D-4700-B77B-ED72B5D3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3FD331-AFF4-4324-ACE6-6A55343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49684504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E0D19C-DAF6-48B4-A4A5-617B59E9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0ADFF-B9C9-42BA-80F6-AD28272E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E4A2E-8267-4EB7-84FE-DA86A2FE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0B906-CE34-4B5E-A5BC-352DC5EF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A3A6B-07B5-431A-995E-122B65AB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24E70-3110-441C-8FD2-B13DBFF2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A5034-3708-44FC-905F-A383BF86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D1434-86F5-4AF0-A27E-AE71AFF5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B4BA5-63EB-4DC8-A69F-341E59E2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852B0-0862-4D1F-838A-617EFB24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E47BD-A77C-4E8D-8481-37C95F31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C61305-79FE-48A8-9421-B289652F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44374C-3FA2-455C-AB8D-7792CC69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6D3C9-CD8B-40FB-A5FE-D599508B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17410-C8D3-4B75-BE2A-ED35536E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B9F33-E5E9-498C-9EDD-77A6500E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7197B-AFAC-4511-BFB4-E42D9ED7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29694-8A38-48FC-B371-D0B077C6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34105-4BB8-4320-BD14-8DE6626C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C6FD0-3584-4377-8C9A-3E1F769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D62DC7-E208-4DB2-9BAA-A19AD043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91672-F87A-4C46-A443-499ED571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B172E1-7E01-4909-8E23-574F5276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AFD783-A703-41B8-9102-93FAA8C3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FCF6B8-81BA-4CB4-A7C8-97C1F7C5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0BFCD3-EA3D-484A-B1DD-3C2CDAAD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D03176-FD4A-416B-92EE-EA754A02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7FCF0A-6A4D-4768-B82B-12EB398D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98BC7B-F483-41B4-B44D-AEA27E10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89119414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5737DA-F757-41B3-A850-7B2565CF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939BA-EECC-4DE1-9C37-2D472C73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37586-6825-4AF6-8D1F-892D5CBF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D109F-C3C5-46C5-B944-BF7C781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265C2-D860-4B75-8DA8-3AD432B0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C0452-D3A9-4DFE-B2D8-FE6080DF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1A724-52A1-49A4-8A7B-7CD50A4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D600AB-B1A6-42FB-87CC-48606015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79A66-F848-4C44-848C-216B961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2A7DE-63A2-4A97-BBB6-501ABB1F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4CFE1-746D-4AFD-9DA8-60E26469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5FE975-23AF-4EFC-A181-3E7D01ED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ABFB6-6B97-4597-947A-CB13C7DD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5E077-7429-4217-9D87-41FF4699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1179C-CE07-4A91-88A2-BE9D9925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935AB6-4B91-44E5-9953-734276FF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E56E03-A13B-4FF0-896F-6B219039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1F31F-6244-4D99-8D10-7DCFECCD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50E638-862E-43DD-84F0-216F0119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552569-D389-4ECB-BF47-C196A0F7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42AA4-0C74-469F-9F13-6935813B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B9A386-53E6-4A5E-A4ED-167F911D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21C7A-4784-4FA2-BE54-1C16B1D2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62D09-B8F3-4C02-98F4-B527905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E718E2-2B7E-4938-A87B-21AC17E2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59D9C-63C1-4CC5-8665-0541D213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6742DD-4A88-4E7F-9D03-4500ECBE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898D13-91F7-47B4-8703-2F803955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21E9C4-CCFA-4639-973B-4394E34F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63455823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9193C5-6843-4F05-ACD6-A696D593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EBBB0-00AF-4609-828F-96BF0D47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C39E9-2B06-4CC8-9E17-93001B69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A1C73-BCFD-43D2-8DAD-A403BF10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6191D-3874-4698-9C6F-5FB1B39D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878ABF-19A5-407D-A643-5A8E03E4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D14BE-8D06-41E4-848B-88350E1A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3A3F8B-9E5C-4707-BAC9-DD42113D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2D5A4-D206-45EC-91D1-666C0B30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923F39-1EE6-4334-BE97-AD2B67ED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9C6E9-6F92-4119-986C-70F8214E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F78C9-3832-43A0-8717-296A6D20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80782-E59F-4C64-8262-850ED680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E42828-86DA-424D-A05C-5C46C4A0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BA1AF-1AC6-4424-8AAE-DAB1CE5B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4089A8-2FA0-47E9-A40D-3B5F316A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773276-7C47-4853-B2B5-935CFAEC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F8453-D2B1-4A5A-8C55-67E2E564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09C8E-8583-419F-B50C-B9131F8B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A9295-3CD5-4459-B129-D1CCB31C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701ED-9A53-4A52-BDD4-DBE5A720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52F629-2D76-4F22-B1F8-A5E31FBD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BF5741-DB4C-414E-8D76-ACE9212A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C32B79-F0EA-4FB4-926E-09CFADF7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69A93-DABF-40CF-A029-2F08B89F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279FC4-4541-494F-B9A6-5561953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34321-2D91-4C00-970D-B78C0551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B1F9D9-D382-4004-8DAD-361D6F21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87A5C-B24C-4886-8EB0-AB48F113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174432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281F5B-D1CF-497B-88CF-8F6EEF1F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6E658-41C9-46AA-939B-94E6441F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88082D-044E-4666-A609-B7BEA630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02EFA-1A45-4BCB-81D7-7F3F7E09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20BB8-419D-434A-9C65-D6A943E9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B8219-19BB-440D-B532-5548AA14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1D27D-BC3C-42F5-9A89-15471F5E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4F365-13ED-482F-8E33-7996E380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EA13A-B1CC-4433-9DAF-C544887D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DBD36-A0DD-45CD-8044-75C50767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6E8F4-33DF-4AD5-84D3-16F69887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FBAA3-69F5-4247-9CEE-1FE83E0D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B0E1F-4723-4808-9BA4-F9474794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19AC58-ACD2-4B64-AADC-1EEE52D2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363CB-D216-4F15-B9FE-E39F1C31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8AED-E16C-4D8D-A84E-AFCB159B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6AB9B-0B70-409C-A28F-6E3EA2B7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FB3D9E-8666-4CC9-B4E2-2F5EC039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F2623C-C759-45BA-B4D3-42499A2A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75FF2-D830-42E8-84A7-4F91DDF0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DF57E-E8E6-4651-A733-D27B2B66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845BF-A7D5-4585-9936-A79FFADF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A054FE-26B7-4296-A08A-2E7238EB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B755B6-052D-4D93-9980-3977624B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E0F992-6112-44B9-A8B1-82E11F1C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A39697-6AAA-4834-AC79-9671EA5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89D291-C03D-4B3A-B0F8-A7124EB0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911C58-A700-40CB-9B5E-A3485C5E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59D362-57C9-4B3A-A01A-44CB895F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04742699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C1091B-22A7-4BF3-B5A2-5B49388D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63128-2A35-4A39-9DA2-66164E6A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05B02-46EE-4CBC-86EF-F87B33FF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B5CA4-D1E2-48A3-96AD-8DCEBE80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96AE7-1B0E-4483-953C-5E02EF46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385EF-F5F0-4322-B0E9-FAA64927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0B696-E33C-4672-8B46-40C0DDD4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7B3DA-12D2-4A72-AB1C-B62857ED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FBA49-6149-413A-A285-9BAFF801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17F37-7EDB-49DC-A75A-B3AF6CB0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05422A-E849-446C-9F64-CE278F1D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745D4-B234-40B2-A34A-04D4CFB9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49C07-DA0B-466A-9AC3-0D07AE92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90732-DD16-4B76-8B68-73909BB8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0C6BB-1BC6-4F6A-A811-EB7066AD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09C21-2E5C-4B30-8BCF-30B87FE5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75F4A-EA9B-4A33-8E1D-FA5B692E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21984-27C4-4093-A0CA-C7672D4C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2BA17-7551-4901-AF9E-96641A64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B8D0B-8622-4F5B-8A54-51FD25DB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1C9C0-3696-4F77-9795-6F9E486E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B6D772-C2A1-411C-980D-18FC56AC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E938D6-ADBE-46BD-89B2-23A145A5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C61B36-2635-46A9-A181-5D118221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4504D9-1D8C-4DB8-83F8-64402267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26CB1A-6017-485E-AB8B-C756ADE5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23CC09-14D3-4C04-B60B-77303FA6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1314C2-39EC-4FD1-8EF6-51819C92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A23F24-3D8D-466C-A7D5-C34AADEB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6504357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EC355F-3360-4241-A68C-8B7F51D4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E9929-08CE-44A7-AE29-CCA4E0D4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B7080-AC34-40EF-B923-85C0854B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2E94F-E2C8-4EE6-8ABA-12B56F80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F3B30-FF3E-4481-911D-028A9E34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7C9E6-9E99-49E0-A9B1-ACDCF006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DA718-2D62-4493-9A4B-FA370AEC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FA946-1619-4D53-A656-B1EDED58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B7F6E3-C99E-4610-B01E-728A0D5B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55C1A4-15F7-44E0-AD38-FD5B54A9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4245C-7B47-4F2D-867D-63A17DC1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D0F07-F437-4051-A9D0-9B38FDF8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4C8E2-3A25-447C-AF3C-5A251A9B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D47145-C0DF-4954-B11D-BDBCF57C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EFF38-8F5F-4B1D-910A-45E8A644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0FA575-8C8D-4B24-BA1E-EF543167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13649-BFDA-48B0-91DC-58FA52D6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09F9ED-B4A1-4AC9-9729-9C7B3F04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5504C-B224-46D0-B8B5-749489BF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1349C4-84EF-4438-80DE-0E46016C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2BCC8-32B8-4E2C-B39A-8C4F4374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46FC71-488E-4B8D-9A1F-7DBF4955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00C68E-9574-4406-B3DE-F24B50D7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E07025-B370-4C4A-AB83-8ECF0090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43FC60-D256-44F7-8C11-57A9F7A6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7F62A-75D2-4671-9E53-8AC04668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1BC95B-6A39-4579-A7DE-8668796F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74CA8D-D792-44DE-949A-B756DADA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5C3A78-CD20-49D1-BF17-C0508371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66523346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F8672F-C682-4078-9861-D8975C5F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368A9-4D3B-4542-8CC3-BFD2511C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60DAE-1302-4782-8676-222FA083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7A524-1AEB-4070-B489-A0CB4E23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809E0-EB53-4B5A-8587-A445B905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598963-25A6-44ED-9642-9CF1F839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CBE8B-54F2-46DF-BE1E-6B754A1C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E5840-F29B-44DF-B81B-CB073346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4D763-E75B-4041-B754-8CFE1428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2EDE5-895A-42D7-BF92-2937A5D0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B1569-36D3-4A85-BFDC-63C3531C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D7265-AFB2-4CF4-ABD9-472822A9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17313-909F-40C4-969A-EBD35B62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EF2FF-3721-492D-AF6D-C851E230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407FFA-D22C-4708-BAD3-058C90A2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88342-CF5B-41A7-9C96-8EA64E27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7F8C7-378E-4024-8EB1-C9B615BC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48878-2DEE-4FE0-99B4-D2C40A1B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5AD013-7F8E-4742-AFF0-817357EF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87B990-F5A9-49C8-A35A-AA8419F5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FF0EB-C8F0-4E9D-A0ED-0C106190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91A8BF-1223-4968-A212-5202E832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90EE9F-E479-4F71-BFE3-48F9A546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6886FE-5052-41FA-8801-14B7C3F9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0A88C7-9441-40A0-8C3B-370A7C2C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D42778-7113-4CB4-9F9F-CC51CFAE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9F1562-F2C7-4806-87E8-CB3B5F05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CC9D4E-0721-4F0D-9DB5-35831524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14E332-462F-4C74-988A-E166DA1B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56171430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E8735F-1B7E-4933-A5E3-C0B41044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BCFCB-1118-4B6A-BDC1-06EBF87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0F337-8D45-473C-BA83-ECECE015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90983-8681-48F8-BE16-02BBC44E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F5000-4679-435E-9CC2-2BACB453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7686B-9D2E-4D43-B0C2-DFEDE80D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F2C0C-1D09-4C59-8E21-47910125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3185B-8248-41DB-82E4-ECB8E12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2C369-1EAE-4E6A-AE1D-AC6A7707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C0B2F-7CDE-4D54-8CD7-0B52BF19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E147EE-2E99-4CAA-9225-4C261E86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AD409-A92C-48D3-8F0E-3093E7C2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958087-2B7A-464D-A873-314230BC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44B22-9E31-4667-9183-67ADE81E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A3FA4C-20F0-4846-AA14-ED96006B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394AA-25AD-44DE-9E85-2BFC2D08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F56E06-0286-4A63-8C9C-CAE904C4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5D376-91B2-4CC0-8A3D-C4D1351F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5B570-A91B-43C4-B487-E0B0D29A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B52C5B-E33B-4840-9D37-F09B671A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4558F-DC7B-47A9-A305-F1454E05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647ADE-037E-4F63-A958-A579D83D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33AED2-76D9-4F5B-A8B2-5E5E5971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DA07D-BB9A-451E-88D4-B26C9E5C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D1AB4-D541-42E9-A4EC-EE2BF06C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BC251-1ADB-4B6B-BE94-C67D713B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E124F2-9ECA-4981-BABB-5ED5CDCD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9B799E-E4E9-421C-9130-A72A717E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E1C0E2-1AF9-4F48-881E-8983B967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5847509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C94AC3-80E4-4B3B-BCFB-FABF206F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62C84-04E7-4006-B00B-21498181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272CB-2E29-4EEA-AAA4-9EFA1763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A5E8B-F2AA-49B1-8F17-1771538A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AB659-EE66-4EC1-8076-B5E615D6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2F8DA-7FB0-4003-946D-C04202BD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75988-7818-4FDC-AEA8-6121C6E4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E8123-08A5-4A15-8FAF-42BC68EB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DD44E9-A07B-4D76-B689-26ABC450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258BE-494C-4B05-A0D8-DCECD2D6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2A91C-AF20-41C6-8471-BE3E9185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AF5B01-3A0E-45D9-B665-789C966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18BAE-B4A6-4F99-A7F8-7C156A15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09F15-1978-4338-9E9B-192E1B74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89F3AF-FD5C-4A99-A7BA-6E0FDC10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67517-F238-4C26-82C4-82F65619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45571-6974-42E4-9328-B04565A3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C6A54F-CE92-4D4F-AB83-97C536B3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4A9A4-800A-4BE6-A520-9D4547E6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92349-D4CB-4099-BF91-59D5F9EA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1C002-9C7D-46B6-AB9D-6E527F2B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0CE9BB-B04C-4826-A99C-47399586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D5C7A-EF61-4C82-A9C3-D2506279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87161C-020E-45C0-87D8-3F1592B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8B99F3-EA57-4FCC-898F-546E303B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FF6F8-9E63-47D6-BD9E-E559858E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3A8CF2-399A-48C5-ACC7-0B4ECA12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4443FF-8BB2-4BDE-922E-508319C2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524C34-8D87-41EF-A750-14E33C12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36500716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5F573D-3C80-4668-A098-8A79F765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C484D-90ED-4A5E-8D0E-123B92A9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290242-6F49-4CBE-8357-7F0316B7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8921F-4FE8-4E76-8C77-BBF327F1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B06A2-C2DD-4A47-835A-A7AD39C5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2CD2B-D6F8-4ED8-999D-F5C37617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6D5FA-83B1-4EFB-93AF-82509382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5DA1D-D549-455B-A88F-AA55304C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8CE75-59CC-4488-AE8D-F7CA7AB8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55FA2-22A6-43C0-A01C-F637A377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CB247C-D500-47FF-9495-757CB645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1AB76-0051-45A6-964C-BB1E964A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1ED2B-B3D3-4600-A251-E475B6F1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A99352-D57B-4DB8-909A-14EE44F2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45E14B-6D63-454C-86A6-608C676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18EF31-829D-461D-A7DD-0BBAA4D4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D21EAC-4DE5-4CBA-B0C3-D564D2C8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A4EC48-746F-4418-8F5C-566A0937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760A7-D811-4E38-8141-144FB857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E9CA95-5D35-40B2-8B2F-CDE96F6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7C8A97-2B0B-4640-944E-BCA53FE0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40A76-DFD6-44A8-B3B9-718309EE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06DD4F-4E50-4601-81A9-55550815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471BD8-C188-498A-B01D-2E1FCDF9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B3D016-C370-4C7B-81C9-0992B634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C198CE-D734-44FA-8F23-4EA66576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EB7EAA-F213-4652-BF8B-A5376D39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8177B8-02DE-49F6-9A29-37D1C6E7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43744A-1DC2-4386-93FE-1BB405AD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7123566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D15F87-6454-4DB2-BC58-032DE486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AFAFE-A851-4BF7-82CC-CF457BEB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0AB6F-82AF-4519-A636-64A3C7F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31A4F-C127-4988-9475-2CF30C67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22180-952B-4D2B-B2B7-A4164F79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2A5351-6931-4AC6-A233-EA13F0FE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B93AB-199B-4098-B85C-08DC0F65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442F0-29F6-4F78-BC07-CE96DF28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02D4A-29E1-49A6-B41C-EDF50C5E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5F61B-0B97-470D-A68A-9D66B95E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D831F-2EEF-4893-9BA6-1BF29AAF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32D208-F76B-458D-9CC4-BF35BE5B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69D7BC-F43F-4027-9B91-115780C1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0CB4A-329D-4B81-B75F-0968D0BB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C487B-351A-4FD5-8C2B-4FF9609C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31F9D-C6D5-4937-B8D8-77AB1DD9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1FE0B-A2E9-45DA-99D0-EA80646E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40AD4-4AC2-49D6-A599-EA9B3110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84E512-4838-4CEF-B0E6-BD4BA895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F4EEE-A45A-4F43-9E4D-62E33C0E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D352F-DE4F-4C8D-B001-14DA73B9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4F645-5D5F-49F2-B2BC-1EAEEAA0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6BC04-E80E-492B-8389-EA20D221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FA50D-EE44-4595-86E6-952CBED0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64B1ED-55CA-4773-B201-FB4B5DA4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AA765-5A1E-488A-9D44-23A79240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688EFC-DF53-4776-BA9F-3353950B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1D87FD-E91E-4783-AC8F-6F123FAC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24E19A-BB4A-4CF0-98E9-22FE4CF9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46740483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B8B58-B9B0-4865-AD3E-5E3074C2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61F63-C2C5-434A-B322-938741DF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C24CC-F5D0-4F79-8D8A-16285D7C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6E857-8E15-4DE2-8B82-F178794B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0949E-8F42-4C7A-B8B9-B037C189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6323F-34C9-4C7E-A66E-9A9297EF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46C42-3E76-41B0-B047-7EECB1A9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0D42FE-F4F1-4BF2-B7B2-43D7A89E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B1D57-1FCC-40EB-9D54-D4B9B155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8D610-17D4-4ED8-9624-D1A64638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F4D648-FF77-4380-B8E8-2F1A8A53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3EDAC-BA24-4363-BFC0-81C5DC00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A5A5B-312F-4F4A-8B58-BDE0CFA5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B30F7-FB9A-4C90-9524-E038BC00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72DBD-383D-4661-AC8B-B19B9AF8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E3CD1-E80C-45E8-817F-2CCD0C8F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B6FD14-498F-450B-B1F3-F5BBC8D7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807E26-369C-4DBA-B15A-645687E4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051AD-F1A1-4C7B-9DE0-11641ECC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7B45C-F41B-4D50-890D-A79D975A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9BDCA-545E-44FF-9429-E6DD6155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105C81-D2E6-496A-A48D-828D476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16E2FE-BDFE-4077-A92A-7A70D369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7F0B0-0C6E-4B07-99F6-F1B8E4A5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B653B6-9055-4E15-ADCD-C01B864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AE6EE1-10A8-48A2-B13A-547BC2DF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88B7B4-5FF3-4187-A500-BD287906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5D38C9-805C-4F2D-95F3-804F0401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79357E-6859-4F7C-8046-63BBB794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95961777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096475-74C2-4EDC-B803-310ADE6C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C3D18-E898-430E-AF5D-B7793819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F4C1D-46AF-4DE5-875A-7C100169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48565-9757-4D89-858D-0F7725EE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5B337-8B02-4883-9F36-A18F8FDE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7A8D4-0BE6-4C1B-A854-4A8C28F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F739C-CCC6-4CC1-AB9C-2C640476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263DC-5205-49B2-88EE-EA21B26D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5BFA0-F172-465C-BB05-A96DD458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7201D-D42E-42F1-8233-3EF48BAA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5E4853-8268-4F63-A2B2-B6095FA4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8B982-063C-411F-A8C3-13C80118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08DC03-6E27-4D33-B3D2-EC70738D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2F106-4849-470B-AFA4-A71A36AB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BAE11-6307-4CF2-BFDE-E7C1D1E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CDC78-D3B6-47C0-96B8-4187D4CD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70F06-B1B6-4D57-A8FA-4E0BD04B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22A230-7235-469E-9F9E-26078561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ED3FE-0541-4E7C-89CF-6722EDFF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32DDC5-0832-45C7-B0B6-2BD394B8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6DD42-6D77-47DC-A809-F29E5D74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FA85EE-9A26-4B86-AFC6-A7D7BEFF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97FC0-5FFC-4BD0-9FD7-A20C9027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DCFF9-6388-46FB-9DC0-39F41DC8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378F7F-6727-4FEF-A892-24C71382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94D556-631A-44B0-9A75-0AD43ED8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3C6BA4-BED8-420F-99C4-AE9950A2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2254B-8F24-45FA-8437-BD2570AE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029289-F82E-4487-BBB9-7E9780C3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21857344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C63D47-EE32-480F-8007-9FB51C22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A9273-456C-43B2-8646-A30DA228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58E3B-B9B0-4035-9CAB-432B01B0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2EDEF-ECAA-43D1-B8AA-F37F2D73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18675-E647-41DE-8379-3479151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7F451-BB0C-4D92-93FE-69E1B2DB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54A39-62A6-471C-8C95-B075F5AF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390DD-79AE-4664-911F-D5195FDF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BF652-C94A-44E5-BB53-413561D2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0EE8F-9B60-4D9F-B5DE-2DA9F16C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1C155F-9CC2-45BD-97DA-E25B3194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E6AEDB-B71A-4874-B41D-F23F9CB2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376DE-617A-467C-B9FF-37C6FB53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E74CB-C97A-4141-8D9D-51CF09B8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393FC1-EFB7-484B-8F60-695DF0FE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8C8B6-2FD3-4D9F-98E5-804B1A27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D813CA-9A19-45E0-BD24-A41D0119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94986B-E6DA-4463-B572-9CFA0CBD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9DAA7-398F-4876-89BA-02A5A99E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B3EE9B-733A-4D05-AF1B-078564C9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95016-3F4C-47A9-8DB6-1C0E0DB8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C6FE6A-1366-485D-BC16-3E05E160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B80025-68F3-43F5-8851-16FCE06C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790ACD-258D-42EE-8A75-3A7B87A7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29BA77-B4D5-41AD-968B-B3F42790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F6E12C-D149-4068-89D2-5FE49D61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742F5B-D334-43B5-9374-B5A1E955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B78501-AEE2-4F2A-BA74-34950319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88C096-F050-438E-A671-AA7B1700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6934963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CA81C9-95BE-4E5F-81A0-40E5F720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E3B80-A860-48A0-BD42-E8819107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F18FA3-E69C-4C33-BC93-AC4F0183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39F4E-C2FB-4C2F-9E22-80DC4BB5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57DBD-0758-4111-B8D1-51D362CF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74BEF-86B0-43CE-A497-63B8DC3E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E3D0A-5484-43B0-973E-EECB0C9D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1571E-F906-4AA7-B5F5-E5DC1626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5C94DC-E022-4F8B-9636-B3D18AAC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ED416-A18F-422E-9207-94E34226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ED976-42A6-4322-9CB8-6685FBD1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D6F1E-0463-4B6D-8096-E1330A9F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21B16-DC64-4107-A2A9-C2885000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033659-A153-47A1-8A69-F11FFDF4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8CC2E-0C7C-4CBE-8A07-F9092660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F0D338-89D8-4730-BEC0-1D37953E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F024C2-4F15-496A-8BEF-51D80B07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BA5949-B578-481A-BCA4-565DE55B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65FA3F-0FC0-4DE9-8AC0-D91C1BF9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D7ED81-16C7-46A9-8C78-C35B67A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19CC4-136F-4770-9242-D2CD74F1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C0E9B8-C846-4A46-BD02-05ECE733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0DB665-B664-42A7-BB9E-E7308293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6F5AA7-F53D-4BAE-8410-0EBB05D3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271413-DE66-4842-A110-9C013734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747C05-CA62-414A-BEED-CCDE5215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BA50DC-11EF-442E-A033-C4082382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3BA1E5-8B07-473C-BA53-896C4FAC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54BF8B-D481-4FCD-A4F1-3977543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62209323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AC329C-DA27-436E-9B8D-088ABF3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89A83-7402-4AF9-863F-0DD091D8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1F156-B55C-40F2-8BCF-1F359969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3E1B6-3431-4CA1-8841-03F232EE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34F6D-48D0-4765-96A2-E5E27850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0DA5C-9115-406D-918A-381A70EE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01F3F-A76E-44B5-ACD0-FF4742BD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2166C-C2F4-49E2-B1B6-8995CC12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222BB-C882-406D-AD74-A89E2304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38A46-64DB-4047-87EE-3D55E570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56C9E-5B4A-4660-85BB-F8EC4C46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3B639-9C90-4ABE-B8BF-6EB7AD79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7DD33-9FEC-4877-901A-B02670C8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0177F-8B2C-4DA1-93BD-ACAE66EF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44B975-300A-4893-A8FB-37443A6D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7D35AE-1417-4852-931F-01BC96EC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77C83F-1031-4E8D-A7CB-F46D521B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815F3-9392-48CC-ABFE-1D8E587F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D298CD-6335-43D9-BBF8-FA16260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8B6AC-0271-4537-AA2F-28160602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B4DE83-B06F-4D2F-9FD5-BE29D165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31305-ACF6-4BAB-84BE-C11AC7F4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C758CE-047F-4F85-A9DD-A78A8B6E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ACD9C-2E0E-44CD-9418-B6127647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BFEF5E-6BA1-466B-8CBC-2B211C9D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01BF24-19F2-4C0F-904E-25EFEA3F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93181E-7430-4A55-AE84-94026A16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FCB79B-D04F-4A98-97EE-B3306153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41D33A-D058-4DDC-92D2-385C7B37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45119757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0A922C-86B7-4F8E-A325-F57FC5D7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B337A-E468-41B6-9A34-DC65D8C6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F7180-51D0-4997-AE95-1F67DEA3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01AFD-AAC0-4DC0-975D-97EC933D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104AB-537B-4441-A086-5EA55048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92B7AA-AAE2-44E0-9E93-B6331D4F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55D92-C9B2-4D23-A433-DAEECE13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5E9A7-6CEB-4C35-A2A2-9C027440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9F8BC-3E5E-4590-A575-4B8E02AB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EECEE-B7DC-41B8-B6C5-00277683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1D0F1-6DFD-47B6-B792-31351030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F8BFD-25A6-4010-988E-A04C5D5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83561-E615-46D5-8BC3-7B113F12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F9C079-2019-4A7B-A95C-151E3634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BA5FD4-7CA3-43EB-AFAA-8926A196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AB06A-E292-4EDF-93BF-43843D65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7EB61-46C0-4DF1-9FB0-3101C38B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0CAE8-0866-4514-AAE1-5EE9470B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6A3C17-9B1D-426E-AD5F-DD273FCF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F376D-D35B-4C08-B1EB-C5993863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CEE9CD-E8AD-4FD9-964C-42BDB607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034AC3-26F5-4000-B75D-7E4DCDC8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80D3ED-AA8B-4FB2-8760-1D4D9523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DBE6F-F1B8-4254-9E8C-1080D349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DD582B-40F6-48A9-84B5-DB684CB2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3B6495-D3A7-41CB-BDF1-7E8EF8A7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D4D904-A15D-4E5A-87FB-C453DA3B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71898A-59C8-4778-AF7C-89BE7B39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2B30B1-0E2B-420A-A613-09302B38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89785626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53B817-FB6E-499C-8BDC-5DFE3E3E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A687A-FB22-44E5-A1E2-4D3BB750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33DC1-50B5-4C74-A8BC-2896CACA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E233F-F148-40F5-A24E-E9510F26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DE6B4-F57E-4194-AA70-830B3DB2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CFE80-37CE-4A17-B5D1-8F9263C7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59ADD-881C-4C8F-8D53-1EFCFDDB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AF355B-A16E-4597-B058-67B03A8D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5AA24-1E9F-4AF1-BFA4-FB9DC043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8AC45-EF78-4C57-96A2-2A3174EB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2BE6E-E359-4946-8102-F1624E51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1B37C-9358-4B63-9F02-2F76D8E9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227A4-598A-4814-8857-D154C9E1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A8CFE0-504B-4FB5-8895-EB68A762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A7816-77E7-4563-A0ED-109C7A68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A3588-5C1F-4013-8C27-ABC12FCE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D0E96-B1EB-48D7-A48B-D12A40E5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10961-7482-4C18-8988-0497EF39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C06F15-5B4B-475A-9EFC-1FB9F674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C698B-69E6-4133-B280-F5F56BDE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CAC955-306E-4EB1-BD66-C963243A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5340C5-6816-4D0B-9687-E3DB31D6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4F207-C76B-4D33-8830-1ED709AB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9DA47F-0F4A-41E8-A7C0-016498F7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0E8B00-4B39-4C89-AA88-439C05DD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046840-EA42-4958-8EA5-2F48C867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7A1B9B-DF6A-40CB-9268-3FF406E4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8B3248-7C0D-4D8A-9905-5EC0ECAC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0F037C-C359-4104-A125-885A2333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079546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FAC0E9-C3CA-46EB-B398-6E462004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3487A-17D8-4F5C-AED7-D206BB7E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74F22-527F-4641-9505-1B6DCDC9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EA316-C3A8-4FAE-8CC0-83F1FFB0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8888F-4BB0-4CA5-872D-6E586215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B4A77-8B30-428B-B675-BFF302E8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1EBBE-BDA0-4830-ABEA-6A2F5FA8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5060E-00E2-4857-8D39-6A34AF03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8A17A7-4511-49AC-8FD3-31A73D9A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0C45E-5EAC-4607-932E-D636116C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AEC586-EFC7-4CA4-AB71-23E9FB0E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ABF7A-526D-444A-BE56-FED82EFB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23FF6-F23F-4A5A-B4E4-F45985B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6CD05-AB40-423C-A16E-E1AE3B89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E8591-F6DD-426F-B400-35D934E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CA79E-08AC-48B0-9FCA-E9507215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847F51-8A59-4703-B43C-13FECBC5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AA6D8-1613-4D51-BFBA-54E2C1B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C94559-0C0C-49D0-AF4C-5EE85E64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27686B-8C75-41A6-941D-A730A9C0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740E54-E8C3-4B88-B7CA-AC051D25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7B106-BFA9-4A94-8186-674E5B61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C3D0C-4A70-4C4E-B9CA-C704D762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7B270A-800B-4699-B66A-E5D0F596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227E50-F945-4D95-95FD-869C6B87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11BB37-1D62-484A-982B-05102EDD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7E6D27-46FA-488E-A6E0-B791D6BB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4F7FDE-9205-4715-896B-32AF95B1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9FF25F-8E35-4708-A474-194487B2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34573883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6D0DE-BB5B-4AD5-99A5-068D91E9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CB7C4-84D9-4CA2-8C8D-A7D846F1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F68B2-B4C8-4BD6-8A74-0424AE2B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65961-F149-406A-AB22-B782AD71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08196-B9AD-4F11-A4E6-92F1D467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2EFE2-6D32-45A9-9276-9F313EBE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638633ebbf410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1B2AB-969D-46A0-9E0C-39D787F5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1C9AF-A4A8-4B78-A64D-1F9D20AD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FA01B-551E-4D93-B9F4-805C0B25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512e7194d249a0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E42511-2A18-4DB3-8312-DEA3045E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f274cc23fd4c97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E8E60-5651-4BD5-A30C-2D4BFD53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aca1f5dda5487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9EEC6-AFB6-44B9-99F3-BDD14310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fc4130644d40e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2C326F-2CD5-4CBC-909B-DE777D76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eb60b9799343a8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0A8983-14F2-41C7-AB31-8B11CF48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9b5835671b42b9"/>
          </a:graphicData>
        </a:graphic>
      </p:graphicFrame>
    </p:spTree>
    <p:extLst>
      <p:ext uri="{BB962C8B-B14F-4D97-AF65-F5344CB8AC3E}">
        <p14:creationId xmlns:p14="http://schemas.microsoft.com/office/powerpoint/2010/main" val="1641508582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4C610C-D04A-446D-B394-EC3EE09D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CCEB4-7266-4D35-99BB-F1A260CA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BCE4E-8CAD-4DC7-9946-3C08D324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42850-F43C-4B85-8BA0-EAD48F3A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47A0A-3B54-459C-B4F2-E74ACA5F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519FB-E602-4598-B862-FB4E6763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EB58B-49BC-4B41-A590-2B118F83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01864-51F9-4B97-89EF-14D616E2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ebc868f47045e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3E87E-91BF-4CB2-873C-13996A5A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496EA-EFFB-4240-B455-78C2546B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F6508-1759-4698-943F-8E44DBDD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81C373-CF0A-449D-8B62-C9CA73A3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92163815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B311EC-5136-4F5D-97C4-9C1211A3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06815-ED69-4C06-BF1B-7D7EBFEB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4102D-59DE-45DB-9B2D-7F15394B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14160-FC1A-4DC3-9330-7925A0CF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0E3F7-5B37-4242-A1CC-BAA7C3F5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1CEEF-91E8-4989-9C33-29FF633F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ADCA3-22CC-4044-8459-A6EF5F8F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3A333-9AB1-45CB-B377-D34302F5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016a30e52c437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2CD40-6C45-42D6-A9C3-AE726EED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9EE62-0B2E-4B9B-964B-E9F54621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FA2F5-E3D9-4BF1-BB3A-728183CE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7D65-9E49-4F15-8B0E-17820902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7abae73d7c4f17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93CF3-F792-4288-A427-133A416A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E81828-52B7-4D71-A318-DB078BDC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A929D-9078-49D9-B3F7-DCC2FA01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6992747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72279-0E19-4759-9FD2-6639B829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2B3596-36EC-417C-B446-1694656D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6E164-B654-47F1-9EEC-BEAA15C8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47C01-A4B4-4D40-8007-176C218D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52FAF-23C3-4BB9-822A-7EB451F8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A643C-9A9C-452C-B2B7-01FE2E69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ee318987e64be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1C160-A74C-4C8C-8AC7-0C80976E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70304374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91874-B3E1-49EB-AE62-181A4B15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5D07B-E419-4041-9794-4CD7ECCA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7C669A-B86D-40CA-9038-A9402354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AC968-C82E-426C-A333-3A6479F5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E860D-B886-49E8-AA19-5F22E5EA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8E874-FBA2-46BC-973B-37B45EAD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d5fe0c9761401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FB236-81B0-40CC-B491-AA4AC87A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89480259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7381C-1463-4947-B7D0-EEFD29A2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9DEA9-2AA3-40B0-A7FB-719F9866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3C42A-F03A-4B95-8CCD-C63DF48F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E8CF9-9553-4F7B-9FA6-2DE20441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9F723-7BEA-413B-87C7-7C511557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229A1-195E-49BC-B96D-68D15EA9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fe9b30c8f34fd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E9A5C-9FF7-4206-86D4-B3F5FE0B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89112136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22E047-C7C6-4060-BE01-91749B39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3DDC9-9B62-4455-AD46-B00BC6D6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97758-B107-4BEF-A0CA-6AD9B673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68471-7CB2-4466-A5B5-BB240AE5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BD5FC-B648-4D18-B237-DD82CED9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5D62E-B98A-407B-9466-637B8080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1971A-C744-4818-87DB-61234318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FA81F-D20A-443B-838B-124C8FB3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DE3F7-BC53-45F4-B7DA-65355908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619501-B20B-409C-BEC7-079B594B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AD047-6A82-4D25-BA12-52B0370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D1F55-D75B-47A3-9BB8-D9D5E68B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B6961-AA84-475D-B59E-AC6D45DE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365950112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AE70D-6D7C-4007-A848-BDC03600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3234B-1D7D-4ABA-BD24-190F10AA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802E67-B474-445F-8A3F-F7162B2D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EE09A-0445-42C1-9FCD-B743E88F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BAE61-4054-4E67-BA73-22C84E73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179A3-D2C5-4DA1-A852-E4669619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c8f183bbe74a7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84D2A-45C8-46DD-87D9-38E10A0A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EE7CA-55DD-487D-95C7-16ED1D20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531728886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E332B-A169-41A0-B2E1-6474B482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35619-49E5-473B-AC25-2D1097D1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28ABA-87B2-4067-8B62-29E931DD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16934-4954-455B-9FB7-044218A0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FD086-515A-41F7-BA68-C598E5D6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6920C1-5D6E-43DA-AD16-24409863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dcab484ab3458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6F8B9-B3ED-4462-B59C-2B9BF25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67C88-01FD-4196-A003-F126016B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53667830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F5F8C-97E5-4257-A4F2-2F04B5CE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28373-13D0-4A57-94CD-E3BD18B7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E66DE-7A71-4E33-9F49-3A113DDD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2F4EE-8E11-4A69-BD8C-A0F3F9EF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2FDA9-C1DC-4CB1-BB31-377E758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BB385-1FCD-4E75-86AC-5B68BE4B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279b627c474a1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B13331-5839-4A4E-A686-E072EBC5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6B683-A7CC-4DA7-A533-037C149F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6073526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3BAF58-6D5A-469C-92EE-9ED52C42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67CF8-B0D7-476D-AB49-7836D5D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8EAC7-1E52-4961-AC7E-830FEB84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E5164-391D-467A-A9D5-F712FBC4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3610A-C726-4ACF-B0C7-121D8A7C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A55DE-AFD4-4DEB-9FA3-D452EC35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A5CC9-89FF-429D-A95E-9A082DAE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1BC71-D074-48C9-8EA5-ADECE695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AB33B-5C3F-4AEA-950D-01AB9A2E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EFBD2-1C6F-4184-B815-3909B0FF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17D7F-6DD4-4883-8192-19034031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3B6EF-247C-48C8-A405-2368C413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197A65-0534-41B1-87D5-976B4D63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439D9-FAE8-4828-B6E4-6BCA4F87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68CD1-D660-4B5C-A878-3743495C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8519E-9038-43AB-873E-77F020AA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0A8CE-877D-4FC8-99A6-D6A19616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A5C34-6432-42FA-B095-019FFCDE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C72565-B5F4-46FA-AB71-651D96DD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A6F4AD-991E-4888-99E8-007C8564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9FDAA-C1EE-4246-908C-2978363C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F01A2E-3551-4287-AC21-2A0DEAB8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CCFAD-95D8-46CF-B22D-841C19D0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AC4A24-3005-47E2-87B3-CB8A940D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F6A086-2F4E-4F9B-A3DA-F4753C77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F64AC9-CDD1-4AEC-BA84-8C9104E6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24DD06-7F69-4E92-A400-929A978C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1CA5E4-48D2-4362-B0DA-2FEFCD42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EA025B-813B-4432-AFFF-D85A1A73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7DCCED-2BA3-4181-9987-507CD02A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E26FB7-C9BF-4358-9BD3-A4B156E3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8C270E-04DC-456E-B5BB-06E637C9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C28698-45DF-4AF5-8051-F4A6723A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C0E69D-C284-49EC-9A58-68416B5E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6D54C0-83D7-49BA-A956-2560614B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492B24-D308-42C4-886F-678C80DB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29B4D2-B0FC-4AA2-B905-7E028BEF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332F6A-098E-457C-9ECB-08074CFC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91035A-64D6-4C51-A584-8C4B6378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0D9BAE-A306-4C76-B2DE-BD41D7A1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405E47-A506-4AEA-97FC-EC5EE08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9D07C1-560F-474C-AB11-ADBEDAA6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4FAC44-1A69-4158-AA5E-065E8586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52D1DD-A10E-45CF-8FCE-A129E125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97B6C7-61B8-4801-ABCC-2A56CBEB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390B5C-E92C-438C-B0F0-29C970AE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36E538-7EB4-48F5-8D5B-EE561098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7AF241-B9CF-4B6B-ABEB-0FA102F6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7A70F0-DC71-4A4A-ADE5-4FF7F62F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F307B4-4E99-4BCB-8078-D86A03D4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7A5860-54DE-4C5A-AB49-42DF0B63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D085CA2-3670-4D67-9B77-416355A2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B48D7F-85AD-4FD7-95E1-CF4BD0A6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7DB2A76-1647-4817-A806-2E0B87CF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97784982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2026-07-29T20:25:39.1340000Z</dcterms:created>
  <dcterms:modified xsi:type="dcterms:W3CDTF">2026-07-29T20:25:39.1340000Z</dcterms:modified>
</coreProperties>
</file>