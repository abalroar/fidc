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9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0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9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2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3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4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35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slides/charts/chart45.xml" ContentType="application/vnd.openxmlformats-officedocument.drawingml.chart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slides/charts/chart46.xml" ContentType="application/vnd.openxmlformats-officedocument.drawingml.chart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slides/charts/chart47.xml" ContentType="application/vnd.openxmlformats-officedocument.drawingml.chart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1eee39595f40cc" /><Relationship Type="http://schemas.openxmlformats.org/officeDocument/2006/relationships/extended-properties" Target="/docProps/app.xml" Id="Rd265820465ab4fc0" /><Relationship Type="http://schemas.openxmlformats.org/officeDocument/2006/relationships/officeDocument" Target="/ppt/presentation.xml" Id="R7d6e6da4929a49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7c495dd5824c27"/>
  </p:sldMasterIdLst>
  <p:notesMasterIdLst>
    <p:notesMasterId xmlns:r="http://schemas.openxmlformats.org/officeDocument/2006/relationships" r:id="R4c3631558a804dd2"/>
  </p:notesMasterIdLst>
  <p:sldIdLst>
    <p:sldId xmlns:r="http://schemas.openxmlformats.org/officeDocument/2006/relationships" id="256" r:id="R3162db815f164f5a"/>
    <p:sldId xmlns:r="http://schemas.openxmlformats.org/officeDocument/2006/relationships" id="257" r:id="R5da83b1f8e814d19"/>
    <p:sldId xmlns:r="http://schemas.openxmlformats.org/officeDocument/2006/relationships" id="258" r:id="R1b8b1ba1d5f54ec8"/>
    <p:sldId xmlns:r="http://schemas.openxmlformats.org/officeDocument/2006/relationships" id="259" r:id="R15d933e811064b97"/>
    <p:sldId xmlns:r="http://schemas.openxmlformats.org/officeDocument/2006/relationships" id="260" r:id="Raa32a16e1b2b471f"/>
    <p:sldId xmlns:r="http://schemas.openxmlformats.org/officeDocument/2006/relationships" id="261" r:id="Rd062dc1425ff4d86"/>
    <p:sldId xmlns:r="http://schemas.openxmlformats.org/officeDocument/2006/relationships" id="262" r:id="R7c87bacfc2e64331"/>
    <p:sldId xmlns:r="http://schemas.openxmlformats.org/officeDocument/2006/relationships" id="263" r:id="Re42eae147fa643b9"/>
    <p:sldId xmlns:r="http://schemas.openxmlformats.org/officeDocument/2006/relationships" id="264" r:id="Rbfc3f32d1f7f4aef"/>
    <p:sldId xmlns:r="http://schemas.openxmlformats.org/officeDocument/2006/relationships" id="265" r:id="R1576f939ec7d4d18"/>
    <p:sldId xmlns:r="http://schemas.openxmlformats.org/officeDocument/2006/relationships" id="266" r:id="Reb9b25c2cabd4df4"/>
    <p:sldId xmlns:r="http://schemas.openxmlformats.org/officeDocument/2006/relationships" id="267" r:id="R4fe4aefd56b04fe4"/>
    <p:sldId xmlns:r="http://schemas.openxmlformats.org/officeDocument/2006/relationships" id="268" r:id="R1ffd1cf20b654376"/>
    <p:sldId xmlns:r="http://schemas.openxmlformats.org/officeDocument/2006/relationships" id="269" r:id="Rede53a797df5409f"/>
    <p:sldId xmlns:r="http://schemas.openxmlformats.org/officeDocument/2006/relationships" id="270" r:id="Rdad9b6b1824d4ae5"/>
    <p:sldId xmlns:r="http://schemas.openxmlformats.org/officeDocument/2006/relationships" id="271" r:id="R4f56ef8478654b4d"/>
    <p:sldId xmlns:r="http://schemas.openxmlformats.org/officeDocument/2006/relationships" id="272" r:id="Rfba074369a804cb9"/>
    <p:sldId xmlns:r="http://schemas.openxmlformats.org/officeDocument/2006/relationships" id="273" r:id="Rcb07e1c5d33b4a9a"/>
    <p:sldId xmlns:r="http://schemas.openxmlformats.org/officeDocument/2006/relationships" id="274" r:id="Rb3781db79f50403d"/>
    <p:sldId xmlns:r="http://schemas.openxmlformats.org/officeDocument/2006/relationships" id="275" r:id="Re8d49090d064479a"/>
    <p:sldId xmlns:r="http://schemas.openxmlformats.org/officeDocument/2006/relationships" id="276" r:id="Rcd3aebc0f89643f2"/>
    <p:sldId xmlns:r="http://schemas.openxmlformats.org/officeDocument/2006/relationships" id="277" r:id="R7a2135e03d824e40"/>
    <p:sldId xmlns:r="http://schemas.openxmlformats.org/officeDocument/2006/relationships" id="278" r:id="Re99beb5565b74cdb"/>
    <p:sldId xmlns:r="http://schemas.openxmlformats.org/officeDocument/2006/relationships" id="279" r:id="R526bcdbe6870499f"/>
    <p:sldId xmlns:r="http://schemas.openxmlformats.org/officeDocument/2006/relationships" id="280" r:id="R33caa05fa2c04132"/>
    <p:sldId xmlns:r="http://schemas.openxmlformats.org/officeDocument/2006/relationships" id="281" r:id="R878ecc132010430b"/>
    <p:sldId xmlns:r="http://schemas.openxmlformats.org/officeDocument/2006/relationships" id="282" r:id="R933b2900dc5d4e45"/>
    <p:sldId xmlns:r="http://schemas.openxmlformats.org/officeDocument/2006/relationships" id="283" r:id="R418c47b29af14d06"/>
    <p:sldId xmlns:r="http://schemas.openxmlformats.org/officeDocument/2006/relationships" id="284" r:id="R04d4b88d5d604569"/>
    <p:sldId xmlns:r="http://schemas.openxmlformats.org/officeDocument/2006/relationships" id="285" r:id="Rb2e3cfbfa0494d1e"/>
    <p:sldId xmlns:r="http://schemas.openxmlformats.org/officeDocument/2006/relationships" id="286" r:id="Rc7dc00d20b434e16"/>
    <p:sldId xmlns:r="http://schemas.openxmlformats.org/officeDocument/2006/relationships" id="287" r:id="R22f8555160344eda"/>
    <p:sldId xmlns:r="http://schemas.openxmlformats.org/officeDocument/2006/relationships" id="288" r:id="Rcc238a4ec83f447c"/>
    <p:sldId xmlns:r="http://schemas.openxmlformats.org/officeDocument/2006/relationships" id="289" r:id="Rd24b73ab1a2241ef"/>
    <p:sldId xmlns:r="http://schemas.openxmlformats.org/officeDocument/2006/relationships" id="290" r:id="R97e1ce927433450f"/>
    <p:sldId xmlns:r="http://schemas.openxmlformats.org/officeDocument/2006/relationships" id="291" r:id="R0e097407f5724836"/>
    <p:sldId xmlns:r="http://schemas.openxmlformats.org/officeDocument/2006/relationships" id="292" r:id="R0e4346433ffd4f29"/>
    <p:sldId xmlns:r="http://schemas.openxmlformats.org/officeDocument/2006/relationships" id="293" r:id="R2991c4f159474260"/>
    <p:sldId xmlns:r="http://schemas.openxmlformats.org/officeDocument/2006/relationships" id="294" r:id="Rf21b2e486bd84c73"/>
    <p:sldId xmlns:r="http://schemas.openxmlformats.org/officeDocument/2006/relationships" id="295" r:id="R90f7853ffe5341d4"/>
    <p:sldId xmlns:r="http://schemas.openxmlformats.org/officeDocument/2006/relationships" id="296" r:id="R57ab2932a0834af0"/>
    <p:sldId xmlns:r="http://schemas.openxmlformats.org/officeDocument/2006/relationships" id="297" r:id="R124142e61ca54cda"/>
    <p:sldId xmlns:r="http://schemas.openxmlformats.org/officeDocument/2006/relationships" id="298" r:id="R97040e8ce83341b5"/>
    <p:sldId xmlns:r="http://schemas.openxmlformats.org/officeDocument/2006/relationships" id="299" r:id="R6794c4d0f2fa4ca9"/>
    <p:sldId xmlns:r="http://schemas.openxmlformats.org/officeDocument/2006/relationships" id="300" r:id="R34d0c48acb6a42dc"/>
    <p:sldId xmlns:r="http://schemas.openxmlformats.org/officeDocument/2006/relationships" id="301" r:id="R1467088638f44e10"/>
    <p:sldId xmlns:r="http://schemas.openxmlformats.org/officeDocument/2006/relationships" id="302" r:id="R752fed29c30945f3"/>
    <p:sldId xmlns:r="http://schemas.openxmlformats.org/officeDocument/2006/relationships" id="303" r:id="R2a8fbf5928c4454b"/>
    <p:sldId xmlns:r="http://schemas.openxmlformats.org/officeDocument/2006/relationships" id="304" r:id="R6244a8727ace467a"/>
    <p:sldId xmlns:r="http://schemas.openxmlformats.org/officeDocument/2006/relationships" id="305" r:id="R6ec2ecadeee24669"/>
    <p:sldId xmlns:r="http://schemas.openxmlformats.org/officeDocument/2006/relationships" id="306" r:id="R600f59e59b1e451e"/>
    <p:sldId xmlns:r="http://schemas.openxmlformats.org/officeDocument/2006/relationships" id="307" r:id="R87cc432d1ef24cce"/>
    <p:sldId xmlns:r="http://schemas.openxmlformats.org/officeDocument/2006/relationships" id="308" r:id="R6bd751076baf4b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373971d62744df" /><Relationship Type="http://schemas.openxmlformats.org/officeDocument/2006/relationships/slideMaster" Target="/ppt/slideMasters/slideMaster1.xml" Id="Rf27c495dd5824c27" /><Relationship Type="http://schemas.openxmlformats.org/officeDocument/2006/relationships/notesMaster" Target="/ppt/notesMasters/notesMaster1.xml" Id="R4c3631558a804dd2" /><Relationship Type="http://schemas.openxmlformats.org/officeDocument/2006/relationships/presProps" Target="/ppt/presProps.xml" Id="Ra75e6af26c4e4b45" /><Relationship Type="http://schemas.openxmlformats.org/officeDocument/2006/relationships/tableStyles" Target="/ppt/tableStyles.xml" Id="R80d2d7980207437b" /><Relationship Type="http://schemas.openxmlformats.org/officeDocument/2006/relationships/slide" Target="/ppt/slides/slide1.xml" Id="R3162db815f164f5a" /><Relationship Type="http://schemas.openxmlformats.org/officeDocument/2006/relationships/slide" Target="/ppt/slides/slide2.xml" Id="R5da83b1f8e814d19" /><Relationship Type="http://schemas.openxmlformats.org/officeDocument/2006/relationships/slide" Target="/ppt/slides/slide3.xml" Id="R1b8b1ba1d5f54ec8" /><Relationship Type="http://schemas.openxmlformats.org/officeDocument/2006/relationships/slide" Target="/ppt/slides/slide4.xml" Id="R15d933e811064b97" /><Relationship Type="http://schemas.openxmlformats.org/officeDocument/2006/relationships/slide" Target="/ppt/slides/slide5.xml" Id="Raa32a16e1b2b471f" /><Relationship Type="http://schemas.openxmlformats.org/officeDocument/2006/relationships/slide" Target="/ppt/slides/slide6.xml" Id="Rd062dc1425ff4d86" /><Relationship Type="http://schemas.openxmlformats.org/officeDocument/2006/relationships/slide" Target="/ppt/slides/slide7.xml" Id="R7c87bacfc2e64331" /><Relationship Type="http://schemas.openxmlformats.org/officeDocument/2006/relationships/slide" Target="/ppt/slides/slide8.xml" Id="Re42eae147fa643b9" /><Relationship Type="http://schemas.openxmlformats.org/officeDocument/2006/relationships/slide" Target="/ppt/slides/slide9.xml" Id="Rbfc3f32d1f7f4aef" /><Relationship Type="http://schemas.openxmlformats.org/officeDocument/2006/relationships/slide" Target="/ppt/slides/slide10.xml" Id="R1576f939ec7d4d18" /><Relationship Type="http://schemas.openxmlformats.org/officeDocument/2006/relationships/slide" Target="/ppt/slides/slide11.xml" Id="Reb9b25c2cabd4df4" /><Relationship Type="http://schemas.openxmlformats.org/officeDocument/2006/relationships/slide" Target="/ppt/slides/slide12.xml" Id="R4fe4aefd56b04fe4" /><Relationship Type="http://schemas.openxmlformats.org/officeDocument/2006/relationships/slide" Target="/ppt/slides/slide13.xml" Id="R1ffd1cf20b654376" /><Relationship Type="http://schemas.openxmlformats.org/officeDocument/2006/relationships/slide" Target="/ppt/slides/slide14.xml" Id="Rede53a797df5409f" /><Relationship Type="http://schemas.openxmlformats.org/officeDocument/2006/relationships/slide" Target="/ppt/slides/slide15.xml" Id="Rdad9b6b1824d4ae5" /><Relationship Type="http://schemas.openxmlformats.org/officeDocument/2006/relationships/slide" Target="/ppt/slides/slide16.xml" Id="R4f56ef8478654b4d" /><Relationship Type="http://schemas.openxmlformats.org/officeDocument/2006/relationships/slide" Target="/ppt/slides/slide17.xml" Id="Rfba074369a804cb9" /><Relationship Type="http://schemas.openxmlformats.org/officeDocument/2006/relationships/slide" Target="/ppt/slides/slide18.xml" Id="Rcb07e1c5d33b4a9a" /><Relationship Type="http://schemas.openxmlformats.org/officeDocument/2006/relationships/slide" Target="/ppt/slides/slide19.xml" Id="Rb3781db79f50403d" /><Relationship Type="http://schemas.openxmlformats.org/officeDocument/2006/relationships/slide" Target="/ppt/slides/slide20.xml" Id="Re8d49090d064479a" /><Relationship Type="http://schemas.openxmlformats.org/officeDocument/2006/relationships/slide" Target="/ppt/slides/slide21.xml" Id="Rcd3aebc0f89643f2" /><Relationship Type="http://schemas.openxmlformats.org/officeDocument/2006/relationships/slide" Target="/ppt/slides/slide22.xml" Id="R7a2135e03d824e40" /><Relationship Type="http://schemas.openxmlformats.org/officeDocument/2006/relationships/slide" Target="/ppt/slides/slide23.xml" Id="Re99beb5565b74cdb" /><Relationship Type="http://schemas.openxmlformats.org/officeDocument/2006/relationships/slide" Target="/ppt/slides/slide24.xml" Id="R526bcdbe6870499f" /><Relationship Type="http://schemas.openxmlformats.org/officeDocument/2006/relationships/slide" Target="/ppt/slides/slide25.xml" Id="R33caa05fa2c04132" /><Relationship Type="http://schemas.openxmlformats.org/officeDocument/2006/relationships/slide" Target="/ppt/slides/slide26.xml" Id="R878ecc132010430b" /><Relationship Type="http://schemas.openxmlformats.org/officeDocument/2006/relationships/slide" Target="/ppt/slides/slide27.xml" Id="R933b2900dc5d4e45" /><Relationship Type="http://schemas.openxmlformats.org/officeDocument/2006/relationships/slide" Target="/ppt/slides/slide28.xml" Id="R418c47b29af14d06" /><Relationship Type="http://schemas.openxmlformats.org/officeDocument/2006/relationships/slide" Target="/ppt/slides/slide29.xml" Id="R04d4b88d5d604569" /><Relationship Type="http://schemas.openxmlformats.org/officeDocument/2006/relationships/slide" Target="/ppt/slides/slide30.xml" Id="Rb2e3cfbfa0494d1e" /><Relationship Type="http://schemas.openxmlformats.org/officeDocument/2006/relationships/slide" Target="/ppt/slides/slide31.xml" Id="Rc7dc00d20b434e16" /><Relationship Type="http://schemas.openxmlformats.org/officeDocument/2006/relationships/slide" Target="/ppt/slides/slide32.xml" Id="R22f8555160344eda" /><Relationship Type="http://schemas.openxmlformats.org/officeDocument/2006/relationships/slide" Target="/ppt/slides/slide33.xml" Id="Rcc238a4ec83f447c" /><Relationship Type="http://schemas.openxmlformats.org/officeDocument/2006/relationships/slide" Target="/ppt/slides/slide34.xml" Id="Rd24b73ab1a2241ef" /><Relationship Type="http://schemas.openxmlformats.org/officeDocument/2006/relationships/slide" Target="/ppt/slides/slide35.xml" Id="R97e1ce927433450f" /><Relationship Type="http://schemas.openxmlformats.org/officeDocument/2006/relationships/slide" Target="/ppt/slides/slide36.xml" Id="R0e097407f5724836" /><Relationship Type="http://schemas.openxmlformats.org/officeDocument/2006/relationships/slide" Target="/ppt/slides/slide37.xml" Id="R0e4346433ffd4f29" /><Relationship Type="http://schemas.openxmlformats.org/officeDocument/2006/relationships/slide" Target="/ppt/slides/slide38.xml" Id="R2991c4f159474260" /><Relationship Type="http://schemas.openxmlformats.org/officeDocument/2006/relationships/slide" Target="/ppt/slides/slide39.xml" Id="Rf21b2e486bd84c73" /><Relationship Type="http://schemas.openxmlformats.org/officeDocument/2006/relationships/slide" Target="/ppt/slides/slide40.xml" Id="R90f7853ffe5341d4" /><Relationship Type="http://schemas.openxmlformats.org/officeDocument/2006/relationships/slide" Target="/ppt/slides/slide41.xml" Id="R57ab2932a0834af0" /><Relationship Type="http://schemas.openxmlformats.org/officeDocument/2006/relationships/slide" Target="/ppt/slides/slide42.xml" Id="R124142e61ca54cda" /><Relationship Type="http://schemas.openxmlformats.org/officeDocument/2006/relationships/slide" Target="/ppt/slides/slide43.xml" Id="R97040e8ce83341b5" /><Relationship Type="http://schemas.openxmlformats.org/officeDocument/2006/relationships/slide" Target="/ppt/slides/slide44.xml" Id="R6794c4d0f2fa4ca9" /><Relationship Type="http://schemas.openxmlformats.org/officeDocument/2006/relationships/slide" Target="/ppt/slides/slide45.xml" Id="R34d0c48acb6a42dc" /><Relationship Type="http://schemas.openxmlformats.org/officeDocument/2006/relationships/slide" Target="/ppt/slides/slide46.xml" Id="R1467088638f44e10" /><Relationship Type="http://schemas.openxmlformats.org/officeDocument/2006/relationships/slide" Target="/ppt/slides/slide47.xml" Id="R752fed29c30945f3" /><Relationship Type="http://schemas.openxmlformats.org/officeDocument/2006/relationships/slide" Target="/ppt/slides/slide48.xml" Id="R2a8fbf5928c4454b" /><Relationship Type="http://schemas.openxmlformats.org/officeDocument/2006/relationships/slide" Target="/ppt/slides/slide49.xml" Id="R6244a8727ace467a" /><Relationship Type="http://schemas.openxmlformats.org/officeDocument/2006/relationships/slide" Target="/ppt/slides/slide50.xml" Id="R6ec2ecadeee24669" /><Relationship Type="http://schemas.openxmlformats.org/officeDocument/2006/relationships/slide" Target="/ppt/slides/slide51.xml" Id="R600f59e59b1e451e" /><Relationship Type="http://schemas.openxmlformats.org/officeDocument/2006/relationships/slide" Target="/ppt/slides/slide52.xml" Id="R87cc432d1ef24cce" /><Relationship Type="http://schemas.openxmlformats.org/officeDocument/2006/relationships/slide" Target="/ppt/slides/slide53.xml" Id="R6bd751076baf4b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25ab9070f04a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d03d297b36400d" /><Relationship Type="http://schemas.openxmlformats.org/officeDocument/2006/relationships/notesMaster" Target="/ppt/notesMasters/notesMaster1.xml" Id="R9caea133b5b748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cb5df03d7c44b5" /><Relationship Type="http://schemas.openxmlformats.org/officeDocument/2006/relationships/notesMaster" Target="/ppt/notesMasters/notesMaster1.xml" Id="R24678a3925be44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4ea116753c4f52" /><Relationship Type="http://schemas.openxmlformats.org/officeDocument/2006/relationships/notesMaster" Target="/ppt/notesMasters/notesMaster1.xml" Id="Ra7042bb0bf7946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51361ded8d4ee5" /><Relationship Type="http://schemas.openxmlformats.org/officeDocument/2006/relationships/notesMaster" Target="/ppt/notesMasters/notesMaster1.xml" Id="Re26d72a02c0a4f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34eb70082f428e" /><Relationship Type="http://schemas.openxmlformats.org/officeDocument/2006/relationships/notesMaster" Target="/ppt/notesMasters/notesMaster1.xml" Id="Re7045af4718748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1799f0127e4060" /><Relationship Type="http://schemas.openxmlformats.org/officeDocument/2006/relationships/notesMaster" Target="/ppt/notesMasters/notesMaster1.xml" Id="R69fb7658964d43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c8f40c2a3343c6" /><Relationship Type="http://schemas.openxmlformats.org/officeDocument/2006/relationships/notesMaster" Target="/ppt/notesMasters/notesMaster1.xml" Id="R52407fe6e3ce44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f69c85e5494f9c" /><Relationship Type="http://schemas.openxmlformats.org/officeDocument/2006/relationships/notesMaster" Target="/ppt/notesMasters/notesMaster1.xml" Id="R3be1b68e9b844f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59bad7c24c44df" /><Relationship Type="http://schemas.openxmlformats.org/officeDocument/2006/relationships/notesMaster" Target="/ppt/notesMasters/notesMaster1.xml" Id="R62c69eee329445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26734b43d294af4" /><Relationship Type="http://schemas.openxmlformats.org/officeDocument/2006/relationships/notesMaster" Target="/ppt/notesMasters/notesMaster1.xml" Id="R6a3600ea46d74b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20868675074b92" /><Relationship Type="http://schemas.openxmlformats.org/officeDocument/2006/relationships/notesMaster" Target="/ppt/notesMasters/notesMaster1.xml" Id="Re6186ad74805418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a4d7863a8cc4cff" /><Relationship Type="http://schemas.openxmlformats.org/officeDocument/2006/relationships/notesMaster" Target="/ppt/notesMasters/notesMaster1.xml" Id="Rc774ab63aff041d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cadb2367bca4218" /><Relationship Type="http://schemas.openxmlformats.org/officeDocument/2006/relationships/notesMaster" Target="/ppt/notesMasters/notesMaster1.xml" Id="Rdeb0a6e9557f4e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00089c80c674cf7" /><Relationship Type="http://schemas.openxmlformats.org/officeDocument/2006/relationships/notesMaster" Target="/ppt/notesMasters/notesMaster1.xml" Id="R4431617c0fc0492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961a59c4ad64d98" /><Relationship Type="http://schemas.openxmlformats.org/officeDocument/2006/relationships/notesMaster" Target="/ppt/notesMasters/notesMaster1.xml" Id="R9bc534a9d6e1435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0d2e27907d241de" /><Relationship Type="http://schemas.openxmlformats.org/officeDocument/2006/relationships/notesMaster" Target="/ppt/notesMasters/notesMaster1.xml" Id="R20d7418822fc423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d10cb112a0a49b9" /><Relationship Type="http://schemas.openxmlformats.org/officeDocument/2006/relationships/notesMaster" Target="/ppt/notesMasters/notesMaster1.xml" Id="Rb2e29be48f01437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91198b78cda4cfe" /><Relationship Type="http://schemas.openxmlformats.org/officeDocument/2006/relationships/notesMaster" Target="/ppt/notesMasters/notesMaster1.xml" Id="R1c4076e525f34b7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6b3821bd7d64d2a" /><Relationship Type="http://schemas.openxmlformats.org/officeDocument/2006/relationships/notesMaster" Target="/ppt/notesMasters/notesMaster1.xml" Id="R25a4ce628557407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64d24dd0fbf4142" /><Relationship Type="http://schemas.openxmlformats.org/officeDocument/2006/relationships/notesMaster" Target="/ppt/notesMasters/notesMaster1.xml" Id="R15ad353af38f4ef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f3c76eb10b24a92" /><Relationship Type="http://schemas.openxmlformats.org/officeDocument/2006/relationships/notesMaster" Target="/ppt/notesMasters/notesMaster1.xml" Id="Rf2746d6edd1546e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457312b0c0f49bc" /><Relationship Type="http://schemas.openxmlformats.org/officeDocument/2006/relationships/notesMaster" Target="/ppt/notesMasters/notesMaster1.xml" Id="R3fa9cc29887e460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807f4aa20c942fc" /><Relationship Type="http://schemas.openxmlformats.org/officeDocument/2006/relationships/notesMaster" Target="/ppt/notesMasters/notesMaster1.xml" Id="R5b4b09c2323e499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7abde91de89452a" /><Relationship Type="http://schemas.openxmlformats.org/officeDocument/2006/relationships/notesMaster" Target="/ppt/notesMasters/notesMaster1.xml" Id="R930e9ad00e014c3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51f89df99d74e48" /><Relationship Type="http://schemas.openxmlformats.org/officeDocument/2006/relationships/notesMaster" Target="/ppt/notesMasters/notesMaster1.xml" Id="R60a9c287e47b4e7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a757d937dde4496" /><Relationship Type="http://schemas.openxmlformats.org/officeDocument/2006/relationships/notesMaster" Target="/ppt/notesMasters/notesMaster1.xml" Id="Rbe403833814746b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9e893a1358c401a" /><Relationship Type="http://schemas.openxmlformats.org/officeDocument/2006/relationships/notesMaster" Target="/ppt/notesMasters/notesMaster1.xml" Id="Rf5d4e3cc618a484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583be99421046b8" /><Relationship Type="http://schemas.openxmlformats.org/officeDocument/2006/relationships/notesMaster" Target="/ppt/notesMasters/notesMaster1.xml" Id="R9e710d7aa26549d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2758d711a5f495e" /><Relationship Type="http://schemas.openxmlformats.org/officeDocument/2006/relationships/notesMaster" Target="/ppt/notesMasters/notesMaster1.xml" Id="R7726b58f12064a0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316bfc62f35469e" /><Relationship Type="http://schemas.openxmlformats.org/officeDocument/2006/relationships/notesMaster" Target="/ppt/notesMasters/notesMaster1.xml" Id="R989702a16eb14b0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de4b96928ec4107" /><Relationship Type="http://schemas.openxmlformats.org/officeDocument/2006/relationships/notesMaster" Target="/ppt/notesMasters/notesMaster1.xml" Id="R41fe4d688fab495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45a35b26193429d" /><Relationship Type="http://schemas.openxmlformats.org/officeDocument/2006/relationships/notesMaster" Target="/ppt/notesMasters/notesMaster1.xml" Id="R292c5afb07d3437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f6389961bb14a63" /><Relationship Type="http://schemas.openxmlformats.org/officeDocument/2006/relationships/notesMaster" Target="/ppt/notesMasters/notesMaster1.xml" Id="R2a86ad3882d049b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02131bf3dda400d" /><Relationship Type="http://schemas.openxmlformats.org/officeDocument/2006/relationships/notesMaster" Target="/ppt/notesMasters/notesMaster1.xml" Id="R2a920161ce4f486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8ae37b9dd7f4219" /><Relationship Type="http://schemas.openxmlformats.org/officeDocument/2006/relationships/notesMaster" Target="/ppt/notesMasters/notesMaster1.xml" Id="R7b6812792f5b46f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7b9e4650734437a" /><Relationship Type="http://schemas.openxmlformats.org/officeDocument/2006/relationships/notesMaster" Target="/ppt/notesMasters/notesMaster1.xml" Id="Rf73d739b2a60423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413e90e387842bd" /><Relationship Type="http://schemas.openxmlformats.org/officeDocument/2006/relationships/notesMaster" Target="/ppt/notesMasters/notesMaster1.xml" Id="R863ebe006cee4f8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961f3f6309745b6" /><Relationship Type="http://schemas.openxmlformats.org/officeDocument/2006/relationships/notesMaster" Target="/ppt/notesMasters/notesMaster1.xml" Id="R83dfa05c96b949e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7bbfd06f08742d2" /><Relationship Type="http://schemas.openxmlformats.org/officeDocument/2006/relationships/notesMaster" Target="/ppt/notesMasters/notesMaster1.xml" Id="Rd18e8e35833c4df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3c8a53a127242f6" /><Relationship Type="http://schemas.openxmlformats.org/officeDocument/2006/relationships/notesMaster" Target="/ppt/notesMasters/notesMaster1.xml" Id="R0420b55a1fae4a2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f7ab6afe0a74c71" /><Relationship Type="http://schemas.openxmlformats.org/officeDocument/2006/relationships/notesMaster" Target="/ppt/notesMasters/notesMaster1.xml" Id="R384b936d1db34af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a518abd4274455b" /><Relationship Type="http://schemas.openxmlformats.org/officeDocument/2006/relationships/notesMaster" Target="/ppt/notesMasters/notesMaster1.xml" Id="R398ac452affa4ccf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0b80244e70b492e" /><Relationship Type="http://schemas.openxmlformats.org/officeDocument/2006/relationships/notesMaster" Target="/ppt/notesMasters/notesMaster1.xml" Id="R0653334d00c1411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9be5e7d2610454e" /><Relationship Type="http://schemas.openxmlformats.org/officeDocument/2006/relationships/notesMaster" Target="/ppt/notesMasters/notesMaster1.xml" Id="Rea6c47f9a3554d4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08bc82da04147ec" /><Relationship Type="http://schemas.openxmlformats.org/officeDocument/2006/relationships/notesMaster" Target="/ppt/notesMasters/notesMaster1.xml" Id="R8bf3fa707e67499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31378e2f3840496e" /><Relationship Type="http://schemas.openxmlformats.org/officeDocument/2006/relationships/notesMaster" Target="/ppt/notesMasters/notesMaster1.xml" Id="Re7228732445e492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aefaf58d5b4415d" /><Relationship Type="http://schemas.openxmlformats.org/officeDocument/2006/relationships/notesMaster" Target="/ppt/notesMasters/notesMaster1.xml" Id="Rfd49329392a341c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1dc44eb999d04d82" /><Relationship Type="http://schemas.openxmlformats.org/officeDocument/2006/relationships/notesMaster" Target="/ppt/notesMasters/notesMaster1.xml" Id="R5a43c14bf5aa4d3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7c32793873d42ef" /><Relationship Type="http://schemas.openxmlformats.org/officeDocument/2006/relationships/notesMaster" Target="/ppt/notesMasters/notesMaster1.xml" Id="R75673d6fb0ec49c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b55cdc7dc67e42d3" /><Relationship Type="http://schemas.openxmlformats.org/officeDocument/2006/relationships/notesMaster" Target="/ppt/notesMasters/notesMaster1.xml" Id="Rce22341d975d43f2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34253a9cbec4f29" /><Relationship Type="http://schemas.openxmlformats.org/officeDocument/2006/relationships/notesMaster" Target="/ppt/notesMasters/notesMaster1.xml" Id="R4fbf249ce4f6433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ede7b46cba8c4964" /><Relationship Type="http://schemas.openxmlformats.org/officeDocument/2006/relationships/notesMaster" Target="/ppt/notesMasters/notesMaster1.xml" Id="R25c7d5a660d8465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22b7069ce8764c26" /><Relationship Type="http://schemas.openxmlformats.org/officeDocument/2006/relationships/notesMaster" Target="/ppt/notesMasters/notesMaster1.xml" Id="Rd69b8cb2bc3d4f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5feeb8de784b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15f36f82894b39" /><Relationship Type="http://schemas.openxmlformats.org/officeDocument/2006/relationships/slideLayout" Target="/ppt/slideLayouts/slideLayout1.xml" Id="R07bfc291db6e46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bfc291db6e46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4c5885a324b9b" /><Relationship Type="http://schemas.openxmlformats.org/officeDocument/2006/relationships/notesSlide" Target="/ppt/notesSlides/notesSlide1.xml" Id="R25d4f3dbfb804e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80bae414e4433" /><Relationship Type="http://schemas.openxmlformats.org/officeDocument/2006/relationships/notesSlide" Target="/ppt/notesSlides/notesSlide2.xml" Id="Rff88946d92a844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f64eb8280f4e00" /><Relationship Type="http://schemas.openxmlformats.org/officeDocument/2006/relationships/chart" Target="/ppt/slides/charts/chart1.xml" Id="Rf30e851fd0cb41b8" /><Relationship Type="http://schemas.openxmlformats.org/officeDocument/2006/relationships/chart" Target="/ppt/slides/charts/chart2.xml" Id="Rc5536492b220426f" /><Relationship Type="http://schemas.openxmlformats.org/officeDocument/2006/relationships/notesSlide" Target="/ppt/notesSlides/notesSlide3.xml" Id="R13a44fd8329747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518adf95244280" /><Relationship Type="http://schemas.openxmlformats.org/officeDocument/2006/relationships/chart" Target="/ppt/slides/charts/chart3.xml" Id="R37242039d8004aad" /><Relationship Type="http://schemas.openxmlformats.org/officeDocument/2006/relationships/chart" Target="/ppt/slides/charts/chart4.xml" Id="R442cdb901ca74933" /><Relationship Type="http://schemas.openxmlformats.org/officeDocument/2006/relationships/notesSlide" Target="/ppt/notesSlides/notesSlide4.xml" Id="R3d5e306b77ce44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f833be68a49f1" /><Relationship Type="http://schemas.openxmlformats.org/officeDocument/2006/relationships/chart" Target="/ppt/slides/charts/chart5.xml" Id="R3e814f0568dc4e2d" /><Relationship Type="http://schemas.openxmlformats.org/officeDocument/2006/relationships/chart" Target="/ppt/slides/charts/chart6.xml" Id="R6d0a62b3edf54d86" /><Relationship Type="http://schemas.openxmlformats.org/officeDocument/2006/relationships/chart" Target="/ppt/slides/charts/chart7.xml" Id="R4241abe574284e54" /><Relationship Type="http://schemas.openxmlformats.org/officeDocument/2006/relationships/notesSlide" Target="/ppt/notesSlides/notesSlide5.xml" Id="R9e99d77b328440f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4f35460fb47d0" /><Relationship Type="http://schemas.openxmlformats.org/officeDocument/2006/relationships/chart" Target="/ppt/slides/charts/chart8.xml" Id="Rfaa70429694d4b6f" /><Relationship Type="http://schemas.openxmlformats.org/officeDocument/2006/relationships/chart" Target="/ppt/slides/charts/chart9.xml" Id="R6c4f8bc0035348bd" /><Relationship Type="http://schemas.openxmlformats.org/officeDocument/2006/relationships/chart" Target="/ppt/slides/charts/chart10.xml" Id="R2f1152143c4b4c8a" /><Relationship Type="http://schemas.openxmlformats.org/officeDocument/2006/relationships/chart" Target="/ppt/slides/charts/chart11.xml" Id="R21f060e2bd1b4163" /><Relationship Type="http://schemas.openxmlformats.org/officeDocument/2006/relationships/notesSlide" Target="/ppt/notesSlides/notesSlide6.xml" Id="R3793803d68b945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f66067d3a442c" /><Relationship Type="http://schemas.openxmlformats.org/officeDocument/2006/relationships/chart" Target="/ppt/slides/charts/chart12.xml" Id="R928537a9d6f740e0" /><Relationship Type="http://schemas.openxmlformats.org/officeDocument/2006/relationships/chart" Target="/ppt/slides/charts/chart13.xml" Id="R1f3ee5e37bb14d39" /><Relationship Type="http://schemas.openxmlformats.org/officeDocument/2006/relationships/notesSlide" Target="/ppt/notesSlides/notesSlide7.xml" Id="R56a0fa5c494143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e3a13d5b2488b" /><Relationship Type="http://schemas.openxmlformats.org/officeDocument/2006/relationships/chart" Target="/ppt/slides/charts/chart14.xml" Id="Rc93f0a5bd2df4a8b" /><Relationship Type="http://schemas.openxmlformats.org/officeDocument/2006/relationships/chart" Target="/ppt/slides/charts/chart15.xml" Id="Rd96ea00e541647bc" /><Relationship Type="http://schemas.openxmlformats.org/officeDocument/2006/relationships/notesSlide" Target="/ppt/notesSlides/notesSlide8.xml" Id="R78ebe2e57c5e43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6526b8e1c436c" /><Relationship Type="http://schemas.openxmlformats.org/officeDocument/2006/relationships/chart" Target="/ppt/slides/charts/chart16.xml" Id="Rdabd1091d9e04cf5" /><Relationship Type="http://schemas.openxmlformats.org/officeDocument/2006/relationships/chart" Target="/ppt/slides/charts/chart17.xml" Id="R6c74b7a3a7e842ab" /><Relationship Type="http://schemas.openxmlformats.org/officeDocument/2006/relationships/notesSlide" Target="/ppt/notesSlides/notesSlide9.xml" Id="R8bf4e2f8aa1342d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ca5b9abbe4bdf" /><Relationship Type="http://schemas.openxmlformats.org/officeDocument/2006/relationships/chart" Target="/ppt/slides/charts/chart18.xml" Id="R1a81a21335424ee7" /><Relationship Type="http://schemas.openxmlformats.org/officeDocument/2006/relationships/notesSlide" Target="/ppt/notesSlides/notesSlide10.xml" Id="R1c8574362520468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331e972cf40da" /><Relationship Type="http://schemas.openxmlformats.org/officeDocument/2006/relationships/chart" Target="/ppt/slides/charts/chart19.xml" Id="R62293fa9d5ac4f33" /><Relationship Type="http://schemas.openxmlformats.org/officeDocument/2006/relationships/notesSlide" Target="/ppt/notesSlides/notesSlide11.xml" Id="R919389271c6146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a2e85185343b5" /><Relationship Type="http://schemas.openxmlformats.org/officeDocument/2006/relationships/chart" Target="/ppt/slides/charts/chart20.xml" Id="R163f2ad8769d42f6" /><Relationship Type="http://schemas.openxmlformats.org/officeDocument/2006/relationships/notesSlide" Target="/ppt/notesSlides/notesSlide12.xml" Id="R7f3207b6a7ae46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6ec0d65f64d2d" /><Relationship Type="http://schemas.openxmlformats.org/officeDocument/2006/relationships/chart" Target="/ppt/slides/charts/chart21.xml" Id="Rd566a23c97a2472c" /><Relationship Type="http://schemas.openxmlformats.org/officeDocument/2006/relationships/chart" Target="/ppt/slides/charts/chart22.xml" Id="Re8e0484dc43944a1" /><Relationship Type="http://schemas.openxmlformats.org/officeDocument/2006/relationships/notesSlide" Target="/ppt/notesSlides/notesSlide13.xml" Id="R985d701aa6e1421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3abbc166c45ec" /><Relationship Type="http://schemas.openxmlformats.org/officeDocument/2006/relationships/chart" Target="/ppt/slides/charts/chart23.xml" Id="Rac6c3b43643c4260" /><Relationship Type="http://schemas.openxmlformats.org/officeDocument/2006/relationships/chart" Target="/ppt/slides/charts/chart24.xml" Id="R1aa7c783adfb4f60" /><Relationship Type="http://schemas.openxmlformats.org/officeDocument/2006/relationships/chart" Target="/ppt/slides/charts/chart25.xml" Id="Rd4689f25d70d4094" /><Relationship Type="http://schemas.openxmlformats.org/officeDocument/2006/relationships/chart" Target="/ppt/slides/charts/chart26.xml" Id="Rbbafc5b300ef4a1d" /><Relationship Type="http://schemas.openxmlformats.org/officeDocument/2006/relationships/chart" Target="/ppt/slides/charts/chart27.xml" Id="R7212d39943764c89" /><Relationship Type="http://schemas.openxmlformats.org/officeDocument/2006/relationships/chart" Target="/ppt/slides/charts/chart28.xml" Id="R34d73c74a3c2409c" /><Relationship Type="http://schemas.openxmlformats.org/officeDocument/2006/relationships/notesSlide" Target="/ppt/notesSlides/notesSlide14.xml" Id="R1f51213eb14342d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e56e62cff42ec" /><Relationship Type="http://schemas.openxmlformats.org/officeDocument/2006/relationships/chart" Target="/ppt/slides/charts/chart29.xml" Id="R6d774fb5c0274d67" /><Relationship Type="http://schemas.openxmlformats.org/officeDocument/2006/relationships/notesSlide" Target="/ppt/notesSlides/notesSlide15.xml" Id="R01fe6fe7b2624e0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71f1921d64f95" /><Relationship Type="http://schemas.openxmlformats.org/officeDocument/2006/relationships/chart" Target="/ppt/slides/charts/chart30.xml" Id="R8f7645f2dc4e44da" /><Relationship Type="http://schemas.openxmlformats.org/officeDocument/2006/relationships/chart" Target="/ppt/slides/charts/chart31.xml" Id="Rc10f3fae3ba84c7d" /><Relationship Type="http://schemas.openxmlformats.org/officeDocument/2006/relationships/notesSlide" Target="/ppt/notesSlides/notesSlide16.xml" Id="Rfd7cb674a2cb4af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7fcb275834ac5" /><Relationship Type="http://schemas.openxmlformats.org/officeDocument/2006/relationships/chart" Target="/ppt/slides/charts/chart32.xml" Id="Rb12b7ce8c32f42ff" /><Relationship Type="http://schemas.openxmlformats.org/officeDocument/2006/relationships/notesSlide" Target="/ppt/notesSlides/notesSlide17.xml" Id="Recff61ecd37a473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0635e78024c8e" /><Relationship Type="http://schemas.openxmlformats.org/officeDocument/2006/relationships/chart" Target="/ppt/slides/charts/chart33.xml" Id="R02268518343a4224" /><Relationship Type="http://schemas.openxmlformats.org/officeDocument/2006/relationships/notesSlide" Target="/ppt/notesSlides/notesSlide18.xml" Id="Rc9d273327f5e4c8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8b430ff8244c7" /><Relationship Type="http://schemas.openxmlformats.org/officeDocument/2006/relationships/chart" Target="/ppt/slides/charts/chart34.xml" Id="Rb9634f0410ac4e7e" /><Relationship Type="http://schemas.openxmlformats.org/officeDocument/2006/relationships/notesSlide" Target="/ppt/notesSlides/notesSlide19.xml" Id="R7da192e984c2487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d76ea04d442d7" /><Relationship Type="http://schemas.openxmlformats.org/officeDocument/2006/relationships/notesSlide" Target="/ppt/notesSlides/notesSlide20.xml" Id="Rb6b2a0fcffdc47a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657974d4064188" /><Relationship Type="http://schemas.openxmlformats.org/officeDocument/2006/relationships/notesSlide" Target="/ppt/notesSlides/notesSlide21.xml" Id="R22a751f4f4f1451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cb96ac2e864c37" /><Relationship Type="http://schemas.openxmlformats.org/officeDocument/2006/relationships/chart" Target="/ppt/slides/charts/chart35.xml" Id="R188368b35dc04557" /><Relationship Type="http://schemas.openxmlformats.org/officeDocument/2006/relationships/notesSlide" Target="/ppt/notesSlides/notesSlide22.xml" Id="Rd4c419823ea3435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a7d96ef1c44ed" /><Relationship Type="http://schemas.openxmlformats.org/officeDocument/2006/relationships/notesSlide" Target="/ppt/notesSlides/notesSlide23.xml" Id="R064e7b077a94486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0f5f9ea264f4a" /><Relationship Type="http://schemas.openxmlformats.org/officeDocument/2006/relationships/chart" Target="/ppt/slides/charts/chart36.xml" Id="R5f2afcd9b0104be9" /><Relationship Type="http://schemas.openxmlformats.org/officeDocument/2006/relationships/chart" Target="/ppt/slides/charts/chart37.xml" Id="Re32147bf947545b3" /><Relationship Type="http://schemas.openxmlformats.org/officeDocument/2006/relationships/notesSlide" Target="/ppt/notesSlides/notesSlide24.xml" Id="R1b4c7a52b0624ec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b7fc81930425c" /><Relationship Type="http://schemas.openxmlformats.org/officeDocument/2006/relationships/chart" Target="/ppt/slides/charts/chart38.xml" Id="Rb4540526192340d2" /><Relationship Type="http://schemas.openxmlformats.org/officeDocument/2006/relationships/chart" Target="/ppt/slides/charts/chart39.xml" Id="R965c27a2f81a410c" /><Relationship Type="http://schemas.openxmlformats.org/officeDocument/2006/relationships/chart" Target="/ppt/slides/charts/chart40.xml" Id="Rd9600b95fae5419d" /><Relationship Type="http://schemas.openxmlformats.org/officeDocument/2006/relationships/notesSlide" Target="/ppt/notesSlides/notesSlide25.xml" Id="R5a4393d0551e437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0b69281904a6b" /><Relationship Type="http://schemas.openxmlformats.org/officeDocument/2006/relationships/chart" Target="/ppt/slides/charts/chart41.xml" Id="R20c63b0ddbf945d8" /><Relationship Type="http://schemas.openxmlformats.org/officeDocument/2006/relationships/chart" Target="/ppt/slides/charts/chart42.xml" Id="Ra6739bc129174c3b" /><Relationship Type="http://schemas.openxmlformats.org/officeDocument/2006/relationships/chart" Target="/ppt/slides/charts/chart43.xml" Id="R06e9aed3205a4a53" /><Relationship Type="http://schemas.openxmlformats.org/officeDocument/2006/relationships/chart" Target="/ppt/slides/charts/chart44.xml" Id="Re3047712ee874ac6" /><Relationship Type="http://schemas.openxmlformats.org/officeDocument/2006/relationships/notesSlide" Target="/ppt/notesSlides/notesSlide26.xml" Id="R762926e4a62043c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62a42b4d14876" /><Relationship Type="http://schemas.openxmlformats.org/officeDocument/2006/relationships/notesSlide" Target="/ppt/notesSlides/notesSlide27.xml" Id="R7389c010922b445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34adb270b4ac8" /><Relationship Type="http://schemas.openxmlformats.org/officeDocument/2006/relationships/notesSlide" Target="/ppt/notesSlides/notesSlide28.xml" Id="R6a1302d2706b4f8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3a02c2bd7949ba" /><Relationship Type="http://schemas.openxmlformats.org/officeDocument/2006/relationships/notesSlide" Target="/ppt/notesSlides/notesSlide29.xml" Id="R96b2a9daf8c84ca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4cb0998ba4030" /><Relationship Type="http://schemas.openxmlformats.org/officeDocument/2006/relationships/notesSlide" Target="/ppt/notesSlides/notesSlide30.xml" Id="R448f69bece1545e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b037d5bd674699" /><Relationship Type="http://schemas.openxmlformats.org/officeDocument/2006/relationships/notesSlide" Target="/ppt/notesSlides/notesSlide31.xml" Id="R75770bac4da9458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43f0209ee4881" /><Relationship Type="http://schemas.openxmlformats.org/officeDocument/2006/relationships/notesSlide" Target="/ppt/notesSlides/notesSlide32.xml" Id="Rf2262e0cb9094e1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cf0b0552e4e28" /><Relationship Type="http://schemas.openxmlformats.org/officeDocument/2006/relationships/notesSlide" Target="/ppt/notesSlides/notesSlide33.xml" Id="Rc84e7d4fc0a3431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b9807289c0463c" /><Relationship Type="http://schemas.openxmlformats.org/officeDocument/2006/relationships/notesSlide" Target="/ppt/notesSlides/notesSlide34.xml" Id="Re4fce52368c7485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33850a0294f4d" /><Relationship Type="http://schemas.openxmlformats.org/officeDocument/2006/relationships/notesSlide" Target="/ppt/notesSlides/notesSlide35.xml" Id="Rd57ba8450a0243b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707de423f45a7" /><Relationship Type="http://schemas.openxmlformats.org/officeDocument/2006/relationships/notesSlide" Target="/ppt/notesSlides/notesSlide36.xml" Id="R277cddf012314fd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b6177dbaa540eb" /><Relationship Type="http://schemas.openxmlformats.org/officeDocument/2006/relationships/notesSlide" Target="/ppt/notesSlides/notesSlide37.xml" Id="R72f6afd5046d419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1e1edcdb2477d" /><Relationship Type="http://schemas.openxmlformats.org/officeDocument/2006/relationships/notesSlide" Target="/ppt/notesSlides/notesSlide38.xml" Id="Rb1f14fa4f1b645a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5707d921834f5d" /><Relationship Type="http://schemas.openxmlformats.org/officeDocument/2006/relationships/notesSlide" Target="/ppt/notesSlides/notesSlide39.xml" Id="R901ae70db9f0401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4de66e9ea4020" /><Relationship Type="http://schemas.openxmlformats.org/officeDocument/2006/relationships/notesSlide" Target="/ppt/notesSlides/notesSlide40.xml" Id="R6c98c541fde04c4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bf01647ce4092" /><Relationship Type="http://schemas.openxmlformats.org/officeDocument/2006/relationships/notesSlide" Target="/ppt/notesSlides/notesSlide41.xml" Id="R684d5491191b473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9a46d37c64f5f" /><Relationship Type="http://schemas.openxmlformats.org/officeDocument/2006/relationships/notesSlide" Target="/ppt/notesSlides/notesSlide42.xml" Id="R696a16bc67284f30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935d346f24468" /><Relationship Type="http://schemas.openxmlformats.org/officeDocument/2006/relationships/notesSlide" Target="/ppt/notesSlides/notesSlide43.xml" Id="R5295c561644746e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cc3f548c94c6e" /><Relationship Type="http://schemas.openxmlformats.org/officeDocument/2006/relationships/notesSlide" Target="/ppt/notesSlides/notesSlide44.xml" Id="Rdc21e5b50a1c4f6d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ef5c9edda414c" /><Relationship Type="http://schemas.openxmlformats.org/officeDocument/2006/relationships/notesSlide" Target="/ppt/notesSlides/notesSlide45.xml" Id="R545a26042ae4422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ec921151e40df" /><Relationship Type="http://schemas.openxmlformats.org/officeDocument/2006/relationships/notesSlide" Target="/ppt/notesSlides/notesSlide46.xml" Id="Rbe38f41c7c4d4f53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dbffc3b0bd428d" /><Relationship Type="http://schemas.openxmlformats.org/officeDocument/2006/relationships/notesSlide" Target="/ppt/notesSlides/notesSlide47.xml" Id="R1899c9496bfa496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1c60add5b49dc" /><Relationship Type="http://schemas.openxmlformats.org/officeDocument/2006/relationships/notesSlide" Target="/ppt/notesSlides/notesSlide48.xml" Id="R8d736e642ccd4a6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139043792e473e" /><Relationship Type="http://schemas.openxmlformats.org/officeDocument/2006/relationships/notesSlide" Target="/ppt/notesSlides/notesSlide49.xml" Id="R256e4b68f4c9451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23c17c2a44d04" /><Relationship Type="http://schemas.openxmlformats.org/officeDocument/2006/relationships/chart" Target="/ppt/slides/charts/chart45.xml" Id="Rdfc1e17b98884e04" /><Relationship Type="http://schemas.openxmlformats.org/officeDocument/2006/relationships/notesSlide" Target="/ppt/notesSlides/notesSlide50.xml" Id="R85748cacb7284b53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7f42ddd46488e" /><Relationship Type="http://schemas.openxmlformats.org/officeDocument/2006/relationships/chart" Target="/ppt/slides/charts/chart46.xml" Id="Rb388e2d2986f43fc" /><Relationship Type="http://schemas.openxmlformats.org/officeDocument/2006/relationships/notesSlide" Target="/ppt/notesSlides/notesSlide51.xml" Id="R7a1282c41f5b405a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2f6e5217034631" /><Relationship Type="http://schemas.openxmlformats.org/officeDocument/2006/relationships/chart" Target="/ppt/slides/charts/chart47.xml" Id="Rc678608644c84b00" /><Relationship Type="http://schemas.openxmlformats.org/officeDocument/2006/relationships/notesSlide" Target="/ppt/notesSlides/notesSlide52.xml" Id="Re7776f11ebcd4c00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0048c6d8f4d4e" /><Relationship Type="http://schemas.openxmlformats.org/officeDocument/2006/relationships/notesSlide" Target="/ppt/notesSlides/notesSlide53.xml" Id="Rc91f3084502e4851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91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110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131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230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366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462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683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2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3.362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3.678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4.240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4.907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5.628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6.089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6.759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7.617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500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636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849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1.214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1.414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1.533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96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160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250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388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641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113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184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334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452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1.744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2.076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2.567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2.821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3.365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95,4 bi
1.009 · R$ 95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116,9 bi
1.473 · R$ 79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9E553-9EA0-46DC-890A-6712C393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845B06-CC7F-45CE-B7FC-62C8CB03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EBFED-54C2-4202-9C62-67D1CF2A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EB397-71D1-4F6A-8BC1-8EE1AE43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873FD-A74E-462E-92E0-8EC7B9DD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C9834-214E-4322-8B3B-B5251B17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7BBCCA-1A5B-4870-B2A3-4B6AA813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21041754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283BEC-8CBB-48C0-85E9-241447DD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CEAE8-610C-4FE7-884F-375DA911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388FFF-89FE-4061-8CF0-0F60955C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F67199-7205-4CC9-9CA0-A5DCC017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6BD048-16D9-4DC6-A7EF-39E208E0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D515A9-E70D-4F51-A69D-C6A06B18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3279C-9164-4715-AF23-AB9DAAA7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5F7E97-ED2C-46FA-8417-2B765BD4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7222A-ECE5-47E7-94EC-30D998D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3EE6FB-E7B1-42D3-B4B6-1129EDFC0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6A2F00-4249-4D46-89B3-8EFDB95A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00E9B0-3508-4B12-A720-E898D4E0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7B36CD-0034-449F-808C-379EFB2E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EF9DD7-91C6-4D2D-9D19-3E5FACFD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041607-57D0-4339-9EF6-807158B9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480CAA-862E-482D-925D-351D7900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78DA45-D3B9-4DCE-BEF7-2C8FB6ED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C92401-DB84-4492-BEEB-03E15B3F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20764-DEAB-4CD9-85D5-97810CA6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EB3078-E89C-4ACF-A4E9-B95653F0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E8042C-DE51-4F17-AC10-99095457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9204068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5BAA87C-DD76-48FF-9396-B1AB75C7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970581-CB22-42AD-9ED9-05D0FE01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57356-E727-4E7C-8397-9935E847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3B9CA-CF62-4937-8C91-89075C0B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179C1E-DA9E-4975-B9E5-191C178B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AA72F-1485-4855-9B39-1AA85660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9A12E-6BC0-4137-B11D-BD99F6A4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1582CF-842B-481C-8AF6-A7C8A845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9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0e851fd0cb41b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099968-2935-477C-A1C5-DA0FC869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649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47A86E-1DD4-4B9B-A626-01FAE4AE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218" y="434035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0ED0E2-8D24-4D44-A216-84C8C8A4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111" y="428558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130643-7EDC-40CF-BED0-968A6C4D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005" y="422561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131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A6AB2D-3CDA-458A-B3A2-67F85765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898" y="394339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158F53-5792-4F43-9356-126C01A8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9791" y="4003103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209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CAF37E-4F71-4DD0-AB91-FE461FF6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6684" y="374762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59F827-8F24-43F1-A222-6CC17BAB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577" y="3554899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366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438563-5C3C-40D6-95B0-117D5BEF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0470" y="32811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462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BCC115-087C-411B-9E5C-F0B96B1C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364" y="264919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683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4EFD40-A6FC-4F10-9CCD-321A8BCB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4257" y="221965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833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3C2ADD-239B-45A8-B24D-44F29510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8490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87B29-230E-4BE0-9A2A-783C9473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2FCE5B-B9AB-4E6B-BDB1-F73B1400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EEF181-6104-42AA-A1E9-58602D3D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75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536492b220426f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C62783-2CE5-4652-A2CE-A8A896E1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5479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5.748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5D33C1-A5BB-4994-A4C4-BDF46115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784" y="341809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5.419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488526-0D89-42B7-BC68-4CFAFE7A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1068" y="339719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5.527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B0B75D-526B-41C3-AB67-E88C71A3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352" y="330266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6.020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DDCA2F-4EC0-4810-B86C-34B7550C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636" y="320215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6.544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8EF196-2149-450C-98A2-3A0949F3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920" y="300066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7.594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D551FC-E193-43B6-9BCE-734681F3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205" y="2769834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8.797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EC094C-F9B1-4283-B72E-A0192164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489" y="258531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9.759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0358AE-A49E-4ED8-A71F-D905DC14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773" y="244312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10.500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11C12D-EE84-4FB0-AEC8-CC412FE0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057" y="208323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12.376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184503-BDD2-4C57-8544-C3AF85F2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9341" y="189297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13.368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147B529-6A74-42E6-989E-46C204BC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83455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13.672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405FCB-FCE8-44B4-8C83-BBB4113A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4E2D5A-3312-4293-9E60-E374FE30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Empréstimos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5081D45-D322-454D-9A57-3A34A7A7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456F17-FC8C-4685-8BF6-A628C3E8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privados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70B1ED-0422-4EBF-9442-F08A68EA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0543AB-3A6B-4469-8691-69C29DDF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FIDCs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9B0861-9B30-4F76-8319-9241F052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A990C59-0B74-4777-A151-A62C8425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Outras securitizações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CD76A1-74E4-4929-95FA-7EBC082E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258AE34-B518-43AA-9E48-BC0F585B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Dívida externa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3B18B94-F9A0-42EE-B2B2-BE73CB86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C77C3E2-D7EE-47D0-9CAE-C166A106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C7114FD-61CC-490E-94F4-72E70B19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1359206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E455795-00B3-40FE-851A-2CBD6683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RENDA FIXA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8BAB23-9980-44ED-94C2-AF4571C2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8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Volume de FIDCs cresceu 260,4% em 2024; a ponte restrita ao rito automático cresceu 264,5%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6FD58-D7D6-4628-86C2-CC47886C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42068-1145-4FFF-BC1B-E1CF0881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64B5B-A829-4D5D-9620-132B82F0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Sistema de Registro de Ofertas (SRE), base pública de Ofertas Públicas de Distribuição; consulta em 24/jul/26. Ofertas primárias encerradas, todos os ritos, com volume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0305D6-EC55-4F3E-B0DF-E045DB95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51EA8-EFEF-466B-A946-A7711D21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E2E1B3-6C01-417B-99FF-EEAA6E26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7242039d8004aa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971481-4010-44B5-90DC-E1C38BF9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452BEB-CB99-4EC2-B41A-D882EF62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7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2cdb901ca74933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121735-F28D-4A1C-891B-9DB7EA07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16E9DA-DA5D-44FF-98ED-31F27983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1525"/>
            <a:ext cx="407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Instrumento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50A009-350C-4590-B546-120BFB5F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58152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2024 YoY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88D74D-8CEF-43AB-B80A-C5846E4D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58152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2025 YoY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0EFFDE-1213-48D6-8AFD-ACAC743A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58152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1S26 YoY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FF4793-1C26-4353-99B8-9944C00D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4775A1-CC37-44F6-A288-123B49AF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387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10FA21-544E-4D3C-8D61-1A6D255B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0537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ED1DE4-C677-4984-B87D-8E65A207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9053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+260,4%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E61508-54EF-4786-8C77-164FB661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053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+22,5%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A03090-84B5-44AE-A6DD-51CD8377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9053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+14,6%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CF6063-4364-4287-B8AC-0F17D39B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2C3859-E8B7-4D2B-98B7-824AB486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01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64DC9B-FA06-4A98-85A6-8CC334B8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Demais elegíveis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1B45A1-C2AE-4F74-A302-8FA00D5B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0768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+77,9%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3792D7-AC38-42D7-9DB8-42A07B9E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768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+4,4%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DC71DF-7C56-4391-A220-A6CCA177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768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-7,8%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7E5F80-08C2-4053-AD43-5265837F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55E372-E95A-43C1-AE6A-1365AD81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40BD22-9F97-46CF-B3EE-62AAD51B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4827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986F0F-4BEE-43E3-AA3A-1D8D48DC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2482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+106,2%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1788C9-DB21-4401-AC04-866E1A8B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2482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-4,1%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34354D-EF59-4FAF-A357-2C945275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2482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-21,8%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12B585-769B-4614-859D-18E24314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8E2BDC-6007-4767-8F9E-9179F8E8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530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FDA43A-F485-4C58-86FB-64CE400D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1972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0FAA71-EE5D-4DA0-AF70-0689EE7F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4197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+21,8%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221605-ECB5-47A4-A83A-28DCB571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4197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-5,8%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7B4837-26F6-4EBD-A20B-74AFE66A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4197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-18,4%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3540BC-9E39-45DE-B0F1-CE12BE62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C27E9F-2689-448B-9293-482816A0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9ED93E-04AE-455C-9B93-5BBE3EF8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9117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Notas comerciais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140893-DEE1-4892-A6BC-5301B1E0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5911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+80,1%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8C2AB51-AFCC-4BB6-BBE4-CDDE5914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911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+17,1%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2EAD62-864D-451A-B93A-CFCC45EB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5911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-7,8%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5095AC8-86A4-4777-9EAE-892C12FD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F024FA7-B260-4827-A999-785B08F7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959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AA8C914-3C58-48E2-8116-57FAB5D9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6262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CRA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C1D3587-FFE1-4DEB-A0B8-61691170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7626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-18,2%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4650AC7-A0B8-4854-81F0-0739A1E1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7626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+12,8%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718B125-B553-4AF8-AADA-27FCBFF7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7626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-44,5%</a:t>
            </a:r>
          </a:p>
        </p:txBody>
      </p:sp>
      <p:graphicFrame>
        <p:nvGraphicFramePr>
          <p:cNvPr id="109" name=""/>
          <p:cNvGraphicFramePr/>
          <p:nvPr/>
        </p:nvGraphicFramePr>
        <p:xfrm>
          <a:off xmlns:a="http://schemas.openxmlformats.org/drawingml/2006/main" x="123825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Comparativo YoY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3107AB5-9A62-4E19-B7EB-866BCAAD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9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2023–2026 usam todos os ritos e volume registrado positivo. O recorte automático cobre 98,9% do volume de 2023 e 100% de 2024; a cobertura não explica mecanicamente a alta. A base não separa crescimento econômico de efeitos comportamentais do rito. 2022 contém sete registros legados e é parcial, sem comparação anual.</a:t>
            </a:r>
          </a:p>
        </p:txBody>
      </p:sp>
    </p:spTree>
    <p:extLst>
      <p:ext uri="{BB962C8B-B14F-4D97-AF65-F5344CB8AC3E}">
        <p14:creationId xmlns:p14="http://schemas.microsoft.com/office/powerpoint/2010/main" val="6407118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E2932F-292E-45F4-BE8A-4061DBB5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72515-4FBE-47F8-8758-37556D1C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uma pessoa pode aparecer em mais de uma classe ou série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46F649-96AD-48E3-A893-455DCDB1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BCC51-4FED-48D0-A110-511ACBFF8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952339-C48C-4EB7-94BE-532AE49C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845FCE-492E-41AA-A0B5-A65E1AB3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902032-22ED-47E6-97F6-C9A3B78A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84C5C-086C-4B74-AD0F-B30BA1BE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814f0568dc4e2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C55023-6044-48D8-82C5-64183EA3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225FB7-A005-4381-8E88-B2AA7C26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101ADA-5D52-44D2-964C-CC636631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C0B856-55C8-4735-8841-412FA8E0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246C2-13C3-4958-9513-39E739EC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0F48BF-91FE-4FB8-9F84-F89793B2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58D49B-6DE2-46B6-82C2-32DBA6F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0a62b3edf54d86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B86EA9-25B6-4C72-9895-DD7106E9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453221-E454-45C9-B8D2-FC606DA2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C1909F-8C8B-4A4A-87DA-CEABD413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6A4FC-D9CA-477E-B589-3387764F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1E0601-6814-4AED-9B39-00BEA4C9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0ABE30-34B6-4F26-9C8A-35847DE4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EB832B-463C-46CF-8BDD-B465E848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41abe574284e54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A0BAE4-21D6-4CCD-A781-C5616E4B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2931960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3465DA-BBF0-414A-8F74-BC102C81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643B7C-EAF3-4A02-BDB5-922D88AF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3A06FD-CEEE-4410-A576-59D69F63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AB87B-9121-4D63-BE49-A4ADDAB0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C9674B-F8FF-4A0B-9189-E62E13FE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585CF2-4616-4E38-9F36-177B5280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0866F7-EE3D-4C54-ABEF-53C951DA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01F35-40C4-4842-B777-6F97C8C8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1151EA-4C6F-4D01-B204-65C4C982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C378B0-803D-40E1-8ED9-A048B092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9EF32-43FC-4268-B22D-5BE90FEE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4B6F3C-80C0-4854-8705-8A2E254B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aa70429694d4b6f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E07A55-0C8D-4929-9459-6C758307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B9452-F7A4-4BC2-BBB9-09C48D02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4f8bc0035348bd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309028-5B71-4907-8F5E-0EAE463F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521DC-694B-4B83-B1CE-2016B691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1152143c4b4c8a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7ABCA6-4091-453F-9FF8-984BCD98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CEB754-CA9D-4057-8980-9C0AAC3E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D6B076-9A8C-4129-B9E2-15B6D52F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f060e2bd1b4163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A7142C-5B7C-4A6B-8ABB-4FB08BAF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F7D32F-9B62-43B5-8A57-28A86588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2039224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1588DC-543E-4575-8852-B0F6B3E7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90A8D5-3F27-474D-9054-E82940FE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CB6EB-96C2-4561-BEDF-D1FC28DE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14178-72DA-4F67-BCE8-4E606A9F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E6E1D-4B12-4A89-8B1F-D124BF7D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D91EA-E322-4374-BF7E-ED69796D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93CB6C-AE10-47A2-94A5-3559F653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7990F-8B65-4FAA-B5E1-AB7593E1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8537a9d6f740e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505333-E5BB-4406-A2A9-057C2A8E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697DEA-3915-4A02-8D16-E896FA33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3ee5e37bb14d3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D6CAF-116D-43DD-A641-462D5B4E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9A0FFC-1BAB-4BBC-AB97-2C731EFB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C5489-2A4C-426F-B5D4-3ECEF214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0B575-F077-4417-98F5-B9305B1C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FF2788-D45F-413B-A1EC-B6FEA283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E6623-3BC2-4C55-B7D1-13AF3B52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1CC430-800E-4762-8DFE-1773BACA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4AF97D-5CC4-4C14-8FEA-A02B255C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5329E4-4657-4D23-BBB0-2E9E1B00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1FCEAF-97FC-485C-B627-1F86673B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Curadoria documental: 5 fundos e R$ 34,4 bi podem sair de Outros, sujeitos a validação manual; o gráfico mantém a taxonomia vigente.</a:t>
            </a:r>
          </a:p>
        </p:txBody>
      </p:sp>
    </p:spTree>
    <p:extLst>
      <p:ext uri="{BB962C8B-B14F-4D97-AF65-F5344CB8AC3E}">
        <p14:creationId xmlns:p14="http://schemas.microsoft.com/office/powerpoint/2010/main" val="21092703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019C17-A8F7-42C8-9454-EA06B99E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3F596-0D67-402F-A491-E34F4B3E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DA760-6CFE-46BE-B140-3175E12B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55DB6-0F60-4884-A82D-88BB98DE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CA875-43F4-4D11-AB73-738D2C94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5B8FD-30ED-4229-988B-F1EEDFA3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5F429-E51A-4373-AA22-57D0BD8B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596E52-A794-4A57-8C7F-B8DD7EAE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93f0a5bd2df4a8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5036D-8D9E-474A-81B1-E4963A3C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A1247-1A28-4DE4-8D4F-CED01FF0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6ea00e541647b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B0A4C6-301E-45FC-A7C2-D99A48D5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4A4269-CF62-42CE-A4F4-E5B44D87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94DF1-2F4A-4A76-BA76-0DC89C1F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4F1BA9-88F0-4C8B-AC0C-610781D6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365970-6366-4D92-A3F2-91CF0EBD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2992381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DFF796-6512-4F33-8864-545D875E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8DD152-5AD1-4F80-98BE-276304EA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EA33C-74FF-4B95-9695-078ECEEB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98E674-8223-4389-8F74-B0253E82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2613E8-00A8-4665-9C7A-9882CEBF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A18AD-B086-4C5A-A7FA-7ACEDD49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5C256C-DA76-4583-8527-BB48D211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AB15E2-655B-4A34-8773-067472AF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bd1091d9e04cf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72BDCD-A11D-479B-85B4-D6A82481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6820C5-8511-4AFA-A8F2-C767B7D4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74b7a3a7e842ab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592326-3FEC-40D9-B748-B2F64138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B752F6-4756-440C-8F55-53212C81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1B03B-9E88-4BA2-A268-A5D806FD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1FD35-048B-4565-B6B1-13C016D6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61FB6C-42F6-4D50-AE95-36C30D19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BA8968-F4CE-466E-80A1-1EABE590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1981695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8FFA8E-5BA2-4F5B-BB7E-1BA445AF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4EDE5C-A340-4FF5-890C-9D46E5B7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F0DD6C-6EF1-4A60-AABE-E481CC98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942E06-0AED-4B60-828F-7A87F732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EC4FC-3B21-4E22-AD32-A6D44255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968653-670E-4304-A8C7-1F68BE5C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A2BF09-57DB-4855-8488-4ED3E1E2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B47814-E1A5-4E78-9088-669A31A1B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81a21335424ee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FCF02D-9571-4A4B-89AF-0D7C5E3F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F057B7-862D-4481-9915-F3025456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11D6-3B79-4D72-A41A-2690BE00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E5640-5B17-44D9-BFD7-95A39D9E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382840-8EA4-4F9C-8554-F90B4207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BD0077-3C11-4269-B7B7-0FB2710B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8D74F5-3AF8-4CF9-86B1-136AC324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3C2EA2-79E6-4B3F-9084-19345CB8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ED913B-0F3E-41D0-AF88-4167B593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735715-90C5-4B4A-9B35-81E62665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80E03F-45E1-4909-A23B-886AC2BE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338F55-C769-478A-8672-E155084F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27E99A-F6BD-4B01-A74F-559F9F8B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00ACE7-17F0-4EB3-B2A0-655B11C6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D56A80-6F62-4567-A9F3-91161AC4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3DBABB-5FDC-41F0-B40F-47020F8C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318CE1-B21C-438D-A39A-18E609AE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2D81D6-DB4A-4611-BFD6-D53BDFA8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9F8BCF-6C7A-4847-9702-7D9DC2BD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C9A052-56D3-4437-ACDC-D27B588C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43530E-79AA-4BC4-823A-C964EA03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11334936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ACBCE7-A0C7-4CE9-9F26-63B0331F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5720B6-4B70-48A8-9B5C-ED6DB63C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692E6-2533-469E-8A2C-46067238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D6C28-BD28-4B69-9173-B53CF583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E4B599-30E8-49FD-8DD9-5EBE1D14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0DB7D-49D9-41C3-9FD2-695784CD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93D6B-9C30-4F4E-8616-0FABF289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6441A7-C3F0-496F-8371-2B52D7EA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293fa9d5ac4f3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3BA08-D710-46C5-AF97-6A572597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6FAF38-35BE-4042-B9B6-B1ADECAD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D7C99A-D7CA-4A5D-884F-938D54C3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6800F-AEF3-4DAE-808E-A3C0612D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94FD09-4FBC-4D92-B441-A83D6973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505231-A77F-4370-9FA4-80D35494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A70145-CDF9-4ABD-A0DA-966BB066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4BF252-55B8-4DE4-A011-A4089AED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07398C-8BF7-463E-8250-A9A8523B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9E8583-C33C-447C-86F0-787CC92C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E29BC6-8400-4A30-B50D-957FD742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110DE9-AF0D-46B4-B9EB-206C9C14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4299EA-4B74-4C42-8DF3-C1284DD8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AC9790-2639-409A-BF50-7719218D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F7D3AA-3238-4497-B0FE-A4AC3F8F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3E840A-79E5-46C9-9691-4FF3178F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1760096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691EE7-656A-458C-8F63-915D5C91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05D73-A99D-419D-BB99-0D557220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75B6F7-A19C-424A-8466-A0D0623A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BD207F-4118-4D13-BAA6-88B1828A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B7F25-2198-472C-A537-BAE7B1F3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8D2427-A3D0-4132-963A-1CA7A0AA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FA5C50-A45C-4A5E-B8AD-4E0E23B2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7264B-0799-4A35-AC46-9E9CF937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63f2ad8769d42f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CFDF4-6500-4404-B60E-1C441580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FABD3C-F543-4193-A204-85CBBCA9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3C535A-0AD3-489A-95CB-7ACC7159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018AEC-B704-4A90-8E60-C0D8F793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F5866F-59BE-4694-A329-AD24101A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9D7C17-46EF-4DDD-A955-1F2A597E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941484-ED9C-450B-93D1-08C7C098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2D4546-FF31-4541-8E4F-886F71F1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18CDFC-339C-495E-BCBC-7193BDDD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0F68A6-91F8-4989-8447-DE24C6AE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A776E5-9D75-43A0-BD50-1FAF75FC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DDA8DE-8DFF-4E85-B765-0AAF5229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59D687-4E1B-4DB8-AB57-A7AF6046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1599BF-7FBD-456C-B935-02FEC670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28E2D0-ED1E-456F-89DF-EC35C30B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690623-36D7-474A-A2CD-5D96FA22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87EEF5-6196-44D4-83F5-A4C48D8A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E9B74A-A68B-4A93-94A2-5E3BF27F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DE5113-913F-4EFB-9BEB-716AC856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6FD9AD-C957-49C2-ACDF-E271258D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EBA0D4-82FB-4C6B-9134-ABD08BB9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30AB2B-A300-488A-AFB7-1314BF95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E6DFF2-C092-42D0-B85F-33E0F326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F117E3-8392-4B92-878F-CF0AB1C6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04F1BB-8C3A-404E-872F-AA811450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C30BBA-D86F-44BA-8523-E9EFE15A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5EB0F3-6FD8-418B-A9AC-30C1A673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6AC17B-C638-4EB0-92B1-5F6A4EB8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013716-8FC3-4849-823E-AB9462CC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50EC70-0745-4777-95DB-AF9FFA6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6D3138-3EDD-4330-AD30-20F885DA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C15E38-3844-4414-84AC-1C7D1811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3E8378-EAB7-42DB-A5A5-4FEFA10E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19A6BF-B659-4C28-A9AB-C5115302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2000810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72AA0-45EF-4C30-93B9-5A4ED0EF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4C88D4-3373-4967-AD08-CEEE4D65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ECF880-A5D8-42FF-A9FA-586D1C27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97E9C-719B-492C-9133-B0691381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2F2051-FDE5-4FDF-8AE2-E9ECC03B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0C3CA2-FE6F-4EF1-B42A-5069541D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94B5B-2294-4FA7-A2BD-EAD404B1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FB0585-5BB5-4BA3-B385-901CFF12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66a23c97a2472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C59D4E-85D5-4618-B819-2011EA65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D4C768-E649-493D-9977-FB9D80E8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5FF110-7C74-45A4-BC3E-F383EFBB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e0484dc43944a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CEA4A-247D-4A3A-AB75-25659968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C7981F-8445-4810-AE83-D66CA204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6F546F-0016-4AFE-9149-A7FBA6C5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FA9ED7-16EE-4719-B710-6EF502EB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9589DD-2B5F-4392-B39F-A0EE3D35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C28091-9E1B-4113-921C-BBAE0CD3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4FEC86-35E9-4AC3-B2D1-73646DA3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9422107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BEC91B-051C-4031-98CE-17068B8A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3586F-94AA-4DF3-8E8A-34DE45A1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A82BC5-6AB3-40F4-8D1E-C84799C8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60230-96D6-4C56-9398-538554EE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905B6-10BA-4297-AB05-04DD634D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E92C16-9DF0-47A4-BF26-63FE0AC8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103EC-20A6-49F0-9E37-46C41A88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297147-9577-4B8D-A926-F8818DF6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F801E1-D100-41DF-A4E3-810487FE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286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EDBC4C-423F-47B0-BBEA-2D41F090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686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8CE918-494A-4FB5-8710-E0EA4BC2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571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F452BD-D9C0-4B91-B40B-89FFAE4C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971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EA701-4D71-4A21-9A63-0A91941B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57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A697C1-BEF4-4DA2-8449-90D74211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57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807168-655A-4109-9C24-6046A57C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9143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C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D8D88D-A21C-40C7-8532-5C551F8C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1543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74E85A-13F6-4B4F-87EB-60C3A055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429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656BFD-6C94-4122-BBF6-12125A2B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829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 / REAG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359CA0-36BD-4099-AD98-90D9401A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714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70F9FA-31D3-48F9-942B-96B57C95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4114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Demais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32967B-E042-45C8-B0DF-ACC3D83C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82211B-78DC-4359-80C4-252B5A85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B27C51-A044-4004-98DD-C523F672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58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6c3b43643c4260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C971E8-B491-4D10-BDFE-F4FCBAF7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a7c783adfb4f60"/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ADDBDB-8987-4FDB-9DCE-F7F61303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62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689f25d70d4094"/>
          </a:graphicData>
        </a:graphic>
      </p:graphicFrame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C297F0-1A47-4E3F-9797-7CE32BC0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afc5b300ef4a1d"/>
          </a:graphicData>
        </a:graphic>
      </p:graphicFrame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3E013F-9BEC-4C41-9977-8F7373B9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12d39943764c89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719C7E-E0AD-4033-BA0C-8BA8C9E9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68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d73c74a3c2409c"/>
          </a:graphicData>
        </a:graphic>
      </p:graphicFrame>
    </p:spTree>
    <p:extLst>
      <p:ext uri="{BB962C8B-B14F-4D97-AF65-F5344CB8AC3E}">
        <p14:creationId xmlns:p14="http://schemas.microsoft.com/office/powerpoint/2010/main" val="16187892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EA125-DAA7-4876-9C31-47BBD9F8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8483C-1E25-4DE6-9068-40DBEC59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203BCC-ADF7-4B92-AE01-20310FB7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554968-935A-4BD0-9007-1804C362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BBBE1-5B66-46E3-83DF-DB9BFB90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F3E3FC-BD97-4718-835A-01F52137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44D05A-88BB-40F6-ABAF-ACCC31B0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537EDD-D687-455E-B041-9990CCC8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774fb5c0274d6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28310-FF70-4093-806C-C93C81AD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F89755-76E6-4D60-A3AC-0406C6F4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825945-299C-4F36-8CC0-47B509F5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7B12B7-E152-4E6C-9A90-8C8506F6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162443952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71531B-49E0-46CE-88B5-07829AEE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7A4B7-F999-4251-A1B3-12CF3D83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07335-536C-45D0-A4E3-FC8E045E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6101C-493D-41C7-B132-076077E6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FD7F4-75BA-48C4-94F6-A7FA21D0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2EAE2-21C5-4BBB-B566-FDF4155C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0380F-E9C7-4BB4-876F-D98A2615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45A63D-B8DE-49B3-A74F-41889E70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f7645f2dc4e44d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2DFBDE-80D8-4866-BD33-B80FFFFC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F0C6F5-2AB9-40C3-968A-422C303D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1D9C6-1263-45A7-B952-B2E75879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28CF6-247A-4890-9346-28078E41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0f3fae3ba84c7d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3F2AC-6F50-40ED-B109-E945C352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734EF2-51D5-472E-958E-6CA1BEC5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6EA45-BFAC-40FF-A012-1E6D843B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2471696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F23C33-1BB3-4E9C-9F59-EC583044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5E7C3-A8E1-46FE-B42C-66F72C98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F5119-833E-4225-A1BA-1E0C7C12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0C0A89-2E11-4F70-B7DB-5F8E43CD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FC1FDC-F186-4B58-ABBF-2367EE13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E368F-3836-4A5B-8A98-91683DCF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2b7ce8c32f42f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75FA8-DFFA-4D0C-B04A-F450E91D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46871026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666CCD-9A61-4FF6-AECB-BB58586E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01D98-94AD-45E0-A9AE-2FF6D660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EFB62D-E056-4C9F-BBB7-EDA8AE87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E39EDE-AF41-412B-8597-98C1A66E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BB827-7E82-4A73-97C0-D5CF52A1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79A57C-FC7D-4C0D-92CF-4EF5D3D4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268518343a422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A8D7F-5244-440A-98CA-17098EAE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23747794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7545C-0DDA-4DAD-85B8-2DE00BF1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56E629-EF0E-4AF6-8EB4-E4C5D389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79D711-862C-47B0-AA91-42329983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E65D05-3D82-4FF8-BC47-DB47A707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E9CFB-6763-476A-BAF3-F4C4522B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75A35-B82C-4ABE-BA57-9B8EA424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634f0410ac4e7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87EE2-57BB-47B9-B4F8-AFDCC0E7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21610424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22037DF1-F5E3-4118-A13B-25DBFCC9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23463-4AE1-4B92-9228-C4F8B7C5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BE2F07-5FBC-4F86-834A-5C14A5B4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9A79D-73C9-4298-99F9-ADF8A7B7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D5998-38FA-42F4-AF75-F20742E3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8C52E4-1B74-4A2E-8768-F39C045D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BE8D0B-D227-4CB5-BDA1-652747AA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7B110A-47BD-4611-B88E-F0B93D21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3493A2-329B-4278-868D-37A7DC6A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BA0843-D1A6-4F1B-9FE7-8CA39BF3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CB036F-4583-490F-AA7A-E5996657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2B6DE6-94F3-41BB-B1A1-CBE274B4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C79CF4-87B5-431B-B4FE-C45E31A63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916973-DDA2-4942-B0C5-283A83E0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A362BC-1D6E-40CA-9BBB-8E559CC4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BDBE7B-FC9D-49A2-85D0-725E3DEC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FD198B-EE9F-4A81-9F53-96978D52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DAE5D9-FE77-4C36-9543-D6C5DF39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5A0C5E-7CC3-4936-8908-73622E7D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74AD7A-A883-4352-B0F6-9884CDE3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D8C2EA-FE5E-43DC-9F58-11C664BD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76EB9A-DDC5-41D1-9003-1C1A92F7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1CA402-121E-4B6B-86C8-BE3A7DCC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28D76B-BEB4-4632-A239-0189CF29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334C02-ADFB-4991-9CE0-B52A0C43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BF4BC-84E2-476C-ABCB-FD1098A6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ED553A-B424-433F-A3AE-A684DBB3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AF54C1-90A6-4B4F-ADAD-40C448AD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9C9950-7D43-4784-90D5-5B90BC30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84DFA3-B7EE-4B27-A7F2-125672AB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3B9978-B50C-4FD7-BC2F-B8A8C781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CBFA61-8E9A-4AF7-B0C9-5965ADA9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A75EB6-76C5-43FC-9102-13F875A1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783EA4-AFC1-49F5-8258-ECBB7E7B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9FB257-8C85-42A7-8241-96C9524C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341714-BDB0-4119-993B-625E2E72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208353-9841-42A4-A363-410C1A0B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9A3BB5-62A4-42C8-A841-919B26A9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B7593B2-2647-46B5-A269-B57AA1CD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FB8C52-3DFF-4194-B825-080982EF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0A1BF76-9221-446E-85C8-DDDDB158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64165A-D64F-44D4-B490-F807E6A3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C4257E0-96BE-450B-B86C-70C66656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157BD1-00FC-4790-B57B-A1045C7F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5CDE66-9C42-4DD4-8133-BA7CF5B1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489E06-3FC3-4F4A-9A5A-AA00D7D6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D0F0A20-9FA5-424B-83E9-40CAB15B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24DE1C1-9C8C-40E2-9BE0-BEA74C9A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7745EA-04D9-42BD-B5BA-0A628230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337B8F-672F-45C4-B6EA-2AEBA3B9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2CA97C1-82CB-4FC7-9104-D5DA0661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5D255F-734B-4C10-8F1B-DCC163A3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Consignado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554BC15-3552-461D-ABF6-657CAE16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06D97D-118A-478A-B7B1-CAB00C7B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B988D52-DA18-4A7B-9B37-C79F5EEA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F7D7623-51E5-425E-ADE4-3FAEC28B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633D1CF-E74A-4D9D-941A-0E872EEC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DA327B0-3FCC-4414-86AD-37F20848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AECECF9-BFB2-4B41-A37A-169BD40E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619444-8218-4167-A9C7-1BF3626F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C68E40B-793E-40B0-B52F-EDCFC60E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DD277C4-B25F-4727-8D41-24ED37E3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069FD05-C49A-4C90-B138-E08B0EFE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B480803-3D18-4251-99AA-AE055B49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5FAC935-F03D-4DDD-A0A6-DC08C3D9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D275BE3-CFA5-44A0-9F3D-381F49BF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DD0F73B-7A38-41E9-90E5-51D77B66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1B3A71-AE50-48C1-9454-D855228A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36AD9C8-BA2B-4DD8-ABE3-4BCC37A2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4D2BCFA-C37B-4AA0-9F30-56CADEAC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C52C1A6-B689-4EBE-9AE1-1BA1B40C2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97D5509-DB0E-44EA-8DD7-F186E21C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19CB8AD-CFCA-4E94-A39D-E5C2D722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722C0DF-22CA-4AA0-B757-4F67F271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46D1A72-9BC2-4B6F-899B-0E2E6026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14C1395-DF71-4395-BD61-D9C7289E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C626299-8480-4840-AEFE-1A99BC1F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C8E8D54-2406-4FDB-B591-9D0E9821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B1D0832-CFFD-47F5-A503-3B8FDF6F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23B6785-7CC4-48E2-8603-81440099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27073E5-C60B-44F2-BD3F-B2DB77FC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45E25CE-32C3-4BB9-8D8A-E6174115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4B933DD-3A21-415E-9EAF-6F694873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51E0B71-C384-4844-ABF9-8B8E3BA7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B4395EA-57FC-4192-A5A1-7215AAD8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940F3F0-730A-45BF-9755-208A3201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E40C449-2E76-4DFE-870A-CFBCCCFE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F1F8C8B-A719-4C04-AAED-0DB51B96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A0E78B4-E9BB-4CC5-A4D0-0C07B309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8A04A08-C1C1-4C6A-BA5D-EB4A6D00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55ABDB3-905C-4494-8EBE-C3011EE5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588F54D-DA52-4B2A-8820-86F70736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74E6EA4-6FD4-4AB6-9187-9408C07E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5C59BCE-75C4-48C7-9F71-D169E2B5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B70F0A9-7D75-4783-A4EB-AE7E12A0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2DE148B-A0AE-4F89-BAEC-30B6719D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83005C0-B2BF-432E-BD29-289DE113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1BA7AA9-9BF0-45D4-B8E0-96578656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9403050-12BA-4334-822F-5681D9FF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C666E92-839B-4832-A965-C8420BC2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12B5B61-E52A-4245-B0BF-77765471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CBB477D-2895-414E-836A-7A10A4EC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08A3683-1866-44B3-9310-D1E8EAD6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C62AF1A-7881-4CD7-BC00-0A7DDB66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391B1F1-8DD2-427B-B7DE-AAAB12A0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B78EF09-E570-4B93-A304-0C34C229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042A858-F0DF-4D9A-AC11-474F2860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DCFC1D2-758A-440D-970E-85A79CF2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10AA25BE-D401-48AA-8206-2ED1A19C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2AA0C408-6D06-4FB7-94BD-8013F306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3420905-F66D-43A3-A9B0-A131CBA8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18FDD68-3705-4BD8-B987-3E7826F4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29EF815-16DE-463E-B3FE-0027D274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1E2832B3-E364-4DF7-8AD1-2744860A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AB3FCE6-8C69-4F64-B66B-45AFAA4F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46F9842-186C-482C-9552-66C81E81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F799755-C5A9-45C1-A5EE-8933F4A9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DBC2282-7BF6-4834-A2C3-A80354B1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713F811-F2A3-4E38-BE92-8966992F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5A8EA4-CACD-444D-8205-742863FB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5C006E8-0993-4E50-AC63-056B2E27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FAB1044-6317-41C4-AB6D-BD15C82D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5A54636-A356-480E-B414-671FF838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98C61A8-3116-406B-9D7D-1F31547C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0119FE7-595F-4ED5-BDB1-4340134F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4DDA30E-461A-4E55-9A6A-3BAA6DD4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93BBE7D1-4F99-49A2-8837-1BFD449E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A248FFDD-D281-421F-81D0-E63C4FF6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405645D-91EB-4AD8-BD32-E53EF839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58F011F-7C53-4900-83B3-F2787387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56958F6-2CCE-4D9A-AFEE-0F75D0C8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22DDBB7-67D8-4D17-BA9F-5BA8423C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041A47B-83F2-4C7F-9499-142CF86A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EA9F521-E346-4F19-9B51-F80811CD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206A664-0E8D-4CAC-9059-2A42B671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7B38B70-8328-42C7-AEFF-D1C7A98D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E58AE1E8-DDC2-47B4-A68D-3ED91B7F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11A29A4-849E-4026-8785-06B707E0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7D40C453-54D2-4961-83DB-F6B3132F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1928786-7D87-4D7B-9524-3001DB05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017376D2-7F24-4416-AF65-D1BE4264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A5560688-4DED-466C-8629-59E4207A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19FD485-2EAE-4E09-9154-22B6D5B3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4895776-E253-4970-ADE4-186B8E6F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FA676DB8-A2D2-4113-8B5A-BB02E42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FE1A6D9-3A41-44A7-AB81-961FE69A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D39DE4A0-AD1E-42A0-B6DB-F1A785F9C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78BD9A6-2186-4E18-BF77-B12637FA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F93CD43-3689-4F36-88EA-08F3311F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A6816B3-CEBF-4130-806B-D801DA72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8D97561-2631-442B-A036-5AA24099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195A3ED6-EE4B-48BC-B932-4D8CD2D8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84E8A15-AD0A-4AA0-A844-A7E60B84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F9604968-B4BE-4481-8170-683CEDCF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D38DECCD-9BD1-452C-B66C-5BE77DA9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55858113-4C5C-40F7-8F36-002EA530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F6052616-759C-4788-9D4E-6D32E116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D641AC44-7F51-445B-A30E-F24F3D07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2AF7B467-C5EE-495F-8696-5CB64368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D2A4E746-465A-4CDA-A94C-D3A26974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de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59163C5-E439-4261-BB1B-8D44F187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81325C9-C3CE-4D23-BCCC-82E392B3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9B3FA3C-7FFB-49FD-9D6B-5DE8A36C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461A5AF-3D92-47F8-9652-89EE209E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C844F97-7DB9-467A-AE89-346FC82D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E75AC2D1-F5F7-42FF-A443-1E98CD52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1A00B8E9-6664-4231-A3F2-C143F517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CF580F96-5685-44F7-8A69-9F444B69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E93AA80C-9423-4D81-A4CC-53047606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7C61E25-4F47-4E04-B3BB-27B1EC6C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E77838C5-F870-4D1A-9401-BBBA740D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91623777-646C-4E86-B1BC-72716650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A1219ADE-E422-4F16-9D8C-1EBB5CA0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543D070D-757F-4038-9565-FBB8F0AB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19CD0B92-6040-4495-B6DA-6ED5A1BF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84D3FF37-1AEE-4565-BAA5-9B2C8CA8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A6207FDE-4A04-4E65-9E51-16E7F0C6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CDD053A3-1167-4441-9234-7BB7259C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F0F964CE-A990-4CC7-A5E2-71306181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93037E9E-C07D-4A75-8D5E-C9526C2B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1345639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63864556-7135-4FF3-807D-E0064CC9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7CA37-E569-4406-96D7-E7A73E92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de Outros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7B892-3BBC-4115-91D0-88BEA1A0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8A11A-7FDF-4661-A83D-F9AF28F9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6F6B4-CC6A-4D7F-BC3E-725718EF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2246F2-E73F-41A1-8770-44706DBF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DE06B3-3B76-4B44-A1AD-191ABD01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589BE-5F7D-4881-AEAA-EED35F5B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82C4A-4E27-479B-B3A0-A72B9BA6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37D75-1619-4CFE-913A-5540A9D71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580FE1-B224-4DD4-8EF8-07BF582D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Cedente / originador expresso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F138E-DDE8-4756-BA32-303BA106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Categoria proposta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10218A-25A0-4EA6-A74C-ECCDDB97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4042BD-1F81-4AAB-B097-1BFDF2A5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28219D-37F2-4F6A-8C5A-94C4BFB9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E6223-C292-45DE-B0AF-85A28B90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49234D-DDAD-4A38-8F73-E7E30F1B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505E2D-3702-4112-904C-70E9C144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F77D9-FDBB-48C5-80AC-64DE0AB3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61E0AE-FF43-4607-8EE4-D77B093F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638C88-E6B0-48B9-927D-21D56F0E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7E98CD-2C09-4F32-A83E-9DC18DC8E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562C86-4E8C-49A2-BB3D-7D8CD052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79E4B0-D7D0-482C-84A8-954123B9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30697F-9827-4980-B5D7-F970A9B4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AF6CBA-057D-405C-B083-E40B28DD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590767-9838-4B61-B6D6-061C0E3D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cedente ou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D4B423-7392-4546-A74A-629FF141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7A0771-3CD5-4BC7-AC32-842E6C76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E1CCD7-41C9-41E3-869D-116B105C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241584-5802-4711-A247-36281085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8B5B06-C1D1-452E-B1CB-B3BBD038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2B80FD-D3A4-48DF-B668-DC351B5A6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14DAF9-4542-4C08-9780-83FF0472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77A32C-3919-43F6-96B8-FD7CE1C8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B605F5-F2FC-4ACD-9010-B612E77B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8C6434-E561-44F8-8B2D-DD812481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145A9A-BAFE-4571-9CC8-F2BF26FC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B2B03D-5B2F-4FCB-9E4E-B873ECB5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944E59-CEEE-401E-A05A-205DA21D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F2BE75-63E7-4769-8F65-67E40DB4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E639E1-E923-46DC-A32F-3CD7F07A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EF1070-5873-48D6-ADD1-C506AB37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0C2CF3-EB1F-4E32-B544-B1207F58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498E409-8FCF-4E83-A5DE-6F619993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C1084D4-4BE7-4503-910E-4BAE467E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72378B-A5A5-4AAF-A0E0-D022EA4F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D28BF22-E431-4BC1-9C9A-2CB180B1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678ADEA-B322-4FD9-9213-ADB780A8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B0D22F5-C45E-4F80-96EF-CC63A8E0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6C153D-D244-4543-AD16-964E21CC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9EB452F-64C3-4D49-BD0E-F7873474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FC94C0-D8A1-4AD5-AA89-255C48E9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6583A82-1545-40DB-804D-3E080014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F9E7AB7-9C8D-4049-9CCE-953D37F7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99F5F93-4EC2-498B-80E9-B9E026FF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F4B152-01C6-4CDA-BF19-C04D65F3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308E63B-C972-4FF1-8715-5598528F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AE9F359-7657-42B6-B72F-3689FC2E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98495A0-A8EE-4AFB-9FF0-ED94059C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2EB5041-2DC5-4E57-AFA5-351C00B8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5429D61-0472-4B7E-AB9E-3C0B398E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7DBFC19-4D6A-4BF0-8A01-8DCD3605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3AD5257-242D-44FB-8F3B-35C2DF96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7995ABE-2A4C-41B3-86B9-F11A0583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47A5C0D-DFC9-483A-B82B-F8AFE995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233A734-6A5C-4D91-818C-11A1F94E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originador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5996DA9-96DF-4A53-BCD1-89979F22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932D277-E240-46EA-A3D1-F11D35EF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F30D990-4CDD-49C3-AF3B-A28EAAB3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F3509B5-008C-41B7-A701-D8D49E1F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398D2E6-1CB8-4F1C-8759-D998DAA5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E3366AF-2026-46C9-884F-4A383125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4E6786A-EA54-46A9-B4E6-CF028F61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295102C-A19D-4435-98D3-3F72F744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4899E76-7B9F-4433-B7C3-22E02C54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CDCF9F0-AE37-4619-90E0-7B0F640C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DFB95A5-5FF9-44B6-AEBF-4A8D3AAC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1E2E5BD-4736-4C80-9677-D7A2D51F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A716011-74A3-4C6B-8F54-984F4702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202985D-F6AC-4C9F-BF01-8C908EA1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E404278-4D36-4C5B-9E4D-8CA85D44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DDBEEB5-CAB9-4056-9669-01C773B5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S.A. (cedente) 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FE5AEB3-5BE5-44FB-BB98-3E864B1B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0AD5BBF-68B1-4909-8FD9-D5AE4369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F15B515-2E72-48A8-A021-B3B0A9E6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2DC0013-A82A-4931-B9DC-4ED9C3A9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268709A-BC78-40F2-971D-DC1C70AA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79E5227-1C53-4976-A11A-CD245212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85398C5-3525-41EE-A72F-EFDDF951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30D599C-1715-47C3-A298-C98D1942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Múltiplos cedentes;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FF8E5FF-4ADA-4986-AB3C-93B3B37D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761047A-3AA1-489E-8B1D-D9600226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78D35FD-9186-4229-B67D-6E38A18E6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2878C9E-1239-4762-A5DA-4BF403AF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F5DBA22-BF91-4F0E-8A7B-3A034929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CFBE387-6488-4D3C-9172-B49AED2F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C6EB9D1-1340-46D8-8E0B-0A2DB444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Cedente / originador expresso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F071550-0530-4738-BFDE-221BED3FA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Categoria proposta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59FAFF3-294D-4835-9444-FC94D5D1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DEFC8FE-6BDB-4D4F-891A-1A21489E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43FAF54-632C-4C28-BDCA-B0D3B2D1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F8247A3-158E-4FB6-9384-3BB63166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0763916-E4F1-480B-8F7D-4711B68A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AF9B3A3-6915-4FE8-A047-A5999046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64B4A7D-117A-4644-BB2D-081E53DE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Regulamento não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5128613-4565-4C30-AF8B-1DF3F802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5480CB7-EF07-4DA9-9677-6BF069C7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16BA028-F73D-4318-8BA2-13685727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EB586A3C-FFEB-4D62-8483-6A8A9A84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3EFD424-5DBD-4E33-BB95-2E157728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3CF261D-3FE1-4BEF-B873-A79CE517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78D6223-61A4-4584-9DD3-8FF89516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7320DED-2043-4ACF-9AE7-25C25BD8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originador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A20396A-A99D-4B81-8D17-7532C9D8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5BADED5-61F5-471A-99FA-A2DA5B0B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C9F4D96-3DE7-497E-BE30-5067A5F4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83C3FEC-4B25-44D8-B937-2D78F43D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70C2580-167A-4558-AC45-14488B80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3BBCBFD-0FBD-45F9-8DC0-63808DBD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A284993A-242D-4E55-A826-222730DF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63D4171-9999-458D-9415-D8BD2795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Múltiplos cedentes;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48E3197-BD26-4013-80B4-62131688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07244BD-DCD8-4C60-97DD-78BD2BA0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70EF92E-D0BE-4990-A661-4898C5EF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584A3DB-F884-46E6-A266-4595DD38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17ACE5B6-2EFE-4D80-A49D-75DD4C3B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3742475-0881-4915-87A4-67B074BC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F23E5F1C-BB1C-4A81-9A6B-89889423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C0CC0C3-06BA-47D4-A148-D330545F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F112C26-7CCD-4D9F-8494-EE321481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C0AD03E-5829-434C-86D0-D52C1474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B75DEA50-7EF7-45D2-A7EC-5E29225E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859C62E-FA11-4C54-9ED6-1EB56DBE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2CC149F-3B5F-478F-96DE-138A1A6A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CCB9174-3A5F-4C54-B630-2F8464C5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PCG - BRASIL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982E101-1754-452E-ADE4-FEF05EED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0C54734D-6F5F-4473-9477-B236E3D2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Entidades distintas;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C310B25E-76E4-4675-BE3B-A202C5AF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0AF57E0C-8A4A-4713-9691-5C129D3F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B7B1ABC-2D1E-4FF3-9384-9B95EE3A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A6472D6D-9D04-4483-8B85-5CFFEB61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8A17D6B-30B1-4E29-903D-1BFFC7E8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0CD462A-633D-4A65-85AE-66E937AB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F5C259A2-456C-4888-9822-83695D5B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4D8B04A-1423-40AA-9E7A-1A6141AC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em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5F7130E4-79FA-4842-AF3C-868DD8DF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AC3CD154-C49F-4857-8161-B8AFFC6B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7223197-C369-4B9E-9D7A-63157457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44799F5-3A3D-4B5F-91AA-A6DC70BA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3D4AAD4E-AC02-4604-901F-9F81DDEA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717EC3D-B28B-4AC4-828C-D34DD709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DFC77C8-F13E-4161-B4F1-8CB8A776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6AC10CB-A232-40BB-AFC2-3EA1C3F1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DB45C071-60ED-4D30-8B3C-F0ADA5BE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902CBCA1-32FF-4C0A-B31D-A93E5EE0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723C684B-CD2B-448A-97B7-9E4E8B24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28F2222-8C9D-444F-9665-D1A74E4A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95968A22-5C21-482A-8C03-827BB394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2DDDF9B-9B65-4BCA-9539-0DD747B3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BF30D1C-4E1A-42D2-9D63-1C3C81ED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C69E119-592C-46B9-8060-ADBCE053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Aquele que realiza a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F6F1375-E854-4391-93D1-CD4ED7D8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74723B1B-68F3-4074-96F8-D377A370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E325C65F-9E50-4007-9C88-0D286E02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F9B8EA81-A8D6-4985-995A-60C82E87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3F80D05-77C7-442C-BA7F-7F798C44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63105FA7-249A-412F-8AA9-D1251BD8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D9540C4-77A0-46B9-AA13-14E1662A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8425139-2C62-4F3C-B274-A0CF2506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6EF28EE2-14DD-4F8F-8F51-05009BB1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77F3CB98-72E6-4A42-BFF6-45E516C9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3374BB2-7B77-478D-B90E-6F112702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F3ACAB53-4308-4695-9F63-9813214C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FCDD411-F824-40F6-A899-AE933BE1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69C85E78-F435-42E2-AA63-FAE1D55E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D46BF5F6-218D-496D-A92E-B6C32B69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B45B5F53-3599-4B42-A150-23608409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C0C61C55-6369-4DCC-B828-F1C7E503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43DF7257-04E7-4535-AABC-54623074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</p:spTree>
    <p:extLst>
      <p:ext uri="{BB962C8B-B14F-4D97-AF65-F5344CB8AC3E}">
        <p14:creationId xmlns:p14="http://schemas.microsoft.com/office/powerpoint/2010/main" val="178425363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2E75D4-330B-40A7-8004-17F7AEEE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CBAF5-0E46-4DDD-9CB1-B36D4ED3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341AE-9987-4CE5-B833-207C6768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09E3C2-9DEF-4CC5-ACD9-30F4E8D41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C0285-6AD6-48DE-ABE3-5ECA4560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780C12-BD7C-4F5F-B01D-B9BD9D45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88368b35dc0455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B6EDDA-F9D7-476E-9EFD-0194EB4C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22E5EC-C6E1-4132-8DB4-948E18A4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1795BD-AA27-4753-BE2B-B7A22F6B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48AEE9-3DA7-49A3-B9EA-26F5CAD9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150404-BE9F-4710-98D9-1F9B0FD7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919FFE-2C94-4F49-BE9E-6B4ADAC9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11687C-7C79-40E0-81D3-4C0A948A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C32512-7E20-4FFC-8C1A-1C494117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8313A1-A635-4B21-9086-19C07B41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A856A7-7699-4AC3-A160-86896F02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10F17F-015F-42EB-8DFF-E64D1150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D996D5-77F1-4B5C-B6DF-7D14D447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00370D-B21E-4E33-9418-A61C8C35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8C113-77A4-49D3-AB56-954760C4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23A3E-2AE0-49F1-8AED-058F0639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F63BC5-BB41-4CA6-88FF-D21D0358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F5C9D7-A15D-438B-82FA-34A6DC93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3FD132-9605-4D95-B58E-49E4E2F6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202A35-60DD-4A5B-92E7-F5D58537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D99C08-DF3C-4575-B4A3-337415CE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23867578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A6AAF8C-FE42-4454-BA3E-AA0A9ADF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B07286-16DC-44A7-9035-94FADA96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7F58AE-867A-4F7C-8925-94610998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22D5B1-831A-43D5-AC80-EE85B90D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0FA9E5-2B40-4CB0-B002-A9DBDA43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D7DB82-A4C7-4C29-A099-0097D4B7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846B29-77F6-49E9-BB72-409D694F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131611-9FCC-4514-A1B7-180EE5BB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3325E-AD66-455A-BC91-FD90A840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DAFF2B-EC89-48EE-9B3D-8E2A9A2E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2B25C4-FB0F-4B32-BC42-EDFD7412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AD307-9D15-434C-A893-068F0420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33CEE8-274C-4979-81DC-2D788F16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38A9C7-051E-4955-AF7B-089CA7EA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2E00CF-0C69-4D3C-94DD-1C8F4266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B7F792-83B9-4912-8F29-BE24BC2E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DB7379-76EA-4B58-A75C-32C25C2B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328DD2-8C13-496D-8C7C-D5B43536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303765-76DF-4831-B338-F09EECA2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783BAC-6F21-4186-974E-8C9C49B6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60F697-DAE3-459C-A9AD-51384D28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471060-8AC2-43EA-860E-D98B355C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7F6921-DA7B-4E69-ADF9-342022C5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689C61-21E1-45F3-9B54-CBED2070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46D994-C78D-445B-B2ED-4C8FBD39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C8178E-0053-419F-9F6B-3B33C4E8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937A27-4CC3-420F-AC40-2FA64984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4BB834-81AB-46B7-98F7-84500BCD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F2E1F9-9033-47C1-8504-478F1E78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095BF7-5092-49C1-BAD1-F22C09D5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D03FA8-67F0-4781-8F70-D3E0D8E2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C09969-8A54-4A65-AEF2-1857C81B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85428B-9FB8-484E-8DCB-A64E963C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D65C44-B1AF-4E02-A7CD-A4C16881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11C7DD-4E8F-417A-921F-1201DD94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7050FD9-2A76-4D53-9552-9193500A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EEFD48-C343-4DD3-B913-1BEC54F3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0A0D739-01A0-4791-A6A0-980EB899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A044EA-CD25-4AEE-AC12-787AD50D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6C01F11-E83E-47BD-8CD7-C6CDCA70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D88699-D8BC-4E47-B4C6-57B97E4D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65BED8-0280-48C1-9512-1CD47B93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3E4CBF-1EA9-4113-A37C-4D00451C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510BBFC-304B-4200-8087-C64E75DA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64B0DE8-8EDF-4446-A042-5EBA8168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7337625-3243-4C2E-9B23-928C4D03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E2B2F9-7530-4827-B670-41333759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B0B1962-6944-4BE3-88B3-A642C43F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CC79F7F-0A4E-4350-B89E-1DA4A511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9A6A86-EA2E-4186-A49A-549FE56E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C6961BF-1824-462B-9AB4-39959A6C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B66ECCD-2309-4ED6-B815-D7E8378C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78FEAF8-D113-433A-9E3E-0B230355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93ACBD7-19D4-4E4B-868D-88349B35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7C16903-BF6B-4F26-8A3D-8ECD46BF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CD53CF5-5EA7-4E9C-A36E-22362289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DE0A391-56CC-4D14-B81B-5DCFD52A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BB67198-A8AD-4D59-8BEE-09C332C1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BCDDED4-98D9-4199-82FB-00B0AC96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13D8DB9-47A8-46E6-8C5C-A9238888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654EAE4-F6C8-4E01-9101-737CAA63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82E71A5-3860-4752-96A8-5FB639D5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2A44AD7-D324-4ACE-A3C9-33B08A17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DBAC2FB-FFA0-4CF6-83B7-1FDA66F9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6EAA618-B1FA-43F0-BFA9-4507BA9E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730D936-AA47-4CA2-A8B5-6D25B42C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FF81EB0-2CD5-435A-93E8-0AB41242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755B103-6D33-4654-AAD4-5F566830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161C24E-ED94-4FE4-866E-199A1DD3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FA3935C-5C83-442D-AD28-AF4FF609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7210BA5-C4F1-4077-984A-DEECE6CA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7C036EA-7AD2-4B84-9567-2F949625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1F493E2-B0E1-47D0-BAC7-6416E912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6AB1528-C9AF-4ACD-B745-FF469957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6F55128-B46C-4482-A239-5B971631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5FB344F-B154-47E6-98DF-66662420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0D80272-720A-4D04-95FD-CA50C613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4A501B0-0A52-4C31-9045-1A304A71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982E214-1293-4E5A-B9FD-063A1DFD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45514980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6F47C-94B3-4BB3-8AAA-E5B16C88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F8DDD3-1C8A-4887-829E-8D8946BC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A7D0D5-A75A-4529-9ED5-11081995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D5E41-8215-43A5-AEF9-E79C5801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F00A2C-BFAD-4D71-8CDC-1579583F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Cotas de FIDC; ofertas primárias encerradas, todos os ritos, volume registrado &gt; 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9C87C8-0757-4EC2-ADCE-F77C4027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C05D1-3466-4721-B595-2ED8D8E7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918ADF-D1D4-43FB-A5B1-3B086761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2afcd9b0104be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BEE203-4091-40E6-93EF-2A70C086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71122-F67F-4A03-8C77-52A8558B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2147bf947545b3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8DBE89-2C2C-4CCA-B4EB-8BE30B2B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79FAFB-1A35-4AD7-ACBD-CEBFEAA9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159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701629-7672-4C5D-9AC9-87AAA29F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968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54A40B-3BF1-4123-91B7-B4D91F25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9873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01D59-4ECF-4DE9-9856-83C1AC11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7682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E826B6-D4E5-44FB-B234-5D661F41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5491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9BCC3D-D310-4BA4-9E49-55E743E0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36CD3F-F8D0-482A-8CD0-01152768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495C8A-278C-4820-8EB5-11932D72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92EA6C-BEF2-4CDC-B897-02C6AD79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B9A669-5DBA-4861-9667-960360C4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E50F44-9507-42DC-B740-42F6B8DB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4CF708-1E86-4F2A-B930-CF4D714C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F803FC-CED8-4C92-84EA-29D02092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55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EAC8F2-1F16-407A-8AEB-C6FADA00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156407974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1EECF8-191D-46F3-89BA-40B50930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089062-383E-40EF-A958-044D436D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9BB5A-84D5-4B97-961F-60B79FB9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8F523-2502-4365-94DB-830379D6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E76699-42DF-4CF4-8262-F54E51E1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73C647-55CF-4A43-A9C9-90E5517C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060E5-8050-47A8-AF31-37EB50E4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B50D85-34A4-4E27-AF2F-A664A23F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540526192340d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2F72C-E809-4681-8410-9290D890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B65FC5-0E3A-4F29-A032-AFBCF15C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5c27a2f81a410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C8B37F-2FAA-4EF8-884F-FF243AE7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D8D3DF-499F-4268-A4C9-8EBBB88E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600b95fae5419d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ACDF01-1A8D-4C50-838A-027F6D9E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0A916A-810A-4C7F-B179-DED473D6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1ECB45-D98C-4D9D-8A40-A18F5195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2EA7CE-CB2A-41AD-8361-ADF999A1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38F835-F221-49CA-9563-36C2C287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569CAC-27D4-4CAF-9F83-8A9ECDCF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2E1630-6C9D-4AC7-AC94-AFD4A8B88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56323F-934B-4B97-84E2-042C165F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5EFAE5-B5F6-4824-88FD-11CE528A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93DFD7-F169-489C-AD4E-1874767F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6FAED2-FF6E-4A83-B278-FE4CF577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49736F-763E-49A6-A316-1CC25FA0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7C7E00-2524-4541-899C-2263E667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B099E0-13CA-4849-9CAF-865FA199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89091826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F48D7A-C6CF-4580-963A-FC4C92E6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B1A99-9AF2-40C6-9519-7D31F46E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14016F-152E-44B0-834E-63541C4E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DD6BD5-A85A-4A81-A07A-A6D970FC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1C6160-7B21-4925-8FF5-6BD55F19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Regime conforme informado; ritos sem abertura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694E83-AAE0-4B34-9300-4849EE5B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3E690-AEBE-4096-A923-EE59C825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BB6A4F-2B83-488F-B406-CE69A5BA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c63b0ddbf945d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0BCE97-954C-4114-9E7C-567863B3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2C678E-0135-45AA-A072-8E3B1F4F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739bc129174c3b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ADD913-2A57-441B-BB7A-2FA3C3F9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AE188F-14B3-472C-86C5-894B16AC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984F39-A268-4922-969C-32D1B35F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58DE4-2548-469B-B3DB-ACA2FBE58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102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97B466-6965-4EBF-8E5B-E2F820E6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1DB6C5-9143-4AC2-8901-752E97DA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BAF6A7-F598-4147-A913-138E9A04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845B94-7217-4415-A8B9-BB9F638F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345277-EFD3-4C01-A2E4-CC9BDAA0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e9aed3205a4a53"/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1FA065-A465-4630-A24E-68BA1782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5D2799-9310-4519-95C7-F71979E9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047712ee874ac6"/>
          </a:graphicData>
        </a:graphic>
      </p:graphicFrame>
    </p:spTree>
    <p:extLst>
      <p:ext uri="{BB962C8B-B14F-4D97-AF65-F5344CB8AC3E}">
        <p14:creationId xmlns:p14="http://schemas.microsoft.com/office/powerpoint/2010/main" val="131876718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2829FAEF-0A3D-4005-8F7B-2552A1DA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DEF5F-A736-4576-A71F-BADEB71F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EEAC6D-1DF8-413A-BFB1-26C9246B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92A42C-940C-4E1E-B42B-67F7103F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031F2-A814-41BE-B84C-525CA269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SRE; ofertas primárias encerradas, todos os ritos. Coordenação e distribuição conforme requerimento e informe de encerramento.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37DED-A415-472D-B1BE-A5075416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E66474-449D-4709-B1A1-3DA055C8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DA589-E353-4722-98B6-4151828A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13787-07F2-4CC0-A4CC-D741CF75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8EA2A-CBBD-4074-83C7-3D9880BA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514B5C-2B67-431F-A66A-908496DC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85925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D79F57-E340-4288-A2AB-147932C2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6859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D72105-7539-4FB9-916D-EFC26738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859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F61818-802D-4740-9E58-C92F7A70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6859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7157A4-C2E5-43BC-8B60-B107A334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6859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 Coord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EFFB45-F1EB-4B4D-920C-9F6F3B1D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859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085AF7-6F99-4C8F-92D6-99B28739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6859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797F2F-2A70-43DB-86BC-55FCA446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859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Inv.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BF3E84-0260-4778-9C70-96FDE57F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64E8C4-0792-4BF1-A0DF-DE07FE39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DC6043-DBEF-4083-8D9A-AD48F242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B0E3F6-8CFD-449A-8E31-DC8D4510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977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A31C90-3807-4518-B477-13BFA715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00977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E9758E-4903-42A3-A531-594E7A22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0977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5,50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1F942-3348-4200-B3EF-D09FC16D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0977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9F6427-DFFA-47C8-8EB3-BDE42841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0977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C32E01-7375-4892-BB10-FF3CD413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977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81BEB5-FC78-490B-A4F4-30A93795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0977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74199E-54B6-47E8-8A8B-AAFCA9EF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0977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B39584-9C31-417A-87F8-236A5348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49A04F-D327-4E2A-8E6A-EF0808A5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A360D5-AD35-4F1A-ABA9-49E4EF70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976FC1-738D-4A51-93B3-A5CBCB72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758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VTK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51BC32-20E8-4A98-86C1-5151F467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26758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39FC6C-55BD-47A3-8AD5-30C371AB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6758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2,85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AAE564-5F5B-46B3-9BAF-3E3D2938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6758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2B878A-6367-4145-97DB-35A53718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26758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9487C9-2FBD-427A-961A-7FE5290E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758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E38D25-F6CF-474F-831D-94501DD9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26758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6C98D8F-B214-4109-9FEA-44F0B84E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26758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70DB126-674A-4A4F-85B3-88E65469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49D929-AD2F-4602-885C-AADD7D6B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43C767-71BD-4731-B02C-FE8AAD46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16E8016-302F-4481-B124-FE15BFAB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539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E561A4B-714A-49A5-B68E-A31C888B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52539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01A4A74-24DB-47F2-8616-74D186A4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2539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4398A1E-500F-4640-A407-043719F7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2539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73A8800-093B-4A63-88E4-C575D60A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2539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21A8664-320C-4C96-8CD3-E1604706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2539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4A1348-75EB-46F9-9CF2-6C4ADE63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2539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6C6D5F4-FED0-48AA-8A55-82E1374B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52539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69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57F5C7D-D6B5-4D20-AB84-B3722B91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CE901B9-EF1F-46A5-AD88-68665ED3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DE045A2-267E-4E24-9561-47A53857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AC8C49B-96B1-405A-A6EB-88363C31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320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6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DRIVER BRASIL SIX BANCO VOLKSWAGEN FINANCIAMENTO VEÍCULOS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85C7AFD-BAC4-49B9-913D-C2B7E050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78320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00B5A1D-F521-4B19-9627-F5E8E7F7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8320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A582FF1-4AEC-40F8-8F1F-CA37BDC9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320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111FFEA-8FDF-426C-A770-D6CEE7DB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78320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7686D03-DB2C-41BB-A0C5-61BD2DC9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320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D0954DE-00F2-4E7F-AB01-7CF2D177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8320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D8B90B5-230C-43F5-8B36-19DC8C97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8320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877E6B8-418B-490C-A08B-B113E829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62FC4E9-AB07-48AB-ACAB-C506F8EB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7C96DF9-E576-4726-AC84-9F2D63A2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9C0B5C8-5944-4215-B898-37963242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101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 3 MEIOS PAGAMENTO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5057CFA-A1FA-4D09-8F2D-D0AF245E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04101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5D4D562-237B-4CF6-910E-7B6422C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4101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64CDA3B-B8AE-4F93-BCEF-4EDF645A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04101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E281B1D-49D6-4199-B2BE-F5C516C7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04101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3511E8A-DAD8-4D1E-9EAB-873D07BE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4101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1DE53AD-8D90-427C-8C6C-A2AF3A80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4101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5F497E3-42C7-4C3B-9115-B04F567C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4101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8EB86D8-2B14-4FF3-AF74-A64FA415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181E97C-2D06-4B2C-A33B-C16B7DE9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D39F4CB-2795-4514-83FA-ADBC362B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7C830BC-A5CC-475C-841F-23989682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882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FB7B219-9218-4A09-8B81-676411DE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29882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19D989E-BE91-4500-A6C5-8D1CFFF5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9882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FB1535A-2E03-4D5F-B654-2BD9DB1A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9882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5D257B9-8E29-489D-A1D7-2082A847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9882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3C040C5-372C-476C-8D4C-DF376C5A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9882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182A23B-14F8-4E0D-979B-A772DD60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9882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7BCA5FA-3CBD-4492-B2FD-DE381442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9882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66A0222-EBEA-4BE0-8686-534B480C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C18383B-B794-499A-B83E-4F74C221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E0CF8EE-9545-47B6-858A-B84671A7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1350DD3-33E5-4CB5-93C8-54C105E1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5663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INVESTIMENTOS PICPAY FGTS II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97101AD-604D-47B1-8E5B-B0968831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55663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C3A5E4D-8C98-43F3-A8D4-9D94AA49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5663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7B50867-1482-46EE-A51A-DA99242B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5663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ABC BRASIL S.A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4A730B7-1991-47FA-BEFE-8DDD91B4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5663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66A976E-0994-4F03-8ACA-C68BA140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5663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017A70E-7178-44F2-A30B-556C4CAF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55663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B1BA85E-DCE1-4F1B-9E61-F46C13E3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5663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EF1EA36-A9E1-47CA-860E-6295F4B4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E5AC367-A15F-47A0-93FA-B9570E52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3F9B584-4299-4F6A-B5D2-6EEFC254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320B423-4FD2-4089-9C10-2B9CBB8F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444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 INSS II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3C55CD6-7C38-4495-AD82-832B91F6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81444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82F655C-A341-4CED-9794-1DCDF174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444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1,02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AFD352E-4C5F-4326-897B-858A8672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1444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88943EF-344C-40D8-B018-7DCA1772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1444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3647F60-54E5-4842-8DFE-2DBBED3E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1444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F289C49-5591-48DE-A3A3-5C9791B9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81444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38BC4DA-6A03-4FC1-A5E9-E23E137F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1444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8B0002F-198D-4A0A-98ED-F16EC368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7E762FD-6E6A-454E-9FE4-D83FC8E7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4FB6B4E-484C-4F9D-B608-FB73D472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933D4C5-1E87-4717-B891-39A4D2AA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225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JIVEMAUÁ BOSSANOVA CRÉDITO SECURITIZADO II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009D07E-8044-4953-9E36-9D106FCC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225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C16B33C-176C-4887-93FC-566FA458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7225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EFEF2C3-FE51-405A-9BAE-2ECC33C3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07225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B07AA48-14B8-41F1-A8CC-CCC7D4AC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7225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EE1F007-EC83-481B-A156-2386AF48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7225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03A18E0-2796-4FB6-985D-FADD1142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07225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1691405-6461-4DA4-90E5-9389A72D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7225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5.017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2113418-B223-452E-BA6C-5E20EFB4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97572B1-C179-4C27-B3AA-705DF365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D5A12C0F-55D4-49F6-8E62-57588CC9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F5B86AB-F280-4C9C-A3D3-8EC82974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006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COMERCIAIS MEDICI 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F70BADB-6744-4F88-BEC5-A9999031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33006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Fornecedores de BRF e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E724FAD-8B7E-4716-9470-B7F13915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33006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5EA8D8E-FE98-4AFB-9AE7-B162DFDE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33006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B7394BF-8A0F-448B-9D74-EDC736F8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33006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F3BDFBF1-291F-4769-BE2E-F734FC59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3006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2875EE7-582D-4B2B-A3BB-517E6AE5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33006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70A2D26-2E5B-4DAB-A9E1-30BB243E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33006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6ABD7CF-41BE-4173-A570-1C7B48F3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73BE738-F91C-44BE-A5F4-CC99B514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3C73D0D-1B56-492F-9FAB-E9D65B2C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F5A918F-95BD-4B6D-A670-8865A25B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8787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53718B6-D1E0-40FD-AA67-A024F4CF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8787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06BEA063-9D17-4D78-8040-C9C40389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8787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6444FD79-4B1D-4EAC-B0F8-395F6B9B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8787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6ABB0EE7-9567-4FFE-9511-A37F2AB6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58787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D89DB218-3214-43FC-A457-2AE31F1E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8787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FC76894-00D8-4F3A-8E9C-53D56A09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8787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E0C6BA4F-231D-4018-9D8E-92792BBE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58787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80D60F0-E61A-40EE-A5CF-0B28A808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5E7CA8D-E225-4141-9EAE-13095251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876C45DE-24D2-4E81-B87D-C094F0B2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A725463F-0EFB-4ED1-B0C6-1EFB1B73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568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IS GREEN SOLFACIL VII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FA14FB9-9BD1-44A9-A37D-64C7E6B0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84568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0BEE08A-BE78-4BD7-85E4-F049C0AF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4568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0,77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181CC39-08CF-41E0-9145-DE4378DF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4568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E2E8609-ABEB-48CE-B320-CEC2DF06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84568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FE489C89-9A78-485F-8A94-7CCE8067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84568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AEB60B0-7590-48E3-A127-0CD9D7F4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84568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D82C5022-53E6-4C79-9DB9-6DAC59C9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84568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D69EB04-1B8D-49AC-B0A4-C8E9F4DE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CC62007B-BE48-4ADC-8AC9-F24B363F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5A34654-F8BB-4C97-AEC6-3903E36E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C0A0C2A0-EC14-40F6-A84B-ADE626C3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349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DAYCOVAL D413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52E86F74-DE47-4846-9540-6A6CCF6C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0349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B30535E-538B-45A8-AE36-CBB6FF5C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10349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0,75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E17C238-E7C2-476A-B592-D93DCAF4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10349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9F3BEF3-B007-4D41-BDFA-13467F5C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0349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8911A656-3CD4-483B-BC9D-A54D49DF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0349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96FB4A5-64E0-4E0A-9087-2D410CD2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349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F6288DB0-11A4-4700-8F5C-BE5D4BA1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10349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101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790D4C53-E6DE-4FE6-8951-E9EC70BF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9EED304-CFD3-4F89-9AD0-7584287B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E9FE4B3-CFC5-4D29-A890-AB6ED6B7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7601CC40-104E-44C1-BE1C-DC66CA89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6130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 FORNECEDORES DO AGRONEGÓCIO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E9A4EE02-D20C-42F5-B35F-F2D3C8CF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36130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32789658-3F3D-4838-A1A5-F32169F9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6130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0,73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496ECD9D-4D9F-4F5E-AF1A-5FBC3148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36130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0F1AA428-6B39-4686-807C-B698491F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36130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312FC0F-D412-4B14-85FD-89449E55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36130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379619F5-EB63-49D7-8472-6DC7034F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36130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19606218-11D3-4711-9295-B9C2628B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36130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788C6F64-EE1D-4221-B337-8C677B48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35A1B8EE-9D48-4690-B7BE-8D552691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7E72BEA-8786-4FCF-825C-CEB542A1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95199D76-7118-4CFC-9775-3167D4AB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11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AGRO CITI-BAYER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DFBCA804-A290-4DCC-8BFB-D56FB296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61911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Bayer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DB7585A2-E25E-42F6-B2C4-D4CD35A6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61911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0,70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B2673917-00DC-45FE-85A7-FA7156FD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61911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VORTX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A4E7047-2093-4B3C-9DAD-8193D453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61911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F79F66B6-6131-4F44-8402-4570705B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61911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821F587D-85AE-4FF5-868B-7E9CD8E0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61911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358DE095-8D38-468D-8D3F-E884CBBE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1911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E079763C-CD5D-4198-94D3-4108203A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1B23DB2B-9309-40DD-B2B4-8DA63B5A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265E1BBE-F744-40DA-AE6F-84D85BBB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5F5A30A0-D0B4-4B55-84AF-F5246BAB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B24D0C37-1302-4AFD-8E50-63C2935B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85925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ED403E16-8815-4843-AC12-1CCC2C60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6859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6254B80F-83AA-44B2-9279-0F3AB6B2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859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85E8A00A-4A13-4EFC-AB05-8C1F7ED0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859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6EE1323A-FA27-499C-9DAB-221B310D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859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 Coord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E3BD9C55-8970-4385-8B89-D7995F83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6859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6EA122F8-569F-4296-B6F7-006A77BD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6859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FDD253F8-20D4-4365-8A6E-09FA0175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16859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Inv.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0E16AF01-11BB-4705-9AE6-C022E98C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FD0A5F4E-0FE7-4B31-B620-66B87611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EE7CD667-F7E0-4A20-82A3-623438E5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88817E33-04FA-46BD-98F5-88636ADE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977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E78D8FF6-41FC-46BB-B2C8-F1FC52EC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0977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798ED6EC-B84C-4A01-AC60-7C582718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0977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3,40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9A4221F9-08DB-480A-B2D6-FADA69EB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0977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36BB33BC-C5EF-4916-B98C-E62F76EF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00977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1F64B26B-F77D-4A69-BB82-198889C8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00977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43EFA36F-EF51-4C50-94CD-11D5857F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00977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AB00139-74D6-432C-B968-149285E0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00977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2C2EC94E-1E5B-4757-A108-2FE05B08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271AF810-92E3-4EF1-8C65-B0EDFA2E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CBDD152D-4473-4979-A30A-FAD38F55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28D1AEC6-08F4-4B50-9A94-93587DAC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6758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CW PI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0932BDD5-0FE9-4C94-AB76-B7171E1B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758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D7A17888-553F-4219-AFCE-143BA285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6758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3,14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B12CB10F-9550-4495-8013-7E9C3C6B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6758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DFC99CB5-6EF9-455D-9284-720D58AF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26758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9EB78EB1-7C90-45A4-BF1E-B7728324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6758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EF736958-5A44-4E9F-A17B-776490D2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26758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8E91EE8C-32E5-4F9E-8D6A-1595A4B4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26758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A3DF98AB-3DBA-4004-9227-BD2267D0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AE6B5606-0EE4-4310-91B9-2D07FB4E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BFAC4FD0-920D-489C-8433-68259740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14D9DA4F-F1AF-4319-8790-0907CF43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2539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SANTANDER AUTO LOANS I FINANCEIRO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1B615066-31BA-4F14-86D6-B905AB0F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2539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56310437-BF63-4046-B4AE-734EC368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2539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3,00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0CBAFF14-03E7-4580-B714-553B6ABF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2539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C8F5EE7A-9860-4E0D-A495-838B2A46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2539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CE815C1F-E179-4689-BEDA-47DE3592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52539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DA399E44-EE47-4254-8562-B2F68745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52539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9495F8DF-302E-45CE-97DD-177DB7A3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2539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E37F7074-D433-4774-BB09-080ABF54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AEBBF981-F7D5-4D11-A479-6927A076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29A87910-AF37-4DEC-9C89-5D97E335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1A3C0B10-ABB5-4D3C-B33F-1B54D18A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320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D235AC59-68DC-4457-B6B2-55BCC011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8320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BDC23A85-F3D3-447C-9762-C6D1E90E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8320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948AD284-547D-40D7-99CD-A930A024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320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E1CDD204-E495-45DD-9D5B-079713A1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8320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BA90F549-7B54-49D4-B566-B3DD7F98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78320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2B75B8AC-1523-4CC6-A83E-BD394A04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78320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85839303-7FE4-4464-AD2D-4B4A8A67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78320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149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AFF0A2F0-3065-44AD-9A7C-6387BA5E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DB66DD2A-BB66-45F0-A03E-0C769968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5437E521-B75D-4047-BD5D-D88AAAC7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EEB992DB-807D-41F4-A0BB-85669863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101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ER - ENERGIA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A7A7BB71-21F6-414C-9C17-EE64E2CA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4101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72021F48-D2E1-40F5-90C7-F4A7845D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4101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1,90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5C255C59-F796-46CD-AA14-B9E4CBC6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4101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C5FA0417-06AD-414A-88FA-1649AFCA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4101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8535A7BB-99D2-47F4-99B8-7D0BD750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04101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B6F833FE-A103-413D-ABB2-4CF664A6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04101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90258A93-65BF-42F0-BCE7-361193FE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101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3F788B09-33CD-463E-AFA8-048349C0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B6610432-D743-453B-9BD0-7BC96FB9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CB07BC07-8482-4A24-B3E6-3939DAC8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F5557A72-E70C-45AB-9BE5-3BFF2ABB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9882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 LP II COTAS LIM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E1C0929E-2482-42E5-AAE4-BED64899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9882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aplicável ·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375F5889-DEE3-4404-A851-4BF17567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9882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1,54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65753634-43AE-45ED-BE73-E1D27C9E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29882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SINGULARE S.A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AC7C6E3B-DB5B-4CC6-937D-B66C2BB4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9882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E819A7E5-E660-492E-95F2-6E1BBC1A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29882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4256BC13-C5E9-421E-AD5F-BE86F3FF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9882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45B7A7B8-0819-40E4-B65E-0120AE4F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29882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164</a:t>
            </a: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EFC73FE5-2B3A-4E44-A4E5-1B97271A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0320B2E5-1DF2-409B-AE36-F321392B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0C73BCD2-48ED-4526-80EF-57B9FB48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14CF2289-3A1A-49BF-B797-F7529F6D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5663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FFF8AFFD-A46B-4921-81D8-0B0D4889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5663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DB406929-F4A8-464D-ABA5-506326AE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5663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7D69A3C9-B84D-4249-9377-EC34E694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5663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7FF6E04F-ACEA-48DD-BEE6-36AF9F0B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55663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E01D35FD-02B3-447A-8767-09F37F44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5663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D4FB6D76-0A1B-47A4-BA0C-C49C3CAC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55663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179D6B67-11FB-4E37-B7F5-795E58C0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55663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B88C6BDC-6092-43B0-9143-8D461D8D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E30B4FF9-724E-4346-A47A-343EBA35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E6F19E1E-7CCE-4602-BE54-74DF511A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F6ACB1CA-5E7E-48EE-9906-D02C6EF6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1444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937E8641-FF9C-44CD-85A4-182944ED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1444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7D685729-82B4-4D2D-B1E0-75E543F43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1444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48960646-97E8-45CC-96F7-E60EAB68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81444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CE0784FA-5AC7-4386-846B-4004595A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1444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ACA7E8D4-76BB-4BCB-B3D8-0C63F1FC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81444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C2B2D929-7BF5-433E-ABE2-6A8724B2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81444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BD4AAD51-2AA2-4255-861F-0A499B9D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81444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0D586A7A-7A2B-4DBC-9D88-28F3D741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389A15CB-9562-427F-A91E-6CB2ABBE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62C3EA56-B4A6-4FF9-92E3-2C56320E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24481BF3-DE5E-4743-BE55-3623691D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7225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Sellers I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4FD58650-5DF4-4242-BBDF-9EFB295C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7225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18804751-4208-4A62-8FBC-7A3F1C28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7225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1DA97050-EC65-412B-BDF3-3BD0EE68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7225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9B75CF43-161D-4094-9163-7B486878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7225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C13A38ED-4E91-4AC2-A5BB-32F99FBC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07225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2907B63A-E426-4438-AFE6-AC205FB2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07225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3FA945D7-C388-4BAD-91DF-A66AB6E6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07225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0A882C5F-511C-4C69-AAEE-9BA89B4B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38769259-4BF1-44A4-8737-1823DF72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3C2B0FA9-0288-4691-BDB2-7FFDC063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667C3B4C-D479-4814-869E-5CBAD5FE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3006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BV AUTO II FINANCEIRO</a:t>
            </a:r>
          </a:p>
        </p:txBody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7AF41BC2-320F-43C9-9492-CE7A8D3D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33006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A1917253-8DAB-414D-9669-3DA3DAD3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33006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6D7E6110-4C12-4604-92E8-15D3F28B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33006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C9D5F14C-EE57-46D7-80D2-E82ED008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33006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D4DF4167-9C95-4BB5-8B5D-7382418E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3006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4C7A24D4-C2E5-4BED-9FA5-1263EDBB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33006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7CA165AA-7926-434E-A082-B9A0567E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3006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8B99F55E-9EF2-433E-A776-53F471FE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3358C8D9-D367-4005-9BC0-5B822725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F44118A8-47AC-4386-95E0-4A047DBC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9A689DA9-6D62-4020-A930-F7E59B15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8787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</a:t>
            </a:r>
          </a:p>
        </p:txBody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7D6AACBC-FAAF-4CD8-9D04-126C2AF3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58787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29C6E901-264D-430A-B3F7-C3EB0A36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8787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1E2C5DB2-388F-40DC-A3AF-FDF61146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58787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2C54F665-E9B3-460A-B87C-17C24528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8787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DDCF8CD2-AF31-4834-B498-092CF2C2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8787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05E791DC-06AB-4CAE-A5C4-8350C27C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58787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6BF2B2A2-858D-45C4-A9D8-612AACC1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8787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133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78C04927-31A5-4FD3-BB18-9614AEE4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A7529971-150C-4251-94C8-1DD9144D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CCBCF4DE-8676-4E5F-AF6C-3586ED32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2A1F615E-14B2-493A-936F-E30C108C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4568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VOLKSWAGEN TERA RECEBIVEIS COMERCIAIS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ED759AA5-F159-4FA0-BE32-CA36B2C6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4568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 /</a:t>
            </a:r>
          </a:p>
        </p:txBody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605B2D7C-9C87-4834-B676-9F8403C0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4568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8B3D62D4-D706-4CC1-8F36-54D0AF63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84568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9898442A-30EE-477B-9287-D47A5D79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4568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E6505DA8-F8D9-4D0B-B6C3-4BCAA787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84568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2995AFC3-0FF1-4112-86EE-F1040B3FE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84568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9AADDE21-34EB-4FC0-8FDF-DD91FB5D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84568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418B9003-835F-44CF-AD01-C962DBF3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863D36CB-63EB-41D2-A1CC-60C98A73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9FCF3246-A230-4F1A-90FE-4A213824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3399D5B4-ED74-4A20-82B7-6666E361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10349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BYX MOZART - CRÉDITO CONSIGNADO .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487C7F61-EBF5-44FC-92BD-175EDF9E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10349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F49EE977-3A0B-4A0A-9ACD-9C9FF4D0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10349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311F247D-7C98-47E2-9882-25B0229F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10349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802322AC-BDF1-4F33-A153-B7FF1003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10349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FD75B824-A436-40E8-B683-03E589BE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10349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4FAF2D50-C449-4E9A-8F0C-44E88E79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10349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A8A97083-6C9A-4157-A735-0B12B631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510349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8F9E5EC8-A9B1-4009-9A55-A0557BD2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EA55F1CE-E0E1-444C-88CA-2E07C4DA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05BDE2ED-767B-4242-9887-6B2F7798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4808BCD6-0CC8-4C26-9B20-2E877740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6130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PINE INSS FINANCEIRO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6F5B45DA-01B9-4FF9-BF2C-8E939877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36130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763C0B2F-4FB5-4715-9C24-00DFB704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6130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8DF7F492-C3C0-402B-AC82-57473C9A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36130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CD80F15C-5A1B-4CBF-94EC-46BDD41F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36130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F019A3C9-6956-42F9-AF75-E23D2530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36130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52186427-60D4-4F7E-BD35-18DF179E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36130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E22A915B-4DED-401A-81B9-4B7DE284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536130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AADF85EE-371D-4E03-9FA7-83090FD2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EC212F01-5830-458D-9C0D-1969B5DB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75F66D8C-37A9-4383-AD1A-EDBDC69E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23FC3876-25AC-4EBF-882E-26B97A4F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19115"/>
            <a:ext cx="1219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E74A79AB-7CB0-414D-9748-1D6897DE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61911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EB91C0F1-D29D-4B93-9568-7B5F3CE8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619115"/>
            <a:ext cx="3048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D6F19417-587C-4148-B6D6-1A94CEEB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19115"/>
            <a:ext cx="666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FINAXIS S.A</a:t>
            </a: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437FA09D-B45C-4606-BDF0-A90E5DD1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619115"/>
            <a:ext cx="209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B8A10E52-24D2-4A7C-BDB5-C4D05F02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619115"/>
            <a:ext cx="152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D3713CA0-B5B0-4232-B70E-A0984BC7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619115"/>
            <a:ext cx="552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2605239B-9362-4517-9D48-A7CC9933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5619115"/>
            <a:ext cx="4381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108</a:t>
            </a: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98D566DC-9AED-4FFC-8C30-77CCD663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8BFA71FF-BCE0-46D2-8041-AF01494A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E09CDBDE-02D5-42EE-A1EC-A27F0E71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Público e Inv. vêm do encerramento. O workbook contém Top 15 de 2023 a 2026, sete registros parciais de 2022, abertura de demanda, coordenadores, rating e limitações documentais.</a:t>
            </a:r>
          </a:p>
        </p:txBody>
      </p:sp>
      <p:graphicFrame>
        <p:nvGraphicFramePr>
          <p:cNvPr id="729" name=""/>
          <p:cNvGraphicFramePr/>
          <p:nvPr/>
        </p:nvGraphicFramePr>
        <p:xfrm>
          <a:off xmlns:a="http://schemas.openxmlformats.org/drawingml/2006/main" x="123825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0" name=""/>
          <p:cNvGraphicFramePr/>
          <p:nvPr/>
        </p:nvGraphicFramePr>
        <p:xfrm>
          <a:off xmlns:a="http://schemas.openxmlformats.org/drawingml/2006/main" x="124968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972586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DF4DFB-B024-4FE5-B9FD-077831D4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2376ED-A727-406E-8C1C-5DA3BCCC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493A93-86E8-425F-B697-143AF772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64C0B-695F-41BB-82D0-7773C965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52B41-1FF0-451B-9030-2E3ADDBF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76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C1FF8-0150-4A9D-8015-89C6E2D6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4BE971-8C6A-4E19-B87A-454170A4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25928-B5D0-4D64-B9F0-FC458A75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8ABC2B-C46C-467B-94D4-CC6FB1F4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D23A0B-5D8E-4323-A6C5-616FEB53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275110-3A35-4566-B12D-767CE5E2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D75809-D35C-48A9-B09F-B495BC3F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7F11D0-94DB-4A0F-86CB-46245996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702087-EB90-4046-89F6-042FC750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14FB12-A809-483E-8DE9-68AB276C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39046F-69D0-4D75-B361-FFF96D09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B23DEC-CA32-4E14-AB9B-B78B48C2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8D1F30-F7C1-4E7C-B554-75D49DB4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09A40D-B00D-466F-94A0-BEA38BD3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06A5C3-B0EF-4FE9-8B31-A46F5E37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358502-B7D3-4774-84CE-6A5E9529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252A01-1397-48B1-8096-EC73AE9F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7121B3-0AC1-49E0-BD25-289131EB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4D9D37-8B94-43C1-B17E-B46056D1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E0B669-7208-4D07-B19A-8187719B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6824AB-6244-4B52-85E1-6B1A1DDE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026756-1D15-42DD-9396-464459A2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6157519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F6456BB-EEE4-4F9D-B648-AAFC001D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E8E11D-CC6F-47EB-A230-B72CE61D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0FEF49-6DD6-4A91-8121-B863FB9E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E6F35-556B-4B8A-9EE8-AC5E4FB9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CFE7E-8AFA-432E-AF43-3810E504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69C85-BC6C-43BC-8C8A-A084911F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7281DC-EF14-43ED-9E92-1F40D4C9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970B8C-449F-4AB3-834B-F79ED946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AEC3D6-81D9-48C9-B0A7-B9C37D9F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8A248D-B74F-496A-9BB9-245258D0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A10921-4F9E-41FF-A0A9-77695557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CC760F-F00B-45D8-87F3-E5DD9998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4C71B2-F0BD-4349-B199-9642D9B2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0C037-6038-4D21-89A3-91121C63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34ECF5-169D-4A4F-BA57-9EAB02ED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CEC804-29BC-42D6-81BC-0FB318CB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27CD0D-32CC-4DD2-AC63-08162F82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69EE0A-0CDB-4A09-BBA9-AB772480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AE2665-6130-42D7-A80F-13F24179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27AB0F-5572-485E-81B3-6F32FC6F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DEC58E-9D88-4BD4-A8DA-0471669F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990877-0FFD-48BB-B478-BE90FF6E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6CDD27-54B2-46F9-B53C-2627B928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2F8EA4-7029-428A-A9D1-3D35E1A3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79558F-9C5C-4BD5-BE32-5F5D6D0A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895D5E-341D-4922-A6BE-2AECB9B4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54BA3B-BCD2-4A28-8DCD-410D7590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FE1F5A-490D-4D90-8269-59CE480F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325843-D233-4F36-AA36-B39C77A7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E69CBC-244B-4EA9-ACBB-E1A6687C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B4AE7F-7AC3-469D-9D68-C57ABB8B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BF9198-45F6-4F9B-B47F-033F58BA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8FB04F-B19B-437F-803C-E06AA338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D88DE7-0243-482F-9BA7-F1F89455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3AA302-E421-4B40-8323-6991A1E0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Preço, propostas e contratos não integram a base.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87023C-91A7-41A0-ADD9-C4302617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9C2520-66DB-4A40-935D-4B7F837A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74DF72-1932-46B4-838E-2894D585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12C676-B737-46EA-9F9F-B7FD99FC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ECC7CE-A6AC-44D2-B8F8-41FD927A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ofertas públicas primárias encerradas e valor registrado positivo. Automático: Número do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68156539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E7295C-DA47-4B50-9D63-3914421A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F626D-B723-4A97-A1EA-4A7AD18B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8B06B0-E1F8-4124-870D-27C2E02A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E8CEDA-5155-4CA1-8EE8-D9EA49A6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6701A9-7FC5-41F0-BAC2-4A91DC4D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FDF39B-5D6B-4EA9-88CC-41CF14AB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CB040A-0D35-4F1E-8B11-9AADE35A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B469EB-1000-4872-9F3F-2DFD2E05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E61AFB-4552-4E3D-8CA9-138B5D8E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3B0F87-81A7-4502-A83B-9E0EE3E8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FA8264-5369-4590-861A-5041A216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E1A5A8-A560-48F3-A137-C5A54F23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BBC7AD-7AFA-44D5-A46A-3EC194A5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2C2B7F-50B7-4A2C-AB79-5E77FBDF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D97E07-DFB2-4C92-9776-FE6C417F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B78845-71DD-4047-B217-8BEC207D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BD6D6C-F09B-4F0C-85B3-BE11538B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BCEDA6-57E2-41E0-82F1-E5364587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E9FCA4-77BB-4101-A45A-6145A303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92673E-12E3-472F-BE79-8C48AEB2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E650E-608C-4E00-9A7D-B2C29E00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FBB42F-2C33-47D5-9CD5-FED76B2C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AEFCFD-5F2F-4149-AACA-F6867B58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6E5F34-9EAF-42A3-92E1-70C6293E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07E537-AD2F-478C-AEC6-BF937246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AA3B0F-E4EA-451F-919D-E1C55820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309B32-62A3-4E82-80B8-DCEDF330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2C7B1F-8C33-4639-8598-CBC28FA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5C9969-8096-411D-9914-AA44237E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47032606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CE5E23-5E85-4AE2-94DA-24FDA316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BA614-98FD-4BA5-A488-322A08F2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D57CA5-A3A5-48F4-BA52-971155C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6ADD5-067B-4A42-BCC0-CFF80F15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8B8153-CF1A-4CA6-9A7B-81913D06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A3EDB-A234-47C1-BD5C-F0BB1114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D80FB5-5242-4E44-81A5-5E65EFF5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1C29DF-21ED-4B20-8AF7-665C505B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1B4AD-651B-4721-A032-F0607840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213AED-B315-45AA-A15B-E9E975FC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70CD89-2E5B-481E-BD91-C267D018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598879-C02A-436C-A049-DC052064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A8E24F-070C-428E-9E91-D7AD9C49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B2A64A-DC6D-44FD-BF77-E0401076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5498C-4026-4EC6-9129-C5DFB02C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4CA78A-4081-4370-80DA-08EAAD17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FA94A3-81B5-4041-A5F0-506397A9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C54BB4-AA3E-444C-ACF9-C92C5F3D3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117B0F-9D31-4C27-8447-FEAEA0CF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773FD-BE11-4A7E-86E3-F4C354C6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7F8D71-34E0-4D50-B018-8DEE1F8B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C5F9B6-1A58-4230-BDED-9DBA612D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CA2675-27F6-4827-8116-B5111F17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CF191-3258-41C8-B389-13B3204D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EB6A29-7A44-4179-B8B3-5D6A89DE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1EB09B-B3CF-4F9F-A181-538DB29D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E8DF91-FB0F-48FD-BED8-D60F06EB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038075-7930-4E9E-9C66-E5E15E4D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6426AD-40FF-47B1-9CBD-65E698D5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86990354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6F1286-C28F-4C7F-AFA1-89384FC3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12974F-E9A0-46F8-AD85-AFB0FC6C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01AA62-3BE7-4580-9C40-37F53109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1835A-4655-42DC-A46F-AA276EED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A0339-92E6-4D02-9518-4E92E564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BA67D-58B7-4583-804C-AE1C736D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9D6B0-DA47-4D01-8FC7-4024DFE82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D837A3-8D10-4159-AC24-E15F2ABF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C21A8-6BBF-4DF9-9566-1F526AC4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14715-FA17-4563-BBA9-BFCED023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AAE905-BFA2-43B4-A9A6-FACF4977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9B6526-8D29-422D-9D29-F6D6FC1A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8732DE-9DCB-4294-A9F9-33480582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3B9323-C93B-45D7-A1FD-8B8033A6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F73DC-F33C-421B-98AB-439758D0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4628C-14D0-4EFF-9AC7-E0CEE784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A16F85-A182-4A80-B6BC-BF8488B0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20499F-EF9A-4764-8939-D0DB1699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5E91EE-6ED0-4EAF-810C-1B041E26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67DAC8-3F16-48DB-B0CE-37925C7E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F61B38-2963-449E-9654-5D399959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DAAC2F-1CAF-446E-8682-F9ACA19B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038B6B-3AAB-400C-B4D4-D31CFB56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7ABB77-9681-423A-991F-5FEDEC46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6DAE75-7004-4662-B134-CF607983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E933D1-03EA-4A7A-B3BB-EAB1783C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6FC541-D0E2-41C0-8070-4DE15849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181207-9C0E-4BE6-B287-6BC3934B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688F1A-D862-412A-A749-8231129F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82678054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CEB389-DA82-4C53-AF38-526B299EF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DD701-DEB7-4622-B1D9-ECCF1D48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B70F6-892C-40FB-9D88-44B31316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1B09F-C9AA-40FF-927A-638A8D76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2ACED-752D-4562-857E-DC6E856E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5A2CB-E4E4-4443-9B97-616EFDE2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54274A-F8C5-4886-9523-01A2805A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02519-81A7-46C9-BCCC-FFAF4F04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B98725-A5E7-4007-9E25-0B4E682B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E34071-629B-45BC-8FE6-A7FB8BF1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79A5B-3A53-453A-907C-8BFD37E0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2F5664-F8D0-4CA5-A3F2-26C19A2C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0109A9-34C7-41A5-94C5-50C4D46F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B52334-F0AE-4320-BA19-E67D7706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D0063E-C2F9-4DA9-9676-C9E4CC0C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CD3C2D-BE2A-470A-BBC4-EB175B7E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AFC9C1-A91F-479F-9D57-8800E111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817BCB-5645-491D-B79C-2AB15A72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5A3B1F-412E-4271-84D0-069E2C5D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24884-1BFC-456C-843E-536E0D2F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9B114D-29F5-45EA-BDF1-BA6C24DE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672500-D800-47C0-AB27-103E04E1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CD7DF2-24CC-4985-90AF-7DAE6FEB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713F96-2AC1-4218-9721-9B7A8B14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22B7A2-B431-4024-B419-F9988134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9BD5FB-918E-4CF0-B8BF-CE640B0E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027EF-B6E5-4639-B7FD-2A36F9FC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177C14-9E61-48CA-A831-D519355D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9A6722-2CDC-4DC0-BC30-CF904288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1025853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E8960D-A452-48E7-A9DF-DD096E78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4E60FD-6A63-44CE-B7D0-49B70344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8C401D-57A7-4212-9EAC-BAE37FCC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2E274-1ED8-4393-944C-63310AFC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96ED8E-05EA-46FE-8705-E82F572D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5BAAB-6D55-49BE-82E8-336A85EB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BD9158-B252-4051-8F29-E78A1AF1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062786-D618-4625-B671-2CE99119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D956D-F942-4E52-978F-FD69BB42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8FE6C4-0785-4195-8472-64B2AEDA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E1C0E6-073E-4EB8-9BAD-55305E23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96F27C-7976-4BF9-882F-05EA4069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2B1998-1FA5-468E-9142-0F247858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BEE36F-B97F-4FEE-9F3C-5B7BCC5A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9DF922-1EC2-41A3-96C2-6864A8AB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44D386-69FF-4E9C-A9AE-1284E462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F69ED-D482-458D-9F68-DB31F4AC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8CB4F5-E314-475F-AE5E-1775B1A6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555585-A68E-4482-974F-E16DEF24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94284D-58F5-445C-B5B5-FFD18BD7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C1A233-2A79-40B2-94AA-C4AA2452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B8A582-6E22-414F-8A57-5ACCB201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02E209-8DA0-41D1-8053-B9F608FD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01B908-0E60-44EA-AF51-8C9B8439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AF02DB-E273-4E64-B576-B1B2B538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6049E3-244E-4391-8402-01B4E244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D87505-24BC-476D-8766-B774D690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3BB00F-1906-4246-9487-3066ABBA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977107-97FB-46C7-A9A7-D8396DE2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67107211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E6A063-E85F-4164-BBDF-37563D3A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8E8705-3075-4B0F-8C9B-D46E65D1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51D293-41A8-4A29-AFA3-AD9DC017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4C984-53A4-4741-9FE6-C6000D24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E9D0E-F9E9-4EE0-B1E3-2B27C51A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9814FD-8864-405C-A77A-567F0E5F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52295-AC51-4E52-A067-2AA1B29C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53DB2C-ED6B-46DF-A832-51A7081C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5537C-0801-4F8A-8F9E-687EDD3C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7DB0D6-17F7-49E5-9621-B0DD3798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D6EDBE-1739-4C8A-81DA-DED6F60A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06EDD0-E4AB-4D91-9E76-A72672B0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A149CE-2786-40DC-AE8A-97848F16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319650-521E-43CE-92D9-889F09A9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ED2FBC-3A48-4B46-A61B-E457B3D9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D86B7B-F82F-43E3-966C-1EADA994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995D67-7499-4359-B0E1-002E48AD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534801-4375-41B7-A1EF-FE1CC8A6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A8829C-E69C-4D99-AFF3-3194DD06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D1C54D-E2D0-49E4-AC75-F2E6C39F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A0721D-F5CB-4476-BE53-6B39AB99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E39BE5-9279-4CD7-AD99-B56423C2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5AB36F-7762-4ACA-B02A-AD15D6F3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2B3A2A-E729-4564-8662-446A9098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498A2B-90FF-41D3-8A14-2DAB99DB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C7AC31-85F5-4210-84EB-CEEB82AC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E09BB4-45E6-4960-BE85-BDADF10F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BC5F6B-CB05-4D93-AECF-06E3EC75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294608-CD79-44A3-AC09-64B774D6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66984047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2D15F3-1A0A-45BB-BEF7-AB67D417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39FFB-C674-407E-B3B8-FF9DE624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E55C3-B284-42FA-95D0-418959B4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44B05-B59D-4F78-8BF2-9CB6FDF0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ECF556-29D0-4EAE-8268-FE718BCF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AFC718-C69F-44DA-8AFB-747994BC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C4253B-F601-4132-9FEE-948077EA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3ACE8-B818-4A94-8CFA-E3FEB28F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38EE1E-CFC0-4C85-AA29-8E38325D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B57A50-1B85-43B6-9AD4-12956840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87A1A-3FFC-4DFA-9975-D2936F76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C97976-79F7-4178-9630-FE8150FF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A702B9-29D0-44A2-A54E-60C2E9FD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EB14E0-7590-4985-9962-61C6C6A7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02A5CF-8D69-40C7-A96D-68DDA696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5E1181-A8FB-4DE6-948E-72487B15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F0F468-0277-444F-A07A-E9D09611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54042A-6CEC-49F2-A3C3-B01C728B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9583C1-20D6-4C47-BC3D-4B4185E2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B3A412-60C5-414C-965E-CAD468F33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E60D2C-D31F-469B-B433-72E289E2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D49CA7-169A-4A3F-BFB4-19E291E2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CE4F66-E6A6-4781-BBE6-C7F12C65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C7719F-6FE9-4334-B1C1-8243CBE8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94046E-A2AD-4CBB-9E47-93A0779B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F4D087-CE64-4F85-9729-FC9E5348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F48A7F-C62B-40FD-8BA2-C8128298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4D6D1-30D2-4022-AD48-50540503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379491-8EAD-40F9-B880-A8EDBE4D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63600659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D57FD6-54C0-4B03-A8E7-BFED3F18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F1536E-9181-4E8D-92D0-F6686E2A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FA1E2-B924-466D-A8F9-6DCFE2D5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FE2249-C87E-43D7-9AEF-BFFAD010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A2200-6909-448E-9BBC-465F38D0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AF3C0-FD95-4006-8887-192C3769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EE843-34B3-4EC1-9241-8D365152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55AA6-9201-4189-9FAE-B82710FE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43998-966D-48A7-B1FB-27E3131F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B42F6-CE12-4BCE-A09C-D44443D0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7E36CD-706E-4907-8E69-9AC6FA23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C9811-9DB5-4A4E-9CA9-CEBB49F0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6A046-5ACD-4963-9B09-149F6E8A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DE9040-C35C-49A8-9F49-445B0E46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92A9D1-E023-4FC8-83B4-560529D0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39EB2-17C2-45F5-95CA-A3A401AE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AF164F-697C-41C5-8E01-64787CB9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0E65F8-D283-416D-9FFD-457B4DB8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79CC50-0907-4992-9456-F53283B6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CE2593-9205-4658-97AC-63CC4224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4046E6-1E8D-472C-9B80-45FF8C0B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0E37DC-7DAA-4978-B963-F877EC5F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59986D-4B0A-4ED6-9675-BBD293A9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1E2B0D-2E9A-419D-8DEF-D982A13C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710AEC-37BD-4966-9A49-C5050A55C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1300DA-BA97-492C-9FC2-16EE1FA6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C15684-0808-40C2-8CE1-CADD9A64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27EF82-2EE5-44DF-8EF3-4B270CFC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00D20E-6710-41F8-AF5D-084E6AA0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93550614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7C6D64-0F32-42D9-AD6D-E541C021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9DB90-F194-49F0-9ED0-F56B5A97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EF0631-82A9-4808-A57C-2CBC5BA9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1F8A8-214D-491E-A755-857BFFA8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A1149-41B6-45A4-A9AA-311F5B05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CBF54-7A63-4B3C-A1E6-9231C35C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00810-B563-464C-96F0-25F7DF1B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1DEFC-25D8-4080-8FC3-CD4BBC96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20C935-9DA9-46B7-980B-AA12593B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E92A24-55A3-4064-9ED3-31C08447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7EB12F-EF70-4C68-A833-22EAF55F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476731-3256-4D4A-BF35-D89326F3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A24226-F498-4E9B-A22C-25C10253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E419F2-1ED8-4039-A7DE-41CF3281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B05F4-A3A8-45E0-B058-1518DE52E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4FA74C-14D0-4118-BE44-A3ED9919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CA6026-AF2E-44E0-90DF-AB689AFB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00B0B9-7C04-42A1-8DAD-19DCD064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C34D79-C74D-4BB1-8DF5-4E22F343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A53CA4-8D18-4B7A-B6C4-09ABC795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7C1A10-E7AF-4C47-BF28-5B40EE7F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077CA1-0B5D-4A0A-ACAF-9DE01052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8A6F6B-F6EC-45AE-8EE5-E106A5A3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3807E2-53C3-470D-8882-500C517B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7217B1-2C22-4DD6-A3DA-288513D6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123875-ACA8-421B-994B-64F13ACF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A1BF58-17A9-4CCD-A11E-34DFA508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B05A72-BAB3-4FD3-9FC8-F510296C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481C0A-90F3-48D9-AD04-96189CFD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9353381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444609-F35C-4207-A284-912188CD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30140-13B9-42E2-BF90-EA1BF4CA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08D34-9789-4648-8AA2-8974DCC6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C43A7-DCA2-44E8-957F-1FC5646C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6AE1D7-4D37-4738-92B1-5D148A1B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0F7E76-E0B5-4F39-B45E-9D70BD0F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6B7DF-86ED-485F-A94E-B16214CD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D899B-689E-487C-87F7-A5B1CDE4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3E709D-C661-4629-AB25-B542EA03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3A6EE-A5F7-4699-A996-F1C36503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A16333-D8D0-4DFD-BF14-9E75F5EB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8D677-60E8-4489-A615-4ED150E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0CCBAA-B14E-4344-A061-11F7F1F9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9211F2-6EC4-4EFA-A677-6BA661A2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455AD4-60A3-438F-9C6D-207D583A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805F35-25CB-4C6F-B4BD-AE6272F6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C1ADBA-4256-4C12-AE4F-1EF01F7C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B13085-7D75-4903-91D2-B387FD1B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AE408A-C3E7-446B-955A-49B03500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D33089-AB83-4518-A56E-38E15268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6727A2-DD18-4FDB-8A2B-7313EC97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3DBC70-200A-4F31-BE40-39A9A19D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8DCBF5-9D85-447F-965F-600B0321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399B07-401E-4392-94AB-0AC15382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29411E-46F6-4A60-B308-CEF90B4A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BA8A1-B691-46AF-9A97-5A4BFFD3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BF6081-EAD9-447C-AD5D-32D24B32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26BF14-5803-408D-A1D0-83E3A0FA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363A5C-08FF-466D-AA9B-14105878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16369708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4E516F-8F4C-40E7-92DC-2B8E49A8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E85FC-9F2C-4157-8485-7BD2C82F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1FE10C-C09B-45E0-A258-FD39DB2B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5C0AF-C900-4ECB-980A-29775A39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DFEE3E-0202-4F2A-9627-5FFFA8AE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B70A3C-3720-4403-8EB2-3867B0FE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7D5EC-5888-4C03-84A9-A8E2C19D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24B27-B31A-4E17-B03E-0B0A5DBF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1A9371-DE17-43F0-987C-2B639B1A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0C9E31-26B2-433A-B449-B8EEF1BA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A2C8A6-55D6-4795-97CD-146DD0A6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0FBBB3-0CB2-4CE2-A3C9-8457A70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0EFAE2-E64F-4C44-9243-CB4C11D2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3CAFC2-1FCB-4260-B405-B72FC50F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8A2AC3-75BD-4400-94FA-03C5C837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C2CB70-4143-415E-ABA0-710D75B9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F6E0FC-617A-4B42-9856-F7D2D000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5FF43A-91C9-44FF-8429-AB7EB96E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15DC71-8395-4EA5-954F-31CBDA07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2E887C-9F88-48BC-82B5-0A984BDE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25ED1D-8CE6-446C-9CAA-857E12A6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830B6D-3897-45BD-AE5E-9F8F5FC3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EA8CBE-16FA-4A49-92A6-6F260D15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6A323D-C111-4BFE-BE62-ABD5BF42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773B14-653E-43E8-A56B-A322D855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85C77D-7E12-4323-AF5F-55974DE2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09A2D0-4238-4E77-9787-D2C7C135F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F2AC37-398F-41AF-A645-E9111382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9C3B06-0012-4304-9427-73CFCEE0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7825279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0E87AE-941F-4A7E-95AF-6BF31FA5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840747-B8B9-4BD0-8D52-206D3FF7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C0C81A-9130-4E85-ABFE-1BA4075C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BA0FAD-2965-4EAC-9D33-1FABDE49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7285E8-0983-41D9-8817-5ED6EE91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48165F-7137-4455-A152-89C1A5FB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E345EE-9318-460A-B5C5-969B8F82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BD4203-0561-4B4A-9E06-1D7A2D62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E097E0-D982-46EA-AAD3-4CA16043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ED53D2-084F-42EC-9AFA-5C06554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AABE2-5598-4CB0-9FE4-3B4637E6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AE6052-EB07-4E08-BF62-8F4A0EE8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1E692A-BD01-4A21-A7AF-BBEF4ED1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C8807-DBF3-4215-B974-266EC00E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232A06-5CFA-42F9-B8FD-37AA9C97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1B59B9-4E37-4871-A4FD-C64CC96B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3A393E-29CC-4597-84AC-A8EB31CA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E70434-D2B6-4227-8FDA-8799BAF2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C3F813-0EAF-4B82-8B70-4E27E1E9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4A7280-49E3-49BA-BB7D-535F6344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BDFAE5-DB9E-4FB9-87C4-750A84F4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62E8F8-9FBE-4EFB-A6AA-33790E95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EC341C-6FA6-4BD5-8707-D63084D2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937966-B23E-4B3C-96EF-BA19E091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923578-F91D-4ECA-B693-0D10C26E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C3A5A3-6947-46C3-978E-3790D19C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7C2C6C-0D5B-40C3-B3E4-1F170A10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A20E58-6CB2-4CAD-A5F0-0D9BF912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040299-2701-4A8C-8058-3F9DFF42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97203706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583B5A-4091-4249-B60B-9BC1D94E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7AEDB-D33E-4FBE-B9D4-E7D2D121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3CC9C-DC8A-4116-B3F8-CE3362D6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69BF0A-671B-42EE-AE6E-CFD4AFEB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2DD27-76A9-4F7E-8EA1-87B4F06C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08553C-3CB0-4D3C-A8C5-D9145247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A5975-CC06-4144-8927-436D5AEF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BE149-D248-4485-B265-8E29B4EF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D63B32-2134-4FF4-B952-E366D435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580944-1A19-49CF-9E5D-099C4F07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4A8A4-73EF-4C78-B26A-F2856DBE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4798BC-38C3-4021-B042-CAC2A322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A4B7B6-ED8A-43A9-9B62-628B1AA0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A46C4A-DD9B-4F54-A9B2-226783DC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12A88B-386E-48A4-AE83-50A29412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8128CE-91B3-46E2-9C0E-4A57EBD8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9FCFB5-5386-4529-9D3B-AAD9F0EE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0D35AB-9664-4874-B26F-04D02B23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52CD30-1292-4BF5-803E-61B6B6A5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1ADB71-AFF0-4AE9-B7D9-468BFBAA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78D7FD-806F-4739-B091-5B3D75F9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0DB38D-FDC8-43CE-859A-9CA740F4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8431E9-8639-4878-A794-AB96F819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A3D14F-A04A-455B-B2F4-4EB5DA56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724580-0521-428D-8C63-4260E2A7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03C61F-8DB3-40EF-B94C-E8897443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9A66BB-EC6F-4B50-952C-DC7725A7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983356-915E-48EE-9685-EB1E1E8E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284823-B3D1-4ACB-9A73-07284064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37881981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36CF1F-37E2-48B5-BD46-72FC596B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EBD75C-3BB6-4B7E-94C2-7222AACA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BECCA7-3046-488E-959F-902E3197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9EBEB-FBE8-40E2-88D2-B8489094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0DC06-722B-4766-81EC-EB481433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F76516-22CB-41CE-B647-AF7C2750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6F353-B7B3-40F6-9291-30D65716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065E7-4ACC-4FDC-9179-378495D7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31E96-B07A-4CE1-83DA-03F0C0B8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C85E0A-255F-40E9-8F22-9522969D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F22ECF-9887-4806-B358-F642BB00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F2D0F3-7596-4E0E-A05F-B1A078E7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D0F572-9B74-4DDF-A467-75B001B8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3AEDE1-E1F9-4C2A-A67E-ECF102B7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9731AB-C15D-4DF8-8948-9068B339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E72A1-3CCA-4E6A-B681-93A9B61C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5FCEB6-84B7-4BFC-9F7E-674E7CCA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AF574-ABBE-46E0-8FF2-0AEDF279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747292-966C-47C5-B22E-4BFF2DDA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1F6A39-889D-4484-B1C6-DE04CB9A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190469-29AF-404D-BD0A-4AC48455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10DB5D-C902-43AB-A7EE-26CA37AE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2F2D7D-2DB4-4B73-B9F3-1EB761E2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3A9AD2-DA26-4A3A-94FB-C1CC6825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47E734-05FF-492A-90C0-D0859B30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DABEBA-C49E-4858-B371-20AE90F6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D36BAE-2EAD-4F35-AA93-E6306AEE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684208-E7E5-44EC-9534-8B172F2F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C6BA4F-01AC-4256-A26F-FDBE3F34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91027357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D37B86-82F8-4581-A699-3D5CE508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47154-1216-4E58-9BE1-E138FA72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262B0C-E78D-4BB8-A6AF-DC9B2324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25EE3-2D5F-49C0-8CE4-BF7E19C7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9185F-7246-4B94-93A7-1C2A9AD6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03BA5E-CD41-4818-8B97-E2354D24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30AF2-FC56-40A0-AC0B-31C68708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7BA72-05C2-462F-B573-9039483F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16966D-B223-4FD1-99DF-D3568105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F829E8-2CBB-4B9E-B4E5-5A5F9EA5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62904D-9753-417E-8471-33930B07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78C7A0-828A-491D-9359-C6ED3715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9BA337-543E-446E-975D-29419903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8454F3-818A-4A37-B2E3-39FC7CB5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3B2130-80B6-4461-9717-3EFD1236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5CDB51-E7DD-4363-8B1E-0B2766E3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8490BC-3EE2-4BAC-AD12-C7864F26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BA5EFC-56E5-4CF2-A8EC-67BCC6A5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7D65BD-03B7-4443-B681-8283591C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83E835-E773-4443-BEA6-C72C987B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0D604E-CB0D-4AA3-A163-18302E43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29D942-E4A7-4172-ABDA-99E12CCD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64CB9B-0811-4B28-B3B3-3E3DBD08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50679B-14B4-4A65-BD38-1B34F3E7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511B3D-0805-48FB-BF27-5087ED0F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78D75E-4AD1-42BE-99B8-081EC0E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505FE7-7CE4-4190-B107-5D2309BE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9075A6-0559-48CA-B173-DADE9057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1095C2-60ED-41D7-A60D-8B1F1BD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8797366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2AFF5F-473A-4EAA-838F-247E547E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B3B78-9718-4B27-A932-242BFCEC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199C4-2414-4885-B106-5465F513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8AA8E-17E2-4833-A52A-24A9609A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039D9-97CE-4C2C-A5D4-CEA981C8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BE0C16-DB94-4023-B8AF-6EC6617C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54DE30-0427-45C6-BB39-3FB15C0E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1B7CEC-C108-4055-B4EA-B8D67DBD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678AB3-51A1-4A74-B293-3770B699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5F2E43-3242-486D-9484-1EAEC085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C3BBA-251F-4D5A-9273-2674C5C1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3C8B7-A4E2-4465-9B93-00F35807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16CE71-9BA9-4720-B4CA-69484CA4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C16B89-3BA1-4513-A797-ECC3C492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9DD374-04B3-4B07-A4D3-7E1E1ACE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F13E5F-29A6-4A5B-88D4-2AEFBFBF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36DB76-C713-4B54-B26A-A16288D3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E8CF47-BB3D-4300-B82A-87236945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2E4A50-36E3-473C-8861-B23E8FEE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C24A0E-EC9E-445B-9FA3-20704647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9FF35-DBD1-4549-9279-15403BCD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A6A89E-BA4E-4F71-B3F5-68234A3B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48DAA7-110C-4AFE-95EE-117C7821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E7E846-6CB9-44B3-9E47-8656B121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26A948-386C-4A7C-9095-61D5951D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BBA5F0-9214-4527-B04E-F6CB0ED0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4CC1A1-019C-46C4-BC7E-F81831C8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E7FA52-9636-4374-81C8-14D31893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FC25AE-03A7-4E4F-8D5F-5DD93B28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49651742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0EA777-A210-4A22-8219-8108CD51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6F1DEF-C5A1-4CC8-B3DA-C8069EA0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24B5C0-A333-4546-AEB8-5797AACB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EE3C2B-0A40-45AC-88DB-CC338ABE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54DE0-BDD0-4CFD-BB9D-8D8FC4FB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73531-27A0-46D7-AED2-8228374D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EF7DA5-3391-45B5-8A94-AFFA7001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0D3E1B-24C4-4607-B04E-6B5B8FFF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D97575-4F85-4A58-B5E9-C300CDB8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25AA31-64D5-4CFF-B920-27899B76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28022D-7318-41DC-969B-EDB8FECA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FF83B1-71DD-4875-BDB6-1E6D63F0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F96275-1AC5-4617-B3DA-040D9281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2D9137-F248-4C14-B26C-C9768F26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9EE1A0-5156-4F46-9C5D-79D96BC4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6B2BEE-265C-4B3F-8674-1039FC55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91C7A4-18A1-46FC-A58A-D2888B68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AF1A3E-24E3-4D3B-9175-AAF85396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87AD04-7FDC-4843-96DB-48921D53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75087B-E9DB-4B33-A69E-70A98B64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5A8683-4E93-42E3-B4C1-7519619D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C4C033-24B5-4567-845B-546112CA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51368F-D24D-4253-95E2-09BD5DE4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7B5595-CD28-4190-829B-8010BF86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4F3A11-327F-48D9-874F-D2DF7CFF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7E70F2-2648-468D-BEEE-7651AF04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DD6C1C-B314-4FF6-8A63-E1DEB1A8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379A8E-9E28-4E54-A585-89F44F82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556D4C-BF41-463C-979C-5B15F6C5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163851510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1512A9-9F2D-450C-BBCF-E6AA3AC8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02F03-F50E-46FC-A70B-22EDAD82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6D770-3F4E-4FC3-BF3C-D94B910E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1F6C8-D49C-4661-A8B2-4012D439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E6B68-2848-4497-94C2-56338E1A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D4FC78-B374-4EBE-8234-CF360CDF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EE38E-0345-4F82-9BEE-9A2E0E26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C54D1-8BEE-4F97-B4D9-B0D5E7C7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73FE7-7258-4DD8-9440-F9A5B7F2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07DC6-4EBF-467D-9BD1-B454A10E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B659A-1239-4313-A393-EAD63D9D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987FD-6C4C-429C-816B-452AA213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E772D-C818-4C10-9042-76394076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4CB48E-CDC3-4EC5-847F-4E591AC6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30BFE0-2998-4255-B6F4-3C45DCCD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D32FBD-F5C2-4719-BC57-4B3BC6CA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E02BF0-4F5B-4C4D-99BF-3A23E430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6CC985-B7AD-4D50-A65A-E6BA6B10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D0EDC3-1AC0-434E-A85E-0171A1CD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AF755-68B1-46A4-A5B3-53DBE965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630DFC-8A37-44A4-BAA7-6113D922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697838-4919-4D20-9D88-87D1B4A10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EC99DA-4610-498B-9D59-881A431E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A114D7-2159-43C2-AEF8-68C89004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1B430D-4837-4757-8F8F-1CC150EC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E739AA-9194-443F-AEFD-6584807E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AB91BC-B124-404D-8964-BC20D9E4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906ADB-5AFB-43E3-8D32-B2B9E9A2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8A37CD-42A9-4823-866E-117EA89B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5548657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97CEC9-3860-4032-85BC-CB7DD819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D4CECA-0E15-4A42-922D-907406C6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4BE766-FE09-4A67-8498-A5BE8D3B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9954E-D8DE-4BF2-ACD7-433DC16D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0BB93-9DE5-497D-9E93-F1EF1313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874427-A3C2-45A5-9810-BC9EB3F2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31C3F0-FE8C-44CD-9002-1BC5C925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C9C53-4FA2-45DF-AF6B-6AE2A5D5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2ABD6A-CB9F-44FB-8546-52E8F1DE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14E20-5717-4E53-AC01-252E1F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00F253-C5B2-45B1-B56E-30D9C153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28665E-9FBE-4531-A2EA-14BABF43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36B9EB-0E12-44E2-B897-F18F681B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F90253-4EF1-45D9-869C-7FB74BEC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589BB5-10E9-467F-B569-87C36C87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477CE6-B555-4105-8A28-5342068E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78E8CB-03A1-4297-8869-06E50FE5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E5C631-3500-42A6-A33F-DCC9A48A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FA07F5-F770-4DA2-8A66-3AE9DDB0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C8965C-801C-4CCC-95C2-9B15E163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23CD5B-60A1-4F14-9073-9C7EAB55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8C0C19-6250-4513-B0EC-36D4C388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4B1C55-7C7B-4179-9088-DED5B242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8216A4-A597-4144-9AB4-90A84A1D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B3F8BA-3FDA-462B-AB7A-9BDC8DD5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59B1BD-D3E9-4994-B3E7-A8A4A0C8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5464C9-36B9-44E9-B276-593A04BF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5423D6-AA75-4DE6-ACF3-42BA1CFF2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C89AF4-AAAA-4BB3-88AE-4C2347FF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24265096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B9857A-39E2-477C-BCCA-3201C502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B5F13-5EE3-4A7A-9A87-7F03144B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24A219-131D-4894-8D7C-36759D66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AA45E-016F-4A79-9E16-11139714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11A9DB-C141-4756-993A-11C735AC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53046B-1810-4A4A-B66E-E496C65F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9E1127-C31E-468A-9633-16C35AD3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164C4-2167-48B2-97DE-0717EDED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8D8439-05E9-40BE-8582-AAF51A42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DC1E4A-0DF9-4F58-A7D3-3F6FC47A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351F6-4A07-4E40-8A86-7F67E5A4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CF7EF6-C202-4A2C-A758-D163C897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009A4B-E127-426A-B946-35E7AB4F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A129C7-AE2F-473B-87BF-386F0BF9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4BE198-1C33-4C23-B928-28AAFEAA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2E6600-88AE-41F7-A8DE-F188EF04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E50E89-1F49-48EC-A58D-45D36762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F8AB62-3387-4EC8-B665-CEE1D7F1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592F96-08CD-468C-804E-6FF3EEE6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781BCC-8C66-41B6-9691-65151E87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59E94B-7983-4FCF-8021-2DE0DD0B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5C32CA-AEC7-4F89-99D2-DC954639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AB1226-37C6-4AC8-88E5-7E892476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2AF956-8CBF-497F-8941-B5334DFC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78C15C-5FB3-4C60-A999-07C7AC89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32D5AB-CF48-46EE-995B-BF7910E8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B74A35-B8E3-4541-9E95-6165F31D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1891DB-8F6B-45A2-94B4-9B465818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D3C37C-13A3-439E-85E7-A32F4DDD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198638143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DCFCE8-6013-47F8-886A-369B02BE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4279A-C135-44F7-B1D3-60444CCE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377895-D673-4B58-B1CD-CCDC11F1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A251E3-2FB3-4AFB-8D9D-A6FE38DC9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B1242-48C3-401B-AD26-4EBB8D1C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44A995-FAEA-4144-9037-20922B9D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c1e17b98884e0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1A87AB-0DAB-4067-8A39-0AB6CF52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EDB6E-778F-4FE1-9F7F-49A318FC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11184537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FA679-9B35-4DC1-8B7D-EFCA5D6E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88648D-D701-4493-B46E-B6E58298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F0862-0AF4-4265-A7EB-EC9FF7FC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7EACF-A0CE-4468-8F13-99308831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18173-8153-471F-88D8-DCB50E5C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4F136-2AFC-4295-A6EC-429D79DE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88e2d2986f43f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BC9FF-80A3-4863-BDC1-B0649543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40D4E5-ADF8-41F5-93B4-07C63D4C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96857321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0D9DCD-19CA-4E5C-9A7F-06160E2D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5EA5A-54B9-4771-97A8-1812B275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076B84-7C50-44B9-BFE4-0AFAE439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EAB63A-4402-4855-A963-DF93D54C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5254C-380A-4902-85E1-C13425E6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12BAC-7838-48F8-A68D-C7AA2B88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78608644c84b0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D7AF8-97BA-43A8-B991-F99C764E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04176A-8AF8-4619-9140-5D49E103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31299297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B427E0C-23B3-4B1F-9E44-61068D2A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CCE91F-21A0-4BBD-9B38-27DD81D5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D667D-53A1-49DB-A750-6885C707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417B26-30A3-4C23-8798-816F2FE9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6445E7-A606-4F48-B69F-E6F22754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C2331-99BE-40A8-826C-984F0ACE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A93F58-2CA3-4FDF-8480-AD4D6186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5D01B6-1B35-4894-AC50-5D01AC85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B84DD-3EA2-43C1-8204-0F4D7A53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14739-32A0-448E-9C6F-1538EAC7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ADEECC-4A5B-49B0-9F61-5FAD1930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FD2D1-95BF-42EA-9CD5-42B2532B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68B7B0-51BF-442D-893E-A0F3A0D1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2BC8DC-086E-4099-94F4-C88AF7DB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F9860F-73F1-4FCF-B772-2310D2A2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960A65-5DA1-44D2-883C-99FD889C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8768D-54B8-4C54-BD8A-602AC5FA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190115-D9BA-409C-B904-5FA5D9B0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58FF22-603B-4C95-80F1-B11D81DE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07ABA5-575F-45AA-B1B2-A6D5C528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28B5E9-6524-4AE1-BBBF-32E08422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CD5C6E-D8CE-4F24-8E22-94D135A6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CC8C21-4CA6-453D-AB8B-62C9013C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095A50-5E23-4082-8B72-544F1861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5F8ACC-B80B-42FA-B645-0BD72DBA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F04456-0C58-49F1-9D45-0699EC1E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3E1EFE-FC7D-4060-A398-A4B457B2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533F47-0732-4FED-81E3-A73035B8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3CF0CE-B3E4-4D86-B6C9-EFADF859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1F73A5-1DCC-4662-BBAD-13633A30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48E7D0-F4B2-45E7-800D-992687C5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F6063A-42B4-4F8C-9320-FF9647AA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0DA809-E3A1-46BF-80A4-C458FC27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E4E849-6361-4401-8035-BC9D9FB3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C8A397-C15D-4EFC-B809-0D677D98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61B568-637C-4A9E-8C00-B268E3CD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16CBF-D8D1-48E6-944E-52CD6F06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FFA7F2-95F2-4492-874F-E72CDFB5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583AD6-A099-4AC7-9B38-BCA5A8BD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54FB43-AEEA-4777-99FE-3AF9D258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25BF06-F82D-4108-8798-DE0C50C6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5B4D52-1BD9-47A7-9910-87DBF886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CC1FA73-2DDF-4DAC-8487-F6F1F245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1B85127-A8D5-4E7F-87F8-7DB5F027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31D1CF4-9C70-4E7E-8A83-9A578130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6F67712-0382-4B39-9483-9037DD92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48DE5BD-F116-48E0-AED0-4121D93F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5592BB4-2212-40DE-A36E-711CCA6B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94231D0-201C-43CF-AF22-76D4A5E3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765DDA8-696C-4011-A90C-759FE842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BB2E3B6-4B65-4BD9-A120-D6071AEC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9390D18-79DC-4BF8-A14C-14D1AF6B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854E9A2-52A9-44F3-883F-7AB4988B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053AEFF-210D-41B4-8918-BFE3E502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77150559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2026-07-27T15:52:18.0260000Z</dcterms:created>
  <dcterms:modified xsi:type="dcterms:W3CDTF">2026-07-27T15:52:18.0260000Z</dcterms:modified>
</coreProperties>
</file>