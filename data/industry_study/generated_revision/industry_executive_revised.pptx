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a7a85576284e64" /><Relationship Type="http://schemas.openxmlformats.org/officeDocument/2006/relationships/extended-properties" Target="/docProps/app.xml" Id="Rb772cb743c6b424a" /><Relationship Type="http://schemas.openxmlformats.org/officeDocument/2006/relationships/officeDocument" Target="/ppt/presentation.xml" Id="Rfbb994f626814d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1d6c870de245cd"/>
  </p:sldMasterIdLst>
  <p:notesMasterIdLst>
    <p:notesMasterId xmlns:r="http://schemas.openxmlformats.org/officeDocument/2006/relationships" r:id="Rfaea849160164256"/>
  </p:notesMasterIdLst>
  <p:sldIdLst>
    <p:sldId xmlns:r="http://schemas.openxmlformats.org/officeDocument/2006/relationships" id="256" r:id="R38da39a8acd54315"/>
    <p:sldId xmlns:r="http://schemas.openxmlformats.org/officeDocument/2006/relationships" id="257" r:id="R88e8c787891c4845"/>
    <p:sldId xmlns:r="http://schemas.openxmlformats.org/officeDocument/2006/relationships" id="258" r:id="R7f929c12efec46e4"/>
    <p:sldId xmlns:r="http://schemas.openxmlformats.org/officeDocument/2006/relationships" id="259" r:id="R87ce38118c044eb4"/>
    <p:sldId xmlns:r="http://schemas.openxmlformats.org/officeDocument/2006/relationships" id="260" r:id="R67a274040e244883"/>
    <p:sldId xmlns:r="http://schemas.openxmlformats.org/officeDocument/2006/relationships" id="261" r:id="R01fd4aefda994a7d"/>
    <p:sldId xmlns:r="http://schemas.openxmlformats.org/officeDocument/2006/relationships" id="262" r:id="Re95b6ad88e0e4ebc"/>
    <p:sldId xmlns:r="http://schemas.openxmlformats.org/officeDocument/2006/relationships" id="263" r:id="R6411cfcac828443f"/>
    <p:sldId xmlns:r="http://schemas.openxmlformats.org/officeDocument/2006/relationships" id="264" r:id="R22e0b7b2f6f94033"/>
    <p:sldId xmlns:r="http://schemas.openxmlformats.org/officeDocument/2006/relationships" id="265" r:id="R6ad261297f9449e9"/>
    <p:sldId xmlns:r="http://schemas.openxmlformats.org/officeDocument/2006/relationships" id="266" r:id="Rc656992fd0834666"/>
    <p:sldId xmlns:r="http://schemas.openxmlformats.org/officeDocument/2006/relationships" id="267" r:id="R894462ea04c24527"/>
    <p:sldId xmlns:r="http://schemas.openxmlformats.org/officeDocument/2006/relationships" id="268" r:id="Rf028ae519cd14096"/>
    <p:sldId xmlns:r="http://schemas.openxmlformats.org/officeDocument/2006/relationships" id="269" r:id="R56b79b1f860345e3"/>
    <p:sldId xmlns:r="http://schemas.openxmlformats.org/officeDocument/2006/relationships" id="270" r:id="R5c69b9465878477b"/>
    <p:sldId xmlns:r="http://schemas.openxmlformats.org/officeDocument/2006/relationships" id="271" r:id="R49ce47dc7a6841be"/>
    <p:sldId xmlns:r="http://schemas.openxmlformats.org/officeDocument/2006/relationships" id="272" r:id="R1bc31ba2ecf24b66"/>
    <p:sldId xmlns:r="http://schemas.openxmlformats.org/officeDocument/2006/relationships" id="273" r:id="Ra19494516e4b406b"/>
    <p:sldId xmlns:r="http://schemas.openxmlformats.org/officeDocument/2006/relationships" id="274" r:id="Rd74a24b3c16a439b"/>
    <p:sldId xmlns:r="http://schemas.openxmlformats.org/officeDocument/2006/relationships" id="275" r:id="R5f0fcfb3789e4356"/>
    <p:sldId xmlns:r="http://schemas.openxmlformats.org/officeDocument/2006/relationships" id="276" r:id="R5629cb4dec004ae1"/>
    <p:sldId xmlns:r="http://schemas.openxmlformats.org/officeDocument/2006/relationships" id="277" r:id="Rf15b632bb587424a"/>
    <p:sldId xmlns:r="http://schemas.openxmlformats.org/officeDocument/2006/relationships" id="278" r:id="R8e46dcfd4e104045"/>
    <p:sldId xmlns:r="http://schemas.openxmlformats.org/officeDocument/2006/relationships" id="279" r:id="R9186ac8cc8f04447"/>
    <p:sldId xmlns:r="http://schemas.openxmlformats.org/officeDocument/2006/relationships" id="280" r:id="R5288d029f6ed4d8b"/>
    <p:sldId xmlns:r="http://schemas.openxmlformats.org/officeDocument/2006/relationships" id="281" r:id="Rf7578788de6c4a8e"/>
    <p:sldId xmlns:r="http://schemas.openxmlformats.org/officeDocument/2006/relationships" id="282" r:id="R262917635df54edf"/>
    <p:sldId xmlns:r="http://schemas.openxmlformats.org/officeDocument/2006/relationships" id="283" r:id="R365572f6151e4658"/>
    <p:sldId xmlns:r="http://schemas.openxmlformats.org/officeDocument/2006/relationships" id="284" r:id="Ra5904481b80649a5"/>
    <p:sldId xmlns:r="http://schemas.openxmlformats.org/officeDocument/2006/relationships" id="285" r:id="Ra1cbebf32e9047d9"/>
    <p:sldId xmlns:r="http://schemas.openxmlformats.org/officeDocument/2006/relationships" id="286" r:id="Rdda78d41587f412e"/>
    <p:sldId xmlns:r="http://schemas.openxmlformats.org/officeDocument/2006/relationships" id="287" r:id="R2d94962acc114c4c"/>
    <p:sldId xmlns:r="http://schemas.openxmlformats.org/officeDocument/2006/relationships" id="288" r:id="R0aa2ec5494b143a7"/>
    <p:sldId xmlns:r="http://schemas.openxmlformats.org/officeDocument/2006/relationships" id="289" r:id="R399620f53d3f4cbc"/>
    <p:sldId xmlns:r="http://schemas.openxmlformats.org/officeDocument/2006/relationships" id="290" r:id="R1e89e979dd374beb"/>
    <p:sldId xmlns:r="http://schemas.openxmlformats.org/officeDocument/2006/relationships" id="291" r:id="R8b2d6f649d114633"/>
    <p:sldId xmlns:r="http://schemas.openxmlformats.org/officeDocument/2006/relationships" id="292" r:id="R024a59172b5b493b"/>
    <p:sldId xmlns:r="http://schemas.openxmlformats.org/officeDocument/2006/relationships" id="293" r:id="R66791aa089b5438d"/>
    <p:sldId xmlns:r="http://schemas.openxmlformats.org/officeDocument/2006/relationships" id="294" r:id="R60632098a27e4882"/>
    <p:sldId xmlns:r="http://schemas.openxmlformats.org/officeDocument/2006/relationships" id="295" r:id="R11e22d2e046643a0"/>
    <p:sldId xmlns:r="http://schemas.openxmlformats.org/officeDocument/2006/relationships" id="296" r:id="R93c45f2bd75b4fab"/>
    <p:sldId xmlns:r="http://schemas.openxmlformats.org/officeDocument/2006/relationships" id="297" r:id="R5406b590cc2648b2"/>
    <p:sldId xmlns:r="http://schemas.openxmlformats.org/officeDocument/2006/relationships" id="298" r:id="R9207d5e54578487d"/>
    <p:sldId xmlns:r="http://schemas.openxmlformats.org/officeDocument/2006/relationships" id="299" r:id="R2340bbd5d4264bc1"/>
    <p:sldId xmlns:r="http://schemas.openxmlformats.org/officeDocument/2006/relationships" id="300" r:id="R3be38650cf3e4453"/>
    <p:sldId xmlns:r="http://schemas.openxmlformats.org/officeDocument/2006/relationships" id="301" r:id="Rfecd32d4296d4809"/>
    <p:sldId xmlns:r="http://schemas.openxmlformats.org/officeDocument/2006/relationships" id="302" r:id="R37e30320980941e9"/>
    <p:sldId xmlns:r="http://schemas.openxmlformats.org/officeDocument/2006/relationships" id="303" r:id="R1c8c7ea4c2c04117"/>
    <p:sldId xmlns:r="http://schemas.openxmlformats.org/officeDocument/2006/relationships" id="304" r:id="R455ccc3f414f4eb0"/>
    <p:sldId xmlns:r="http://schemas.openxmlformats.org/officeDocument/2006/relationships" id="305" r:id="R2116e380e9324fbb"/>
    <p:sldId xmlns:r="http://schemas.openxmlformats.org/officeDocument/2006/relationships" id="306" r:id="R7252aa9bb1684ac9"/>
    <p:sldId xmlns:r="http://schemas.openxmlformats.org/officeDocument/2006/relationships" id="307" r:id="R534caef3ae2c4f88"/>
    <p:sldId xmlns:r="http://schemas.openxmlformats.org/officeDocument/2006/relationships" id="308" r:id="Rd09a71b9d06a44a6"/>
    <p:sldId xmlns:r="http://schemas.openxmlformats.org/officeDocument/2006/relationships" id="309" r:id="Rd975a233609040fe"/>
    <p:sldId xmlns:r="http://schemas.openxmlformats.org/officeDocument/2006/relationships" id="310" r:id="Rbf635fdee65a4c6c"/>
    <p:sldId xmlns:r="http://schemas.openxmlformats.org/officeDocument/2006/relationships" id="311" r:id="Rdbd0130278c04cf5"/>
    <p:sldId xmlns:r="http://schemas.openxmlformats.org/officeDocument/2006/relationships" id="312" r:id="R60496beaa9e340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1504c51c7b4551" /><Relationship Type="http://schemas.openxmlformats.org/officeDocument/2006/relationships/slideMaster" Target="/ppt/slideMasters/slideMaster1.xml" Id="Rc51d6c870de245cd" /><Relationship Type="http://schemas.openxmlformats.org/officeDocument/2006/relationships/notesMaster" Target="/ppt/notesMasters/notesMaster1.xml" Id="Rfaea849160164256" /><Relationship Type="http://schemas.openxmlformats.org/officeDocument/2006/relationships/presProps" Target="/ppt/presProps.xml" Id="R9987c3e6a1e0410f" /><Relationship Type="http://schemas.openxmlformats.org/officeDocument/2006/relationships/tableStyles" Target="/ppt/tableStyles.xml" Id="R158acdef6d7c4a75" /><Relationship Type="http://schemas.openxmlformats.org/officeDocument/2006/relationships/slide" Target="/ppt/slides/slide1.xml" Id="R38da39a8acd54315" /><Relationship Type="http://schemas.openxmlformats.org/officeDocument/2006/relationships/slide" Target="/ppt/slides/slide2.xml" Id="R88e8c787891c4845" /><Relationship Type="http://schemas.openxmlformats.org/officeDocument/2006/relationships/slide" Target="/ppt/slides/slide3.xml" Id="R7f929c12efec46e4" /><Relationship Type="http://schemas.openxmlformats.org/officeDocument/2006/relationships/slide" Target="/ppt/slides/slide4.xml" Id="R87ce38118c044eb4" /><Relationship Type="http://schemas.openxmlformats.org/officeDocument/2006/relationships/slide" Target="/ppt/slides/slide5.xml" Id="R67a274040e244883" /><Relationship Type="http://schemas.openxmlformats.org/officeDocument/2006/relationships/slide" Target="/ppt/slides/slide6.xml" Id="R01fd4aefda994a7d" /><Relationship Type="http://schemas.openxmlformats.org/officeDocument/2006/relationships/slide" Target="/ppt/slides/slide7.xml" Id="Re95b6ad88e0e4ebc" /><Relationship Type="http://schemas.openxmlformats.org/officeDocument/2006/relationships/slide" Target="/ppt/slides/slide8.xml" Id="R6411cfcac828443f" /><Relationship Type="http://schemas.openxmlformats.org/officeDocument/2006/relationships/slide" Target="/ppt/slides/slide9.xml" Id="R22e0b7b2f6f94033" /><Relationship Type="http://schemas.openxmlformats.org/officeDocument/2006/relationships/slide" Target="/ppt/slides/slide10.xml" Id="R6ad261297f9449e9" /><Relationship Type="http://schemas.openxmlformats.org/officeDocument/2006/relationships/slide" Target="/ppt/slides/slide11.xml" Id="Rc656992fd0834666" /><Relationship Type="http://schemas.openxmlformats.org/officeDocument/2006/relationships/slide" Target="/ppt/slides/slide12.xml" Id="R894462ea04c24527" /><Relationship Type="http://schemas.openxmlformats.org/officeDocument/2006/relationships/slide" Target="/ppt/slides/slide13.xml" Id="Rf028ae519cd14096" /><Relationship Type="http://schemas.openxmlformats.org/officeDocument/2006/relationships/slide" Target="/ppt/slides/slide14.xml" Id="R56b79b1f860345e3" /><Relationship Type="http://schemas.openxmlformats.org/officeDocument/2006/relationships/slide" Target="/ppt/slides/slide15.xml" Id="R5c69b9465878477b" /><Relationship Type="http://schemas.openxmlformats.org/officeDocument/2006/relationships/slide" Target="/ppt/slides/slide16.xml" Id="R49ce47dc7a6841be" /><Relationship Type="http://schemas.openxmlformats.org/officeDocument/2006/relationships/slide" Target="/ppt/slides/slide17.xml" Id="R1bc31ba2ecf24b66" /><Relationship Type="http://schemas.openxmlformats.org/officeDocument/2006/relationships/slide" Target="/ppt/slides/slide18.xml" Id="Ra19494516e4b406b" /><Relationship Type="http://schemas.openxmlformats.org/officeDocument/2006/relationships/slide" Target="/ppt/slides/slide19.xml" Id="Rd74a24b3c16a439b" /><Relationship Type="http://schemas.openxmlformats.org/officeDocument/2006/relationships/slide" Target="/ppt/slides/slide20.xml" Id="R5f0fcfb3789e4356" /><Relationship Type="http://schemas.openxmlformats.org/officeDocument/2006/relationships/slide" Target="/ppt/slides/slide21.xml" Id="R5629cb4dec004ae1" /><Relationship Type="http://schemas.openxmlformats.org/officeDocument/2006/relationships/slide" Target="/ppt/slides/slide22.xml" Id="Rf15b632bb587424a" /><Relationship Type="http://schemas.openxmlformats.org/officeDocument/2006/relationships/slide" Target="/ppt/slides/slide23.xml" Id="R8e46dcfd4e104045" /><Relationship Type="http://schemas.openxmlformats.org/officeDocument/2006/relationships/slide" Target="/ppt/slides/slide24.xml" Id="R9186ac8cc8f04447" /><Relationship Type="http://schemas.openxmlformats.org/officeDocument/2006/relationships/slide" Target="/ppt/slides/slide25.xml" Id="R5288d029f6ed4d8b" /><Relationship Type="http://schemas.openxmlformats.org/officeDocument/2006/relationships/slide" Target="/ppt/slides/slide26.xml" Id="Rf7578788de6c4a8e" /><Relationship Type="http://schemas.openxmlformats.org/officeDocument/2006/relationships/slide" Target="/ppt/slides/slide27.xml" Id="R262917635df54edf" /><Relationship Type="http://schemas.openxmlformats.org/officeDocument/2006/relationships/slide" Target="/ppt/slides/slide28.xml" Id="R365572f6151e4658" /><Relationship Type="http://schemas.openxmlformats.org/officeDocument/2006/relationships/slide" Target="/ppt/slides/slide29.xml" Id="Ra5904481b80649a5" /><Relationship Type="http://schemas.openxmlformats.org/officeDocument/2006/relationships/slide" Target="/ppt/slides/slide30.xml" Id="Ra1cbebf32e9047d9" /><Relationship Type="http://schemas.openxmlformats.org/officeDocument/2006/relationships/slide" Target="/ppt/slides/slide31.xml" Id="Rdda78d41587f412e" /><Relationship Type="http://schemas.openxmlformats.org/officeDocument/2006/relationships/slide" Target="/ppt/slides/slide32.xml" Id="R2d94962acc114c4c" /><Relationship Type="http://schemas.openxmlformats.org/officeDocument/2006/relationships/slide" Target="/ppt/slides/slide33.xml" Id="R0aa2ec5494b143a7" /><Relationship Type="http://schemas.openxmlformats.org/officeDocument/2006/relationships/slide" Target="/ppt/slides/slide34.xml" Id="R399620f53d3f4cbc" /><Relationship Type="http://schemas.openxmlformats.org/officeDocument/2006/relationships/slide" Target="/ppt/slides/slide35.xml" Id="R1e89e979dd374beb" /><Relationship Type="http://schemas.openxmlformats.org/officeDocument/2006/relationships/slide" Target="/ppt/slides/slide36.xml" Id="R8b2d6f649d114633" /><Relationship Type="http://schemas.openxmlformats.org/officeDocument/2006/relationships/slide" Target="/ppt/slides/slide37.xml" Id="R024a59172b5b493b" /><Relationship Type="http://schemas.openxmlformats.org/officeDocument/2006/relationships/slide" Target="/ppt/slides/slide38.xml" Id="R66791aa089b5438d" /><Relationship Type="http://schemas.openxmlformats.org/officeDocument/2006/relationships/slide" Target="/ppt/slides/slide39.xml" Id="R60632098a27e4882" /><Relationship Type="http://schemas.openxmlformats.org/officeDocument/2006/relationships/slide" Target="/ppt/slides/slide40.xml" Id="R11e22d2e046643a0" /><Relationship Type="http://schemas.openxmlformats.org/officeDocument/2006/relationships/slide" Target="/ppt/slides/slide41.xml" Id="R93c45f2bd75b4fab" /><Relationship Type="http://schemas.openxmlformats.org/officeDocument/2006/relationships/slide" Target="/ppt/slides/slide42.xml" Id="R5406b590cc2648b2" /><Relationship Type="http://schemas.openxmlformats.org/officeDocument/2006/relationships/slide" Target="/ppt/slides/slide43.xml" Id="R9207d5e54578487d" /><Relationship Type="http://schemas.openxmlformats.org/officeDocument/2006/relationships/slide" Target="/ppt/slides/slide44.xml" Id="R2340bbd5d4264bc1" /><Relationship Type="http://schemas.openxmlformats.org/officeDocument/2006/relationships/slide" Target="/ppt/slides/slide45.xml" Id="R3be38650cf3e4453" /><Relationship Type="http://schemas.openxmlformats.org/officeDocument/2006/relationships/slide" Target="/ppt/slides/slide46.xml" Id="Rfecd32d4296d4809" /><Relationship Type="http://schemas.openxmlformats.org/officeDocument/2006/relationships/slide" Target="/ppt/slides/slide47.xml" Id="R37e30320980941e9" /><Relationship Type="http://schemas.openxmlformats.org/officeDocument/2006/relationships/slide" Target="/ppt/slides/slide48.xml" Id="R1c8c7ea4c2c04117" /><Relationship Type="http://schemas.openxmlformats.org/officeDocument/2006/relationships/slide" Target="/ppt/slides/slide49.xml" Id="R455ccc3f414f4eb0" /><Relationship Type="http://schemas.openxmlformats.org/officeDocument/2006/relationships/slide" Target="/ppt/slides/slide50.xml" Id="R2116e380e9324fbb" /><Relationship Type="http://schemas.openxmlformats.org/officeDocument/2006/relationships/slide" Target="/ppt/slides/slide51.xml" Id="R7252aa9bb1684ac9" /><Relationship Type="http://schemas.openxmlformats.org/officeDocument/2006/relationships/slide" Target="/ppt/slides/slide52.xml" Id="R534caef3ae2c4f88" /><Relationship Type="http://schemas.openxmlformats.org/officeDocument/2006/relationships/slide" Target="/ppt/slides/slide53.xml" Id="Rd09a71b9d06a44a6" /><Relationship Type="http://schemas.openxmlformats.org/officeDocument/2006/relationships/slide" Target="/ppt/slides/slide54.xml" Id="Rd975a233609040fe" /><Relationship Type="http://schemas.openxmlformats.org/officeDocument/2006/relationships/slide" Target="/ppt/slides/slide55.xml" Id="Rbf635fdee65a4c6c" /><Relationship Type="http://schemas.openxmlformats.org/officeDocument/2006/relationships/slide" Target="/ppt/slides/slide56.xml" Id="Rdbd0130278c04cf5" /><Relationship Type="http://schemas.openxmlformats.org/officeDocument/2006/relationships/slide" Target="/ppt/slides/slide57.xml" Id="R60496beaa9e340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bc1502c86549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d0684fac034112" /><Relationship Type="http://schemas.openxmlformats.org/officeDocument/2006/relationships/notesMaster" Target="/ppt/notesMasters/notesMaster1.xml" Id="R23f40cd8fe2b47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8124c7207a44a5" /><Relationship Type="http://schemas.openxmlformats.org/officeDocument/2006/relationships/notesMaster" Target="/ppt/notesMasters/notesMaster1.xml" Id="R3ca0c2cbdcf04e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591299a9864cf9" /><Relationship Type="http://schemas.openxmlformats.org/officeDocument/2006/relationships/notesMaster" Target="/ppt/notesMasters/notesMaster1.xml" Id="R882768c0670f44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3750bdb76343e5" /><Relationship Type="http://schemas.openxmlformats.org/officeDocument/2006/relationships/notesMaster" Target="/ppt/notesMasters/notesMaster1.xml" Id="Rea43e45525c847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71b2fa2a954b5c" /><Relationship Type="http://schemas.openxmlformats.org/officeDocument/2006/relationships/notesMaster" Target="/ppt/notesMasters/notesMaster1.xml" Id="R748753ff277241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1055dba3814363" /><Relationship Type="http://schemas.openxmlformats.org/officeDocument/2006/relationships/notesMaster" Target="/ppt/notesMasters/notesMaster1.xml" Id="Rc876dfef883743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a880916b874d8a" /><Relationship Type="http://schemas.openxmlformats.org/officeDocument/2006/relationships/notesMaster" Target="/ppt/notesMasters/notesMaster1.xml" Id="R4793f492536241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ca860f064a48ed" /><Relationship Type="http://schemas.openxmlformats.org/officeDocument/2006/relationships/notesMaster" Target="/ppt/notesMasters/notesMaster1.xml" Id="R58893654318347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6e2e918a2e48f3" /><Relationship Type="http://schemas.openxmlformats.org/officeDocument/2006/relationships/notesMaster" Target="/ppt/notesMasters/notesMaster1.xml" Id="R5baaf15f543249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3bc62eadde45ad" /><Relationship Type="http://schemas.openxmlformats.org/officeDocument/2006/relationships/notesMaster" Target="/ppt/notesMasters/notesMaster1.xml" Id="R57842b0c7b2942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7b63ff7f264e04" /><Relationship Type="http://schemas.openxmlformats.org/officeDocument/2006/relationships/notesMaster" Target="/ppt/notesMasters/notesMaster1.xml" Id="R42fab5c24f4647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e6f7b603bc4493" /><Relationship Type="http://schemas.openxmlformats.org/officeDocument/2006/relationships/notesMaster" Target="/ppt/notesMasters/notesMaster1.xml" Id="R0a5b94ea46a346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dbfff274ac4d69" /><Relationship Type="http://schemas.openxmlformats.org/officeDocument/2006/relationships/notesMaster" Target="/ppt/notesMasters/notesMaster1.xml" Id="Re08154b3360142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1acb4ad5f94651" /><Relationship Type="http://schemas.openxmlformats.org/officeDocument/2006/relationships/notesMaster" Target="/ppt/notesMasters/notesMaster1.xml" Id="R74ee8bb8d612477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206d344426f4905" /><Relationship Type="http://schemas.openxmlformats.org/officeDocument/2006/relationships/notesMaster" Target="/ppt/notesMasters/notesMaster1.xml" Id="R5fd7c5691c974f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e0e3e8d3b054f6e" /><Relationship Type="http://schemas.openxmlformats.org/officeDocument/2006/relationships/notesMaster" Target="/ppt/notesMasters/notesMaster1.xml" Id="Re74c71088d06418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09f1e45cd144d5c" /><Relationship Type="http://schemas.openxmlformats.org/officeDocument/2006/relationships/notesMaster" Target="/ppt/notesMasters/notesMaster1.xml" Id="R7e5c0dfe4dea42e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74a54e9000f4449" /><Relationship Type="http://schemas.openxmlformats.org/officeDocument/2006/relationships/notesMaster" Target="/ppt/notesMasters/notesMaster1.xml" Id="R39d6365b47fa455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6a30b7cd8b4c2e" /><Relationship Type="http://schemas.openxmlformats.org/officeDocument/2006/relationships/notesMaster" Target="/ppt/notesMasters/notesMaster1.xml" Id="R0e3e7e8b1a3a4ac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62485ccf6d43e7" /><Relationship Type="http://schemas.openxmlformats.org/officeDocument/2006/relationships/notesMaster" Target="/ppt/notesMasters/notesMaster1.xml" Id="R43a38948b38a41f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8b389e35361411d" /><Relationship Type="http://schemas.openxmlformats.org/officeDocument/2006/relationships/notesMaster" Target="/ppt/notesMasters/notesMaster1.xml" Id="R5611e26ff0ce487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060045d38ab470c" /><Relationship Type="http://schemas.openxmlformats.org/officeDocument/2006/relationships/notesMaster" Target="/ppt/notesMasters/notesMaster1.xml" Id="R346f3466f17d473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29cd499b7f74a86" /><Relationship Type="http://schemas.openxmlformats.org/officeDocument/2006/relationships/notesMaster" Target="/ppt/notesMasters/notesMaster1.xml" Id="Rde9690a2d8a249a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f74d9fd1c384b84" /><Relationship Type="http://schemas.openxmlformats.org/officeDocument/2006/relationships/notesMaster" Target="/ppt/notesMasters/notesMaster1.xml" Id="Rb781542261b44da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c1e8d281a9248d6" /><Relationship Type="http://schemas.openxmlformats.org/officeDocument/2006/relationships/notesMaster" Target="/ppt/notesMasters/notesMaster1.xml" Id="R738aa3172fe64c9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626c7a73a5408b" /><Relationship Type="http://schemas.openxmlformats.org/officeDocument/2006/relationships/notesMaster" Target="/ppt/notesMasters/notesMaster1.xml" Id="Refec34c489ec47e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822631c97d4c33" /><Relationship Type="http://schemas.openxmlformats.org/officeDocument/2006/relationships/notesMaster" Target="/ppt/notesMasters/notesMaster1.xml" Id="R0fb466f5367f4cd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6fdae8063c440bb" /><Relationship Type="http://schemas.openxmlformats.org/officeDocument/2006/relationships/notesMaster" Target="/ppt/notesMasters/notesMaster1.xml" Id="R1f6efa1df7bb412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118337c251849d9" /><Relationship Type="http://schemas.openxmlformats.org/officeDocument/2006/relationships/notesMaster" Target="/ppt/notesMasters/notesMaster1.xml" Id="R39be1046755a4ef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711226de6a94bc8" /><Relationship Type="http://schemas.openxmlformats.org/officeDocument/2006/relationships/notesMaster" Target="/ppt/notesMasters/notesMaster1.xml" Id="Rdcc5c362f3ad4ed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948a5347ed4bd0" /><Relationship Type="http://schemas.openxmlformats.org/officeDocument/2006/relationships/notesMaster" Target="/ppt/notesMasters/notesMaster1.xml" Id="Rd34e4a322e7045f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8ae9ca487f14b77" /><Relationship Type="http://schemas.openxmlformats.org/officeDocument/2006/relationships/notesMaster" Target="/ppt/notesMasters/notesMaster1.xml" Id="R8423fd667ff3488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f17669f93564354" /><Relationship Type="http://schemas.openxmlformats.org/officeDocument/2006/relationships/notesMaster" Target="/ppt/notesMasters/notesMaster1.xml" Id="R4552ba545b914a6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2a9ab02927b4acd" /><Relationship Type="http://schemas.openxmlformats.org/officeDocument/2006/relationships/notesMaster" Target="/ppt/notesMasters/notesMaster1.xml" Id="Raa67e1647b5248c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9edbdf1b2fe4d19" /><Relationship Type="http://schemas.openxmlformats.org/officeDocument/2006/relationships/notesMaster" Target="/ppt/notesMasters/notesMaster1.xml" Id="Rccbb2c4d4abf4e7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ec8ae7e5aea4a71" /><Relationship Type="http://schemas.openxmlformats.org/officeDocument/2006/relationships/notesMaster" Target="/ppt/notesMasters/notesMaster1.xml" Id="Rf217229f0f9d4f2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4eec5352eb4f61" /><Relationship Type="http://schemas.openxmlformats.org/officeDocument/2006/relationships/notesMaster" Target="/ppt/notesMasters/notesMaster1.xml" Id="Rbd680e30f5ab425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24d0c1543e24786" /><Relationship Type="http://schemas.openxmlformats.org/officeDocument/2006/relationships/notesMaster" Target="/ppt/notesMasters/notesMaster1.xml" Id="R06cb7db812bf400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3cb4626928e4b89" /><Relationship Type="http://schemas.openxmlformats.org/officeDocument/2006/relationships/notesMaster" Target="/ppt/notesMasters/notesMaster1.xml" Id="R203c1da67766499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54ce9a73f2c4231" /><Relationship Type="http://schemas.openxmlformats.org/officeDocument/2006/relationships/notesMaster" Target="/ppt/notesMasters/notesMaster1.xml" Id="Rbc9ad58e5593475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196ad4808074f6e" /><Relationship Type="http://schemas.openxmlformats.org/officeDocument/2006/relationships/notesMaster" Target="/ppt/notesMasters/notesMaster1.xml" Id="R2e8186ddb587461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56d4f4e85844221" /><Relationship Type="http://schemas.openxmlformats.org/officeDocument/2006/relationships/notesMaster" Target="/ppt/notesMasters/notesMaster1.xml" Id="R099f1189d5694ae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ce16f0990d249b6" /><Relationship Type="http://schemas.openxmlformats.org/officeDocument/2006/relationships/notesMaster" Target="/ppt/notesMasters/notesMaster1.xml" Id="R596f0b084bf048d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3945b1123614b9d" /><Relationship Type="http://schemas.openxmlformats.org/officeDocument/2006/relationships/notesMaster" Target="/ppt/notesMasters/notesMaster1.xml" Id="Ra6d20615f1f44a6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06e2cadece045c6" /><Relationship Type="http://schemas.openxmlformats.org/officeDocument/2006/relationships/notesMaster" Target="/ppt/notesMasters/notesMaster1.xml" Id="Rd231babea5084cf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7b3ff860d0d4aa7" /><Relationship Type="http://schemas.openxmlformats.org/officeDocument/2006/relationships/notesMaster" Target="/ppt/notesMasters/notesMaster1.xml" Id="R0bf7b06345304a0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9b3bc4f827c4731" /><Relationship Type="http://schemas.openxmlformats.org/officeDocument/2006/relationships/notesMaster" Target="/ppt/notesMasters/notesMaster1.xml" Id="R35b84a80041048f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74cfb0e8221487d" /><Relationship Type="http://schemas.openxmlformats.org/officeDocument/2006/relationships/notesMaster" Target="/ppt/notesMasters/notesMaster1.xml" Id="R2ee50e05809c48c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a8c369aad074b4e" /><Relationship Type="http://schemas.openxmlformats.org/officeDocument/2006/relationships/notesMaster" Target="/ppt/notesMasters/notesMaster1.xml" Id="Rc4418996b27e486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89c83d75b8442d1" /><Relationship Type="http://schemas.openxmlformats.org/officeDocument/2006/relationships/notesMaster" Target="/ppt/notesMasters/notesMaster1.xml" Id="R4db8fb55b74a436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01a2e8a404f450c" /><Relationship Type="http://schemas.openxmlformats.org/officeDocument/2006/relationships/notesMaster" Target="/ppt/notesMasters/notesMaster1.xml" Id="Racec4f17e1b2461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b12b72d4e2b4a76" /><Relationship Type="http://schemas.openxmlformats.org/officeDocument/2006/relationships/notesMaster" Target="/ppt/notesMasters/notesMaster1.xml" Id="R3bed846b1796434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7f1c502ba974fae" /><Relationship Type="http://schemas.openxmlformats.org/officeDocument/2006/relationships/notesMaster" Target="/ppt/notesMasters/notesMaster1.xml" Id="R60d3b838044f4a0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4db4d495bc904a0e" /><Relationship Type="http://schemas.openxmlformats.org/officeDocument/2006/relationships/notesMaster" Target="/ppt/notesMasters/notesMaster1.xml" Id="R2486873aa54c4eb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84f50125e5c4276" /><Relationship Type="http://schemas.openxmlformats.org/officeDocument/2006/relationships/notesMaster" Target="/ppt/notesMasters/notesMaster1.xml" Id="R0cc1842a46e74fc9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ab39804ab034962" /><Relationship Type="http://schemas.openxmlformats.org/officeDocument/2006/relationships/notesMaster" Target="/ppt/notesMasters/notesMaster1.xml" Id="Rd6e36bc4afec493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b49e3f7871e4c0e" /><Relationship Type="http://schemas.openxmlformats.org/officeDocument/2006/relationships/notesMaster" Target="/ppt/notesMasters/notesMaster1.xml" Id="Re4deb020b21544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CNPJ. A presença compara os sete tipos já usados na curadoria flagship; N/D não é convertido em zero.</a:t>
            </a:r>
          </a:p>
          <a:p xmlns:a="http://schemas.openxmlformats.org/drawingml/2006/main">
            <a:r>
              <a:t>- Mínimo estrutural inclui mínimo júnior e, com asterisco, suporte total/combinado documentado.</a:t>
            </a:r>
          </a:p>
          <a:p xmlns:a="http://schemas.openxmlformats.org/drawingml/2006/main">
            <a:r>
              <a:t>- Documento, página, fórmula, natureza e motivo de comparabilidade constam na aba Risco estrutural ativos.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uma linha por CNPJ e base; Carteira I e flagships permanecem identificados na primeira coluna.</a:t>
            </a:r>
          </a:p>
          <a:p xmlns:a="http://schemas.openxmlformats.org/drawingml/2006/main">
            <a:r>
              <a:t>- Mínimo estrutural preserva a natureza documental: júnior, total, combinado, calculado ou ajustado; estruturas não comparáveis ficam sem folga.</a:t>
            </a:r>
          </a:p>
          <a:p xmlns:a="http://schemas.openxmlformats.org/drawingml/2006/main">
            <a:r>
              <a:t>- Preço unitário: VNU, preço de emissão, subscrição ou integralização por classe/série; quantidade, taxa, spread e remuneração não são exibidos.</a:t>
            </a:r>
          </a:p>
          <a:p xmlns:a="http://schemas.openxmlformats.org/drawingml/2006/main">
            <a:r>
              <a:t>- Cor codifica somente a situação regulatória. Posição relativa ao mercado usa seta textual neutra e exige pelo menos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Capacidade de absorção até o gatilho = (subordinação atual − mínimo) / (1 − mínimo).</a:t>
            </a:r>
          </a:p>
          <a:p xmlns:a="http://schemas.openxmlformats.org/drawingml/2006/main">
            <a:r>
              <a:t>- Realce laranja identifica situação regulatória abaixo do mínimo ou em folga estreita. A posição relativa ao mercado usa setas no slide anterior.</a:t>
            </a:r>
          </a:p>
          <a:p xmlns:a="http://schemas.openxmlformats.org/drawingml/2006/main">
            <a:r>
              <a:t>- A lista mostra oito casos mensuráveis; a aba Risco estrutural ativos preserva os 101 CNPJs e todas as lacunas.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1928b2f7ca49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01f80f40ad489c" /><Relationship Type="http://schemas.openxmlformats.org/officeDocument/2006/relationships/slideLayout" Target="/ppt/slideLayouts/slideLayout1.xml" Id="R0869b8d682584a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69b8d682584a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7028b62644ea6" /><Relationship Type="http://schemas.openxmlformats.org/officeDocument/2006/relationships/notesSlide" Target="/ppt/notesSlides/notesSlide1.xml" Id="R8deb00575da44e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d4bec63e444f7" /><Relationship Type="http://schemas.openxmlformats.org/officeDocument/2006/relationships/chart" Target="/ppt/slides/charts/chart1.xml" Id="R5089c1ad02484209" /><Relationship Type="http://schemas.openxmlformats.org/officeDocument/2006/relationships/chart" Target="/ppt/slides/charts/chart2.xml" Id="R4c0e1abb5dc44aa1" /><Relationship Type="http://schemas.openxmlformats.org/officeDocument/2006/relationships/chart" Target="/ppt/slides/charts/chart3.xml" Id="Rcb340e49f4684779" /><Relationship Type="http://schemas.openxmlformats.org/officeDocument/2006/relationships/notesSlide" Target="/ppt/notesSlides/notesSlide2.xml" Id="Re978fc16c8054d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9c610f2804b39" /><Relationship Type="http://schemas.openxmlformats.org/officeDocument/2006/relationships/chart" Target="/ppt/slides/charts/chart4.xml" Id="R689fc8ff35574592" /><Relationship Type="http://schemas.openxmlformats.org/officeDocument/2006/relationships/chart" Target="/ppt/slides/charts/chart5.xml" Id="Ra026c74e14324f5d" /><Relationship Type="http://schemas.openxmlformats.org/officeDocument/2006/relationships/notesSlide" Target="/ppt/notesSlides/notesSlide3.xml" Id="R9bb3ffe0d57c44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d454bb5194c11" /><Relationship Type="http://schemas.openxmlformats.org/officeDocument/2006/relationships/chart" Target="/ppt/slides/charts/chart6.xml" Id="R3acb5b8f046143e5" /><Relationship Type="http://schemas.openxmlformats.org/officeDocument/2006/relationships/chart" Target="/ppt/slides/charts/chart7.xml" Id="Re5c897002f2349fc" /><Relationship Type="http://schemas.openxmlformats.org/officeDocument/2006/relationships/chart" Target="/ppt/slides/charts/chart8.xml" Id="Rcbeb5572486944c0" /><Relationship Type="http://schemas.openxmlformats.org/officeDocument/2006/relationships/chart" Target="/ppt/slides/charts/chart9.xml" Id="R04f8ba993a8140dc" /><Relationship Type="http://schemas.openxmlformats.org/officeDocument/2006/relationships/notesSlide" Target="/ppt/notesSlides/notesSlide4.xml" Id="R98564631e62c4b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44458a58340f1" /><Relationship Type="http://schemas.openxmlformats.org/officeDocument/2006/relationships/chart" Target="/ppt/slides/charts/chart10.xml" Id="R9473a7ca7aaf4981" /><Relationship Type="http://schemas.openxmlformats.org/officeDocument/2006/relationships/chart" Target="/ppt/slides/charts/chart11.xml" Id="R225950d587a047a3" /><Relationship Type="http://schemas.openxmlformats.org/officeDocument/2006/relationships/notesSlide" Target="/ppt/notesSlides/notesSlide5.xml" Id="R0eed9729d8fb4d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102cf8d0b4634" /><Relationship Type="http://schemas.openxmlformats.org/officeDocument/2006/relationships/chart" Target="/ppt/slides/charts/chart12.xml" Id="Raaa8e3df72da4947" /><Relationship Type="http://schemas.openxmlformats.org/officeDocument/2006/relationships/chart" Target="/ppt/slides/charts/chart13.xml" Id="Rff67cff0a4f04ee0" /><Relationship Type="http://schemas.openxmlformats.org/officeDocument/2006/relationships/chart" Target="/ppt/slides/charts/chart14.xml" Id="R90d850aa485e46ee" /><Relationship Type="http://schemas.openxmlformats.org/officeDocument/2006/relationships/notesSlide" Target="/ppt/notesSlides/notesSlide6.xml" Id="Rc75f6755333b45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9581cd624492f" /><Relationship Type="http://schemas.openxmlformats.org/officeDocument/2006/relationships/chart" Target="/ppt/slides/charts/chart15.xml" Id="R012f3c337ee540dd" /><Relationship Type="http://schemas.openxmlformats.org/officeDocument/2006/relationships/chart" Target="/ppt/slides/charts/chart16.xml" Id="Rbbe628adf2914883" /><Relationship Type="http://schemas.openxmlformats.org/officeDocument/2006/relationships/chart" Target="/ppt/slides/charts/chart17.xml" Id="Rc84205109d3e4015" /><Relationship Type="http://schemas.openxmlformats.org/officeDocument/2006/relationships/notesSlide" Target="/ppt/notesSlides/notesSlide7.xml" Id="Rc4777cc27e5143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1d6e9006d4029" /><Relationship Type="http://schemas.openxmlformats.org/officeDocument/2006/relationships/chart" Target="/ppt/slides/charts/chart18.xml" Id="R5f9d2e8ced3a4197" /><Relationship Type="http://schemas.openxmlformats.org/officeDocument/2006/relationships/chart" Target="/ppt/slides/charts/chart19.xml" Id="Rba6c8b6bdda94566" /><Relationship Type="http://schemas.openxmlformats.org/officeDocument/2006/relationships/chart" Target="/ppt/slides/charts/chart20.xml" Id="R005613cb3ec24959" /><Relationship Type="http://schemas.openxmlformats.org/officeDocument/2006/relationships/notesSlide" Target="/ppt/notesSlides/notesSlide8.xml" Id="R97a53b2f30af44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ba89806f34516" /><Relationship Type="http://schemas.openxmlformats.org/officeDocument/2006/relationships/notesSlide" Target="/ppt/notesSlides/notesSlide9.xml" Id="R0fefb88f519844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b88a5532a4102" /><Relationship Type="http://schemas.openxmlformats.org/officeDocument/2006/relationships/notesSlide" Target="/ppt/notesSlides/notesSlide10.xml" Id="Rf1ded091db9743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1e4b786b946a7" /><Relationship Type="http://schemas.openxmlformats.org/officeDocument/2006/relationships/notesSlide" Target="/ppt/notesSlides/notesSlide11.xml" Id="Rcfd3b6c719ba42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2cf9706984366" /><Relationship Type="http://schemas.openxmlformats.org/officeDocument/2006/relationships/notesSlide" Target="/ppt/notesSlides/notesSlide12.xml" Id="R9dc3c5c6db2947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61f024f094e9a" /><Relationship Type="http://schemas.openxmlformats.org/officeDocument/2006/relationships/notesSlide" Target="/ppt/notesSlides/notesSlide13.xml" Id="Re508efe51bfc4f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4626d266549b2" /><Relationship Type="http://schemas.openxmlformats.org/officeDocument/2006/relationships/notesSlide" Target="/ppt/notesSlides/notesSlide14.xml" Id="Ra3ed5b473dd84b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ba15750794a39" /><Relationship Type="http://schemas.openxmlformats.org/officeDocument/2006/relationships/notesSlide" Target="/ppt/notesSlides/notesSlide15.xml" Id="Rf60f3ff5212040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758f5d4aa481f" /><Relationship Type="http://schemas.openxmlformats.org/officeDocument/2006/relationships/notesSlide" Target="/ppt/notesSlides/notesSlide16.xml" Id="R1eb9ab4b216145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abcbdff534025" /><Relationship Type="http://schemas.openxmlformats.org/officeDocument/2006/relationships/notesSlide" Target="/ppt/notesSlides/notesSlide17.xml" Id="R87214d8ef179480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07b1c908648ad" /><Relationship Type="http://schemas.openxmlformats.org/officeDocument/2006/relationships/notesSlide" Target="/ppt/notesSlides/notesSlide18.xml" Id="Rb5d4369425b448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b2ca44ed24492" /><Relationship Type="http://schemas.openxmlformats.org/officeDocument/2006/relationships/notesSlide" Target="/ppt/notesSlides/notesSlide19.xml" Id="Rcfd2f592c6ff48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4921090234b3b" /><Relationship Type="http://schemas.openxmlformats.org/officeDocument/2006/relationships/notesSlide" Target="/ppt/notesSlides/notesSlide20.xml" Id="Ra99c18449334437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bb2474ed3402c" /><Relationship Type="http://schemas.openxmlformats.org/officeDocument/2006/relationships/notesSlide" Target="/ppt/notesSlides/notesSlide21.xml" Id="R9a4bf1cfd2594a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1011dd017468f" /><Relationship Type="http://schemas.openxmlformats.org/officeDocument/2006/relationships/notesSlide" Target="/ppt/notesSlides/notesSlide22.xml" Id="Rb963991af72a4eb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10b841feb4b14" /><Relationship Type="http://schemas.openxmlformats.org/officeDocument/2006/relationships/notesSlide" Target="/ppt/notesSlides/notesSlide23.xml" Id="R914ffdcd9fed4f9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91eb3466b4229" /><Relationship Type="http://schemas.openxmlformats.org/officeDocument/2006/relationships/notesSlide" Target="/ppt/notesSlides/notesSlide24.xml" Id="R05bb6b60a55840b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48555a19f4c58" /><Relationship Type="http://schemas.openxmlformats.org/officeDocument/2006/relationships/notesSlide" Target="/ppt/notesSlides/notesSlide25.xml" Id="R6f94b79599fa43b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2e2519aff4276" /><Relationship Type="http://schemas.openxmlformats.org/officeDocument/2006/relationships/notesSlide" Target="/ppt/notesSlides/notesSlide26.xml" Id="Rc12f2a85698f483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0680f7b8a4a3a" /><Relationship Type="http://schemas.openxmlformats.org/officeDocument/2006/relationships/notesSlide" Target="/ppt/notesSlides/notesSlide27.xml" Id="Red405636796f4cd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42498a8a54cf8" /><Relationship Type="http://schemas.openxmlformats.org/officeDocument/2006/relationships/notesSlide" Target="/ppt/notesSlides/notesSlide28.xml" Id="R66d8548787e840d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1418b8b1f4cf8" /><Relationship Type="http://schemas.openxmlformats.org/officeDocument/2006/relationships/notesSlide" Target="/ppt/notesSlides/notesSlide29.xml" Id="Rc1bc1ed263f6455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128b6e8174a68" /><Relationship Type="http://schemas.openxmlformats.org/officeDocument/2006/relationships/notesSlide" Target="/ppt/notesSlides/notesSlide30.xml" Id="Rf6f177801b684e8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330065fc04627" /><Relationship Type="http://schemas.openxmlformats.org/officeDocument/2006/relationships/notesSlide" Target="/ppt/notesSlides/notesSlide31.xml" Id="R6e26a2c130124c7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4d32f48de4848" /><Relationship Type="http://schemas.openxmlformats.org/officeDocument/2006/relationships/notesSlide" Target="/ppt/notesSlides/notesSlide32.xml" Id="Rada0923cf43442f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d77ffe58b47c0" /><Relationship Type="http://schemas.openxmlformats.org/officeDocument/2006/relationships/notesSlide" Target="/ppt/notesSlides/notesSlide33.xml" Id="Rdf94583ffdbf448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6d820a8c47df" /><Relationship Type="http://schemas.openxmlformats.org/officeDocument/2006/relationships/notesSlide" Target="/ppt/notesSlides/notesSlide34.xml" Id="R9c51dae7efab4a2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3e12344a246fe" /><Relationship Type="http://schemas.openxmlformats.org/officeDocument/2006/relationships/notesSlide" Target="/ppt/notesSlides/notesSlide35.xml" Id="R1776a889a6fe4f2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a29d8418f4aad" /><Relationship Type="http://schemas.openxmlformats.org/officeDocument/2006/relationships/notesSlide" Target="/ppt/notesSlides/notesSlide36.xml" Id="Rb3269723c4e745e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fe0e8ca664e5d" /><Relationship Type="http://schemas.openxmlformats.org/officeDocument/2006/relationships/notesSlide" Target="/ppt/notesSlides/notesSlide37.xml" Id="Rd024746b556d414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2d51365ed4cb5" /><Relationship Type="http://schemas.openxmlformats.org/officeDocument/2006/relationships/notesSlide" Target="/ppt/notesSlides/notesSlide38.xml" Id="R3b4592334b504b5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c9a6a09b74a3c" /><Relationship Type="http://schemas.openxmlformats.org/officeDocument/2006/relationships/notesSlide" Target="/ppt/notesSlides/notesSlide39.xml" Id="Ra6c82f8b54ab455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d8d43aa9d4973" /><Relationship Type="http://schemas.openxmlformats.org/officeDocument/2006/relationships/notesSlide" Target="/ppt/notesSlides/notesSlide40.xml" Id="R697aa59592644ac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e046921294934" /><Relationship Type="http://schemas.openxmlformats.org/officeDocument/2006/relationships/notesSlide" Target="/ppt/notesSlides/notesSlide41.xml" Id="R2b5dcc05142f410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1825047544b56" /><Relationship Type="http://schemas.openxmlformats.org/officeDocument/2006/relationships/notesSlide" Target="/ppt/notesSlides/notesSlide42.xml" Id="R66053f4bdf66435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d3f2ba0b24043" /><Relationship Type="http://schemas.openxmlformats.org/officeDocument/2006/relationships/notesSlide" Target="/ppt/notesSlides/notesSlide43.xml" Id="R9e62ba70c052470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0c7ccd36f4764" /><Relationship Type="http://schemas.openxmlformats.org/officeDocument/2006/relationships/chart" Target="/ppt/slides/charts/chart21.xml" Id="R5ffa02d50189457c" /><Relationship Type="http://schemas.openxmlformats.org/officeDocument/2006/relationships/chart" Target="/ppt/slides/charts/chart22.xml" Id="R693a82d625a84e20" /><Relationship Type="http://schemas.openxmlformats.org/officeDocument/2006/relationships/chart" Target="/ppt/slides/charts/chart23.xml" Id="R678978f8e8ac434d" /><Relationship Type="http://schemas.openxmlformats.org/officeDocument/2006/relationships/notesSlide" Target="/ppt/notesSlides/notesSlide44.xml" Id="R55f16681241142f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fd70be3dd42d9" /><Relationship Type="http://schemas.openxmlformats.org/officeDocument/2006/relationships/chart" Target="/ppt/slides/charts/chart24.xml" Id="Rfc2331e519264f90" /><Relationship Type="http://schemas.openxmlformats.org/officeDocument/2006/relationships/chart" Target="/ppt/slides/charts/chart25.xml" Id="R893a2e939f4f4ec4" /><Relationship Type="http://schemas.openxmlformats.org/officeDocument/2006/relationships/chart" Target="/ppt/slides/charts/chart26.xml" Id="R99da8b3e630d4d52" /><Relationship Type="http://schemas.openxmlformats.org/officeDocument/2006/relationships/chart" Target="/ppt/slides/charts/chart27.xml" Id="Rb4b6cd441388478f" /><Relationship Type="http://schemas.openxmlformats.org/officeDocument/2006/relationships/notesSlide" Target="/ppt/notesSlides/notesSlide45.xml" Id="R67bf381003aa4d5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8427c8e744e51" /><Relationship Type="http://schemas.openxmlformats.org/officeDocument/2006/relationships/chart" Target="/ppt/slides/charts/chart28.xml" Id="R38500664c19a4b99" /><Relationship Type="http://schemas.openxmlformats.org/officeDocument/2006/relationships/chart" Target="/ppt/slides/charts/chart29.xml" Id="R05e460f6318f4d04" /><Relationship Type="http://schemas.openxmlformats.org/officeDocument/2006/relationships/chart" Target="/ppt/slides/charts/chart30.xml" Id="R68ca3790924247e8" /><Relationship Type="http://schemas.openxmlformats.org/officeDocument/2006/relationships/chart" Target="/ppt/slides/charts/chart31.xml" Id="R4dd3e1562b5343f0" /><Relationship Type="http://schemas.openxmlformats.org/officeDocument/2006/relationships/chart" Target="/ppt/slides/charts/chart32.xml" Id="R1f800310e1184fc7" /><Relationship Type="http://schemas.openxmlformats.org/officeDocument/2006/relationships/notesSlide" Target="/ppt/notesSlides/notesSlide46.xml" Id="Rbe9eeb1f9a994fe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ca4cda8e54ec6" /><Relationship Type="http://schemas.openxmlformats.org/officeDocument/2006/relationships/notesSlide" Target="/ppt/notesSlides/notesSlide47.xml" Id="R2112387eee6a495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aefe6651844a2" /><Relationship Type="http://schemas.openxmlformats.org/officeDocument/2006/relationships/notesSlide" Target="/ppt/notesSlides/notesSlide48.xml" Id="Re59943b55d2f4cc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ef693521846a6" /><Relationship Type="http://schemas.openxmlformats.org/officeDocument/2006/relationships/notesSlide" Target="/ppt/notesSlides/notesSlide49.xml" Id="R583fa71ed2474cc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1f5c3274846d4" /><Relationship Type="http://schemas.openxmlformats.org/officeDocument/2006/relationships/notesSlide" Target="/ppt/notesSlides/notesSlide50.xml" Id="Rdb844b2718d44a6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ebbe91d4f433a" /><Relationship Type="http://schemas.openxmlformats.org/officeDocument/2006/relationships/notesSlide" Target="/ppt/notesSlides/notesSlide51.xml" Id="Rbb4f3625b968432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d8ba43b724f92" /><Relationship Type="http://schemas.openxmlformats.org/officeDocument/2006/relationships/notesSlide" Target="/ppt/notesSlides/notesSlide52.xml" Id="R56146b59462d4ef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2131de3c647c1" /><Relationship Type="http://schemas.openxmlformats.org/officeDocument/2006/relationships/notesSlide" Target="/ppt/notesSlides/notesSlide53.xml" Id="Rd701a1fb6c824e4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d856a25ce4b0a" /><Relationship Type="http://schemas.openxmlformats.org/officeDocument/2006/relationships/chart" Target="/ppt/slides/charts/chart33.xml" Id="Rc2c011b861354865" /><Relationship Type="http://schemas.openxmlformats.org/officeDocument/2006/relationships/chart" Target="/ppt/slides/charts/chart34.xml" Id="Rf5f2bc96aa054672" /><Relationship Type="http://schemas.openxmlformats.org/officeDocument/2006/relationships/chart" Target="/ppt/slides/charts/chart35.xml" Id="R68d285a4f42041a2" /><Relationship Type="http://schemas.openxmlformats.org/officeDocument/2006/relationships/chart" Target="/ppt/slides/charts/chart36.xml" Id="Re0547fe073734c83" /><Relationship Type="http://schemas.openxmlformats.org/officeDocument/2006/relationships/chart" Target="/ppt/slides/charts/chart37.xml" Id="Rca43daba1a0d4500" /><Relationship Type="http://schemas.openxmlformats.org/officeDocument/2006/relationships/chart" Target="/ppt/slides/charts/chart38.xml" Id="R5e30bb5d822a4701" /><Relationship Type="http://schemas.openxmlformats.org/officeDocument/2006/relationships/chart" Target="/ppt/slides/charts/chart39.xml" Id="Rd7a4c110203e40f2" /><Relationship Type="http://schemas.openxmlformats.org/officeDocument/2006/relationships/notesSlide" Target="/ppt/notesSlides/notesSlide54.xml" Id="R0211746693284ed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1a18671f94b79" /><Relationship Type="http://schemas.openxmlformats.org/officeDocument/2006/relationships/chart" Target="/ppt/slides/charts/chart40.xml" Id="R821121744d7d40bf" /><Relationship Type="http://schemas.openxmlformats.org/officeDocument/2006/relationships/chart" Target="/ppt/slides/charts/chart41.xml" Id="R39553e7ee59a4426" /><Relationship Type="http://schemas.openxmlformats.org/officeDocument/2006/relationships/notesSlide" Target="/ppt/notesSlides/notesSlide55.xml" Id="R68d6a24e71cf4de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660e450414ba9" /><Relationship Type="http://schemas.openxmlformats.org/officeDocument/2006/relationships/chart" Target="/ppt/slides/charts/chart42.xml" Id="R944b30aafac646d9" /><Relationship Type="http://schemas.openxmlformats.org/officeDocument/2006/relationships/chart" Target="/ppt/slides/charts/chart43.xml" Id="R4f21c0f3a82f49fb" /><Relationship Type="http://schemas.openxmlformats.org/officeDocument/2006/relationships/chart" Target="/ppt/slides/charts/chart44.xml" Id="Rf9e8b17c6dbb495e" /><Relationship Type="http://schemas.openxmlformats.org/officeDocument/2006/relationships/notesSlide" Target="/ppt/notesSlides/notesSlide56.xml" Id="R1b12a34c2b94410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89640cebd4e9e" /><Relationship Type="http://schemas.openxmlformats.org/officeDocument/2006/relationships/chart" Target="/ppt/slides/charts/chart45.xml" Id="Rde1c02e4c0df4317" /><Relationship Type="http://schemas.openxmlformats.org/officeDocument/2006/relationships/chart" Target="/ppt/slides/charts/chart46.xml" Id="R9cfbbebe2b5b4413" /><Relationship Type="http://schemas.openxmlformats.org/officeDocument/2006/relationships/chart" Target="/ppt/slides/charts/chart47.xml" Id="Ra3e3814fad87426c" /><Relationship Type="http://schemas.openxmlformats.org/officeDocument/2006/relationships/chart" Target="/ppt/slides/charts/chart48.xml" Id="R91f12359f8004898" /><Relationship Type="http://schemas.openxmlformats.org/officeDocument/2006/relationships/chart" Target="/ppt/slides/charts/chart49.xml" Id="R9d30f1b7e51a48aa" /><Relationship Type="http://schemas.openxmlformats.org/officeDocument/2006/relationships/notesSlide" Target="/ppt/notesSlides/notesSlide57.xml" Id="R7449feaf41f94020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4B278B48-D3F2-4D80-BE27-E6C061E444BD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BDF31666-AFEE-46D4-929D-33969E24BCD7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EA393C1-A221-499B-8B5B-AFAFA2A113C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A5A257-A55A-46E8-9DC4-BCEA082D14E2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D4AA51AB-A53F-4D46-9DBE-F797F7F1B7FF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6671C51-A30B-4431-BC07-48B913D20937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600566257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2927B623-8BE5-4AD3-8671-437B4A55C9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994500-1F4D-4270-82F5-6ABF2A0663D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EF6458-0EF2-4C07-936E-DE575106725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6C3631-D2A3-4D83-997F-AD3DF484C1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602A5B5-C1D7-44F8-A522-CC55DBB332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58E4787-7BD5-4282-9500-D1062B04E0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24A04F9-FAA5-436E-AC74-81B1D8D24469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A6138B1-F244-47B4-A05D-FD4BCB0CE73F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5089c1ad0248420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437EFB5-53D5-418D-9FF6-CB0952DA6F21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DFC030-D981-4918-B608-723B887025BB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53F9635-A2CD-411B-895E-C766B4859C5A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4c0e1abb5dc44aa1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cb340e49f468477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3F62FA00-86F8-477C-A692-3A4ABA83B7AF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A3E02E4-027A-41D7-94F2-0F1FEBBDC1CB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DB324A0-E0A2-40DC-85E1-E93D9128AACC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516242834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8C2510A9-4FA9-4751-9501-5E0AA21D7C3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49CEAAC-AB1A-4650-8C64-E0D7623CA5B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423D0C-F164-4444-A629-4610E426E1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9638E6E-278C-479B-8EBF-5B36475256D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9BEE6C6-C9E8-4F0D-8F62-263B708814D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DB59B24-5E75-4886-B820-25CE380E1C9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FA5A14E-9907-4BA2-B8C2-531CFE150C76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6E49AFB-830D-4300-B275-D5E4D3C058F0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689fc8ff3557459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5D7B097-AA15-40DA-BCF8-1124AAF5CCA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8F14286-AACE-428B-9EF2-A769B0077FA3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a026c74e14324f5d"/>
          </a:graphicData>
        </a:graphic>
      </ns0:graphicFrame>
      <ns0:sp>
        <ns0:nvSpPr>
          <ns0:cNvPr id="13" name="">
            <a:extLst>
              <a:ext uri="{FF2B5EF4-FFF2-40B4-BE49-F238E27FC236}">
                <ns2:creationId id="{2A6A821C-1112-48BF-90CE-01E58E90252D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2A4B19F-6FEF-4710-9131-C208F94C518D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454518742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D09895B1-5D06-466B-9EE9-CF5AB5F7865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1316C7D-96B1-4BB8-AF08-2E47AEB5233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F582B31-28A1-4F3B-9836-9E2B0C72324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F4E3EF-3AA4-4CE0-9413-7B9FA4DACBB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820E586-9D28-4493-98FE-27784E2D60A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R$ 6,2 bi (10,0%).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94EF3D3-90E2-49F1-B825-14345BBA53F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1D29464-EBD1-47B3-99C4-8894366FF1C9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947155A-36A2-4492-AE40-3F085657056F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3acb5b8f046143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FD8F849-3592-4B32-A087-A6A4416C6EAF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E039D2E-FF17-417B-BE9C-CA7158F53FE2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5c897002f2349fc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7601CD0-ACA3-43D3-9CFE-013D8306899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52172C1C-8983-432D-8830-3DCADBD1AC57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ED9D31A-24FC-45BD-9D53-7EA249253E76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9F88BB4-F833-4799-BE78-5CBA0BF35A8E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9E1A102-204A-4097-A4FD-00900AAF4571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31469A77-7A05-4D0F-B335-3D7C987F7A5C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28B27B7-4555-4A83-8F4A-2A1AF6122C94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7FE91A4-9BCD-4D37-BE36-F3CB34E54F1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FFF219E-B566-40CC-8F2A-34ACF73254C5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E722E182-FA44-40B5-83F6-AFFD69FF1AC6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3C346DD-AD1B-4FBD-8FD2-3037764F6223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3F4763C3-99E8-4525-B2EE-FC87225C2DC7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6082515-0453-4C3F-B0FC-59CD646F3220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F3C038BD-88AB-4042-8294-99A1DF37421D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8388890-EB4B-4A13-87FA-683201E55484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8D8F01F-47E6-430E-AFD7-C77CCA0C3C95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cbeb5572486944c0"/>
          </a:graphicData>
        </a:graphic>
      </ns0:graphicFrame>
      <ns0:sp>
        <ns0:nvSpPr>
          <ns0:cNvPr id="30" name="">
            <a:extLst>
              <a:ext uri="{FF2B5EF4-FFF2-40B4-BE49-F238E27FC236}">
                <ns2:creationId id="{DE394225-BBC4-47BB-94AA-D42D3BD881DB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D7069CD-ADD2-4ECE-9515-B3F5BD67A6AD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04f8ba993a8140dc"/>
          </a:graphicData>
        </a:graphic>
      </ns0:graphicFrame>
    </ns0:spTree>
    <ns0:extLst>
      <ns0:ext uri="{BB962C8B-B14F-4D97-AF65-F5344CB8AC3E}">
        <ns5:creationId val="1286502409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2049F478-8E70-4943-8F6D-5B1C9338A4D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39B5A3F-DC5E-4B63-A0EE-3053F95B5F9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62,7%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19FA453-690B-4F90-B52B-82DF1B75F87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06D7F1-388A-418B-9EFC-4487C9A7AC8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5037226-45B6-46E2-9724-BF819C4F1B4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E62A653-C600-442E-BE91-AB4CD2ADB49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63BC98C-F55D-44FC-B930-B20792BFF8B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14543CC-4391-4672-AAE3-4EBA1181E222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9473a7ca7aaf498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465DBF6-79C2-4862-B480-3438BD3A57B6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30041DC-4CFA-4888-BD55-BD2D448BA29B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25950d587a047a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C49EE8A-3FB7-4A6C-9C7D-4F36241FB6F3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188DAD5-2F9D-47BD-BB3D-3C2D9FF9D148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+76,8%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-19,9%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3A6F102C-EBC6-4B71-A1B7-4BEB4B3C9DF8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13ED2E4-13FE-4ACC-BD59-CEA1E0D24B43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6 CNPJs oficiais em Outros somam R$ 7,3 bi; o ledger os redistribui em 5 Agro e 1 Financeiro. Nas emissões, Outros permanece positivo: R$ 6,2 bi no 1S26.</a:t>
            </a:r>
          </a:p>
        </ns0:txBody>
      </ns0:sp>
    </ns0:spTree>
    <ns0:extLst>
      <ns0:ext uri="{BB962C8B-B14F-4D97-AF65-F5344CB8AC3E}">
        <ns5:creationId val="67649136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A6D1818-18E2-474C-A007-1B2D02CC73D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55649FC-6ED0-47D1-BF7E-D2259FD4818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335D9C7-312D-4AE8-BF13-30287D3876E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407FB1D-8AB1-49FE-A786-C8A3D42954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35C7030-A477-48B4-B132-23337CDAE14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22A7F43-3CE2-449E-8FA7-FDA7FA4F63E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407574A-0E29-4614-A2CF-5436CEB07421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DA4CD18-A17B-4CFA-AD62-1E0605621C6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aaa8e3df72da494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3632023-A49F-4D7B-BC01-C1158FB3D51C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47D1CE5-3778-4B35-8727-ABA884F6ADC2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ff67cff0a4f04ee0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90d850aa485e46e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4CC276E9-EB22-4247-8FAF-B25FC53577FB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AC6983D-E4A1-4435-BFAE-6B017F59AAA9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679065240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EBA3C421-F3E3-4F6A-98C9-F282CC0DE64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4D01FB2-18FE-4567-B24F-522A3E07E1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B87BA53-4AE2-40B2-9414-F9AF0BB2CA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2E43B0B-59C7-442C-ABA2-17E2CE9EA8F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9188E91-7D40-48BC-9714-C9C9C8501B3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9E1AE64-D5C1-429E-A9C2-3F745B52693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F731409-A984-4BC2-86BD-D464AE8AA027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A5211D-8038-4A22-BF3D-4FFB462FFFBB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012f3c337ee540d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7CAB305-75E7-431E-8A6F-7D2DED2A5618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64DD375-5702-4CCD-A4A5-BEF2845B5199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be628adf2914883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c84205109d3e401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8D81F45-55CB-4932-8422-4C263779E85F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182437516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211608EA-4E7D-44AE-8E6F-6EECDA8718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86682D-676B-4743-BD2A-03476A44C1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B245808-7B83-447A-8ECD-135DC5063EE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B1DCED-2B2B-45C9-AA58-4718CDC634B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D31DCFB-D68D-42DB-9885-16640B85B3A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37BC94E-ACA5-4BD8-9D2E-1B3C06AA2A1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6DE88D1-FE29-4F9E-B835-E44102C09030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47BB98A-FC2C-4EEA-B704-E3F0D8E52853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5f9d2e8ced3a419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85B78CE-5227-439F-B906-F0F3FA59FE07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AA99BDB-E51F-4F83-BC36-D4A59296A232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ba6c8b6bdda9456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892B1C7-CA01-4221-85DA-CC0727FBD524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135B7FE-5F41-4F89-B6FF-DF1B76FF601C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005613cb3ec24959"/>
          </a:graphicData>
        </a:graphic>
      </ns0:graphicFrame>
    </ns0:spTree>
    <ns0:extLst>
      <ns0:ext uri="{BB962C8B-B14F-4D97-AF65-F5344CB8AC3E}">
        <ns5:creationId val="613865620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23D73B50-92C4-4902-A9F6-83FCEB8AF53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48C9FF-6D7F-4041-8921-E113B5C8B4B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BFB2A9-E4FF-41B2-98AB-CF49B7BF8C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F880EDB-BB16-4C08-BBE5-2FEF055FE49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F0FBAF8-942A-4E60-BF0E-A9FA6CEA7A8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12CC769-E6FD-4F35-8158-6913F021F0D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23D3D625-A847-44CA-B420-F5A2FEA22A13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1977607213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34EE219-E646-4EA1-9B5C-AF0B045BC0F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E1F2BDD-8E5A-4136-B6D1-C0D7A40192D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116F9F8-FD16-40AB-B7EC-311B286714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99C222-C168-4A0F-B128-EE19C5813E0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0B1A15A-80BC-43D1-B632-9DC6AAB7A1C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R$ 31,9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C08F4BE-C08C-4824-957E-67C66718A36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0726EA0-C1A8-437C-9253-B6AC689586B9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5AD7229-9FC4-43A6-994A-F1A5BA4EA89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A2806ED-4273-46BD-B980-AC8C4474568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68658712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2657786-FAFE-4FB0-954F-589C9095F17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FD1C961-F850-497C-AF38-B4984777646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DC5B5FA-750A-45B1-81D3-0252A96CC95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5FBBAE7-4CC8-4E87-87D1-A5429637209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58BB73E-5AE8-46AB-AB75-3E5E3F1198E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R$ 30,4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D990F96-0F7E-44DE-8CD1-1496BA70ADB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E84B969-8062-477D-BE62-AE91F3E0D01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AE64E61-F67E-44BE-9895-B68AB9E75C5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06182371000118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96685425-EE7A-42B2-8072-8885E97E4BF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811458522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DFB18E7-A058-4735-8286-F66B3C0C23B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F408035-0B79-487D-8E02-C9608BBE075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CE1F711-696C-412F-B89B-8815A2B9C04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1315BE5-CE56-462D-BC1F-0846751199E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BE16DF7-66EA-48C4-A337-1207B27F85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R$ 112,2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2E2E2C4-42D7-41E9-B33D-06337E59614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C4CB11-A644-4C2D-97A6-41BD9B43EF6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7824999-1375-4D2E-9273-795B6187149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47227790000106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87EB7D1-8B89-46CF-9F91-3C3018A13C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134242485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A083AA3-F893-4B76-A88D-D6B265B6694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455A1CF-8292-468E-B81A-388C861E92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F499585-FEB8-4D9C-B036-5CD8A6501B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5961F90-D4C9-457F-9730-2BEE4045FE3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1E8C5B0-306A-4286-B96C-4AADFACEAC0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R$ 94,0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1FCD62-68E9-4B5F-9026-3D7F5BA673E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728A56-87DA-4D86-B1A7-AF028A3C8FA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413FFD8-0674-451B-BC03-51DC3DD736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97F3291-8A9F-4055-A100-3B615C8BCFD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501946451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F1B0727D-F147-41B3-8F4D-FE6B017CD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72650D0-9147-481B-B15D-7AE9FDA2DED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3D8BCA-0706-4263-8DB6-4E9EF70A68F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51AF49E-16B2-4790-A3B2-2CD7F2B70B0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33A9A0E-D243-4141-80C2-C6901C21AB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R$ 121,1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D5A5C71-0428-43DC-BE30-106D5B7D4F0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3351F1A-6383-43EE-B416-A6D81D9DC83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69D982D-C624-464D-A663-D967EA007F1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F7877C0-44F5-4A08-BBA4-E21CD9BEFC9A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954387525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93DA51-9431-4F72-9CBD-0C8BC4E1EF3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FDDF566-BA26-498A-9BFA-365C7695A41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D1DA140-253B-4CFE-B766-FF1972ECF03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637B246-62F6-42EF-AF65-64D27CC23D7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B5D08E5-3F90-433E-8972-33A9E3B2CF3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R$ 106,3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88365E8-EBD5-49C4-A6C3-88441BD26A3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ED7DBDE-AAB2-43A4-909E-EF6EF2EB815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316E849-962C-425F-9B8D-97106C4B0CF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6646B66-6732-4E57-B532-1CEB78ECE5B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354419043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B298B24-4860-43C1-9B04-45E75D28E7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DBA95AF-7365-49BC-9EC7-605DB7292A7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59763AD-B4F3-4FCC-9868-4F625F88E82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25AD85D-60B8-4359-9E54-B388FD21576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A8EF41-BD40-463E-B1AC-BEEEA83145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R$ 55,1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346BE3E-B376-4218-B006-7E1A977B654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5B55ED-F649-4C5B-AF52-4A74B9F5EC18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B9CF7FB-BD9E-4E84-82F5-A604E0DA02F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13321819000100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BE16D6E-6017-4AB9-ADA9-CA21CBE067C3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43695349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A4444BD-5DCF-43F3-971E-F29F5CE7BC1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5C1C825-7E05-4E99-83D2-E8068132B0B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956C95A-3420-4832-8630-B66750FFBB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94D5BC3-6543-4FBD-A793-BBEE37CE28C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4EE87EC-6261-4C95-9D95-A595A34B4B9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R$ 60,9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39641A4-3EDC-479E-B2BF-1F49C14D5F6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1033AD7-70E4-4E85-B75D-3544EC6CD73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9E815B-026F-44A7-8B93-4BFCFFC5CDF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56CDFC9-847E-4493-BA59-6234CF6F050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38832923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5" name="">
            <a:extLst>
              <a:ext uri="{FF2B5EF4-FFF2-40B4-BE49-F238E27FC236}">
                <ns2:creationId id="{06959EED-6CDD-47A8-8AE8-4C143892C5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COBERTURA POR TAXONOMIA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A3D3181-36A0-4DA7-96D1-53A853B09D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Veículos tem 8 pares com subordinação e permanece sem PL mensurável na Carteira 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59BC9CE-0D5E-4E50-813A-FAB8ECF6C80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AA21457-77C2-4729-AFCB-9E6375D511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6CA29AF-0AC8-4A44-AACB-80E9032AC74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 lidos por CNPJ. Lacunas permanecem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56726E4-9592-4DFF-A9DA-2C77CB03142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3C9A7E5-C895-49D0-A4D8-210306EACF0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E56CC173-D5EF-4075-9D92-3F2DA68FCE65}"/>
              </a:ext>
            </a:extLst>
          </ns0:cNvPr>
          <ns0:cNvSpPr>
            <a:spLocks noGrp="1"/>
          </ns0:cNvSpPr>
          <ns0:nvPr/>
        </ns0:nvSpPr>
        <ns0:spPr>
          <a:xfrm>
            <a:off x="6858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JÚNIOR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1E8957-7F3A-4226-918D-37302189CE57}"/>
              </a:ext>
            </a:extLst>
          </ns0:cNvPr>
          <ns0:cNvSpPr>
            <a:spLocks noGrp="1"/>
          </ns0:cNvSpPr>
          <ns0:nvPr/>
        </ns0:nvSpPr>
        <ns0:spPr>
          <a:xfrm>
            <a:off x="20955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83/101 · 82,2%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7FAA7BCF-F672-4224-BE97-5F34656DE3F3}"/>
              </a:ext>
            </a:extLst>
          </ns0:cNvPr>
          <ns0:cNvSpPr>
            <a:spLocks noGrp="1"/>
          </ns0:cNvSpPr>
          <ns0:nvPr/>
        </ns0:nvSpPr>
        <ns0:spPr>
          <a:xfrm>
            <a:off x="4286250" y="1257300"/>
            <a:ext cx="3524250" cy="5143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0E3F5BB5-D64A-488F-B0A9-D801633CDD56}"/>
              </a:ext>
            </a:extLst>
          </ns0:cNvPr>
          <ns0:cNvSpPr>
            <a:spLocks noGrp="1"/>
          </ns0:cNvSpPr>
          <ns0:nvPr/>
        </ns0:nvSpPr>
        <ns0:spPr>
          <a:xfrm>
            <a:off x="440055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ESTRUTURAL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2652A16-63E8-461E-8743-FE590679EC7E}"/>
              </a:ext>
            </a:extLst>
          </ns0:cNvPr>
          <ns0:cNvSpPr>
            <a:spLocks noGrp="1"/>
          </ns0:cNvSpPr>
          <ns0:nvPr/>
        </ns0:nvSpPr>
        <ns0:spPr>
          <a:xfrm>
            <a:off x="581025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99/101 · 98,0%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5D83D393-6203-40FB-A9DE-5B88188156CE}"/>
              </a:ext>
            </a:extLst>
          </ns0:cNvPr>
          <ns0:cNvSpPr>
            <a:spLocks noGrp="1"/>
          </ns0:cNvSpPr>
          <ns0:nvPr/>
        </ns0:nvSpPr>
        <ns0:spPr>
          <a:xfrm>
            <a:off x="80010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6EB60BF-D306-48B5-9338-82AE7A966A1E}"/>
              </a:ext>
            </a:extLst>
          </ns0:cNvPr>
          <ns0:cNvSpPr>
            <a:spLocks noGrp="1"/>
          </ns0:cNvSpPr>
          <ns0:nvPr/>
        </ns0:nvSpPr>
        <ns0:spPr>
          <a:xfrm>
            <a:off x="81153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FOLGA COMPARÁVEL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52EDAAB-7050-45D0-B304-F1B7A2B3208B}"/>
              </a:ext>
            </a:extLst>
          </ns0:cNvPr>
          <ns0:cNvSpPr>
            <a:spLocks noGrp="1"/>
          </ns0:cNvSpPr>
          <ns0:nvPr/>
        </ns0:nvSpPr>
        <ns0:spPr>
          <a:xfrm>
            <a:off x="95250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23/101 CNPJs</a:t>
            </a:r>
          </a:p>
        </ns0:txBody>
      </ns0:sp>
      <ns0:graphicFrame>
        <ns0:nvGraphicFramePr>
          <ns0:cNvPr id="40" name=""/>
          <ns0:cNvGraphicFramePr/>
          <ns0:nvPr/>
        </ns0:nvGraphicFramePr>
        <ns0:xfrm>
          <a:off x="619125" y="1943100"/>
          <a:ext cx="11001375" cy="3714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1190625"/>
                <a:gridCol w="1381125"/>
                <a:gridCol w="1381125"/>
                <a:gridCol w="2095500"/>
                <a:gridCol w="1571625"/>
                <a:gridCol w="1714500"/>
              </a:tblGrid>
              <a:tr h="19288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dos veículos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47 flagships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Presença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localizado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estrutural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CNPJ no escopo; PL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704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7" name="">
            <a:extLst>
              <a:ext uri="{FF2B5EF4-FFF2-40B4-BE49-F238E27FC236}">
                <ns2:creationId id="{EDEB1056-D757-4D2D-AB80-B61A335E98AE}"/>
              </a:ext>
            </a:extLst>
          </ns0:cNvPr>
          <ns0:cNvSpPr>
            <a:spLocks noGrp="1"/>
          </ns0:cNvSpPr>
          <ns0:nvPr/>
        </ns0:nvSpPr>
        <ns0:spPr>
          <a:xfrm>
            <a:off x="571500" y="2200275"/>
            <a:ext cx="47625" cy="493939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54E41A0A-72FE-4722-A67F-B4B2738C8F43}"/>
              </a:ext>
            </a:extLst>
          </ns0:cNvPr>
          <ns0:cNvSpPr>
            <a:spLocks noGrp="1"/>
          </ns0:cNvSpPr>
          <ns0:nvPr/>
        </ns0:nvSpPr>
        <ns0:spPr>
          <a:xfrm>
            <a:off x="571500" y="2694214"/>
            <a:ext cx="47625" cy="493939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5AC0F41F-4ED6-47FF-A0CC-92A642A08878}"/>
              </a:ext>
            </a:extLst>
          </ns0:cNvPr>
          <ns0:cNvSpPr>
            <a:spLocks noGrp="1"/>
          </ns0:cNvSpPr>
          <ns0:nvPr/>
        </ns0:nvSpPr>
        <ns0:spPr>
          <a:xfrm>
            <a:off x="571500" y="3188154"/>
            <a:ext cx="47625" cy="493939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7F9589CA-A8CD-44B1-839F-746EB08FFE3A}"/>
              </a:ext>
            </a:extLst>
          </ns0:cNvPr>
          <ns0:cNvSpPr>
            <a:spLocks noGrp="1"/>
          </ns0:cNvSpPr>
          <ns0:nvPr/>
        </ns0:nvSpPr>
        <ns0:spPr>
          <a:xfrm>
            <a:off x="571500" y="3682093"/>
            <a:ext cx="47625" cy="493939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B5ECFD55-CBCA-4809-9536-46F3ED999B08}"/>
              </a:ext>
            </a:extLst>
          </ns0:cNvPr>
          <ns0:cNvSpPr>
            <a:spLocks noGrp="1"/>
          </ns0:cNvSpPr>
          <ns0:nvPr/>
        </ns0:nvSpPr>
        <ns0:spPr>
          <a:xfrm>
            <a:off x="571500" y="4176032"/>
            <a:ext cx="47625" cy="493939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1AB23D5-D2F4-48EB-8697-08E5535CFAEE}"/>
              </a:ext>
            </a:extLst>
          </ns0:cNvPr>
          <ns0:cNvSpPr>
            <a:spLocks noGrp="1"/>
          </ns0:cNvSpPr>
          <ns0:nvPr/>
        </ns0:nvSpPr>
        <ns0:spPr>
          <a:xfrm>
            <a:off x="571500" y="4669971"/>
            <a:ext cx="47625" cy="493939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E30CECEF-26F6-4EAA-AE79-8D530E2EDEC4}"/>
              </a:ext>
            </a:extLst>
          </ns0:cNvPr>
          <ns0:cNvSpPr>
            <a:spLocks noGrp="1"/>
          </ns0:cNvSpPr>
          <ns0:nvPr/>
        </ns0:nvSpPr>
        <ns0:spPr>
          <a:xfrm>
            <a:off x="571500" y="5163911"/>
            <a:ext cx="47625" cy="493939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C83EA571-8951-4B88-815F-8A05E9C948FC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suporte total, combinado, calculado ou ajustado; a natureza está indicada por linha. PL é o patrimônio do veículo; o valor encarteirado por ativo não está disponível nesta base.</a:t>
            </a:r>
          </a:p>
        </ns0:txBody>
      </ns0:sp>
    </ns0:spTree>
    <ns0:extLst>
      <ns0:ext uri="{BB962C8B-B14F-4D97-AF65-F5344CB8AC3E}">
        <ns3:creationId val="56769058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502EB18D-FE57-4F13-A7D3-B735923E761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879CAA-75F7-47B5-8E1C-BB8D86C41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Factoring: 7 CNPJs da Carteira I e dos flagships · 1/1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307C27-6183-4FC9-9185-3420457C812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9E376F5-E100-4423-B888-47834DC889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30562C-8BF3-4BAF-AA10-94A813EFEB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0543784-D0CA-4AAF-A24C-6DFE66DEC5F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6A14556-6ADE-47AB-A656-4CFD02FB3016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53662209000187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PNEUCASH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Cantu Store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R$ 270,3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17468142000180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todas 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R$ 511,8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Mez.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R$ 100 mil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+0,5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— sem benchmark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18185812000114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GAVEA SUL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5 outros 4,62%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R$ 562,0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12803721000119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FRATTO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R$ 103,6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90,3%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12778706000168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 BRASILFACTORS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R$ 110,9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DE2FC3EB-E31F-4D57-B8BE-308AE26C6F68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E662672-1F8C-44F6-8A12-A9EBD084892B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46,5% · média PL-ponderada 43,2%   |   Flagships · mediana 46,2% · 2/2 com dado   |   N/D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C12BC18-5C8A-4757-9907-E6FB91DF8E9F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2098803435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99447AEA-C058-4C59-B569-E74499EF759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304D78-A541-4D8A-BB59-83144AE75D7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1/8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A43229E-8CE0-455E-8623-6E15E7E2452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2226DD-ABD7-42F9-BB68-5EA22DC286C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F392477-8471-4887-A2BA-4AE1229C6BB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B8B513-CC80-4884-ACDE-DF013D5638E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AB11E23-41B3-417D-9C57-EE311EE446B5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62626887000185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SMART IV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SUMUP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R$ 356,8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Braskem S .A.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9,2%* · Combinado*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48967719000122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SOULPAY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Soulpay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R$ 78,4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— sem benchmark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37645417000111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UBYFOL AGRO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Uby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50832746000130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BOASAFRA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Boasafra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30,0%*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33076242000118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WORKCAP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Albaugh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R$ 443,2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+1,6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— sem benchmark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48313595000161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IBBA AGRO BR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 sociedades,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4E33067D-44CB-474B-9052-E91812CA97DE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590924608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91394823-B14C-4A00-9765-5E64F944B8E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847FF86-206A-4C83-8FE3-B3F4906A25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2/8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B8BBC02-4D5A-45C3-9B74-5F561541734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5954A93-BDAB-4580-A0E1-F9260BCD6C8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B202ED3-642B-4BE3-9503-6649B4963D6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44B2C90-A9B6-43A3-A15E-2FEA9FF36DD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EA5215D-F2F7-4318-9483-F769E438EE4D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45523699000102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VIXTRA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Vixtra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R$ 233,6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54083697000130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PERNAMBUCANAS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ARTHUR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R$ 226,6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+0,9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— sem benchmark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56936116000191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FATOR TARKEN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um titular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R$ 658,96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50089559000108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AGRICONNECTION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57131490000182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PONTO RURAL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Ponto Rural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47151680000108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FARM TECH IBBA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43309233000183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LIVERPOOL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 Adama e/ou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A459FDD5-663C-4B0C-B5A8-9502A69AE426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4414358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8EEADE12-E0D8-4D44-BB9F-489E52ED71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3172047-316C-448D-897F-D7556C27160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3/8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45CD217-1035-4CB7-A5EF-7C33664667B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E7B882D-D431-4811-A409-E33F8005012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60432E9-A526-40F9-8CD3-7563CC1D2A2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5C6552A-6818-4611-8CE9-83C493143D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E1B7D98-59E9-4E81-AFFA-A8E5A34CB7E7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43616659000180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TALÓ 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Yara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+75,0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52343195000176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FARMTECH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15,0%* · Total*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44574361000117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UPL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UPL Brasil/UPL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R$ 482,9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50857998000113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LEO MADEIRAS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os Marceneiros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R$ 177,0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45598747000121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SOLO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SUMUP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R$ 378,1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4,76%* · Jr calc.*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+5,4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38385876000176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Estratégia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40919667000107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RECARGAPAY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RecargaPay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R$ 281,5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+48,0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3631475B-594B-4E28-8E4C-113108B91080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9917212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C5F9FA29-B29E-4E64-ACFA-3CB4A6CEF5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6AE08C2-0107-469A-92B8-7A60E9EF6A7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4/8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D4B832E-055A-407A-9D14-6DDB5A78282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D524E9-9D62-415A-959A-78B86D152F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73A32FE-F3C3-41D8-B2EA-13EDB983843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AE0435B-B057-4A3C-A61D-46833B70F78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5E820F4-541C-4D67-BBC4-7D77FAFB41F9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38658727000133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Fornecedores: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R$ 196,7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26,67%* · Jr calc.*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+20,3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52271464000136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KIWIFY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R$ 347,3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29226654000110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INVESTCRED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CredSystem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67,43%* · Jr calc.*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+12,2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54857414000160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INDIE MERX RAIZ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Emissão direta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R$ 104,2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44124465000120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TMAQ 21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O/C: ACQIO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63622842000103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DESBRAVA UNO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Empresas grupo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R$ 343,6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+0,4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— sem benchmark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44272584000120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Lavoro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76D80D08-BCD2-4FE0-BD85-6FF9428F8F0C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924984781"/>
      </ns0:ext>
    </ns0:extLst>
  </ns0:cSld>
</ns0:sld>
</file>

<file path=ppt/slides/slide2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AF59EEBC-CDC4-446E-B97B-F84075BB673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1DADE61-29A7-400E-819D-2096B4E9F89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5/8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9C12A32-3628-4508-9FB1-2ACA645D88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CCA09E7-5CCD-406B-B35B-D2ACC95195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B55329D-8A1B-4D97-827A-9F10408032A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5A9272-C528-4A1B-93BB-7C9009DE187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F58740A-1EF7-481B-A41F-E9ADE8BFBE52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47280025000150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Albaugh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R$ 522,1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+2,2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57270666000187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MOBILITAS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R$ 53,0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58288437000152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ALTOMAX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ALTOMAX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R$ 89,9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55476342000174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AGRO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63679792000192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 HEALTH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(i)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R$ 142,2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20,0%; 21,0% para amortização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48946335000123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NAGRO OIKOS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55374251000128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 II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Azul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DE86992A-43A0-438F-B9BE-67307574F25E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168069870"/>
      </ns0:ext>
    </ns0:extLst>
  </ns0:cSld>
</ns0:sld>
</file>

<file path=ppt/slides/slide2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9827E966-7473-4FA8-B91C-198BF7213DF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C3E367B-2A26-4BCC-B81C-6A2D0E105E4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6/8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778C2EE-BEDB-4520-9B9C-62161200B61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6EE0FB-54D4-4D07-98EB-4ADFB8217CB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39A12E-3A71-4E87-A694-1EF92C5D7F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F4815E3-67A7-474F-A53E-D7873874E63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B9F25AF-58B7-4137-A936-378D2004E909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48953864000154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ASAAS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 ASAAS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50536324000117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MAQNELSON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Maqnelson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-0,8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abaixo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F8D7DA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58476088000100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SAGA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Saga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R$ 167,6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33,33%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+5,4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VOLKSWAGEN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43866348000179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 Sumitomo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R$ 256,0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BASF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 · Total*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Mez.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58291962000127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HELM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HELM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7709D9B8-F7E4-450D-896D-459E9CABB28E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540279378"/>
      </ns0:ext>
    </ns0:extLst>
  </ns0:cSld>
</ns0:sld>
</file>

<file path=ppt/slides/slide2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D1055915-4B54-4963-A5B6-DFCA0430C53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04F8011-C89A-40F8-A236-750B11840D5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7/8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F6D24CA-C313-4867-A743-28EFBB80C4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34D037E-220D-42FB-8A06-539A57A43EF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8CE966-3CB4-4DBA-AFD5-F1B362BE4E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DF2B13-1DAA-4E41-96B2-70A7BFE4990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EAB635-DB9E-4438-9A76-BFE6662D9FAC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57259989000170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TENTOS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Tres Tentos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58171340000165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FRIMESA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FRIMESA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R$ 357,7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51554551000138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COMPANHIA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R$ 64,5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 · Combinado*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+75,0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57752597000148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AGROMERCANTIL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R$ 68,7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47425750000179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CEREALIS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R$ 215,3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 (50,0% × 50,0%)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37035970000132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 CASH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CHDS do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R$ 291,8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 (40,0% × 75,0%)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+16,6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01B780C5-49E4-4299-8AF9-C1DB09B0B00A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624800764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82774F74-663D-41DB-9066-CF19B8AFEB1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9294F8-70A2-4E89-8B75-66CD3531DE1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Revenda: 54 CNPJs da Carteira I e dos flagships · 8/8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858F824-E578-4339-92C5-7D8E2CBB0C3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B8FCDF9-D1B6-4B7B-90A0-C39B5BC07EA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26C6495-C7D8-42B5-8BB3-0D436AB2FA9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A987442-32A0-4801-AD87-DA7433B6A61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3844BF0-AB23-4ABD-B14F-A60CC7E32297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2143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31739396000117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LISTO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31570767000180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TRADEPAY VAREJO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Trademaster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R$ 702,1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52340225000190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INOVA CREDTECH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R$ 86,1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63657457000193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MSV3 RECEBÍVEIS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Originadores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R$ 311,5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65873297000145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ARCELORMITTAL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R$ 162,6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+6,6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sem benchmark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B218C550-499F-4798-B7C7-3E9E3E04AE37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3D17BFA-A386-488C-896C-4BAFD6FDB31E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34,4% · média PL-ponderada 42,0%   |   Flagships · mediana N/D · 0/0 com dado   |   N/D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6061880-599B-4BC1-8334-BDCE00203FD9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229177572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690BBB9-50AA-49D8-8877-8ED9328EC02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8C69082-2AA9-4D5C-B353-CC66B0A5739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Adquirência: 21 CNPJs da Carteira I e dos flagships · 1/3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F1D430-11C2-427D-833C-9B203E718F7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CDAA7D9-3602-48B9-8F0B-F4602EE7916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DC51A43-C93C-4F4B-9AEB-28F249836C4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964E296-33F7-485F-B79C-9F019E3789B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6E664E9-2F99-4B92-BF60-CB31D5EAC8EF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44124617000194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AKIRA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42085816000105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KICK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42102603000144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KICK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6,8%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42085830000109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AKIRA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R$ 308,2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+2,3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A65A00"/>
                          </a:solidFill>
                          <a:latin typeface="Arial"/>
                          <a:ea typeface="Arial"/>
                          <a:cs typeface="Arial"/>
                        </a:rPr>
                        <a:t>folga estreita · ↓ pares</a:t>
                      </a:r>
                    </a:p>
                  </a:txBody>
                  <a:tcPr marL="47625" marR="47625" marT="14288" marB="14288" anchor="ctr">
                    <a:solidFill>
                      <a:srgbClr val="FFF0D6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 D+180; 2,5% após D+180 ·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F60560B1-3AE8-4D39-AA7E-578B4936FBC9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893811890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3F70B8EB-F5DA-4D18-82C8-14EE99FD174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B838943-F622-4BF8-B8A9-ABA7DCA67A2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Adquirência: 21 CNPJs da Carteira I e dos flagships · 2/3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8C6A5E1-A20C-4F3C-9266-44100BDD104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FB9347B-A4A0-49F0-9306-03A54950DFF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8C04A4E-CEE8-4AB4-B140-D717F8ECE7B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868A36C-E4A0-46AF-9027-5B69B5EF6A7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C849263-532D-48BF-A368-0C666C401069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BIG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R$ 904,1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N/D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54218941000125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BIG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R$ 302,0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+0,2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N/D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54219179000100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BIG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R$ 151,9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54248022000102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BIG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R$ 310,6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+2,4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N/D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 · Jr*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4AEC3693-7488-48C3-85DD-6DEABF48B66B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738252074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70812DBA-5F82-4BF9-BD72-EF515D93499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58BE632-1AFA-45E4-9C4E-7B9478D84C1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Adquirência: 21 CNPJs da Carteira I e dos flagships · 3/3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8A76CD-72A9-4AA8-98C7-EC7503E91EA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DE6A83C-E9CB-4AB4-9279-DF58EC14B3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0BB6BC7-91CA-4F14-8F1A-FBB4D003233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98458EA-F02C-469A-93AF-1B69C09F721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E6AE915-628E-41A2-B436-A7E2F2EBEAEF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 ACR IV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R$ 527,5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R$ 41,5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 · Jr*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CAEA0AEF-6FAE-44E7-AF37-279463227DCF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9B16108F-202F-4C18-9DBA-816787EBC0C2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51,3% · média PL-ponderada 57,2%   |   Flagships · mediana 15,5% · 15/15 com dado   |   ↑ acima dos pares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87E6CDF-6EFA-4018-8BE0-4D4683E7BB0E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354874647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80C3A24A-3EDD-4C08-86AF-402F29D302C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CONSIGNADO INSS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78AD20-75C1-4505-8B20-AE4789835D3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INSS: 10 CNPJs da Carteira I e dos flagships · 1/2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722B47D-FB6E-46FA-ABF6-B607F5953A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1AC7D9-CA37-43D8-A23F-7D5FD1C1481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8EDCC58-497B-4DD4-8E38-F6B9AF0A31A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0C10A1E-E357-4B0B-9797-AA1A24BEE1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1A43D21-C1CE-4732-8BAF-28F8B3D5A1BE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44173467000109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INSS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10,0%* · Jr calc.*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 Banco Pine,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 inicial; meta 2,5%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+3*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65347578000164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R$ 664,8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 inicial; 4,0% após gatilho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DA4894AE-A9B9-403F-8B2F-BDD1584528C4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2020637960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E2BAC2A1-C1F0-4D9B-B789-1D3B5FD7DC1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CONSIGNADO INSS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7738F25-B148-4C2A-A835-A7F6FB3B8DD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INSS: 10 CNPJs da Carteira I e dos flagships · 2/2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1E955CB-0004-4F3B-B8C5-E2FF21213BB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30DC156-3E09-4B58-A15E-09AE2C6E090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C8C77E6-8B1C-4C44-AEF7-A4386863FD7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5379699-FB31-4AD0-84FA-67DAFB3AA3A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C46B025-7838-4816-817C-C85F50F1FCE7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14001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 inicial; meta 2,5% · Jr*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62310468000130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CHOPIN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23DCF1BA-2A94-4BC9-B814-1BC94E69B565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783D7E8-FA6D-4ECF-98AF-63BF6690EBA9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14,9% · média PL-ponderada 14,9%   |   Flagships · mediana 16,1% · 5/5 com dado   |   → em linha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8B5AF1C-22D9-4C6C-AAE8-8D2167791D5E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929947062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3D151E0C-FCEB-4424-88AB-BD719F09B05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CONSIGNADO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2A7ECC9-5EAF-4E8B-91EF-4A758CF86AD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FGTS: 11 CNPJs da Carteira I e dos flagships · 1/2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C4697C-16C8-4554-A1AA-E967E1269DF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098AD-EED9-4F61-9603-5624BCCEB4E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3CF961F-EF45-43B1-9C23-DCFEDBFD1D6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818E147-9393-42EE-8D91-5BA36F17700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DA2CEE9-64E7-4F1E-A731-8D4D3505D658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R$ 965,3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53270983000142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+AG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R$ 71,1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53577135000180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R$ 249,7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54252144000164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J17 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GRANDINO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R$ 213,6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55401645000128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QUATÁ FDC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 FINTECH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54464892000100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75% Parati /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R$ 697,5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3,5% no investimento; 5,0% depois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Mez.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58148845000109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R$ 868,9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723C37A8-AA2C-4FFA-A536-8D9296CC416B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2145260776"/>
      </ns0:ext>
    </ns0:extLst>
  </ns0:cSld>
</ns0:sld>
</file>

<file path=ppt/slides/slide3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F0E3FBF1-E74F-4B16-A9F4-AF3BFFCCA1D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CONSIGNADO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8D954FA-6371-413B-B8B7-AE85FE2D1C1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FGTS: 11 CNPJs da Carteira I e dos flagships · 2/2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675229D-EFC7-44A1-9C49-0AE99B96378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0593DEA-CD10-48BF-8319-E2062B2EFE3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3BF1DF-05F3-473D-9921-45F539D4421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62E1949-5346-430D-9129-B1730E1CA2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675A5F-16A9-4E01-A076-622B4BB7556B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17716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54464892000100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75% Parati /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R$ 697,5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62010175000137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R$ 553,9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63848380000139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R$ 102,7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A0F7EBAC-4E58-44FB-8B81-9BD3E927B32A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4A603518-D053-4BD8-BBAC-099CE4787B23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18,3% · média PL-ponderada 17,8%   |   Flagships · mediana 17,2% · 5/5 com dado   |   → em linha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0EE8597-8D74-4298-8BD8-0F12579BF333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250365700"/>
      </ns0:ext>
    </ns0:extLst>
  </ns0:cSld>
</ns0:sld>
</file>

<file path=ppt/slides/slide3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D47D7844-4540-4522-94F5-D438B63266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VEÍCULOS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1A233F8-1290-429B-AE59-B33AEE1AC76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Veículos: 9 CNPJs da Carteira I e dos flagships · 1/2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2E99149-1968-4F02-B9EF-7B73A5173F9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1F81D11-9AF2-46D6-9245-D6B14EE939D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63AEB22-4C6E-49EC-86E9-2B5CAB0F5E7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8354F4A-386A-4A2C-B500-6F6E729E4E3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8F32D6B-31A2-43E0-9590-30036A4276DD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35868110000154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- CRÉDITO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66929956000180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BV AUTO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BV AUTO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53095241000128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R$ 385,0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58035124000192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XI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R$ 294,2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59929098000109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73384F65-823F-4CEA-843F-B1477A879A50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553576355"/>
      </ns0:ext>
    </ns0:extLst>
  </ns0:cSld>
</ns0:sld>
</file>

<file path=ppt/slides/slide3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B47BFD44-1C55-4F1D-9FBB-41F74B6C2CA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VEÍCULOS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CFDEF29-9FE1-4BB5-98D7-568F7733E71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Veículos: 9 CNPJs da Carteira I e dos flagships · 2/2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D81009C-693E-496E-92F5-02D0EA9DF8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BDAA4CF-B43D-47AA-8951-4B67E69923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4F9164C-6202-4280-AC9F-B33ADFE1C18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CB085F1-9FF9-4CA4-A23D-E19ED2BDD0A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C79B4C5-5BF3-4579-8642-C12B026AC549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1028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3073E87F-CA1E-4AA8-9C8B-48C22DCAEA7D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D893E908-B3E6-4318-A5D0-C048F2B9C9FE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N/D · média PL-ponderada N/D   |   Flagships · mediana 15,5% · 8/8 com dado   |   N/D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CEDE4C0-4050-42C3-97F4-6CFD59EEB7F2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723106825"/>
      </ns0:ext>
    </ns0:extLst>
  </ns0:cSld>
</ns0:sld>
</file>

<file path=ppt/slides/slide3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4B49272E-7674-48CA-9E21-4230B3C7F5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523B0-BDFE-49FC-B02E-A5DE4CD4901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35 CNPJs da Carteira I e dos flagships · 1/5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8A5B2C5-2D26-4837-821B-EE0929A108F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6D35679-8A22-4249-A50B-D452A688FA0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A8E20B0-BBEC-4E64-9D57-2FF1763CF50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04AD6E6-D928-4B3C-8353-E05DCCB6703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F166B88-AEB9-469B-8318-09DFAF461C7F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42462306000100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R$ 96,1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52968533000165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MCPO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MAQCAMPO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abaixo mín. · ↓ pares</a:t>
                      </a:r>
                    </a:p>
                  </a:txBody>
                  <a:tcPr marL="47625" marR="47625" marT="14288" marB="14288" anchor="ctr">
                    <a:solidFill>
                      <a:srgbClr val="F8D7DA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52100879000147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SOTREQ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 Sotreq e 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R$ 205,2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-1,4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abaixo mín. · ↓ pares</a:t>
                      </a:r>
                    </a:p>
                  </a:txBody>
                  <a:tcPr marL="47625" marR="47625" marT="14288" marB="14288" anchor="ctr">
                    <a:solidFill>
                      <a:srgbClr val="F8D7DA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32526025000110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38376526000143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HOTFUND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os Produtores,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41197066000109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PAGO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MovilePay /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R$ 657,1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→ 20,0% (gatilho)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62838025000116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Pague Veloz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9,0% inicial; 10,0% regular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07B26E41-D43D-4635-9A42-430CC69F9DEC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134860944"/>
      </ns0:ext>
    </ns0:extLst>
  </ns0:cSld>
</ns0:sld>
</file>

<file path=ppt/slides/slide3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DEF0C3D1-E353-4F8D-892D-5F5B70346BF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21C350E-B014-46E1-A91A-A65421A0703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35 CNPJs da Carteira I e dos flagships · 2/5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8FA88E0-9CF3-47BB-B5F7-DD89130E32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B5EB75-D6FF-461F-A8D6-EA0EAB31100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667838-FF7D-4997-8151-2257F68D64B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6E15DB7-CD37-4C25-A77C-EE3BA53F2CE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DD2C962-4500-4B50-A68B-8B9D058432CB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42154687000160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 (40,0% × 50,0%)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Sub.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57816252000100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NATURA 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Natura &amp;CO 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25,26%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+3,1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→ pares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COMPRA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R$ 193,6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4,5%* · Jr ajust.*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54559035000194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Banco IBM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R$ 98,0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 +3*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o IBM BRASIL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26749095000134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Pravaler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R$ 392,9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10,0%; 15,0% se atraso &gt; 6%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47640584000123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 AGORA GREEN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 Agora · C: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R$ 285,1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→ 12,5% após 24 meses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D57510C6-68D9-48AF-94BF-7119FEB678A1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59276246"/>
      </ns0:ext>
    </ns0:extLst>
  </ns0:cSld>
</ns0:sld>
</file>

<file path=ppt/slides/slide3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AA3CAF39-C22A-47ED-B83D-D5C8D707F5F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6E8141B-44BC-4250-BEEC-CD93DEA5CD8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35 CNPJs da Carteira I e dos flagships · 3/5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B11DA1-7DE1-4AA5-B1E7-58524C62C1E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F454CA6-BBBE-4256-A08A-1E573C73A4D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B0D6A13-96DE-4F5C-9AAE-1191665D139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5A5F27E-D160-4FF4-8A1C-332ED08DEC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088F88-8047-4C7C-B8F4-E4A0EC3C9579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R$ 437,4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+1*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↓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43193260000133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RESIDENCE CLUB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VCI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R$ 403,4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50,0%* · Jr calc.*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58152340000118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SHPP 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R$ 442,2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+10,6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↑ pares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37294759000134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GALLERIA HOME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Galleria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R$ 513,2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4,76%* · Total*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+27,0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Mez.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→ pares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61288838000117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R$ 722,5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→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30035329000159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VIA INVEST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R$ 202,9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15,0%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63066147000102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INCLUSÃO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Supersim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R$ 156,4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12,5%; 17,5% se rebaixamento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Cota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D917D423-9FE3-413F-96B0-6B80394643C4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972904435"/>
      </ns0:ext>
    </ns0:extLst>
  </ns0:cSld>
</ns0:sld>
</file>

<file path=ppt/slides/slide4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67A2FE0B-1B0C-4B2C-8ADB-A03EBAC1DF2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D3FDD6-1C71-4FA0-85CA-2703462896A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35 CNPJs da Carteira I e dos flagships · 4/5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8CE1CC-B487-4615-99C5-B7FF019B68E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96CC9C-801B-44FA-A9DE-834DBE1D17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7F7514-2289-4508-AC3C-96EE40B2B7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32D0FC-752F-4528-A307-7127951BF0C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7BAF8FE-AEB1-4F95-9ABD-82E10772515A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7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65836995000170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PNEUCASH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Cantu Store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R$ 154,3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 · Total*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 +2*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49113994000141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R$ 99,3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14,0%; 15,0% no fechamento mensal · 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↑ pares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 · 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+0,7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006B3C"/>
                          </a:solidFill>
                          <a:latin typeface="Arial"/>
                          <a:ea typeface="Arial"/>
                          <a:cs typeface="Arial"/>
                        </a:rPr>
                        <a:t>acima mín. · — N/D</a:t>
                      </a:r>
                    </a:p>
                  </a:txBody>
                  <a:tcPr marL="47625" marR="47625" marT="14288" marB="14288" anchor="ctr">
                    <a:solidFill>
                      <a:srgbClr val="DCEFE2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58458416000138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R$ 387,8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53841740000117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62390922000100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CLT NOW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R$ 474,4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44395657000170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CM ESTADUAL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R$ 18,1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B8383918-C64B-425E-81DB-19E78691593B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951558149"/>
      </ns0:ext>
    </ns0:extLst>
  </ns0:cSld>
</ns0:sld>
</file>

<file path=ppt/slides/slide4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27E942EA-120B-49E1-B2AF-7CCF178E53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5ABC69-8241-4337-8042-2C5E2D9D953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35 CNPJs da Carteira I e dos flagships · 5/5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71E94B-662C-48B3-9427-CB280477387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3CCC7FB-B6D4-45D7-A5B3-E5459BC6779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4DD2A0F-AFEF-432B-96CB-865C212F53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CD03A66-300D-42E5-9BF1-53425C276F4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DA02A0F-AC1A-4F7D-ABD6-1F28172A186C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2886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53337453000174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CM ESTADUAL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R$ 73,6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62543802000103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LIFT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R$ 160,7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55316469000126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SOMAPAY CARTÃO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R$ 159,2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58188881000104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R$ 68,1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33254370000104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37511828000114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R$ 754,4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base; aumentos condicionais · Jr*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Mez.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Flagship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41970012000126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 · Jr*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Sên.</a:t>
                      </a:r>
                    </a:p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41E69FD5-7E4E-4D96-8B55-337716449D1F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5E1E6C6-F13F-4C56-B474-7853DBEC2556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  |   Carteira I · mediana 31,1% · média PL-ponderada 42,5%   |   Flagships · mediana 30,1% · 12/12 com dado   |   → em linha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2547990-EEC0-46C7-ABE3-E0EBF69B7111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1511019446"/>
      </ns0:ext>
    </ns0:extLst>
  </ns0:cSld>
</ns0:sld>
</file>

<file path=ppt/slides/slide4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2" name="">
            <a:extLst>
              <a:ext uri="{FF2B5EF4-FFF2-40B4-BE49-F238E27FC236}">
                <ns2:creationId id="{32344683-F2FD-4350-9C97-57F2B9D1A5E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N/D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1DB74CC-D99C-40DA-B380-22645C50DAB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N/D: 1 CNPJs da Carteira I e dos flagships · 1/1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B023D0D-8EF5-4631-B451-88DD3168EA6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497AE23-2E1E-4A3C-83F9-4DF72C4E7C8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516F16F-0B7D-4392-9E08-3EDFDBC4190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mesma base normalizada do workbook. N/D permanece lacuna.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A1CBE46-BB82-41B8-B547-FFD37E8B884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37A910D-0F5E-41B6-A4AF-C9B7381281C7}"/>
              </a:ext>
            </a:extLst>
          </ns0:cNvPr>
          <ns0:cNvSpPr>
            <a:spLocks noGrp="1"/>
          </ns0:cNvSpPr>
          <ns0:nvPr/>
        </ns0:nvSpPr>
        <ns0:spPr>
          <a:xfrm>
            <a:off x="571500" y="1133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Cor = situação frente ao piso documental. A seta em texto mostra a posição relativa aos pares; sem benchmark confiável, a posição fica N/D.</a:t>
            </a:r>
          </a:p>
        </ns0:txBody>
      </ns0:sp>
      <ns0:graphicFrame>
        <ns0:nvGraphicFramePr>
          <ns0:cNvPr id="19" name=""/>
          <ns0:cNvGraphicFramePr/>
          <ns0:nvPr/>
        </ns0:nvGraphicFramePr>
        <ns0:xfrm>
          <a:off x="571500" y="1428750"/>
          <a:ext cx="11049000" cy="6572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7250"/>
                <a:gridCol w="1381125"/>
                <a:gridCol w="1476375"/>
                <a:gridCol w="1476375"/>
                <a:gridCol w="666750"/>
                <a:gridCol w="666750"/>
                <a:gridCol w="1047750"/>
                <a:gridCol w="762000"/>
                <a:gridCol w="1190625"/>
                <a:gridCol w="1524000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/ estrut.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unitário*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60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45123558000100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I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73787D"/>
                          </a:solidFill>
                          <a:latin typeface="Arial"/>
                          <a:ea typeface="Arial"/>
                          <a:cs typeface="Arial"/>
                        </a:rPr>
                        <a:t>não medido · — sem benchmark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40B74C56-55A8-4C44-92F0-752CBA1B9240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11049000" cy="409575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5EA61B3-D494-4277-B695-6BF4117629E3}"/>
              </a:ext>
            </a:extLst>
          </ns0:cNvPr>
          <ns0:cNvSpPr>
            <a:spLocks noGrp="1"/>
          </ns0:cNvSpPr>
          <ns0:nvPr/>
        </ns0:nvSpPr>
        <ns0:spPr>
          <a:xfrm>
            <a:off x="695325" y="5619750"/>
            <a:ext cx="108013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da taxonomia · Sem grupo comparável; mediana e média PL-ponderada permanecem N/D.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514FCA4-782A-4FC1-846F-015B8426EE5C}"/>
              </a:ext>
            </a:extLst>
          </ns0:cNvPr>
          <ns0:cNvSpPr>
            <a:spLocks noGrp="1"/>
          </ns0:cNvSpPr>
          <ns0:nvPr/>
        </ns0:nvSpPr>
        <ns0:spPr>
          <a:xfrm>
            <a:off x="571500" y="60388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não júnior ou preço/classe excepcional; detalhes e fontes no workbook. Preço = valor unitário por cota.</a:t>
            </a:r>
          </a:p>
        </ns0:txBody>
      </ns0:sp>
    </ns0:spTree>
    <ns0:extLst>
      <ns0:ext uri="{BB962C8B-B14F-4D97-AF65-F5344CB8AC3E}">
        <ns3:creationId val="401703146"/>
      </ns0:ext>
    </ns0:extLst>
  </ns0:cSld>
</ns0:sld>
</file>

<file path=ppt/slides/slide4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9EB78002-D757-4955-88F8-9B207B82EF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ATIVOS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97CBE26-13DB-4178-A35F-2C71D8325C8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15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23 CNPJs têm folga calculável; estes 8 casos priorizam menor absorção e maior PL do veículo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19E960C-9931-4C48-93F1-B73A569B77D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5BD1E4F-64D9-432B-A04A-1AF542B1A67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392061F-6BFE-4826-947F-105502295D9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FundosNet/B3. Folga e absorção ficam N/D quando a tranche ou o denominador não são comparáveis.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FD4D5E-0C83-4DFE-9A4D-C8359EB59FE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314450"/>
          <a:ext cx="11049000" cy="3943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81250"/>
                <a:gridCol w="1190625"/>
                <a:gridCol w="1047750"/>
                <a:gridCol w="1000125"/>
                <a:gridCol w="1047750"/>
                <a:gridCol w="952500"/>
                <a:gridCol w="952500"/>
                <a:gridCol w="1000125"/>
                <a:gridCol w="1476375"/>
              </a:tblGrid>
              <a:tr h="192881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Ativo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veículo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Mínimo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Absorção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MCPO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R$ 113,3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SOTREQ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R$ 205,2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MAQNELSON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R$ 100,0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-0,8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+0,5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DESBRAVA UNO ARTIGOS ESPORTIVOS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R$ 343,6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PERNAMBUCANAS FIDC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R$ 226,6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+0,9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SOULPAY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R$ 78,4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57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WORKCAP AGRO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R$ 443,2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+1,6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F6F44373-A92C-4304-9023-796D6C65EDC7}"/>
              </a:ext>
            </a:extLst>
          </ns0:cNvPr>
          <ns0:cNvSpPr>
            <a:spLocks noGrp="1"/>
          </ns0:cNvSpPr>
          <ns0:nvPr/>
        </ns0:nvSpPr>
        <ns0:spPr>
          <a:xfrm>
            <a:off x="571500" y="55054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Mínimo estrutural pode ser total/combinado. Lista executiva: 8 de 12 casos; os 101 CNPJs e as fontes estão no workbook.</a:t>
            </a:r>
          </a:p>
        </ns0:txBody>
      </ns0:sp>
    </ns0:spTree>
    <ns0:extLst>
      <ns0:ext uri="{BB962C8B-B14F-4D97-AF65-F5344CB8AC3E}">
        <ns3:creationId val="1337321732"/>
      </ns0:ext>
    </ns0:extLst>
  </ns0:cSld>
</ns0:sld>
</file>

<file path=ppt/slides/slide4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C1FD9069-A46E-4392-AC16-C61259134E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1B7C54E-FE9D-46A3-90F7-A53E510C7A3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D79C40A-9BA6-48B1-BF05-0F64CDC3601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78147B8-83D2-42E7-A1BB-BD26E0F802C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021EFC4-C53E-4EB9-8528-776EAB07666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5EA85AD-10DA-47E3-AA4B-96AB9CADEEC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FA1DBE6-8FEE-4818-8D23-C162AC79A61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759A1A1-BA9A-4402-82C1-CB4D1501B96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5ffa02d50189457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AC06-9EC4-443E-B1BA-9D21714355EB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D406900-B75C-444F-B83B-6C8638CFBFA1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693a82d625a84e20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678978f8e8ac434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425CEAD8-6D0D-47B6-BF40-BF9DB96E166A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F6297534-91A7-4415-A1ED-9075E227A447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03363004"/>
      </ns0:ext>
    </ns0:extLst>
  </ns0:cSld>
</ns0:sld>
</file>

<file path=ppt/slides/slide4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BDFD9530-D30A-407B-9694-61D546BDC7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993416C-CD1E-4FA3-B160-B6B0FE0E32E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5772A4-E184-4407-85DF-812D93712DD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490B6A8-99C2-456C-A404-447ACB43520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117F7FE-4F24-4418-8019-4BEAB147617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F1B616-0CAC-4412-8496-035F8AA70C6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535662E-5466-4542-9236-F09BCAD2871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102602E-341F-4B23-BAC3-26BBF626E5EA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fc2331e519264f9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A16596B-4EDA-4A0D-A8F2-E0C6FEB1AF0C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915C15F-51C1-4790-A584-1A756E60FA5C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893a2e939f4f4ec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7D50274-274B-4610-9E8D-AB7D414CC2A1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3BE301A-6822-4787-B1F2-936B1DAFC62D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99da8b3e630d4d52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b4b6cd441388478f"/>
          </a:graphicData>
        </a:graphic>
      </ns0:graphicFrame>
      <ns0:sp>
        <ns0:nvSpPr>
          <ns0:cNvPr id="17" name="">
            <a:extLst>
              <a:ext uri="{FF2B5EF4-FFF2-40B4-BE49-F238E27FC236}">
                <ns2:creationId id="{956B392B-8A6A-4A85-B117-C9DD9CBFADF7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1F7C736-CE43-4A52-8B2D-B7C2B40FEAEF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D28ADED-82B6-46F4-8F45-98F5FB97CB1B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4B0323D-1035-4CDE-B18C-62550E0BED9B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20E2DBD0-27A0-4604-AFDF-BD848FA506DC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353E09-5EE7-4DA6-A971-CE2EEB23CC81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1941ABF-B209-4984-B0FA-E76B8FDD66C5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FF1B27B5-0641-4B16-89B8-212D21CAA07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8B957354-673F-4143-9588-69810E2EC038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2115342190"/>
      </ns0:ext>
    </ns0:extLst>
  </ns0:cSld>
</ns0:sld>
</file>

<file path=ppt/slides/slide4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EFE6D99E-9BEE-4AE7-9501-C9458B0D7B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1AD4B0D-2D94-469A-973D-292FC906B79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3D0CDB3-4E11-4FF1-A090-9D0553A4B7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D0C6534-57F7-437E-AAFA-35BC3659C41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38F260D-79F8-4DF7-842F-8E985700ED6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C524A5E-C6A9-47EE-BCEF-AA3DB340E7A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FF237CA-9F11-4270-99E1-398B7AC125BC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FB48BB2-6116-46B0-BEBA-D83690BCC157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962D0B62-86F1-4141-B625-9BB4F10F1C7C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38500664c19a4b99"/>
          </a:graphicData>
        </a:graphic>
      </ns0:graphicFrame>
      <ns0:sp>
        <ns0:nvSpPr>
          <ns0:cNvPr id="11" name="">
            <a:extLst>
              <a:ext uri="{FF2B5EF4-FFF2-40B4-BE49-F238E27FC236}">
                <ns2:creationId id="{5D90A567-0722-43B5-97D4-53A4A69792B0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4F6A749-D879-4898-8AD5-42CF50BE75D3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05e460f6318f4d04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68ca3790924247e8"/>
          </a:graphicData>
        </a:graphic>
      </ns0:graphicFrame>
      <ns0:sp>
        <ns0:nvSpPr>
          <ns0:cNvPr id="15" name="">
            <a:extLst>
              <a:ext uri="{FF2B5EF4-FFF2-40B4-BE49-F238E27FC236}">
                <ns2:creationId id="{ED6ECEC1-00C0-4C51-A23E-4AA65C5583BB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4E23FF2D-419D-4541-9A64-483EDA9830F3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1569990-47D5-4C89-BE28-FC539ECA19AF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4dd3e1562b5343f0"/>
          </a:graphicData>
        </a:graphic>
      </ns0:graphicFrame>
      <ns0:sp>
        <ns0:nvSpPr>
          <ns0:cNvPr id="19" name="">
            <a:extLst>
              <a:ext uri="{FF2B5EF4-FFF2-40B4-BE49-F238E27FC236}">
                <ns2:creationId id="{553BBD61-553D-4051-86B4-CDA4DD961D9F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51F3D94-A3B4-4D35-A75D-03913B2EEB1E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1f800310e1184fc7"/>
          </a:graphicData>
        </a:graphic>
      </ns0:graphicFrame>
    </ns0:spTree>
    <ns0:extLst>
      <ns0:ext uri="{BB962C8B-B14F-4D97-AF65-F5344CB8AC3E}">
        <ns5:creationId val="462020807"/>
      </ns0:ext>
    </ns0:extLst>
  </ns0:cSld>
</ns0:sld>
</file>

<file path=ppt/slides/slide4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D4E0C36-2D0C-45EE-80F2-6A6A49C650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E9C4F05-666B-4C35-9066-B383140BB902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733FABF-F03B-450E-9E5A-3F501EA4CB4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3750DD9-9413-4A6E-AC32-0203E4359FA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93198E4-8EBE-42D1-91AD-EF7CD3F8944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73F238C-A025-4A73-9ECB-64B321F6784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3B4482B-1C28-4EAB-BCE6-A97D52DCD72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2DC35B8-71A1-4A33-A558-604698D0145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3DF37D6-6AAA-43BE-98C1-1AF77BD4F37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238665303"/>
      </ns0:ext>
    </ns0:extLst>
  </ns0:cSld>
</ns0:sld>
</file>

<file path=ppt/slides/slide4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3C9B639-1CDB-4283-89BA-93572532585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9929B5F-B5ED-4696-A52A-FD9E7AA2432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40A8242-6258-4E55-82C1-EABD078A79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EA33459-7FC0-4F0B-A3DD-EF32485D63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0515AF-D7FF-4745-9230-34BDB37984A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0353E5D-6D47-48B4-ACD3-4485E86191C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E7C4775-30FB-4671-A734-826668BAEB5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B119F90-0A03-4965-8988-F7C1B9C95D8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B8EDBE8-86A5-4FCC-9572-8C5F8FFD444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966174029"/>
      </ns0:ext>
    </ns0:extLst>
  </ns0:cSld>
</ns0:sld>
</file>

<file path=ppt/slides/slide4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E538DB7-1D4C-4195-9CBA-07E3854E86C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AA361E8-EB6C-47E1-BC95-36EF2A35549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55A73E-7E9F-4D25-B92B-8555AA04E75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DDBDFFC-0C58-4561-A9A9-6AFFEFCD2CE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93A82DF-04F4-459C-A5FF-D06D40B8662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1E7484A-F205-4D9D-B1A0-B1DD9A5A46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C9070AE-9FCC-4B62-9637-2330249460D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80CAB50-B57C-408A-ABE7-DC12AEEBCE9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B9B1205-E4F6-4A5F-A8EE-8C71756CC859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557789499"/>
      </ns0:ext>
    </ns0:extLst>
  </ns0:cSld>
</ns0:sld>
</file>

<file path=ppt/slides/slide5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583B6EC-04D2-4487-A6A9-3C5C853991F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719342C-C5BA-4789-94FD-DF4BBEDB1FE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75093B-C1A9-4399-B6F4-33298697703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1555200-7F44-49AF-A9E1-7E4258E66AA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11B43B4-D5BF-47D7-A5E7-94C398831BD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AC9C391-2B87-40D5-BECD-03B2FB50E7D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3A0DFF3-CF4A-4B19-A559-1948A963987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421EF61-C21F-4917-840C-88CD2514B1C1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09472E-8E76-41A4-9787-3584AB9F8717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852017267"/>
      </ns0:ext>
    </ns0:extLst>
  </ns0:cSld>
</ns0:sld>
</file>

<file path=ppt/slides/slide5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F5F5424A-F62F-4227-9C37-8BC46949A18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629B1A9-C412-4BA2-A83A-A2EB0292B0B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668B5C6-D6C7-4BDE-AFC7-526F6E216AA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66C50F8-C8DF-437D-9B51-1193C5A94D7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63AF709-D9DA-403F-8481-EFADD2CFE81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B23A1C6-406F-48A2-9650-476C5E009E0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F0777F1-A7B4-4FB6-805E-AE39CB6E247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597329-A73C-46B6-AB74-5190EE406C5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3685DE4-E0E7-439D-BDC4-EE269231EF33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679066453"/>
      </ns0:ext>
    </ns0:extLst>
  </ns0:cSld>
</ns0:sld>
</file>

<file path=ppt/slides/slide5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B275ED51-0F70-4EFB-A6B8-D9436B59E4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4000A61-0FBB-484A-A47E-98C1508F520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2F5058-F27C-43E6-A025-03D2FDEF1F7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A4FB99B-F94E-4E0D-9C98-0958CA5817A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7545320-BEF7-48C6-B7C4-BBA2712A080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0369758-28FB-408D-80F1-06A9CC48DEC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FD8D375-32D9-43C8-A96A-37D6DE50FC47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43F82C4-D3D0-4F37-A60D-0CE08FF9A8D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C942C59-482E-4EA2-87E4-47EDD5208C02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393461049"/>
      </ns0:ext>
    </ns0:extLst>
  </ns0:cSld>
</ns0:sld>
</file>

<file path=ppt/slides/slide5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9DFD140B-A92E-4C52-AF4B-0B4CB4ACF94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7547A64-6E2C-490E-906B-210162BD457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FF687CF-7774-4ED8-B001-2E9C25E64E6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B5E1A67-C9B1-45B7-A8C3-BE66B04E719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27042B6-ED05-4137-84B9-DAD0FCB1828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04EFFC6-47E7-4A15-96FD-8783DEEF11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909A344-A492-4D18-9F4C-A2BC31D161E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7647881-5BBE-4D8D-A36C-2EC9E169F2FC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32032EA-55CC-44B9-BC1F-B9619DF20DB3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90EBE9D-C0B9-4608-A55E-5DCA594E3AAF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B76B526-93EA-4820-B5D4-C83D8E8CC2EC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1DC9A4A-E46E-4075-8C2F-490EDBF1D41B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51C5B6B8-88C1-40D6-BD7E-DC6B7E9C23E9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BF9FFEE-A1C4-4BE0-BEB4-DD8EFF15A3E9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16ADEAE-518B-46B0-8A0E-98004CBFCA40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9A2592F-8181-429A-A7B8-E33D9D0BD87B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41FC21B-7846-42EE-A679-E9399678C742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882E080-B0F5-4E1D-AE31-B2E4128EE69E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6C7C7B32-13F9-4210-B179-A94C225A56D1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D005FFA-B9EA-44D3-9E7E-B2CA074BB2AD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CA90FA4D-B6F2-49E3-98D6-ED3586F13CCF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2B3485ED-E4B3-4AC5-9FB8-8B8062DAE99C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6CC0883-AA35-4370-8A24-20A20AEE5D4B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926BE6C0-3C1B-40B6-8FC8-66499FBB70DF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589B8EC-622C-4D08-8E43-A3253873F0DE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1DE7667E-B31C-47D0-89D7-D89B07C7A088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F5D554F-7DD8-4DEC-BDD1-99CBA7CE745A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85180249"/>
      </ns0:ext>
    </ns0:extLst>
  </ns0:cSld>
</ns0:sld>
</file>

<file path=ppt/slides/slide5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DEEE2216-3521-4F04-A40E-BEA06D10906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9013D3D-A352-4D51-9228-AF05D283E58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32F4CB-8040-4676-A548-22B0831508A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9BD42E-2526-4129-B64E-7EA5D640AE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0C4D54F-DB73-4506-924D-0273A431F80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8D06E6D-D7EC-47B6-9629-C8ABB8CB2B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c2c011b861354865"/>
          </a:graphicData>
        </a:graphic>
      </ns0:graphicFrame>
      <ns0:sp>
        <ns0:nvSpPr>
          <ns0:cNvPr id="8" name="">
            <a:extLst>
              <a:ext uri="{FF2B5EF4-FFF2-40B4-BE49-F238E27FC236}">
                <ns2:creationId id="{B289EBB6-91B4-47B0-9B3F-8D5AF9542936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336B8B9-75F7-4864-8B84-EBD286144EF0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6DD96F72-1852-481F-A0A4-20AB80BBCA9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f5f2bc96aa054672"/>
          </a:graphicData>
        </a:graphic>
      </ns0:graphicFrame>
      <ns0:sp>
        <ns0:nvSpPr>
          <ns0:cNvPr id="12" name="">
            <a:extLst>
              <a:ext uri="{FF2B5EF4-FFF2-40B4-BE49-F238E27FC236}">
                <ns2:creationId id="{BC79D394-DF8A-479A-8CF7-91C3BCD05E82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68d285a4f42041a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5F188E9-6152-46EE-9DAA-17015D701305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e0547fe073734c8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7BD73ECE-0364-4C7B-A13D-C0483FCA4EF4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ca43daba1a0d4500"/>
          </a:graphicData>
        </a:graphic>
      </ns0:graphicFrame>
      <ns0:sp>
        <ns0:nvSpPr>
          <ns0:cNvPr id="18" name="">
            <a:extLst>
              <a:ext uri="{FF2B5EF4-FFF2-40B4-BE49-F238E27FC236}">
                <ns2:creationId id="{8AFF5EA2-CBC2-4F97-835F-D526FF1C2A97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5e30bb5d822a4701"/>
          </a:graphicData>
        </a:graphic>
      </ns0:graphicFrame>
      <ns0:sp>
        <ns0:nvSpPr>
          <ns0:cNvPr id="20" name="">
            <a:extLst>
              <a:ext uri="{FF2B5EF4-FFF2-40B4-BE49-F238E27FC236}">
                <ns2:creationId id="{83BDCCB9-C29A-475F-8F67-BD03BE8A63AF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d7a4c110203e40f2"/>
          </a:graphicData>
        </a:graphic>
      </ns0:graphicFrame>
    </ns0:spTree>
    <ns0:extLst>
      <ns0:ext uri="{BB962C8B-B14F-4D97-AF65-F5344CB8AC3E}">
        <ns5:creationId val="2059947622"/>
      </ns0:ext>
    </ns0:extLst>
  </ns0:cSld>
</ns0:sld>
</file>

<file path=ppt/slides/slide5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F935DEB2-4903-48A4-81D1-CE66D52D525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F3BD16D-5485-424C-A7A5-2A8E8706263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F97800A-EC94-4748-A6BF-2CFCAD6F23E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D67DCEB-1EAD-4B20-B47B-C05B1686F01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731BFBC-44FE-4E6A-9391-9C9F5F0C427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F9A5D27-2407-459F-98F8-50E8592091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9354774-E611-45CF-9DF1-87317CD7E0A3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B1FC19E-EC78-4CE2-B440-293A896145E5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821121744d7d40b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DD64CB1-4D04-410F-8E89-2CE3931CCF19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7AA6FD78-D265-4323-821F-0CB15B5E0721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41B48BD-A5E1-4038-9685-EB22347B2141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39553e7ee59a442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F8F3346-38D2-4866-9EED-EE13A1F392CE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EBBCC27-8EF9-442A-A24C-C50E1F6A336F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CF0881E-B11D-4368-80A6-3EFC9BBE4A1E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19AD5A3-F0AA-4BB7-9084-439B97812104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EBB0D666-28A0-4A7E-B427-C7DE34B1E60B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959F2D3-65C6-41A7-9707-5EB9AA49A262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B31F1919-BDBC-4555-A81D-7C37D1FB66FE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797315862"/>
      </ns0:ext>
    </ns0:extLst>
  </ns0:cSld>
</ns0:sld>
</file>

<file path=ppt/slides/slide5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9DA9D805-1E0A-4DFA-B353-328AB4707BE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CCB121-E4D1-4538-A6FE-866F7691267C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DEA84EB-8F0F-4DAE-8A32-15383CF183E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FDEF437-2539-496D-BE00-3D6EEDD68B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E84C4C9-90C6-4032-96BE-D2C4CD32232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A8CC3B7-57BE-411F-AF4D-00F4A6F1461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935483B-D646-4FF3-8949-9FEC1E7DD33A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2715B58-4C1D-4E10-93F3-5BF47435E41F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944b30aafac646d9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0DA87CE-9102-472D-9B44-887218C2A88A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3452154-7118-4649-80E6-D6989172E062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4f21c0f3a82f49f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2755891-25E4-4FD9-80A3-D27710A15FB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F01FB1C-0B72-4B8E-9326-A7033A28EEC1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f9e8b17c6dbb495e"/>
          </a:graphicData>
        </a:graphic>
      </ns0:graphicFrame>
      <ns0:sp>
        <ns0:nvSpPr>
          <ns0:cNvPr id="16" name="">
            <a:extLst>
              <a:ext uri="{FF2B5EF4-FFF2-40B4-BE49-F238E27FC236}">
                <ns2:creationId id="{DD54E0CE-053B-4B97-A471-BC5F16AF9DB6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355618826"/>
      </ns0:ext>
    </ns0:extLst>
  </ns0:cSld>
</ns0:sld>
</file>

<file path=ppt/slides/slide5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D1A9A63C-E73C-4A3E-AA10-221C0BEEF01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22121DB-C0F1-4318-AB01-BFC6D129CE8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646AFF8-C5E8-4D9F-96C5-8181E9FE0B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88E6C5A-FFF1-4508-91C6-5B9A1AC48D8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A4C853A-4A92-4E35-BC04-E72CE5C6FC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A33EC29-4019-43D2-86E3-264A8C951D4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de1c02e4c0df4317"/>
          </a:graphicData>
        </a:graphic>
      </ns0:graphicFrame>
      <ns0:sp>
        <ns0:nvSpPr>
          <ns0:cNvPr id="8" name="">
            <a:extLst>
              <a:ext uri="{FF2B5EF4-FFF2-40B4-BE49-F238E27FC236}">
                <ns2:creationId id="{83E5F95C-53C2-4D4D-9675-DF655DCCC3B2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045DCB1-AFAF-4DF2-A08C-2CC6E97E0B0B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9cfbbebe2b5b4413"/>
          </a:graphicData>
        </a:graphic>
      </ns0:graphicFrame>
      <ns0:sp>
        <ns0:nvSpPr>
          <ns0:cNvPr id="11" name="">
            <a:extLst>
              <a:ext uri="{FF2B5EF4-FFF2-40B4-BE49-F238E27FC236}">
                <ns2:creationId id="{45327FE4-C47A-4DB9-A841-ED6197846FE2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103E5DE-4E16-4368-96AC-CF3645703ADC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a3e3814fad87426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908C387-F301-4EE8-BA7E-A1680C0EB5A2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22D93D1-D6D6-493E-AB77-452F0BA5AF36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91f12359f8004898"/>
          </a:graphicData>
        </a:graphic>
      </ns0:graphicFrame>
      <ns0:sp>
        <ns0:nvSpPr>
          <ns0:cNvPr id="17" name="">
            <a:extLst>
              <a:ext uri="{FF2B5EF4-FFF2-40B4-BE49-F238E27FC236}">
                <ns2:creationId id="{A2A915F4-5EA1-4A1E-A7D7-0DDBD9637C8C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8E48DB1-41FC-4C32-90BD-B140BAC65995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A57F4DF-FD25-4E8A-B759-20E343339663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9d30f1b7e51a48aa"/>
          </a:graphicData>
        </a:graphic>
      </ns0:graphicFrame>
      <ns0:sp>
        <ns0:nvSpPr>
          <ns0:cNvPr id="21" name="">
            <a:extLst>
              <a:ext uri="{FF2B5EF4-FFF2-40B4-BE49-F238E27FC236}">
                <ns2:creationId id="{1EC49EDA-5FED-4C60-A87C-A7DE9FD84F34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7A07D37-E469-4262-BFE7-6960F969AC27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282380389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2026-08-01T21:56:25.2450000Z</dcterms:created>
  <dcterms:modified xsi:type="dcterms:W3CDTF">2026-08-01T21:56:25.2450000Z</dcterms:modified>
</coreProperties>
</file>