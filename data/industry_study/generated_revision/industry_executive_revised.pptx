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9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4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5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6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7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8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9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0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97331b11b747ed" /><Relationship Type="http://schemas.openxmlformats.org/officeDocument/2006/relationships/extended-properties" Target="/docProps/app.xml" Id="Ree1aa53812144feb" /><Relationship Type="http://schemas.openxmlformats.org/officeDocument/2006/relationships/officeDocument" Target="/ppt/presentation.xml" Id="R484832a18e7940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6beee81dee43a3"/>
  </p:sldMasterIdLst>
  <p:notesMasterIdLst>
    <p:notesMasterId xmlns:r="http://schemas.openxmlformats.org/officeDocument/2006/relationships" r:id="R6197cbb4f214412c"/>
  </p:notesMasterIdLst>
  <p:sldIdLst>
    <p:sldId xmlns:r="http://schemas.openxmlformats.org/officeDocument/2006/relationships" id="256" r:id="R8af6b747f06f47bb"/>
    <p:sldId xmlns:r="http://schemas.openxmlformats.org/officeDocument/2006/relationships" id="257" r:id="R54fdc3bdb10b473e"/>
    <p:sldId xmlns:r="http://schemas.openxmlformats.org/officeDocument/2006/relationships" id="258" r:id="R6c54dc7f78fe4e2b"/>
    <p:sldId xmlns:r="http://schemas.openxmlformats.org/officeDocument/2006/relationships" id="259" r:id="Rb1711dc7ca9848b3"/>
    <p:sldId xmlns:r="http://schemas.openxmlformats.org/officeDocument/2006/relationships" id="260" r:id="Rfbb381dd64444cb5"/>
    <p:sldId xmlns:r="http://schemas.openxmlformats.org/officeDocument/2006/relationships" id="261" r:id="R82e5ff3431414b30"/>
    <p:sldId xmlns:r="http://schemas.openxmlformats.org/officeDocument/2006/relationships" id="262" r:id="R29fc7540ccf7452f"/>
    <p:sldId xmlns:r="http://schemas.openxmlformats.org/officeDocument/2006/relationships" id="263" r:id="Rb02c2a070f3f4783"/>
    <p:sldId xmlns:r="http://schemas.openxmlformats.org/officeDocument/2006/relationships" id="264" r:id="Re7f894f2a0a84a31"/>
    <p:sldId xmlns:r="http://schemas.openxmlformats.org/officeDocument/2006/relationships" id="265" r:id="R7d37d6807bcd473f"/>
    <p:sldId xmlns:r="http://schemas.openxmlformats.org/officeDocument/2006/relationships" id="266" r:id="R5d47a8dfb3d14b36"/>
    <p:sldId xmlns:r="http://schemas.openxmlformats.org/officeDocument/2006/relationships" id="267" r:id="R6c928101b23543cd"/>
    <p:sldId xmlns:r="http://schemas.openxmlformats.org/officeDocument/2006/relationships" id="268" r:id="R443b585b68304409"/>
    <p:sldId xmlns:r="http://schemas.openxmlformats.org/officeDocument/2006/relationships" id="269" r:id="R8073fc7bb9254371"/>
    <p:sldId xmlns:r="http://schemas.openxmlformats.org/officeDocument/2006/relationships" id="270" r:id="Rad59bcfb1186470a"/>
    <p:sldId xmlns:r="http://schemas.openxmlformats.org/officeDocument/2006/relationships" id="271" r:id="R1c1556682a834c2c"/>
    <p:sldId xmlns:r="http://schemas.openxmlformats.org/officeDocument/2006/relationships" id="272" r:id="R30bef481a6ef4899"/>
    <p:sldId xmlns:r="http://schemas.openxmlformats.org/officeDocument/2006/relationships" id="273" r:id="R9e4a1a67c5be459a"/>
    <p:sldId xmlns:r="http://schemas.openxmlformats.org/officeDocument/2006/relationships" id="274" r:id="R21eb012c00e94378"/>
    <p:sldId xmlns:r="http://schemas.openxmlformats.org/officeDocument/2006/relationships" id="275" r:id="R99e9c142515548ca"/>
    <p:sldId xmlns:r="http://schemas.openxmlformats.org/officeDocument/2006/relationships" id="276" r:id="Rc78c34582ed84398"/>
    <p:sldId xmlns:r="http://schemas.openxmlformats.org/officeDocument/2006/relationships" id="277" r:id="R21d882987c0f475b"/>
    <p:sldId xmlns:r="http://schemas.openxmlformats.org/officeDocument/2006/relationships" id="278" r:id="R5cb66c8c4ec04776"/>
    <p:sldId xmlns:r="http://schemas.openxmlformats.org/officeDocument/2006/relationships" id="279" r:id="Rf54a8cf7e78445b0"/>
    <p:sldId xmlns:r="http://schemas.openxmlformats.org/officeDocument/2006/relationships" id="280" r:id="R76a4e7271b07405d"/>
    <p:sldId xmlns:r="http://schemas.openxmlformats.org/officeDocument/2006/relationships" id="281" r:id="Rb189721245ee43d5"/>
    <p:sldId xmlns:r="http://schemas.openxmlformats.org/officeDocument/2006/relationships" id="282" r:id="R9dbf4eb96cb94991"/>
    <p:sldId xmlns:r="http://schemas.openxmlformats.org/officeDocument/2006/relationships" id="283" r:id="R8c3e6d351cb74af0"/>
    <p:sldId xmlns:r="http://schemas.openxmlformats.org/officeDocument/2006/relationships" id="284" r:id="R7f4d648a6a9d42ce"/>
    <p:sldId xmlns:r="http://schemas.openxmlformats.org/officeDocument/2006/relationships" id="285" r:id="R32b5d90c713c46b4"/>
    <p:sldId xmlns:r="http://schemas.openxmlformats.org/officeDocument/2006/relationships" id="286" r:id="R0505e9ce255f4927"/>
    <p:sldId xmlns:r="http://schemas.openxmlformats.org/officeDocument/2006/relationships" id="287" r:id="Rff79fe9b8bfc4ebe"/>
    <p:sldId xmlns:r="http://schemas.openxmlformats.org/officeDocument/2006/relationships" id="288" r:id="R4ae5101b577c4fc5"/>
    <p:sldId xmlns:r="http://schemas.openxmlformats.org/officeDocument/2006/relationships" id="289" r:id="Rdc92ab4973344ce6"/>
    <p:sldId xmlns:r="http://schemas.openxmlformats.org/officeDocument/2006/relationships" id="290" r:id="R58c552e72bf048e3"/>
    <p:sldId xmlns:r="http://schemas.openxmlformats.org/officeDocument/2006/relationships" id="291" r:id="R77ce88fc87944d25"/>
    <p:sldId xmlns:r="http://schemas.openxmlformats.org/officeDocument/2006/relationships" id="292" r:id="R5b53c12d74734513"/>
    <p:sldId xmlns:r="http://schemas.openxmlformats.org/officeDocument/2006/relationships" id="293" r:id="Rbdd2adf0a0954dc6"/>
    <p:sldId xmlns:r="http://schemas.openxmlformats.org/officeDocument/2006/relationships" id="294" r:id="R3ee121e413714215"/>
    <p:sldId xmlns:r="http://schemas.openxmlformats.org/officeDocument/2006/relationships" id="295" r:id="Rfbb150195463446e"/>
    <p:sldId xmlns:r="http://schemas.openxmlformats.org/officeDocument/2006/relationships" id="296" r:id="R287b882c722c4ed6"/>
    <p:sldId xmlns:r="http://schemas.openxmlformats.org/officeDocument/2006/relationships" id="297" r:id="R5da1a9c0e9d842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e2c560cf2443f6" /><Relationship Type="http://schemas.openxmlformats.org/officeDocument/2006/relationships/slideMaster" Target="/ppt/slideMasters/slideMaster1.xml" Id="R306beee81dee43a3" /><Relationship Type="http://schemas.openxmlformats.org/officeDocument/2006/relationships/notesMaster" Target="/ppt/notesMasters/notesMaster1.xml" Id="R6197cbb4f214412c" /><Relationship Type="http://schemas.openxmlformats.org/officeDocument/2006/relationships/presProps" Target="/ppt/presProps.xml" Id="R89c812e955764c27" /><Relationship Type="http://schemas.openxmlformats.org/officeDocument/2006/relationships/tableStyles" Target="/ppt/tableStyles.xml" Id="R44e47cf9c6454000" /><Relationship Type="http://schemas.openxmlformats.org/officeDocument/2006/relationships/slide" Target="/ppt/slides/slide1.xml" Id="R8af6b747f06f47bb" /><Relationship Type="http://schemas.openxmlformats.org/officeDocument/2006/relationships/slide" Target="/ppt/slides/slide2.xml" Id="R54fdc3bdb10b473e" /><Relationship Type="http://schemas.openxmlformats.org/officeDocument/2006/relationships/slide" Target="/ppt/slides/slide3.xml" Id="R6c54dc7f78fe4e2b" /><Relationship Type="http://schemas.openxmlformats.org/officeDocument/2006/relationships/slide" Target="/ppt/slides/slide4.xml" Id="Rb1711dc7ca9848b3" /><Relationship Type="http://schemas.openxmlformats.org/officeDocument/2006/relationships/slide" Target="/ppt/slides/slide5.xml" Id="Rfbb381dd64444cb5" /><Relationship Type="http://schemas.openxmlformats.org/officeDocument/2006/relationships/slide" Target="/ppt/slides/slide6.xml" Id="R82e5ff3431414b30" /><Relationship Type="http://schemas.openxmlformats.org/officeDocument/2006/relationships/slide" Target="/ppt/slides/slide7.xml" Id="R29fc7540ccf7452f" /><Relationship Type="http://schemas.openxmlformats.org/officeDocument/2006/relationships/slide" Target="/ppt/slides/slide8.xml" Id="Rb02c2a070f3f4783" /><Relationship Type="http://schemas.openxmlformats.org/officeDocument/2006/relationships/slide" Target="/ppt/slides/slide9.xml" Id="Re7f894f2a0a84a31" /><Relationship Type="http://schemas.openxmlformats.org/officeDocument/2006/relationships/slide" Target="/ppt/slides/slide10.xml" Id="R7d37d6807bcd473f" /><Relationship Type="http://schemas.openxmlformats.org/officeDocument/2006/relationships/slide" Target="/ppt/slides/slide11.xml" Id="R5d47a8dfb3d14b36" /><Relationship Type="http://schemas.openxmlformats.org/officeDocument/2006/relationships/slide" Target="/ppt/slides/slide12.xml" Id="R6c928101b23543cd" /><Relationship Type="http://schemas.openxmlformats.org/officeDocument/2006/relationships/slide" Target="/ppt/slides/slide13.xml" Id="R443b585b68304409" /><Relationship Type="http://schemas.openxmlformats.org/officeDocument/2006/relationships/slide" Target="/ppt/slides/slide14.xml" Id="R8073fc7bb9254371" /><Relationship Type="http://schemas.openxmlformats.org/officeDocument/2006/relationships/slide" Target="/ppt/slides/slide15.xml" Id="Rad59bcfb1186470a" /><Relationship Type="http://schemas.openxmlformats.org/officeDocument/2006/relationships/slide" Target="/ppt/slides/slide16.xml" Id="R1c1556682a834c2c" /><Relationship Type="http://schemas.openxmlformats.org/officeDocument/2006/relationships/slide" Target="/ppt/slides/slide17.xml" Id="R30bef481a6ef4899" /><Relationship Type="http://schemas.openxmlformats.org/officeDocument/2006/relationships/slide" Target="/ppt/slides/slide18.xml" Id="R9e4a1a67c5be459a" /><Relationship Type="http://schemas.openxmlformats.org/officeDocument/2006/relationships/slide" Target="/ppt/slides/slide19.xml" Id="R21eb012c00e94378" /><Relationship Type="http://schemas.openxmlformats.org/officeDocument/2006/relationships/slide" Target="/ppt/slides/slide20.xml" Id="R99e9c142515548ca" /><Relationship Type="http://schemas.openxmlformats.org/officeDocument/2006/relationships/slide" Target="/ppt/slides/slide21.xml" Id="Rc78c34582ed84398" /><Relationship Type="http://schemas.openxmlformats.org/officeDocument/2006/relationships/slide" Target="/ppt/slides/slide22.xml" Id="R21d882987c0f475b" /><Relationship Type="http://schemas.openxmlformats.org/officeDocument/2006/relationships/slide" Target="/ppt/slides/slide23.xml" Id="R5cb66c8c4ec04776" /><Relationship Type="http://schemas.openxmlformats.org/officeDocument/2006/relationships/slide" Target="/ppt/slides/slide24.xml" Id="Rf54a8cf7e78445b0" /><Relationship Type="http://schemas.openxmlformats.org/officeDocument/2006/relationships/slide" Target="/ppt/slides/slide25.xml" Id="R76a4e7271b07405d" /><Relationship Type="http://schemas.openxmlformats.org/officeDocument/2006/relationships/slide" Target="/ppt/slides/slide26.xml" Id="Rb189721245ee43d5" /><Relationship Type="http://schemas.openxmlformats.org/officeDocument/2006/relationships/slide" Target="/ppt/slides/slide27.xml" Id="R9dbf4eb96cb94991" /><Relationship Type="http://schemas.openxmlformats.org/officeDocument/2006/relationships/slide" Target="/ppt/slides/slide28.xml" Id="R8c3e6d351cb74af0" /><Relationship Type="http://schemas.openxmlformats.org/officeDocument/2006/relationships/slide" Target="/ppt/slides/slide29.xml" Id="R7f4d648a6a9d42ce" /><Relationship Type="http://schemas.openxmlformats.org/officeDocument/2006/relationships/slide" Target="/ppt/slides/slide30.xml" Id="R32b5d90c713c46b4" /><Relationship Type="http://schemas.openxmlformats.org/officeDocument/2006/relationships/slide" Target="/ppt/slides/slide31.xml" Id="R0505e9ce255f4927" /><Relationship Type="http://schemas.openxmlformats.org/officeDocument/2006/relationships/slide" Target="/ppt/slides/slide32.xml" Id="Rff79fe9b8bfc4ebe" /><Relationship Type="http://schemas.openxmlformats.org/officeDocument/2006/relationships/slide" Target="/ppt/slides/slide33.xml" Id="R4ae5101b577c4fc5" /><Relationship Type="http://schemas.openxmlformats.org/officeDocument/2006/relationships/slide" Target="/ppt/slides/slide34.xml" Id="Rdc92ab4973344ce6" /><Relationship Type="http://schemas.openxmlformats.org/officeDocument/2006/relationships/slide" Target="/ppt/slides/slide35.xml" Id="R58c552e72bf048e3" /><Relationship Type="http://schemas.openxmlformats.org/officeDocument/2006/relationships/slide" Target="/ppt/slides/slide36.xml" Id="R77ce88fc87944d25" /><Relationship Type="http://schemas.openxmlformats.org/officeDocument/2006/relationships/slide" Target="/ppt/slides/slide37.xml" Id="R5b53c12d74734513" /><Relationship Type="http://schemas.openxmlformats.org/officeDocument/2006/relationships/slide" Target="/ppt/slides/slide38.xml" Id="Rbdd2adf0a0954dc6" /><Relationship Type="http://schemas.openxmlformats.org/officeDocument/2006/relationships/slide" Target="/ppt/slides/slide39.xml" Id="R3ee121e413714215" /><Relationship Type="http://schemas.openxmlformats.org/officeDocument/2006/relationships/slide" Target="/ppt/slides/slide40.xml" Id="Rfbb150195463446e" /><Relationship Type="http://schemas.openxmlformats.org/officeDocument/2006/relationships/slide" Target="/ppt/slides/slide41.xml" Id="R287b882c722c4ed6" /><Relationship Type="http://schemas.openxmlformats.org/officeDocument/2006/relationships/slide" Target="/ppt/slides/slide42.xml" Id="R5da1a9c0e9d842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fbe773ce5e4f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941073adb64c8d" /><Relationship Type="http://schemas.openxmlformats.org/officeDocument/2006/relationships/notesMaster" Target="/ppt/notesMasters/notesMaster1.xml" Id="R0550a7edc0db45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7de52fd1d14698" /><Relationship Type="http://schemas.openxmlformats.org/officeDocument/2006/relationships/notesMaster" Target="/ppt/notesMasters/notesMaster1.xml" Id="R4ec04003c87f4c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2cf4b5d2c44aac" /><Relationship Type="http://schemas.openxmlformats.org/officeDocument/2006/relationships/notesMaster" Target="/ppt/notesMasters/notesMaster1.xml" Id="R86e3a25a050f45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68dc19405548eb" /><Relationship Type="http://schemas.openxmlformats.org/officeDocument/2006/relationships/notesMaster" Target="/ppt/notesMasters/notesMaster1.xml" Id="Rb6bd6871a96745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a6993363a940fd" /><Relationship Type="http://schemas.openxmlformats.org/officeDocument/2006/relationships/notesMaster" Target="/ppt/notesMasters/notesMaster1.xml" Id="R9d3aa0b39d034e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8189e8c8b94963" /><Relationship Type="http://schemas.openxmlformats.org/officeDocument/2006/relationships/notesMaster" Target="/ppt/notesMasters/notesMaster1.xml" Id="R37ed11e3750e42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1ca867fd97452e" /><Relationship Type="http://schemas.openxmlformats.org/officeDocument/2006/relationships/notesMaster" Target="/ppt/notesMasters/notesMaster1.xml" Id="Rea5ef0081e5545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397f2e0d614ead" /><Relationship Type="http://schemas.openxmlformats.org/officeDocument/2006/relationships/notesMaster" Target="/ppt/notesMasters/notesMaster1.xml" Id="R081267ff9d364a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0496a4271b4a07" /><Relationship Type="http://schemas.openxmlformats.org/officeDocument/2006/relationships/notesMaster" Target="/ppt/notesMasters/notesMaster1.xml" Id="Rc20191089a1546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dd0942fbd84e75" /><Relationship Type="http://schemas.openxmlformats.org/officeDocument/2006/relationships/notesMaster" Target="/ppt/notesMasters/notesMaster1.xml" Id="R00e8be208b164e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ff6d5aacc64097" /><Relationship Type="http://schemas.openxmlformats.org/officeDocument/2006/relationships/notesMaster" Target="/ppt/notesMasters/notesMaster1.xml" Id="Rc2f2ebc19b704d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17edaa5235481a" /><Relationship Type="http://schemas.openxmlformats.org/officeDocument/2006/relationships/notesMaster" Target="/ppt/notesMasters/notesMaster1.xml" Id="Rad7697d93d5a45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eca3c200584591" /><Relationship Type="http://schemas.openxmlformats.org/officeDocument/2006/relationships/notesMaster" Target="/ppt/notesMasters/notesMaster1.xml" Id="R5d2018ce418942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d17c870b514495" /><Relationship Type="http://schemas.openxmlformats.org/officeDocument/2006/relationships/notesMaster" Target="/ppt/notesMasters/notesMaster1.xml" Id="Rcaa1ea8f4a0b49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fd2e23f75ea4dde" /><Relationship Type="http://schemas.openxmlformats.org/officeDocument/2006/relationships/notesMaster" Target="/ppt/notesMasters/notesMaster1.xml" Id="R68a34e18ab0840d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6949b48a674172" /><Relationship Type="http://schemas.openxmlformats.org/officeDocument/2006/relationships/notesMaster" Target="/ppt/notesMasters/notesMaster1.xml" Id="R3f8b16a77fba424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fded1f2d3214b5a" /><Relationship Type="http://schemas.openxmlformats.org/officeDocument/2006/relationships/notesMaster" Target="/ppt/notesMasters/notesMaster1.xml" Id="Rec9d643c63544dc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0451c240bcc49c4" /><Relationship Type="http://schemas.openxmlformats.org/officeDocument/2006/relationships/notesMaster" Target="/ppt/notesMasters/notesMaster1.xml" Id="R021c8bf8d9a1489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d0bafeb921e4cb0" /><Relationship Type="http://schemas.openxmlformats.org/officeDocument/2006/relationships/notesMaster" Target="/ppt/notesMasters/notesMaster1.xml" Id="R60461b114482411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11838e5526e4615" /><Relationship Type="http://schemas.openxmlformats.org/officeDocument/2006/relationships/notesMaster" Target="/ppt/notesMasters/notesMaster1.xml" Id="R3745130179f74d7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7b7452944604ddf" /><Relationship Type="http://schemas.openxmlformats.org/officeDocument/2006/relationships/notesMaster" Target="/ppt/notesMasters/notesMaster1.xml" Id="R670c1d0e070c488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1104b8f7a9d4654" /><Relationship Type="http://schemas.openxmlformats.org/officeDocument/2006/relationships/notesMaster" Target="/ppt/notesMasters/notesMaster1.xml" Id="Rfe4b9bbd188245b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c28d90b82a440a8" /><Relationship Type="http://schemas.openxmlformats.org/officeDocument/2006/relationships/notesMaster" Target="/ppt/notesMasters/notesMaster1.xml" Id="R10fd15e85382407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2aabb81a7f44825" /><Relationship Type="http://schemas.openxmlformats.org/officeDocument/2006/relationships/notesMaster" Target="/ppt/notesMasters/notesMaster1.xml" Id="Rabd4aacb1ed4447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455eb12d4f646eb" /><Relationship Type="http://schemas.openxmlformats.org/officeDocument/2006/relationships/notesMaster" Target="/ppt/notesMasters/notesMaster1.xml" Id="R2128ddf0d18848a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6d9996d96f477d" /><Relationship Type="http://schemas.openxmlformats.org/officeDocument/2006/relationships/notesMaster" Target="/ppt/notesMasters/notesMaster1.xml" Id="R021c21aba58844a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878371cf5064649" /><Relationship Type="http://schemas.openxmlformats.org/officeDocument/2006/relationships/notesMaster" Target="/ppt/notesMasters/notesMaster1.xml" Id="R5a8df567c1d34b2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87737456a474d09" /><Relationship Type="http://schemas.openxmlformats.org/officeDocument/2006/relationships/notesMaster" Target="/ppt/notesMasters/notesMaster1.xml" Id="R04625785eb83414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a8e8b6495ce4d29" /><Relationship Type="http://schemas.openxmlformats.org/officeDocument/2006/relationships/notesMaster" Target="/ppt/notesMasters/notesMaster1.xml" Id="R29d4fd6de5734df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4611b6d71074bb4" /><Relationship Type="http://schemas.openxmlformats.org/officeDocument/2006/relationships/notesMaster" Target="/ppt/notesMasters/notesMaster1.xml" Id="R5cbfa01eead24fb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7b7e390ec5c45cd" /><Relationship Type="http://schemas.openxmlformats.org/officeDocument/2006/relationships/notesMaster" Target="/ppt/notesMasters/notesMaster1.xml" Id="Ra30093f2865142c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6ed274568b54a4b" /><Relationship Type="http://schemas.openxmlformats.org/officeDocument/2006/relationships/notesMaster" Target="/ppt/notesMasters/notesMaster1.xml" Id="R5cc430c492b34b7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0b79ffb4c734a90" /><Relationship Type="http://schemas.openxmlformats.org/officeDocument/2006/relationships/notesMaster" Target="/ppt/notesMasters/notesMaster1.xml" Id="R3452826787ec448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c468998cee74448" /><Relationship Type="http://schemas.openxmlformats.org/officeDocument/2006/relationships/notesMaster" Target="/ppt/notesMasters/notesMaster1.xml" Id="R9f9def014ee9488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6829120fbeb4f00" /><Relationship Type="http://schemas.openxmlformats.org/officeDocument/2006/relationships/notesMaster" Target="/ppt/notesMasters/notesMaster1.xml" Id="R4913b3c4f6ae410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a6f7045c89b4f50" /><Relationship Type="http://schemas.openxmlformats.org/officeDocument/2006/relationships/notesMaster" Target="/ppt/notesMasters/notesMaster1.xml" Id="R12617ec2f6864a8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94f4e96808e4bf4" /><Relationship Type="http://schemas.openxmlformats.org/officeDocument/2006/relationships/notesMaster" Target="/ppt/notesMasters/notesMaster1.xml" Id="R468f4431dcd642a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372f156b70e466e" /><Relationship Type="http://schemas.openxmlformats.org/officeDocument/2006/relationships/notesMaster" Target="/ppt/notesMasters/notesMaster1.xml" Id="Rebc0ddcaac1d41c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a6abb4d7e2d411f" /><Relationship Type="http://schemas.openxmlformats.org/officeDocument/2006/relationships/notesMaster" Target="/ppt/notesMasters/notesMaster1.xml" Id="R6a6731367daa4ce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b710d21c7424128" /><Relationship Type="http://schemas.openxmlformats.org/officeDocument/2006/relationships/notesMaster" Target="/ppt/notesMasters/notesMaster1.xml" Id="R3eaedddf3af54f6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53100f1c7184488" /><Relationship Type="http://schemas.openxmlformats.org/officeDocument/2006/relationships/notesMaster" Target="/ppt/notesMasters/notesMaster1.xml" Id="R3d27d4e453624d3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62e39fc1db04c89" /><Relationship Type="http://schemas.openxmlformats.org/officeDocument/2006/relationships/notesMaster" Target="/ppt/notesMasters/notesMaster1.xml" Id="R1721e9b26a524f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d5ebc4f30348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bffd5ba4c64e73" /><Relationship Type="http://schemas.openxmlformats.org/officeDocument/2006/relationships/slideLayout" Target="/ppt/slideLayouts/slideLayout1.xml" Id="Rdfcb5457e44e48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cb5457e44e48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c384ac5134f7f" /><Relationship Type="http://schemas.openxmlformats.org/officeDocument/2006/relationships/notesSlide" Target="/ppt/notesSlides/notesSlide1.xml" Id="R3368a036b3fa40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5781dd53d4040" /><Relationship Type="http://schemas.openxmlformats.org/officeDocument/2006/relationships/notesSlide" Target="/ppt/notesSlides/notesSlide2.xml" Id="Rd6cc80c4b85741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e15fc8c314c74" /><Relationship Type="http://schemas.openxmlformats.org/officeDocument/2006/relationships/chart" Target="/ppt/slides/charts/chart1.xml" Id="R105b02bcd79e4556" /><Relationship Type="http://schemas.openxmlformats.org/officeDocument/2006/relationships/notesSlide" Target="/ppt/notesSlides/notesSlide3.xml" Id="Ra1038fce9c6c40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311b45c7844d8" /><Relationship Type="http://schemas.openxmlformats.org/officeDocument/2006/relationships/chart" Target="/ppt/slides/charts/chart2.xml" Id="R1a37aeaaef6f40a5" /><Relationship Type="http://schemas.openxmlformats.org/officeDocument/2006/relationships/chart" Target="/ppt/slides/charts/chart3.xml" Id="Rbe6393e377444705" /><Relationship Type="http://schemas.openxmlformats.org/officeDocument/2006/relationships/chart" Target="/ppt/slides/charts/chart4.xml" Id="Re16644e062224129" /><Relationship Type="http://schemas.openxmlformats.org/officeDocument/2006/relationships/notesSlide" Target="/ppt/notesSlides/notesSlide4.xml" Id="Rfde1b2ee30c94b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5b3578bf54d91" /><Relationship Type="http://schemas.openxmlformats.org/officeDocument/2006/relationships/chart" Target="/ppt/slides/charts/chart5.xml" Id="R5ff99d147101418a" /><Relationship Type="http://schemas.openxmlformats.org/officeDocument/2006/relationships/chart" Target="/ppt/slides/charts/chart6.xml" Id="R1479aae791ad4bb8" /><Relationship Type="http://schemas.openxmlformats.org/officeDocument/2006/relationships/notesSlide" Target="/ppt/notesSlides/notesSlide5.xml" Id="R8b9a683b6e3b42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44ef682d342e3" /><Relationship Type="http://schemas.openxmlformats.org/officeDocument/2006/relationships/chart" Target="/ppt/slides/charts/chart7.xml" Id="R73035375d5ef4605" /><Relationship Type="http://schemas.openxmlformats.org/officeDocument/2006/relationships/chart" Target="/ppt/slides/charts/chart8.xml" Id="R2d7deac6ed2848da" /><Relationship Type="http://schemas.openxmlformats.org/officeDocument/2006/relationships/notesSlide" Target="/ppt/notesSlides/notesSlide6.xml" Id="Re064648bb8f94b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92a60d6ab4377" /><Relationship Type="http://schemas.openxmlformats.org/officeDocument/2006/relationships/chart" Target="/ppt/slides/charts/chart9.xml" Id="Rb876495a79a14630" /><Relationship Type="http://schemas.openxmlformats.org/officeDocument/2006/relationships/notesSlide" Target="/ppt/notesSlides/notesSlide7.xml" Id="R89475ff59e004c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30e6dfd134220" /><Relationship Type="http://schemas.openxmlformats.org/officeDocument/2006/relationships/chart" Target="/ppt/slides/charts/chart10.xml" Id="Rbf10bcb5d2f246ee" /><Relationship Type="http://schemas.openxmlformats.org/officeDocument/2006/relationships/notesSlide" Target="/ppt/notesSlides/notesSlide8.xml" Id="Rc9160a8d071d4e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02cc403c34bd0" /><Relationship Type="http://schemas.openxmlformats.org/officeDocument/2006/relationships/chart" Target="/ppt/slides/charts/chart11.xml" Id="R11bdf8d0e7d64fb7" /><Relationship Type="http://schemas.openxmlformats.org/officeDocument/2006/relationships/notesSlide" Target="/ppt/notesSlides/notesSlide9.xml" Id="R2e0f051e17e547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8a4f3a1874080" /><Relationship Type="http://schemas.openxmlformats.org/officeDocument/2006/relationships/chart" Target="/ppt/slides/charts/chart12.xml" Id="Rae0695da2d8b4f63" /><Relationship Type="http://schemas.openxmlformats.org/officeDocument/2006/relationships/notesSlide" Target="/ppt/notesSlides/notesSlide10.xml" Id="R31849379d5a942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4446825354b22" /><Relationship Type="http://schemas.openxmlformats.org/officeDocument/2006/relationships/chart" Target="/ppt/slides/charts/chart13.xml" Id="R603707be92734875" /><Relationship Type="http://schemas.openxmlformats.org/officeDocument/2006/relationships/notesSlide" Target="/ppt/notesSlides/notesSlide11.xml" Id="R1f0e7052758241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9b58fc79d488d" /><Relationship Type="http://schemas.openxmlformats.org/officeDocument/2006/relationships/chart" Target="/ppt/slides/charts/chart14.xml" Id="R7a4acc5f88a246b4" /><Relationship Type="http://schemas.openxmlformats.org/officeDocument/2006/relationships/notesSlide" Target="/ppt/notesSlides/notesSlide12.xml" Id="R70c5a5188fe249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e042714de4515" /><Relationship Type="http://schemas.openxmlformats.org/officeDocument/2006/relationships/chart" Target="/ppt/slides/charts/chart15.xml" Id="R8fec1e1877f24825" /><Relationship Type="http://schemas.openxmlformats.org/officeDocument/2006/relationships/notesSlide" Target="/ppt/notesSlides/notesSlide13.xml" Id="Rfc33b46afb7040f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e942017284126" /><Relationship Type="http://schemas.openxmlformats.org/officeDocument/2006/relationships/notesSlide" Target="/ppt/notesSlides/notesSlide14.xml" Id="R27b275e18f9443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69e1eeb8d4e7b" /><Relationship Type="http://schemas.openxmlformats.org/officeDocument/2006/relationships/notesSlide" Target="/ppt/notesSlides/notesSlide15.xml" Id="Rec34bdf517734f1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2a7e45e8448fd" /><Relationship Type="http://schemas.openxmlformats.org/officeDocument/2006/relationships/chart" Target="/ppt/slides/charts/chart16.xml" Id="R600af096ee09401d" /><Relationship Type="http://schemas.openxmlformats.org/officeDocument/2006/relationships/notesSlide" Target="/ppt/notesSlides/notesSlide16.xml" Id="R4ba7fbd51f0946e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78e1ab80c4a74" /><Relationship Type="http://schemas.openxmlformats.org/officeDocument/2006/relationships/notesSlide" Target="/ppt/notesSlides/notesSlide17.xml" Id="R165723d965634d1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ae3b143814e7d" /><Relationship Type="http://schemas.openxmlformats.org/officeDocument/2006/relationships/chart" Target="/ppt/slides/charts/chart17.xml" Id="Rcacf973e05a34393" /><Relationship Type="http://schemas.openxmlformats.org/officeDocument/2006/relationships/notesSlide" Target="/ppt/notesSlides/notesSlide18.xml" Id="R105b9a02a202430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093e8ed474e41" /><Relationship Type="http://schemas.openxmlformats.org/officeDocument/2006/relationships/notesSlide" Target="/ppt/notesSlides/notesSlide19.xml" Id="Rac7c9cc6cd384a3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e7041507c4404" /><Relationship Type="http://schemas.openxmlformats.org/officeDocument/2006/relationships/chart" Target="/ppt/slides/charts/chart18.xml" Id="R9ae85e79d5974703" /><Relationship Type="http://schemas.openxmlformats.org/officeDocument/2006/relationships/notesSlide" Target="/ppt/notesSlides/notesSlide20.xml" Id="R35a78b035c9b4a3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1e53cbc2b437c" /><Relationship Type="http://schemas.openxmlformats.org/officeDocument/2006/relationships/chart" Target="/ppt/slides/charts/chart19.xml" Id="R85bca02f83a9422c" /><Relationship Type="http://schemas.openxmlformats.org/officeDocument/2006/relationships/notesSlide" Target="/ppt/notesSlides/notesSlide21.xml" Id="Re0e1ce85ce444dc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d3505174b4c93" /><Relationship Type="http://schemas.openxmlformats.org/officeDocument/2006/relationships/chart" Target="/ppt/slides/charts/chart20.xml" Id="Re46290682a654448" /><Relationship Type="http://schemas.openxmlformats.org/officeDocument/2006/relationships/notesSlide" Target="/ppt/notesSlides/notesSlide22.xml" Id="R3a8cb14b2fb44ee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fae620e8148e6" /><Relationship Type="http://schemas.openxmlformats.org/officeDocument/2006/relationships/notesSlide" Target="/ppt/notesSlides/notesSlide23.xml" Id="R9b444ae6f30f428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9132093884fff" /><Relationship Type="http://schemas.openxmlformats.org/officeDocument/2006/relationships/notesSlide" Target="/ppt/notesSlides/notesSlide24.xml" Id="R5900afaf5fe5452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c36086420418a" /><Relationship Type="http://schemas.openxmlformats.org/officeDocument/2006/relationships/notesSlide" Target="/ppt/notesSlides/notesSlide25.xml" Id="R1c21cd577c8f4ea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8de3a91934308" /><Relationship Type="http://schemas.openxmlformats.org/officeDocument/2006/relationships/notesSlide" Target="/ppt/notesSlides/notesSlide26.xml" Id="R1a79bff8cb7448f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6c87ea2ad4e6c" /><Relationship Type="http://schemas.openxmlformats.org/officeDocument/2006/relationships/notesSlide" Target="/ppt/notesSlides/notesSlide27.xml" Id="R7b955734a9a64eb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b627b0da04685" /><Relationship Type="http://schemas.openxmlformats.org/officeDocument/2006/relationships/notesSlide" Target="/ppt/notesSlides/notesSlide28.xml" Id="Rcf26c5a6baad416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cba7d73584bc5" /><Relationship Type="http://schemas.openxmlformats.org/officeDocument/2006/relationships/notesSlide" Target="/ppt/notesSlides/notesSlide29.xml" Id="Re3f5e7719abf4b9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f1db830774219" /><Relationship Type="http://schemas.openxmlformats.org/officeDocument/2006/relationships/notesSlide" Target="/ppt/notesSlides/notesSlide30.xml" Id="R603f6f7303b943b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88486090248a4" /><Relationship Type="http://schemas.openxmlformats.org/officeDocument/2006/relationships/notesSlide" Target="/ppt/notesSlides/notesSlide31.xml" Id="R343902e4eda8492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4ab5366954bed" /><Relationship Type="http://schemas.openxmlformats.org/officeDocument/2006/relationships/notesSlide" Target="/ppt/notesSlides/notesSlide32.xml" Id="Rf1ed69f0196b407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6698ee4c24683" /><Relationship Type="http://schemas.openxmlformats.org/officeDocument/2006/relationships/notesSlide" Target="/ppt/notesSlides/notesSlide33.xml" Id="R2704c102a370402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048cf6e1b497e" /><Relationship Type="http://schemas.openxmlformats.org/officeDocument/2006/relationships/notesSlide" Target="/ppt/notesSlides/notesSlide34.xml" Id="Rba98f4f9fbc1405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1b6f3a9d346c6" /><Relationship Type="http://schemas.openxmlformats.org/officeDocument/2006/relationships/notesSlide" Target="/ppt/notesSlides/notesSlide35.xml" Id="Rdd3ba43a29c141f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9e611ae9b46a3" /><Relationship Type="http://schemas.openxmlformats.org/officeDocument/2006/relationships/notesSlide" Target="/ppt/notesSlides/notesSlide36.xml" Id="Rb3c22a87c6734f0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9e37014c14e5e" /><Relationship Type="http://schemas.openxmlformats.org/officeDocument/2006/relationships/notesSlide" Target="/ppt/notesSlides/notesSlide37.xml" Id="R238d8bfc771f4d5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9f7be7f8f43f7" /><Relationship Type="http://schemas.openxmlformats.org/officeDocument/2006/relationships/notesSlide" Target="/ppt/notesSlides/notesSlide38.xml" Id="Ra3f547e2c695462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9ad954d32423e" /><Relationship Type="http://schemas.openxmlformats.org/officeDocument/2006/relationships/notesSlide" Target="/ppt/notesSlides/notesSlide39.xml" Id="R46d0cbef194846b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818186c7e46d1" /><Relationship Type="http://schemas.openxmlformats.org/officeDocument/2006/relationships/notesSlide" Target="/ppt/notesSlides/notesSlide40.xml" Id="R49ab2d92fec04c4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5c05d79474c2d" /><Relationship Type="http://schemas.openxmlformats.org/officeDocument/2006/relationships/notesSlide" Target="/ppt/notesSlides/notesSlide41.xml" Id="Rdb182bae04084ef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392a2511d4c2d" /><Relationship Type="http://schemas.openxmlformats.org/officeDocument/2006/relationships/notesSlide" Target="/ppt/notesSlides/notesSlide42.xml" Id="R152c2f2bed63495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682.8970336474499</c:v>
              </c:pt>
              <c:pt idx="10">
                <c:v>833.2150781579601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61.546</c:v>
              </c:pt>
              <c:pt idx="9">
                <c:v>148.582</c:v>
              </c:pt>
              <c:pt idx="10">
                <c:v>387.19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Fundos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R$ 0 "bi"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371.21778332714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0.11020759160542686</c:v>
              </c:pt>
              <c:pt idx="1">
                <c:v>0.09567733252200807</c:v>
              </c:pt>
              <c:pt idx="2">
                <c:v>0.0980629620914757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0.20002924913728382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0.2597205593931026</c:v>
              </c:pt>
              <c:pt idx="1">
                <c:v>0.2462447241924814</c:v>
              </c:pt>
              <c:pt idx="2">
                <c:v>0.25638322607631897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0.3722161304801373</c:v>
              </c:pt>
              <c:pt idx="1">
                <c:v>0.3830169168708714</c:v>
              </c:pt>
              <c:pt idx="2">
                <c:v>0.4455245626949216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Valor reportado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9"/>
              <c:pt idx="0">
                <c:v>Financeiro</c:v>
              </c:pt>
              <c:pt idx="1">
                <c:v>Comercial</c:v>
              </c:pt>
              <c:pt idx="2">
                <c:v>Cartao de credito</c:v>
              </c:pt>
              <c:pt idx="3">
                <c:v>Industrial</c:v>
              </c:pt>
              <c:pt idx="4">
                <c:v>Servicos</c:v>
              </c:pt>
              <c:pt idx="5">
                <c:v>Setor publico</c:v>
              </c:pt>
              <c:pt idx="6">
                <c:v>Acoes judiciais</c:v>
              </c:pt>
              <c:pt idx="7">
                <c:v>Agronegocio</c:v>
              </c:pt>
              <c:pt idx="8">
                <c:v>Imobiliario</c:v>
              </c:pt>
            </c:strLit>
          </c:cat>
          <c:val>
            <c:numLit>
              <c:formatCode>General</c:formatCode>
              <c:ptCount val="9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0.1921481957490722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0.0821568644070054</c:v>
              </c:pt>
              <c:pt idx="11">
                <c:v>0.0838037713753016</c:v>
              </c:pt>
              <c:pt idx="12">
                <c:v>0.0698478283500979</c:v>
              </c:pt>
              <c:pt idx="13">
                <c:v>0.0744667595338645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0.0870992102420862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0.0623927376795385</c:v>
              </c:pt>
              <c:pt idx="11">
                <c:v>0.0628976432870273</c:v>
              </c:pt>
              <c:pt idx="12">
                <c:v>0.0502587784704449</c:v>
              </c:pt>
              <c:pt idx="13">
                <c:v>0.053707529589567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1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Top 5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0.546781938609278</c:v>
              </c:pt>
              <c:pt idx="1">
                <c:v>0.2465795674522321</c:v>
              </c:pt>
              <c:pt idx="2">
                <c:v>0.5778895228573634</c:v>
              </c:pt>
            </c:numLit>
          </c:val>
        </c:ser>
        <c:ser>
          <c:idx val="1"/>
          <c:order val="1"/>
          <c:tx>
            <c:v>Top 10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0.7151066140353635</c:v>
              </c:pt>
              <c:pt idx="1">
                <c:v>0.36766640840870624</c:v>
              </c:pt>
              <c:pt idx="2">
                <c:v>0.7547789916458992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0.11169040991708132</c:v>
              </c:pt>
              <c:pt idx="1">
                <c:v>0.025894161159955437</c:v>
              </c:pt>
              <c:pt idx="2">
                <c:v>0.033791770822604296</c:v>
              </c:pt>
              <c:pt idx="3">
                <c:v>0.6782288909657513</c:v>
              </c:pt>
              <c:pt idx="4">
                <c:v>0.03832253399562839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0.13911439969535766</c:v>
              </c:pt>
              <c:pt idx="1">
                <c:v>0.14767176701651383</c:v>
              </c:pt>
              <c:pt idx="2">
                <c:v>0.1742857477209881</c:v>
              </c:pt>
              <c:pt idx="3">
                <c:v>0.00853697289547971</c:v>
              </c:pt>
              <c:pt idx="4">
                <c:v>0.11075041034836137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0.0146284471171011</c:v>
              </c:pt>
              <c:pt idx="1">
                <c:v>0.041270786663910444</c:v>
              </c:pt>
              <c:pt idx="2">
                <c:v>0.5457606010866323</c:v>
              </c:pt>
              <c:pt idx="3">
                <c:v>0.009628803751058946</c:v>
              </c:pt>
              <c:pt idx="4">
                <c:v>0.07467230522157335</c:v>
              </c:pt>
              <c:pt idx="5">
                <c:v>0.05332681468905191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0.42577465068567283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0.08411087662512612</c:v>
              </c:pt>
              <c:pt idx="1">
                <c:v>0.007005382560631518</c:v>
              </c:pt>
              <c:pt idx="2">
                <c:v>0.0610869554386318</c:v>
              </c:pt>
              <c:pt idx="3">
                <c:v>0.00609982380777658</c:v>
              </c:pt>
              <c:pt idx="4">
                <c:v>0.15763751445028337</c:v>
              </c:pt>
              <c:pt idx="5">
                <c:v>0.056173453204667684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0.06006244592998339</c:v>
              </c:pt>
              <c:pt idx="1">
                <c:v>0.08490933618506084</c:v>
              </c:pt>
              <c:pt idx="2">
                <c:v>0</c:v>
              </c:pt>
              <c:pt idx="3">
                <c:v>0.022538326374193954</c:v>
              </c:pt>
              <c:pt idx="4">
                <c:v>0.14032557823494832</c:v>
              </c:pt>
              <c:pt idx="5">
                <c:v>0.008966586126067731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0.04526127761725884</c:v>
              </c:pt>
              <c:pt idx="1">
                <c:v>0.053874809198227784</c:v>
              </c:pt>
              <c:pt idx="2">
                <c:v>0.1394826982194387</c:v>
              </c:pt>
              <c:pt idx="3">
                <c:v>0.001429043867244126</c:v>
              </c:pt>
              <c:pt idx="4">
                <c:v>0.12666422087037557</c:v>
              </c:pt>
              <c:pt idx="5">
                <c:v>0.014872402212669795</c:v>
              </c:pt>
            </c:numLit>
          </c:val>
        </c:ser>
        <c:ser>
          <c:idx val="7"/>
          <c:order val="7"/>
          <c:tx>
            <c:v>Itaú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0.06796180124171905</c:v>
              </c:pt>
              <c:pt idx="1">
                <c:v>0.02499746122923079</c:v>
              </c:pt>
              <c:pt idx="2">
                <c:v>0</c:v>
              </c:pt>
              <c:pt idx="3">
                <c:v>0.00933655721473216</c:v>
              </c:pt>
              <c:pt idx="4">
                <c:v>0.0006615413000011562</c:v>
              </c:pt>
              <c:pt idx="5">
                <c:v>0.019592753435779917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0.0390829589841954</c:v>
              </c:pt>
              <c:pt idx="1">
                <c:v>0.02169992330718947</c:v>
              </c:pt>
              <c:pt idx="2">
                <c:v>0.001870486008363785</c:v>
              </c:pt>
              <c:pt idx="3">
                <c:v>0.030858425703110606</c:v>
              </c:pt>
              <c:pt idx="4">
                <c:v>0.0003689936710498954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0.02562630166182149</c:v>
              </c:pt>
              <c:pt idx="1">
                <c:v>0.0015011088108333604</c:v>
              </c:pt>
              <c:pt idx="2">
                <c:v>0.0003149004667158257</c:v>
              </c:pt>
              <c:pt idx="3">
                <c:v>0.004274383168474836</c:v>
              </c:pt>
              <c:pt idx="4">
                <c:v>0.08235622024321929</c:v>
              </c:pt>
              <c:pt idx="5">
                <c:v>0.08783980456105017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0.41246108121035563</c:v>
              </c:pt>
              <c:pt idx="1">
                <c:v>0.16540061318277355</c:v>
              </c:pt>
              <c:pt idx="2">
                <c:v>0.043406840236625346</c:v>
              </c:pt>
              <c:pt idx="3">
                <c:v>0.22906877225217778</c:v>
              </c:pt>
              <c:pt idx="4">
                <c:v>0.26824068166455944</c:v>
              </c:pt>
              <c:pt idx="5">
                <c:v>0.2872176650623242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0.050102279675970876</c:v>
              </c:pt>
              <c:pt idx="1">
                <c:v>0.14558217301351994</c:v>
              </c:pt>
              <c:pt idx="2">
                <c:v>0.16788759587615418</c:v>
              </c:pt>
              <c:pt idx="3">
                <c:v>0.0012525310364153782</c:v>
              </c:pt>
              <c:pt idx="4">
                <c:v>0.046242786859410315</c:v>
              </c:pt>
              <c:pt idx="5">
                <c:v>0.07267183014790035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0.001967196500585201</c:v>
              </c:pt>
              <c:pt idx="1">
                <c:v>0.02932940282930295</c:v>
              </c:pt>
              <c:pt idx="2">
                <c:v>0.5093321216980754</c:v>
              </c:pt>
              <c:pt idx="3">
                <c:v>0.0007064273322275776</c:v>
              </c:pt>
              <c:pt idx="4">
                <c:v>0.04813163606288525</c:v>
              </c:pt>
              <c:pt idx="5">
                <c:v>0.031940930611053894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0.42577465068567283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0.046958466725287265</c:v>
              </c:pt>
              <c:pt idx="1">
                <c:v>0.052244556627068776</c:v>
              </c:pt>
              <c:pt idx="2">
                <c:v>0</c:v>
              </c:pt>
              <c:pt idx="3">
                <c:v>0.022538326374193954</c:v>
              </c:pt>
              <c:pt idx="4">
                <c:v>0.13797818999762712</c:v>
              </c:pt>
              <c:pt idx="5">
                <c:v>0.008966586126067733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0.021976262192616603</c:v>
              </c:pt>
              <c:pt idx="1">
                <c:v>0.04214110631501068</c:v>
              </c:pt>
              <c:pt idx="2">
                <c:v>0.057365095195433674</c:v>
              </c:pt>
              <c:pt idx="3">
                <c:v>0</c:v>
              </c:pt>
              <c:pt idx="4">
                <c:v>0.10813338781290266</c:v>
              </c:pt>
              <c:pt idx="5">
                <c:v>0.001403042412808438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0.006029748905583717</c:v>
              </c:pt>
              <c:pt idx="1">
                <c:v>0.002560974651739022</c:v>
              </c:pt>
              <c:pt idx="2">
                <c:v>0</c:v>
              </c:pt>
              <c:pt idx="3">
                <c:v>0.2254813570077575</c:v>
              </c:pt>
              <c:pt idx="4">
                <c:v>0.0024475116853231067</c:v>
              </c:pt>
              <c:pt idx="5">
                <c:v>0</c:v>
              </c:pt>
            </c:numLit>
          </c:val>
        </c:ser>
        <c:ser>
          <c:idx val="6"/>
          <c:order val="6"/>
          <c:tx>
            <c:v>Itaú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0.045090594823762195</c:v>
              </c:pt>
              <c:pt idx="1">
                <c:v>0.009820823982451661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0.02589779542760947</c:v>
              </c:pt>
            </c:numLit>
          </c:val>
        </c:ser>
        <c:ser>
          <c:idx val="7"/>
          <c:order val="7"/>
          <c:tx>
            <c:v>Solis Investimentos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0.020591783446047868</c:v>
              </c:pt>
              <c:pt idx="1">
                <c:v>0.0059307389081476826</c:v>
              </c:pt>
              <c:pt idx="2">
                <c:v>0.013019299341063032</c:v>
              </c:pt>
              <c:pt idx="3">
                <c:v>0.03534889901201657</c:v>
              </c:pt>
              <c:pt idx="4">
                <c:v>0.01702363006887814</c:v>
              </c:pt>
              <c:pt idx="5">
                <c:v>0.000662439605290169</c:v>
              </c:pt>
            </c:numLit>
          </c:val>
        </c:ser>
        <c:ser>
          <c:idx val="8"/>
          <c:order val="8"/>
          <c:tx>
            <c:v>XP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0.012417629144276238</c:v>
              </c:pt>
              <c:pt idx="1">
                <c:v>0.05290986086569754</c:v>
              </c:pt>
              <c:pt idx="2">
                <c:v>0</c:v>
              </c:pt>
              <c:pt idx="3">
                <c:v>0</c:v>
              </c:pt>
              <c:pt idx="4">
                <c:v>0.007021413216474521</c:v>
              </c:pt>
              <c:pt idx="5">
                <c:v>0.0642625485190267</c:v>
              </c:pt>
            </c:numLit>
          </c:val>
        </c:ser>
        <c:ser>
          <c:idx val="9"/>
          <c:order val="9"/>
          <c:tx>
            <c:v>Integral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0.005668570397389499</c:v>
              </c:pt>
              <c:pt idx="1">
                <c:v>0.04155218434632173</c:v>
              </c:pt>
              <c:pt idx="2">
                <c:v>0.0012332691701552481</c:v>
              </c:pt>
              <c:pt idx="3">
                <c:v>0.005831187864489241</c:v>
              </c:pt>
              <c:pt idx="4">
                <c:v>0.0067039718840054795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0.7886210748811571</c:v>
              </c:pt>
              <c:pt idx="1">
                <c:v>0.18985982596053624</c:v>
              </c:pt>
              <c:pt idx="2">
                <c:v>0.25116261871911855</c:v>
              </c:pt>
              <c:pt idx="3">
                <c:v>0.7080646257107251</c:v>
              </c:pt>
              <c:pt idx="4">
                <c:v>0.6263174724124935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0.000576393307323454</c:v>
              </c:pt>
              <c:pt idx="1">
                <c:v>0.0022937018145308395</c:v>
              </c:pt>
              <c:pt idx="2">
                <c:v>0</c:v>
              </c:pt>
              <c:pt idx="3">
                <c:v>0.0007766456621747266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0.13861684067487498</c:v>
              </c:pt>
              <c:pt idx="1">
                <c:v>0.14767176701651383</c:v>
              </c:pt>
              <c:pt idx="2">
                <c:v>0.1742857477209881</c:v>
              </c:pt>
              <c:pt idx="3">
                <c:v>0.0027057850309904685</c:v>
              </c:pt>
              <c:pt idx="4">
                <c:v>0.11075041034836135</c:v>
              </c:pt>
              <c:pt idx="5">
                <c:v>0.26902850838068604</c:v>
              </c:pt>
            </c:numLit>
          </c:val>
        </c:ser>
        <c:ser>
          <c:idx val="1"/>
          <c:order val="1"/>
          <c:tx>
            <c:v>QI Tech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0.11107904978220721</c:v>
              </c:pt>
              <c:pt idx="1">
                <c:v>0.025926383451058688</c:v>
              </c:pt>
              <c:pt idx="2">
                <c:v>0.030437287476287503</c:v>
              </c:pt>
              <c:pt idx="3">
                <c:v>0.6759918612944976</c:v>
              </c:pt>
              <c:pt idx="4">
                <c:v>0.03829419533595484</c:v>
              </c:pt>
              <c:pt idx="5">
                <c:v>0.20298201232770252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0.03674494120284592</c:v>
              </c:pt>
              <c:pt idx="1">
                <c:v>0.09960013418247259</c:v>
              </c:pt>
              <c:pt idx="2">
                <c:v>0.546252381494844</c:v>
              </c:pt>
              <c:pt idx="3">
                <c:v>0.0271351674898152</c:v>
              </c:pt>
              <c:pt idx="4">
                <c:v>0.07467230522157334</c:v>
              </c:pt>
              <c:pt idx="5">
                <c:v>0.028528677770074496</c:v>
              </c:pt>
            </c:numLit>
          </c:val>
        </c:ser>
        <c:ser>
          <c:idx val="3"/>
          <c:order val="3"/>
          <c:tx>
            <c:v>Daycoval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0.0901488026631768</c:v>
              </c:pt>
              <c:pt idx="1">
                <c:v>0.019460683742917862</c:v>
              </c:pt>
              <c:pt idx="2">
                <c:v>0.0610869554386318</c:v>
              </c:pt>
              <c:pt idx="3">
                <c:v>0.006099823807776582</c:v>
              </c:pt>
              <c:pt idx="4">
                <c:v>0.1662834134085645</c:v>
              </c:pt>
              <c:pt idx="5">
                <c:v>0.05617345320466769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0.42577465068567283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0.06006244592998339</c:v>
              </c:pt>
              <c:pt idx="1">
                <c:v>0.06416346334012579</c:v>
              </c:pt>
              <c:pt idx="2">
                <c:v>0</c:v>
              </c:pt>
              <c:pt idx="3">
                <c:v>0.01707803013100813</c:v>
              </c:pt>
              <c:pt idx="4">
                <c:v>0.13996682000660185</c:v>
              </c:pt>
              <c:pt idx="5">
                <c:v>0.03376472304504516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0.03417437638043767</c:v>
              </c:pt>
              <c:pt idx="1">
                <c:v>0.053080989865237994</c:v>
              </c:pt>
              <c:pt idx="2">
                <c:v>0.08383620185695936</c:v>
              </c:pt>
              <c:pt idx="3">
                <c:v>0.0014290438672441262</c:v>
              </c:pt>
              <c:pt idx="4">
                <c:v>0.12666422087037554</c:v>
              </c:pt>
              <c:pt idx="5">
                <c:v>0.014872402212669798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0.07667097097859363</c:v>
              </c:pt>
              <c:pt idx="1">
                <c:v>1.0924046097481734E-05</c:v>
              </c:pt>
              <c:pt idx="2">
                <c:v>0</c:v>
              </c:pt>
              <c:pt idx="3">
                <c:v>0.0001847304557319017</c:v>
              </c:pt>
              <c:pt idx="4">
                <c:v>0.001344122467268427</c:v>
              </c:pt>
              <c:pt idx="5">
                <c:v>0.04755010294129416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0.0390829589841954</c:v>
              </c:pt>
              <c:pt idx="1">
                <c:v>0.02169992330718947</c:v>
              </c:pt>
              <c:pt idx="2">
                <c:v>0.001870486008363785</c:v>
              </c:pt>
              <c:pt idx="3">
                <c:v>0.030858425703110613</c:v>
              </c:pt>
              <c:pt idx="4">
                <c:v>0.0003689936710498953</c:v>
              </c:pt>
              <c:pt idx="5">
                <c:v>0</c:v>
              </c:pt>
            </c:numLit>
          </c:val>
        </c:ser>
        <c:ser>
          <c:idx val="9"/>
          <c:order val="9"/>
          <c:tx>
            <c:v>Itaú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0.052920205772212146</c:v>
              </c:pt>
              <c:pt idx="1">
                <c:v>0.009820823982451661</c:v>
              </c:pt>
              <c:pt idx="2">
                <c:v>0</c:v>
              </c:pt>
              <c:pt idx="3">
                <c:v>0.009336557214732161</c:v>
              </c:pt>
              <c:pt idx="4">
                <c:v>0.000661541300001156</c:v>
              </c:pt>
              <c:pt idx="5">
                <c:v>0.01959275343577992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0.34971032928390944</c:v>
              </c:pt>
              <c:pt idx="1">
                <c:v>0.09375306817634622</c:v>
              </c:pt>
              <c:pt idx="2">
                <c:v>0.10216946951485831</c:v>
              </c:pt>
              <c:pt idx="3">
                <c:v>0.21582175827648173</c:v>
              </c:pt>
              <c:pt idx="4">
                <c:v>0.3392248921194762</c:v>
              </c:pt>
              <c:pt idx="5">
                <c:v>0.32694895300537913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0.010789078347563411</c:v>
              </c:pt>
              <c:pt idx="1">
                <c:v>0.03903718820391548</c:v>
              </c:pt>
              <c:pt idx="2">
                <c:v>6.147048906722112E-05</c:v>
              </c:pt>
              <c:pt idx="3">
                <c:v>0.013358816728611634</c:v>
              </c:pt>
              <c:pt idx="4">
                <c:v>0.0017690852507729056</c:v>
              </c:pt>
              <c:pt idx="5">
                <c:v>0.0005584136767011111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0.6782288909657513</c:v>
              </c:pt>
              <c:pt idx="1">
                <c:v>0.283124051445349</c:v>
              </c:pt>
              <c:pt idx="2">
                <c:v>0.1474752222341588</c:v>
              </c:pt>
              <c:pt idx="3">
                <c:v>0.033791770822604296</c:v>
              </c:pt>
              <c:pt idx="4">
                <c:v>0.0691691486679833</c:v>
              </c:pt>
              <c:pt idx="5">
                <c:v>0.03832253399562839</c:v>
              </c:pt>
              <c:pt idx="6">
                <c:v>0</c:v>
              </c:pt>
              <c:pt idx="7">
                <c:v>0.025894161159955437</c:v>
              </c:pt>
              <c:pt idx="8">
                <c:v>0</c:v>
              </c:pt>
              <c:pt idx="9">
                <c:v>0.2264353570509752</c:v>
              </c:pt>
              <c:pt idx="10">
                <c:v>0.09189086895149072</c:v>
              </c:pt>
              <c:pt idx="11">
                <c:v>0.04738126493051712</c:v>
              </c:pt>
              <c:pt idx="12">
                <c:v>0.2029820123277025</c:v>
              </c:pt>
              <c:pt idx="13">
                <c:v>0.11169040991708132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0.00853697289547971</c:v>
              </c:pt>
              <c:pt idx="1">
                <c:v>0</c:v>
              </c:pt>
              <c:pt idx="2">
                <c:v>0.1724312817966186</c:v>
              </c:pt>
              <c:pt idx="3">
                <c:v>0.1742857477209881</c:v>
              </c:pt>
              <c:pt idx="4">
                <c:v>0.019509226492863265</c:v>
              </c:pt>
              <c:pt idx="5">
                <c:v>0.11075041034836137</c:v>
              </c:pt>
              <c:pt idx="6">
                <c:v>0.010229219476651917</c:v>
              </c:pt>
              <c:pt idx="7">
                <c:v>0.14767176701651383</c:v>
              </c:pt>
              <c:pt idx="8">
                <c:v>0.007016887832675239</c:v>
              </c:pt>
              <c:pt idx="9">
                <c:v>0.06362207926227652</c:v>
              </c:pt>
              <c:pt idx="10">
                <c:v>0.035203945093276526</c:v>
              </c:pt>
              <c:pt idx="11">
                <c:v>0.039122769414220215</c:v>
              </c:pt>
              <c:pt idx="12">
                <c:v>0.269028508380686</c:v>
              </c:pt>
              <c:pt idx="13">
                <c:v>0.13911439969535766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0.009628803751058946</c:v>
              </c:pt>
              <c:pt idx="1">
                <c:v>0.21018770764489808</c:v>
              </c:pt>
              <c:pt idx="2">
                <c:v>0.38180166759441697</c:v>
              </c:pt>
              <c:pt idx="3">
                <c:v>0.5457606010866323</c:v>
              </c:pt>
              <c:pt idx="4">
                <c:v>0</c:v>
              </c:pt>
              <c:pt idx="5">
                <c:v>0.07467230522157335</c:v>
              </c:pt>
              <c:pt idx="6">
                <c:v>0.21701087133300273</c:v>
              </c:pt>
              <c:pt idx="7">
                <c:v>0.041270786663910444</c:v>
              </c:pt>
              <c:pt idx="8">
                <c:v>0.33382984355945267</c:v>
              </c:pt>
              <c:pt idx="9">
                <c:v>0.026811780511833694</c:v>
              </c:pt>
              <c:pt idx="10">
                <c:v>0.10267201124202216</c:v>
              </c:pt>
              <c:pt idx="11">
                <c:v>0</c:v>
              </c:pt>
              <c:pt idx="12">
                <c:v>0.05332681468905191</c:v>
              </c:pt>
              <c:pt idx="13">
                <c:v>0.0146284471171011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0.0009580650024143642</c:v>
              </c:pt>
              <c:pt idx="7">
                <c:v>0.42577465068567283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0.00609982380777658</c:v>
              </c:pt>
              <c:pt idx="1">
                <c:v>0.0314129103166632</c:v>
              </c:pt>
              <c:pt idx="2">
                <c:v>0.05779183746299311</c:v>
              </c:pt>
              <c:pt idx="3">
                <c:v>0.0610869554386318</c:v>
              </c:pt>
              <c:pt idx="4">
                <c:v>0.05185729779868456</c:v>
              </c:pt>
              <c:pt idx="5">
                <c:v>0.15763751445028337</c:v>
              </c:pt>
              <c:pt idx="6">
                <c:v>0.056350228860127576</c:v>
              </c:pt>
              <c:pt idx="7">
                <c:v>0.007005382560631518</c:v>
              </c:pt>
              <c:pt idx="8">
                <c:v>0.09584022391933276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0.07750298422457572</c:v>
              </c:pt>
              <c:pt idx="12">
                <c:v>0.056173453204667684</c:v>
              </c:pt>
              <c:pt idx="13">
                <c:v>0.08411087662512612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0.022538326374193954</c:v>
              </c:pt>
              <c:pt idx="1">
                <c:v>0</c:v>
              </c:pt>
              <c:pt idx="2">
                <c:v>6.263745965616525E-05</c:v>
              </c:pt>
              <c:pt idx="3">
                <c:v>0</c:v>
              </c:pt>
              <c:pt idx="4">
                <c:v>0.4931230015075813</c:v>
              </c:pt>
              <c:pt idx="5">
                <c:v>0.14032557823494832</c:v>
              </c:pt>
              <c:pt idx="6">
                <c:v>0</c:v>
              </c:pt>
              <c:pt idx="7">
                <c:v>0.08490933618506084</c:v>
              </c:pt>
              <c:pt idx="8">
                <c:v>0.15449379296984633</c:v>
              </c:pt>
              <c:pt idx="9">
                <c:v>0</c:v>
              </c:pt>
              <c:pt idx="10">
                <c:v>0.029577187597399704</c:v>
              </c:pt>
              <c:pt idx="11">
                <c:v>0.001237735997136165</c:v>
              </c:pt>
              <c:pt idx="12">
                <c:v>0.008966586126067731</c:v>
              </c:pt>
              <c:pt idx="13">
                <c:v>0.06006244592998339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0.001429043867244126</c:v>
              </c:pt>
              <c:pt idx="1">
                <c:v>0.09544344901749335</c:v>
              </c:pt>
              <c:pt idx="2">
                <c:v>0.012022850366317735</c:v>
              </c:pt>
              <c:pt idx="3">
                <c:v>0.1394826982194387</c:v>
              </c:pt>
              <c:pt idx="4">
                <c:v>0</c:v>
              </c:pt>
              <c:pt idx="5">
                <c:v>0.12666422087037557</c:v>
              </c:pt>
              <c:pt idx="6">
                <c:v>0.08015211948357462</c:v>
              </c:pt>
              <c:pt idx="7">
                <c:v>0.053874809198227784</c:v>
              </c:pt>
              <c:pt idx="8">
                <c:v>0.02240288274257332</c:v>
              </c:pt>
              <c:pt idx="9">
                <c:v>0.09473636719057991</c:v>
              </c:pt>
              <c:pt idx="10">
                <c:v>0.05172805190934439</c:v>
              </c:pt>
              <c:pt idx="11">
                <c:v>0.016357722390635356</c:v>
              </c:pt>
              <c:pt idx="12">
                <c:v>0.014872402212669795</c:v>
              </c:pt>
              <c:pt idx="13">
                <c:v>0.04526127761725884</c:v>
              </c:pt>
            </c:numLit>
          </c:val>
        </c:ser>
        <c:ser>
          <c:idx val="7"/>
          <c:order val="7"/>
          <c:tx>
            <c:v>Itaú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0.00933655721473216</c:v>
              </c:pt>
              <c:pt idx="1">
                <c:v>0.12273932008156462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0.0006615413000011562</c:v>
              </c:pt>
              <c:pt idx="6">
                <c:v>0.08105817344283782</c:v>
              </c:pt>
              <c:pt idx="7">
                <c:v>0.02499746122923079</c:v>
              </c:pt>
              <c:pt idx="8">
                <c:v>0</c:v>
              </c:pt>
              <c:pt idx="9">
                <c:v>0.10137438583132788</c:v>
              </c:pt>
              <c:pt idx="10">
                <c:v>0</c:v>
              </c:pt>
              <c:pt idx="11">
                <c:v>0</c:v>
              </c:pt>
              <c:pt idx="12">
                <c:v>0.019592753435779917</c:v>
              </c:pt>
              <c:pt idx="13">
                <c:v>0.06796180124171905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0.030858425703110606</c:v>
              </c:pt>
              <c:pt idx="1">
                <c:v>0.0011602353362383175</c:v>
              </c:pt>
              <c:pt idx="2">
                <c:v>0</c:v>
              </c:pt>
              <c:pt idx="3">
                <c:v>0.001870486008363785</c:v>
              </c:pt>
              <c:pt idx="4">
                <c:v>0</c:v>
              </c:pt>
              <c:pt idx="5">
                <c:v>0.0003689936710498954</c:v>
              </c:pt>
              <c:pt idx="6">
                <c:v>0</c:v>
              </c:pt>
              <c:pt idx="7">
                <c:v>0.02169992330718947</c:v>
              </c:pt>
              <c:pt idx="8">
                <c:v>0.006171581910291545</c:v>
              </c:pt>
              <c:pt idx="9">
                <c:v>0.1183666540018785</c:v>
              </c:pt>
              <c:pt idx="10">
                <c:v>0.17457233362764468</c:v>
              </c:pt>
              <c:pt idx="11">
                <c:v>0</c:v>
              </c:pt>
              <c:pt idx="12">
                <c:v>0</c:v>
              </c:pt>
              <c:pt idx="13">
                <c:v>0.0390829589841954</c:v>
              </c:pt>
            </c:numLit>
          </c:val>
        </c:ser>
        <c:ser>
          <c:idx val="9"/>
          <c:order val="9"/>
          <c:tx>
            <c:v>BRL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0.004274383168474836</c:v>
              </c:pt>
              <c:pt idx="1">
                <c:v>0.07198935614355861</c:v>
              </c:pt>
              <c:pt idx="2">
                <c:v>0.010458498849890686</c:v>
              </c:pt>
              <c:pt idx="3">
                <c:v>0.0003149004667158257</c:v>
              </c:pt>
              <c:pt idx="4">
                <c:v>0.001335303633509722</c:v>
              </c:pt>
              <c:pt idx="5">
                <c:v>0.08235622024321929</c:v>
              </c:pt>
              <c:pt idx="6">
                <c:v>0.07294854289853062</c:v>
              </c:pt>
              <c:pt idx="7">
                <c:v>0.0015011088108333604</c:v>
              </c:pt>
              <c:pt idx="8">
                <c:v>0.05337803454548256</c:v>
              </c:pt>
              <c:pt idx="9">
                <c:v>0.008346171773396204</c:v>
              </c:pt>
              <c:pt idx="10">
                <c:v>0.05603863565385725</c:v>
              </c:pt>
              <c:pt idx="11">
                <c:v>0.1334346139421968</c:v>
              </c:pt>
              <c:pt idx="12">
                <c:v>0.08783980456105017</c:v>
              </c:pt>
              <c:pt idx="13">
                <c:v>0.02562630166182149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0.22906877225217778</c:v>
              </c:pt>
              <c:pt idx="1">
                <c:v>0.18394297001423482</c:v>
              </c:pt>
              <c:pt idx="2">
                <c:v>0.21795600423594794</c:v>
              </c:pt>
              <c:pt idx="3">
                <c:v>0.043406840236625346</c:v>
              </c:pt>
              <c:pt idx="4">
                <c:v>0.365006021899378</c:v>
              </c:pt>
              <c:pt idx="5">
                <c:v>0.26824068166455944</c:v>
              </c:pt>
              <c:pt idx="6">
                <c:v>0.4812927795028604</c:v>
              </c:pt>
              <c:pt idx="7">
                <c:v>0.16540061318277355</c:v>
              </c:pt>
              <c:pt idx="8">
                <c:v>0.32686675252034564</c:v>
              </c:pt>
              <c:pt idx="9">
                <c:v>0.1411084314958586</c:v>
              </c:pt>
              <c:pt idx="10">
                <c:v>0.37311936595733436</c:v>
              </c:pt>
              <c:pt idx="11">
                <c:v>0.6849629091007186</c:v>
              </c:pt>
              <c:pt idx="12">
                <c:v>0.2872176650623242</c:v>
              </c:pt>
              <c:pt idx="13">
                <c:v>0.41246108121035563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0.0012525310364153782</c:v>
              </c:pt>
              <c:pt idx="1">
                <c:v>0</c:v>
              </c:pt>
              <c:pt idx="2">
                <c:v>0.16251275483844052</c:v>
              </c:pt>
              <c:pt idx="3">
                <c:v>0.16788759587615418</c:v>
              </c:pt>
              <c:pt idx="4">
                <c:v>0</c:v>
              </c:pt>
              <c:pt idx="5">
                <c:v>0.046242786859410315</c:v>
              </c:pt>
              <c:pt idx="6">
                <c:v>0</c:v>
              </c:pt>
              <c:pt idx="7">
                <c:v>0.14558217301351994</c:v>
              </c:pt>
              <c:pt idx="8">
                <c:v>0</c:v>
              </c:pt>
              <c:pt idx="9">
                <c:v>0.011278286178837136</c:v>
              </c:pt>
              <c:pt idx="10">
                <c:v>0.0314890119720235</c:v>
              </c:pt>
              <c:pt idx="11">
                <c:v>0.004893272841642075</c:v>
              </c:pt>
              <c:pt idx="12">
                <c:v>0.07267183014790035</c:v>
              </c:pt>
              <c:pt idx="13">
                <c:v>0.050102279675970876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0.0007064273322275776</c:v>
              </c:pt>
              <c:pt idx="1">
                <c:v>0.03998787541836179</c:v>
              </c:pt>
              <c:pt idx="2">
                <c:v>0.27871022517918453</c:v>
              </c:pt>
              <c:pt idx="3">
                <c:v>0.5093321216980754</c:v>
              </c:pt>
              <c:pt idx="4">
                <c:v>0</c:v>
              </c:pt>
              <c:pt idx="5">
                <c:v>0.04813163606288525</c:v>
              </c:pt>
              <c:pt idx="6">
                <c:v>0.12679150905733896</c:v>
              </c:pt>
              <c:pt idx="7">
                <c:v>0.02932940282930295</c:v>
              </c:pt>
              <c:pt idx="8">
                <c:v>0</c:v>
              </c:pt>
              <c:pt idx="9">
                <c:v>0.002956713808689537</c:v>
              </c:pt>
              <c:pt idx="10">
                <c:v>0.009027852800078359</c:v>
              </c:pt>
              <c:pt idx="11">
                <c:v>0</c:v>
              </c:pt>
              <c:pt idx="12">
                <c:v>0.031940930611053894</c:v>
              </c:pt>
              <c:pt idx="13">
                <c:v>0.001967196500585201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0.42577465068567283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0.022538326374193954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0.41161967613768097</c:v>
              </c:pt>
              <c:pt idx="5">
                <c:v>0.13797818999762712</c:v>
              </c:pt>
              <c:pt idx="6">
                <c:v>0</c:v>
              </c:pt>
              <c:pt idx="7">
                <c:v>0.052244556627068776</c:v>
              </c:pt>
              <c:pt idx="8">
                <c:v>0</c:v>
              </c:pt>
              <c:pt idx="9">
                <c:v>0</c:v>
              </c:pt>
              <c:pt idx="10">
                <c:v>0.02957718759739971</c:v>
              </c:pt>
              <c:pt idx="11">
                <c:v>0</c:v>
              </c:pt>
              <c:pt idx="12">
                <c:v>0.008966586126067733</c:v>
              </c:pt>
              <c:pt idx="13">
                <c:v>0.046958466725287265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0.010658675110026593</c:v>
              </c:pt>
              <c:pt idx="2">
                <c:v>0</c:v>
              </c:pt>
              <c:pt idx="3">
                <c:v>0.057365095195433674</c:v>
              </c:pt>
              <c:pt idx="4">
                <c:v>0</c:v>
              </c:pt>
              <c:pt idx="5">
                <c:v>0.10813338781290266</c:v>
              </c:pt>
              <c:pt idx="6">
                <c:v>0</c:v>
              </c:pt>
              <c:pt idx="7">
                <c:v>0.04214110631501068</c:v>
              </c:pt>
              <c:pt idx="8">
                <c:v>0</c:v>
              </c:pt>
              <c:pt idx="9">
                <c:v>0.005450294547657093</c:v>
              </c:pt>
              <c:pt idx="10">
                <c:v>0</c:v>
              </c:pt>
              <c:pt idx="11">
                <c:v>0</c:v>
              </c:pt>
              <c:pt idx="12">
                <c:v>0.001403042412808438</c:v>
              </c:pt>
              <c:pt idx="13">
                <c:v>0.021976262192616603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0.2254813570077575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0.0024475116853231067</c:v>
              </c:pt>
              <c:pt idx="6">
                <c:v>0</c:v>
              </c:pt>
              <c:pt idx="7">
                <c:v>0.002560974651739022</c:v>
              </c:pt>
              <c:pt idx="8">
                <c:v>0</c:v>
              </c:pt>
              <c:pt idx="9">
                <c:v>0</c:v>
              </c:pt>
              <c:pt idx="10">
                <c:v>0.011586971777698546</c:v>
              </c:pt>
              <c:pt idx="11">
                <c:v>0</c:v>
              </c:pt>
              <c:pt idx="12">
                <c:v>0</c:v>
              </c:pt>
              <c:pt idx="13">
                <c:v>0.006029748905583717</c:v>
              </c:pt>
            </c:numLit>
          </c:val>
        </c:ser>
        <c:ser>
          <c:idx val="6"/>
          <c:order val="6"/>
          <c:tx>
            <c:v>Itaú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0.10287865304134623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0.08105817344283779</c:v>
              </c:pt>
              <c:pt idx="7">
                <c:v>0.009820823982451661</c:v>
              </c:pt>
              <c:pt idx="8">
                <c:v>0</c:v>
              </c:pt>
              <c:pt idx="9">
                <c:v>0.10041634488496823</c:v>
              </c:pt>
              <c:pt idx="10">
                <c:v>0</c:v>
              </c:pt>
              <c:pt idx="11">
                <c:v>0</c:v>
              </c:pt>
              <c:pt idx="12">
                <c:v>0.02589779542760947</c:v>
              </c:pt>
              <c:pt idx="13">
                <c:v>0.045090594823762195</c:v>
              </c:pt>
            </c:numLit>
          </c:val>
        </c:ser>
        <c:ser>
          <c:idx val="7"/>
          <c:order val="7"/>
          <c:tx>
            <c:v>Solis Investimentos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0.03534889901201657</c:v>
              </c:pt>
              <c:pt idx="1">
                <c:v>0</c:v>
              </c:pt>
              <c:pt idx="2">
                <c:v>0.07278088032085028</c:v>
              </c:pt>
              <c:pt idx="3">
                <c:v>0.013019299341063032</c:v>
              </c:pt>
              <c:pt idx="4">
                <c:v>0</c:v>
              </c:pt>
              <c:pt idx="5">
                <c:v>0.01702363006887814</c:v>
              </c:pt>
              <c:pt idx="6">
                <c:v>0</c:v>
              </c:pt>
              <c:pt idx="7">
                <c:v>0.0059307389081476826</c:v>
              </c:pt>
              <c:pt idx="8">
                <c:v>0</c:v>
              </c:pt>
              <c:pt idx="9">
                <c:v>0</c:v>
              </c:pt>
              <c:pt idx="10">
                <c:v>0.0047678128094529185</c:v>
              </c:pt>
              <c:pt idx="11">
                <c:v>0.00025069337000514297</c:v>
              </c:pt>
              <c:pt idx="12">
                <c:v>0.000662439605290169</c:v>
              </c:pt>
              <c:pt idx="13">
                <c:v>0.020591783446047868</c:v>
              </c:pt>
            </c:numLit>
          </c:val>
        </c:ser>
        <c:ser>
          <c:idx val="8"/>
          <c:order val="8"/>
          <c:tx>
            <c:v>XP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0.08886167767878078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0.007021413216474521</c:v>
              </c:pt>
              <c:pt idx="6">
                <c:v>0</c:v>
              </c:pt>
              <c:pt idx="7">
                <c:v>0.05290986086569754</c:v>
              </c:pt>
              <c:pt idx="8">
                <c:v>0</c:v>
              </c:pt>
              <c:pt idx="9">
                <c:v>0</c:v>
              </c:pt>
              <c:pt idx="10">
                <c:v>0.01113103397079861</c:v>
              </c:pt>
              <c:pt idx="11">
                <c:v>0</c:v>
              </c:pt>
              <c:pt idx="12">
                <c:v>0.0642625485190267</c:v>
              </c:pt>
              <c:pt idx="13">
                <c:v>0.012417629144276238</c:v>
              </c:pt>
            </c:numLit>
          </c:val>
        </c:ser>
        <c:ser>
          <c:idx val="9"/>
          <c:order val="9"/>
          <c:tx>
            <c:v>Integral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0.005831187864489241</c:v>
              </c:pt>
              <c:pt idx="1">
                <c:v>0</c:v>
              </c:pt>
              <c:pt idx="2">
                <c:v>0.00740732403714662</c:v>
              </c:pt>
              <c:pt idx="3">
                <c:v>0.0012332691701552481</c:v>
              </c:pt>
              <c:pt idx="4">
                <c:v>0.3970784801516898</c:v>
              </c:pt>
              <c:pt idx="5">
                <c:v>0.0067039718840054795</c:v>
              </c:pt>
              <c:pt idx="6">
                <c:v>0</c:v>
              </c:pt>
              <c:pt idx="7">
                <c:v>0.04155218434632173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0.005668570397389499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0.7080646257107251</c:v>
              </c:pt>
              <c:pt idx="1">
                <c:v>0.7576131187514845</c:v>
              </c:pt>
              <c:pt idx="2">
                <c:v>0.47852617816472187</c:v>
              </c:pt>
              <c:pt idx="3">
                <c:v>0.25116261871911855</c:v>
              </c:pt>
              <c:pt idx="4">
                <c:v>0.19130184371062922</c:v>
              </c:pt>
              <c:pt idx="5">
                <c:v>0.6263174724124935</c:v>
              </c:pt>
              <c:pt idx="6">
                <c:v>0.7921503174998232</c:v>
              </c:pt>
              <c:pt idx="7">
                <c:v>0.18985982596053624</c:v>
              </c:pt>
              <c:pt idx="8">
                <c:v>0</c:v>
              </c:pt>
              <c:pt idx="9">
                <c:v>0.803030339883502</c:v>
              </c:pt>
              <c:pt idx="10">
                <c:v>0.9024201290725484</c:v>
              </c:pt>
              <c:pt idx="11">
                <c:v>0.9948560337883527</c:v>
              </c:pt>
              <c:pt idx="12">
                <c:v>0.7941948271502433</c:v>
              </c:pt>
              <c:pt idx="13">
                <c:v>0.7886210748811571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0.0007766456621747266</c:v>
              </c:pt>
              <c:pt idx="1">
                <c:v>0</c:v>
              </c:pt>
              <c:pt idx="2">
                <c:v>6.263745965616525E-05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0.0022937018145308395</c:v>
              </c:pt>
              <c:pt idx="8">
                <c:v>0</c:v>
              </c:pt>
              <c:pt idx="9">
                <c:v>0.07686802069634603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0.000576393307323454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0.0027057850309904685</c:v>
              </c:pt>
              <c:pt idx="1">
                <c:v>0</c:v>
              </c:pt>
              <c:pt idx="2">
                <c:v>0.1724312817966186</c:v>
              </c:pt>
              <c:pt idx="3">
                <c:v>0.1742857477209881</c:v>
              </c:pt>
              <c:pt idx="4">
                <c:v>0.019509226492863265</c:v>
              </c:pt>
              <c:pt idx="5">
                <c:v>0.11075041034836135</c:v>
              </c:pt>
              <c:pt idx="6">
                <c:v>0.010229219476651917</c:v>
              </c:pt>
              <c:pt idx="7">
                <c:v>0.14767176701651383</c:v>
              </c:pt>
              <c:pt idx="8">
                <c:v>0</c:v>
              </c:pt>
              <c:pt idx="9">
                <c:v>0.06362207926227652</c:v>
              </c:pt>
              <c:pt idx="10">
                <c:v>0.035203945093276526</c:v>
              </c:pt>
              <c:pt idx="11">
                <c:v>0.03912276941422022</c:v>
              </c:pt>
              <c:pt idx="12">
                <c:v>0.26902850838068604</c:v>
              </c:pt>
              <c:pt idx="13">
                <c:v>0.13861684067487498</c:v>
              </c:pt>
            </c:numLit>
          </c:val>
        </c:ser>
        <c:ser>
          <c:idx val="1"/>
          <c:order val="1"/>
          <c:tx>
            <c:v>QI Tech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0.6759918612944976</c:v>
              </c:pt>
              <c:pt idx="1">
                <c:v>0.283124051445349</c:v>
              </c:pt>
              <c:pt idx="2">
                <c:v>0.1466570436987101</c:v>
              </c:pt>
              <c:pt idx="3">
                <c:v>0.030437287476287503</c:v>
              </c:pt>
              <c:pt idx="4">
                <c:v>0.06916914866798328</c:v>
              </c:pt>
              <c:pt idx="5">
                <c:v>0.03829419533595484</c:v>
              </c:pt>
              <c:pt idx="6">
                <c:v>0</c:v>
              </c:pt>
              <c:pt idx="7">
                <c:v>0.025926383451058688</c:v>
              </c:pt>
              <c:pt idx="8">
                <c:v>0</c:v>
              </c:pt>
              <c:pt idx="9">
                <c:v>0.15108008674139792</c:v>
              </c:pt>
              <c:pt idx="10">
                <c:v>0.09189086895149072</c:v>
              </c:pt>
              <c:pt idx="11">
                <c:v>0.04738126493051712</c:v>
              </c:pt>
              <c:pt idx="12">
                <c:v>0.20298201232770252</c:v>
              </c:pt>
              <c:pt idx="13">
                <c:v>0.11107904978220721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0.0271351674898152</c:v>
              </c:pt>
              <c:pt idx="1">
                <c:v>0.24815741689426804</c:v>
              </c:pt>
              <c:pt idx="2">
                <c:v>0.38276962164959966</c:v>
              </c:pt>
              <c:pt idx="3">
                <c:v>0.546252381494844</c:v>
              </c:pt>
              <c:pt idx="4">
                <c:v>0.01404111034854808</c:v>
              </c:pt>
              <c:pt idx="5">
                <c:v>0.07467230522157334</c:v>
              </c:pt>
              <c:pt idx="6">
                <c:v>0.24489714143429886</c:v>
              </c:pt>
              <c:pt idx="7">
                <c:v>0.09960013418247259</c:v>
              </c:pt>
              <c:pt idx="8">
                <c:v>0</c:v>
              </c:pt>
              <c:pt idx="9">
                <c:v>0.026811780511833694</c:v>
              </c:pt>
              <c:pt idx="10">
                <c:v>0.10267201124202216</c:v>
              </c:pt>
              <c:pt idx="11">
                <c:v>0</c:v>
              </c:pt>
              <c:pt idx="12">
                <c:v>0.028528677770074496</c:v>
              </c:pt>
              <c:pt idx="13">
                <c:v>0.03674494120284592</c:v>
              </c:pt>
            </c:numLit>
          </c:val>
        </c:ser>
        <c:ser>
          <c:idx val="3"/>
          <c:order val="3"/>
          <c:tx>
            <c:v>Daycoval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0.006099823807776582</c:v>
              </c:pt>
              <c:pt idx="1">
                <c:v>0.0314129103166632</c:v>
              </c:pt>
              <c:pt idx="2">
                <c:v>0.05779183746299311</c:v>
              </c:pt>
              <c:pt idx="3">
                <c:v>0.0610869554386318</c:v>
              </c:pt>
              <c:pt idx="4">
                <c:v>0.05185729779868455</c:v>
              </c:pt>
              <c:pt idx="5">
                <c:v>0.1662834134085645</c:v>
              </c:pt>
              <c:pt idx="6">
                <c:v>0.056350228860127576</c:v>
              </c:pt>
              <c:pt idx="7">
                <c:v>0.019460683742917862</c:v>
              </c:pt>
              <c:pt idx="8">
                <c:v>0</c:v>
              </c:pt>
              <c:pt idx="9">
                <c:v>0.2191987728818734</c:v>
              </c:pt>
              <c:pt idx="10">
                <c:v>0.18941613853630263</c:v>
              </c:pt>
              <c:pt idx="11">
                <c:v>0.07750298422457572</c:v>
              </c:pt>
              <c:pt idx="12">
                <c:v>0.05617345320466769</c:v>
              </c:pt>
              <c:pt idx="13">
                <c:v>0.0901488026631768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0.42577465068567283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0.01707803013100813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0.49312300150758126</c:v>
              </c:pt>
              <c:pt idx="5">
                <c:v>0.13996682000660185</c:v>
              </c:pt>
              <c:pt idx="6">
                <c:v>0.12844824536830682</c:v>
              </c:pt>
              <c:pt idx="7">
                <c:v>0.06416346334012579</c:v>
              </c:pt>
              <c:pt idx="8">
                <c:v>0</c:v>
              </c:pt>
              <c:pt idx="9">
                <c:v>0</c:v>
              </c:pt>
              <c:pt idx="10">
                <c:v>0.029577187597399704</c:v>
              </c:pt>
              <c:pt idx="11">
                <c:v>0.0012377359971361653</c:v>
              </c:pt>
              <c:pt idx="12">
                <c:v>0.03376472304504516</c:v>
              </c:pt>
              <c:pt idx="13">
                <c:v>0.06006244592998339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0.0014290438672441262</c:v>
              </c:pt>
              <c:pt idx="1">
                <c:v>0.09544344901749335</c:v>
              </c:pt>
              <c:pt idx="2">
                <c:v>0.012022850366317735</c:v>
              </c:pt>
              <c:pt idx="3">
                <c:v>0.08383620185695936</c:v>
              </c:pt>
              <c:pt idx="4">
                <c:v>0</c:v>
              </c:pt>
              <c:pt idx="5">
                <c:v>0.12666422087037554</c:v>
              </c:pt>
              <c:pt idx="6">
                <c:v>0.08015211948357462</c:v>
              </c:pt>
              <c:pt idx="7">
                <c:v>0.053080989865237994</c:v>
              </c:pt>
              <c:pt idx="8">
                <c:v>0</c:v>
              </c:pt>
              <c:pt idx="9">
                <c:v>0.09322361680381121</c:v>
              </c:pt>
              <c:pt idx="10">
                <c:v>0.05172805190934439</c:v>
              </c:pt>
              <c:pt idx="11">
                <c:v>0.01635772239063536</c:v>
              </c:pt>
              <c:pt idx="12">
                <c:v>0.014872402212669798</c:v>
              </c:pt>
              <c:pt idx="13">
                <c:v>0.03417437638043767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0.0001847304557319017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0.001344122467268427</c:v>
              </c:pt>
              <c:pt idx="6">
                <c:v>0</c:v>
              </c:pt>
              <c:pt idx="7">
                <c:v>1.0924046097481734E-05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0.04469898015324619</c:v>
              </c:pt>
              <c:pt idx="12">
                <c:v>0.04755010294129416</c:v>
              </c:pt>
              <c:pt idx="13">
                <c:v>0.07667097097859363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0.030858425703110613</c:v>
              </c:pt>
              <c:pt idx="1">
                <c:v>0.0011602353362383175</c:v>
              </c:pt>
              <c:pt idx="2">
                <c:v>0</c:v>
              </c:pt>
              <c:pt idx="3">
                <c:v>0.001870486008363785</c:v>
              </c:pt>
              <c:pt idx="4">
                <c:v>0</c:v>
              </c:pt>
              <c:pt idx="5">
                <c:v>0.0003689936710498953</c:v>
              </c:pt>
              <c:pt idx="6">
                <c:v>0</c:v>
              </c:pt>
              <c:pt idx="7">
                <c:v>0.02169992330718947</c:v>
              </c:pt>
              <c:pt idx="8">
                <c:v>0</c:v>
              </c:pt>
              <c:pt idx="9">
                <c:v>0.1183666540018785</c:v>
              </c:pt>
              <c:pt idx="10">
                <c:v>0.17457233362764468</c:v>
              </c:pt>
              <c:pt idx="11">
                <c:v>0</c:v>
              </c:pt>
              <c:pt idx="12">
                <c:v>0</c:v>
              </c:pt>
              <c:pt idx="13">
                <c:v>0.0390829589841954</c:v>
              </c:pt>
            </c:numLit>
          </c:val>
        </c:ser>
        <c:ser>
          <c:idx val="9"/>
          <c:order val="9"/>
          <c:tx>
            <c:v>Itaú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0.009336557214732161</c:v>
              </c:pt>
              <c:pt idx="1">
                <c:v>0.12273932008156462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0.000661541300001156</c:v>
              </c:pt>
              <c:pt idx="6">
                <c:v>0.08105817344283782</c:v>
              </c:pt>
              <c:pt idx="7">
                <c:v>0.009820823982451661</c:v>
              </c:pt>
              <c:pt idx="8">
                <c:v>0</c:v>
              </c:pt>
              <c:pt idx="9">
                <c:v>0.10137438583132788</c:v>
              </c:pt>
              <c:pt idx="10">
                <c:v>0</c:v>
              </c:pt>
              <c:pt idx="11">
                <c:v>0</c:v>
              </c:pt>
              <c:pt idx="12">
                <c:v>0.01959275343577992</c:v>
              </c:pt>
              <c:pt idx="13">
                <c:v>0.052920205772212146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0.21582175827648173</c:v>
              </c:pt>
              <c:pt idx="1">
                <c:v>0.21796261690842347</c:v>
              </c:pt>
              <c:pt idx="2">
                <c:v>0.22826472756610458</c:v>
              </c:pt>
              <c:pt idx="3">
                <c:v>0.10216946951485831</c:v>
              </c:pt>
              <c:pt idx="4">
                <c:v>0.3523002151843396</c:v>
              </c:pt>
              <c:pt idx="5">
                <c:v>0.3392248921194762</c:v>
              </c:pt>
              <c:pt idx="6">
                <c:v>0.39790680693178815</c:v>
              </c:pt>
              <c:pt idx="7">
                <c:v>0.09375306817634622</c:v>
              </c:pt>
              <c:pt idx="8">
                <c:v>0</c:v>
              </c:pt>
              <c:pt idx="9">
                <c:v>0.1494546032692548</c:v>
              </c:pt>
              <c:pt idx="10">
                <c:v>0.32268718117643935</c:v>
              </c:pt>
              <c:pt idx="11">
                <c:v>0.7736985428896693</c:v>
              </c:pt>
              <c:pt idx="12">
                <c:v>0.32694895300537913</c:v>
              </c:pt>
              <c:pt idx="13">
                <c:v>0.34971032928390944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0.013358816728611634</c:v>
              </c:pt>
              <c:pt idx="1">
                <c:v>0</c:v>
              </c:pt>
              <c:pt idx="2">
                <c:v>6.263745965616525E-05</c:v>
              </c:pt>
              <c:pt idx="3">
                <c:v>6.147048906722112E-05</c:v>
              </c:pt>
              <c:pt idx="4">
                <c:v>0</c:v>
              </c:pt>
              <c:pt idx="5">
                <c:v>0.0017690852507729056</c:v>
              </c:pt>
              <c:pt idx="6">
                <c:v>0.0009580650024143642</c:v>
              </c:pt>
              <c:pt idx="7">
                <c:v>0.03903718820391548</c:v>
              </c:pt>
              <c:pt idx="8">
                <c:v>0</c:v>
              </c:pt>
              <c:pt idx="9">
                <c:v>0.07686802069634602</c:v>
              </c:pt>
              <c:pt idx="10">
                <c:v>0.002252281866079749</c:v>
              </c:pt>
              <c:pt idx="11">
                <c:v>0</c:v>
              </c:pt>
              <c:pt idx="12">
                <c:v>0.0005584136767011111</c:v>
              </c:pt>
              <c:pt idx="13">
                <c:v>0.010789078347563411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18AD4-2814-4444-A115-A6E72D6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0F7E0-CD50-43E4-8563-8B11C20A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FDC58-6D1B-4991-B01E-F84719C1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7F03D-5F5D-4582-9103-1B92DE7A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D901A-B8E3-4B40-B03D-D90A504E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9DC77-FC25-40B5-9B5A-3ED88886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95B30-0880-452C-98EE-D6C3CE35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1498877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98BC1-AD47-4BAD-9554-0CF1A021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726539-BF0E-4D32-8656-498D5D90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D5A42-452E-48DE-A685-DA53FE3A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F3A546-3927-447F-84F6-6CB7D3DA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D5E83-D97A-4B94-8361-4543D374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EFA31-C8DB-43E5-B84D-22B900D9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8216F-7CB2-4503-B320-79044480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DA363-C392-46EB-8A68-0E06DDED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4C8A09-B815-4E5B-A95B-154C9717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R$ 81,1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F4BC44-D93D-4F94-9D7B-C4095F55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77F1D-B2ED-4513-B6A4-9DCFA6A0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B25A2-1773-4013-B6A6-F43A7A93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FB690-7273-4148-B729-2AB9EDC0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F68B3-FDC3-4525-AE71-2D5EAC3D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588784-7871-471F-96F8-ACE275A1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96913-D581-4A16-8CCC-2C3A61AF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1A9847-2167-449A-AA7D-121280F7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6AEF1-A68A-47F1-9959-200E6079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9AEB0-C4A0-433D-9338-FC3B0EDC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88B78C-14CA-47EE-BC08-C15468F3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8F8DF1-F946-406E-A8E7-A0AD818B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7383984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0AC191-308B-4AAF-BBE7-CF25BE6E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02FF5-6228-471D-98CA-0A2649CE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BB1042-A57F-43B7-8216-71543938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EAF88-94CE-439C-ABD3-32A0CB73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D8DBD-BF94-4174-A141-E096E5F2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5FB50-CCA2-4457-BBAD-A1D8AA49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5b02bcd79e455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6847F-0902-4376-915D-98D8FF30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BBFAD-2856-4C01-9CA4-411C1492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8C5EC-8BCD-4D9D-AF77-B3632935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308C2-5B10-4C47-9415-E7DEDBA5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9CE995-05B8-4FD4-80E7-4F727774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7B1CD-8630-462B-8B71-D9D0AD84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942B0-8B0F-4149-9FFC-259EB9D9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C31272-8B38-460F-8A56-AA4FC260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04DCC5-0ECA-464E-885E-4BDD0074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FD23A1-3D3A-498C-8331-DDA08351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F8BD44-CFB9-454E-B2D0-A91A5A8A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6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8A221-77CF-4FCA-8B8D-0429FF00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AB301C-9A4B-4D80-9CFE-49345681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9FD7F-7C5F-4AD9-88A8-6EFBA75C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374F87-C2E0-4222-B2CA-63733AE4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C671D6-D448-416D-B755-80CCC028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AB184C-1752-48EA-8DA5-0C4E92A7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570E3E-BCC6-4961-809C-40FB9658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764F33-13FF-489F-B0EF-52BAC8FE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19F233-0805-4B0E-9027-85CBF0EA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BACF72-9FB9-4345-BD0A-B5568625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885F1C-C775-4B77-98F0-E98E75AC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11407903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FC1C15-D597-4F6F-A782-015A3382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6E705-62BC-4E65-8B8D-DD13A8A1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CB707-9A34-4936-82EC-ED767C48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827AE5-F655-4A44-8B8E-454FC5E1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9FDE4-B929-4E82-8E2A-7DA210FA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BF5D3-394F-4E4D-8DEE-B64AF3EF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D614F-49B3-4A76-8720-1D492EB2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D9548-C5FD-4388-9E24-B1D5E157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37aeaaef6f40a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39E74-BD44-43F1-941C-C048BC60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E14F9-CD44-44F7-8E8E-DBCDFC26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36109-2EAA-427D-91BC-8C471405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1FDF1-3B08-442A-8B8C-A617163E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79213-C767-4761-8B96-3C0D2AEF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1158A-79FD-4B5D-9E15-547A2453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3B697F-8D7F-480D-A3C6-CD2AABB3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6393e377444705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8BD18-3DED-4B67-BBE7-738CBBB6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139222-71E2-47BD-8DA3-7540A1D5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85056-06F0-4DDC-92C2-82B2721F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6264F-3839-4F0A-A09B-E9425F57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061B3-AB2A-41BC-A39C-77FBEE57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DC424-BC95-47DC-8EE0-B88CB62D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1FA67-8C59-45F2-8AC6-2E3D12F5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6644e062224129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38C033-204D-4CFC-A008-4242D74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21258744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1C2BAF-F95A-401E-B0E7-94CDEB55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5D9EE0-8D13-44E9-8919-C94FE9C8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58% dos fundos acima de R$ 200 mi têm até 10 contas e concentram 59%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EE12A0-AD78-4C77-972B-68107908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01046-7F37-4B5B-AC8B-A6E7DA2F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CB2E1-C558-401D-9C97-8B1C0383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Universo: 784 fundos e R$ 733,1 bi de PL; contas por classe/série.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3F347-B09B-4B23-941C-E6FE09B0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1E3BA-C6F5-4CE3-A392-0E98725F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163A1D-31BA-4DB0-9551-71171F0F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f99d147101418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C92E5-056C-41BF-9EFA-414FBBD5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B3A05-7160-40BB-9E29-6A3CACAA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79aae791ad4bb8"/>
          </a:graphicData>
        </a:graphic>
      </p:graphicFrame>
    </p:spTree>
    <p:extLst>
      <p:ext uri="{BB962C8B-B14F-4D97-AF65-F5344CB8AC3E}">
        <p14:creationId xmlns:p14="http://schemas.microsoft.com/office/powerpoint/2010/main" val="12456322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CD5B3B-947F-4EE1-9420-421201DE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1D424-4861-4D9F-9FCA-E6965B39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 Outros representam 68,7%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E2F54-315E-4184-B867-6CC95140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5D2D6-7E1C-4123-98B6-8BD56F7A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2E8F6-959D-471C-9F9A-E76BA53A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Fotografia ANBIMA de dez/25 aplicada às competências; N/D incorporado em Outros.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E8CF4-EB34-481C-B8AB-637AB7F3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B8832-30E2-4998-A342-AE8AE1B6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E3F86-49FD-4733-B5AF-8E637373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035375d5ef460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8E649-584A-4455-A8F8-790692E1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17F60-53A3-4227-AC5A-043A643F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7deac6ed2848d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A640A-EBE4-425C-B3D4-3EB3BCC9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2AA285-3C24-4E5B-A8B3-1C44FD2E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9A7152-5510-46D1-84C0-DBE172F8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A4C55E-F8B8-4529-AC1D-CA472812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1AAC82-E8BD-42F3-916D-18D2316D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B2A45B-0DA0-4516-94BD-E84A66E1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CE3BE3-FF36-46F2-B212-B3383756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78BA18-25DE-4439-88F0-03E1AE62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6FEAD2-5365-4AE2-B2FF-A3BA1EFE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ANBIMA são campos distintos. Evidência documental e proxy CVM complementam os fundos sem correspondência oficial; a origem permanece identificada por fundo.</a:t>
            </a:r>
          </a:p>
        </p:txBody>
      </p:sp>
    </p:spTree>
    <p:extLst>
      <p:ext uri="{BB962C8B-B14F-4D97-AF65-F5344CB8AC3E}">
        <p14:creationId xmlns:p14="http://schemas.microsoft.com/office/powerpoint/2010/main" val="18630396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A6A67-760F-4867-8D87-58589EB8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E1462A-26BB-4DC0-A690-6475958F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abertura por recebível soma R$ 737,4 bi, R$ 60,4 bi acima da carteira da Tabela 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CFB64-B61B-472A-97A1-DB3B4285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4AE5F-1AE7-4255-8471-CDE3CE07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564EE-A7DD-42D0-8C6E-E96FC3CA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Tabelas I e II, mai/26. Categorias não foram forçadas a reconciliar.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1E38C-1B99-4A27-96D2-1C3CD6B7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14375" y="1428750"/>
          <a:ext xmlns:a="http://schemas.openxmlformats.org/drawingml/2006/main" cx="10620375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76495a79a14630"/>
          </a:graphicData>
        </a:graphic>
      </p:graphicFrame>
    </p:spTree>
    <p:extLst>
      <p:ext uri="{BB962C8B-B14F-4D97-AF65-F5344CB8AC3E}">
        <p14:creationId xmlns:p14="http://schemas.microsoft.com/office/powerpoint/2010/main" val="19883513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A4DCE9-ABAA-48B2-83D5-9C2D5659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2076B-D34F-4C96-AC35-803D2903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838E3-14A9-428C-91A7-A2C9D2B1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FFD36-88BA-4A4F-B90B-44EE23B6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FC97D-B88A-46E4-9C6A-CEA3E8A9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58FDD-6021-4EE4-8294-76C45491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725CE-00D6-4875-8043-A70702EA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9814A-E7A7-4A2E-8034-B55AD9D0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10bcb5d2f246e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E9327A-72E8-49B9-9BF8-ADCFB4A8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046C89-08C8-4037-9198-0069AC1A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96CFF-BFB6-408D-B3EA-FCD9DC04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72C54-60C3-414F-A3E0-C03B4ACB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92002-FAB3-4F57-969B-0782FE1A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434C1-7BF7-45A6-A38B-6F8EDBAD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27BAFF-2A66-4D18-97A4-C5FF71F7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848338-BF5F-464E-BCAE-737794BA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74BB3C-9C59-45F3-92EF-23F23259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A4773-9D93-4A8E-B765-8A22AA22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AFC563-DA4A-45A8-8D1C-39B6B29B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7F5C91-E116-4CF0-B875-9AD1A3C4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5CC86D-6E08-47D9-BA36-08157261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635E0-10CC-4CFD-B2E4-8555585A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A589B6-24F8-457E-877A-21C4FDD1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277CA7-8E1F-46DA-BED6-5165C332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32E0FE-E468-46C6-B1D4-F91021F1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5E3D26-91A1-4A7B-AAA4-F3590DCE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950BED-B52F-40E6-84D2-DC826053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0542B4-B472-4C8D-AA56-69E9B4A0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256F5-722C-4322-8F0C-433AEEF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112,6% da Tabela I e não reconcilia; gap de R$ 6,89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8283881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3F6587-C28A-4ED7-910F-5789D270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AF2A0-D1FE-4C21-AF68-D3970C0E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explica R$ 16,7 bi da queda de excesso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DE8713-E976-483D-9D5F-51CF84E5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D4382-E03B-4B13-A691-3F333D87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AB3C0-C835-4A27-AF88-6621D4D7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 versionado. Jun/24 e jul/24 não preservam flags brutas de campo; mudança de reporte não é separável.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E99D9-3FF4-49CA-B9A7-8F79A3FB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2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bdf8d0e7d64fb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EAAAB-E091-457C-8D04-8152C05A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6F03A-6063-49B3-9D62-0E698659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29F430-B091-431C-9DBF-CA4D26DC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6FB78-C9DD-401D-A250-97DDF551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4FE2D-BE29-4976-BDC6-E0849C6C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52922-33E5-4332-89F8-36A4C00F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513E2-5D78-4355-AB91-90085A1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354838-4683-412B-B2AA-5BF1C3B5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7E701-13CD-428A-846E-C85728C9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003F1D-2B98-4C18-AB6D-58FA21C3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7931B-7D1A-4A21-8DF6-AE431118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75050-2A01-48F6-BFC3-EB233F76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5CB192-91DE-4D3E-AC45-10B405BA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B3FDF2-A505-44FA-ACF7-9807FDB8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76905-AA50-45E2-BD6A-11556F2D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D6C6C-F26F-4D53-850A-472DAA9C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C380E5-018A-4BEF-BF3A-F4E2575A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65B9B2-A133-413C-A122-7927BA6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0F1A80-CA85-49E4-A635-6933AC05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F2D2A8-CD11-4500-A68D-612EA343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60579D-2233-4D5E-AB78-20C123D2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1EC4E3-D515-475B-A93E-EBE236F5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528270-33C9-44BF-9CF0-B84029F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093F81-6A2B-47CA-9C9E-80E4462C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BCDC7C-469F-4BEB-8FA1-A47478BE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F171C3-374D-418F-8F30-AF2F34FB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58364A-6E8C-49D3-BE65-886B32E6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BC172C-3EC7-4F06-906B-35B0845E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9D22DC-3DDB-4733-ACE9-2914C638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F8CE1D-D152-4DB1-9A09-7E8DE44F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4D3DBF-6DA1-4B42-AB36-89D09733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54E570-E03B-4A6D-97A4-8AF8D921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0C5CC7-6A37-42B7-A84A-A6FE1592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6571E9-EEBE-437F-8D37-D01CE7CD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68327B-37D7-4661-9BC5-240F870E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EA4553-04FD-47CB-BC1A-3A33A23C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C13F75-B6D7-4871-B76E-087A8BFA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82E725-0B4E-457B-91A4-6516A579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16857974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E173619-8E28-420F-9A48-6853A2FA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8E311-35C3-426B-86A0-06CD272C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10: 37% em gestão, 72% em administração e 75% em custódia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73DB1-79AA-4748-8A74-263B2E14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4605C-4172-41EF-8DED-630195DB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80C49-49C5-4385-8793-63F061F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mai/26. Shares sobre PL total; prestador não informado permanece no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68F6E-CF23-428F-8263-598BA7D4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6096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0695da2d8b4f6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B564F-9C68-424F-B7BF-E2C74124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57750"/>
            <a:ext cx="542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A2256-4646-45DE-8C04-247DBB0A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763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MAIORES POR FUNÇÃO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4C219-FAF3-4970-AFCB-382ACF0E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4307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FD4DC-9A2E-45FF-876E-4DC08D53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57375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161DD-0DDD-4B37-ABED-0F0C7486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859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E14D8-7DE3-442B-A9D1-76BE3B16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8595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Prestador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33C80E-833E-493A-AB06-6C027B48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1885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61ECD-9E0F-4162-A5E4-88B06D3F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812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A0D2C-8B24-43F4-B23F-F563EB18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479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0C8B6-3B3E-4D01-B231-47C5AEFF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098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B81312-1863-43B7-A73A-AD5B2AB7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098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F8F0A-457D-4F6E-A67C-774C5C14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098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7B6BDC-FE53-4074-AEDB-2E9E821B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746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7A9A20-2D1E-456D-8998-7F900B6E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2417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0D9B8E-D9AD-44F1-9675-1E2FB662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8603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A47051-0477-42C4-B996-9BDC757C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8603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A30C81-AE41-46A9-BB3B-CA1F6C16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58603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14,7%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E7CE79-C2B8-4528-B8C0-369E0336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3370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25B44E-CFC9-4B76-8F93-23F82C53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041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5DE482-7473-41D4-9092-75C488BB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6227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46C182-3D0F-48AC-BE27-26725D50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6227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66CEDC-F6C0-46A5-A9F7-A52D32EA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96227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604901-DEF8-4612-AF4D-CA032993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993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5A7291-F486-46B4-BDAD-FBF05ECE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665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E4052C-A472-469F-8293-E2CE27DB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3851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D9485-E75A-4504-977F-A6AB2ABB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851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SERVICER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2D79E4-EF9F-4590-87C5-19F38BE9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33851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C139DB-6BC0-4B54-964D-8DFEA562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8617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2D5A21-7DA8-4E1F-9913-160DD0FE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288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0ED8A7-3962-41D3-AB25-AA9D08C5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1475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B6FECA-3C82-4989-8ED2-A942D9E4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1475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 GESTAO DE RECURSOS S.A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9B1FC2-877E-4C2A-9877-299BC948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71475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9D3E5F-0852-4C37-8E1A-60A19F84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6241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3F7658-CEEC-4B22-A095-9B2DF20B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2912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2D5AA6-A2EF-41B8-88D3-B6C2C936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9098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0825A7-B261-4F9F-BAA0-732FA25C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9098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S.A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3116AA-CF73-4C67-878D-8C0B2E4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9098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783D7B-D46A-4CDE-A4EE-970FEA83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3865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79ACA5-F00F-4E6D-A072-04EE81B0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0536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9473CE-56F5-4377-B557-4C5A9380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6722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2E0357-F013-421C-A6D1-AE55BC35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6722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B5D18B-4663-4D74-847E-B44BBC99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6722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16,9%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19F6E0-52D3-46C8-942C-F7273460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488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2F482FD-8E0C-457A-9A0E-796D6E8F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8160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3AAE36-5DC4-4411-9720-65677E7F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4346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FAE3621-8664-4E63-8FE5-01BED920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4346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8EEEB34-6F18-47B1-A435-2319B23C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84346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14,7%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89945D-325C-4EB7-BD1E-A8132980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911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E81F47A-7386-4EEE-BC17-AAE2A290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5578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AA4232-6D30-4B3D-9CE2-6525F2C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2197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CDC1C2-B084-4939-AD49-7F9EDDA0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EED408-7F47-45FE-8E2C-4BEC850F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2197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12,6%</a:t>
            </a:r>
          </a:p>
        </p:txBody>
      </p:sp>
    </p:spTree>
    <p:extLst>
      <p:ext uri="{BB962C8B-B14F-4D97-AF65-F5344CB8AC3E}">
        <p14:creationId xmlns:p14="http://schemas.microsoft.com/office/powerpoint/2010/main" val="3960369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96E836-1A08-4090-99D9-1E9DC2FC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46707-A670-49CD-961D-0838928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BB tem 47% de Recebíveis Comerciais;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CC158-2B14-4035-B51B-5F5C34C9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984E3-1974-4B1B-8C27-4C2028F6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CF8BC-13BA-48D4-900E-A2849147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ABD2C-00A5-492E-B0C8-0F4E23C7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3707be9273487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BFF89-8AAE-445A-A6BC-A25ABB3E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E519E-A3CE-4F00-AE39-5736FB85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41CA82-E0A4-4371-9C3E-CF1B41DC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69E08-70BF-4DB6-B436-3D238CB3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D9123-E1F6-4629-9D01-C77CB9A9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648BA-8CB7-4AAF-8077-A2FC8516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30764-DBE4-4FCF-ADB7-CCFA2F1F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7760D2-6DC9-4F57-BF25-E3B488FE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2B888-DD20-43EB-BD2A-56B2DD63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EA218E-FA5D-47E2-AC39-14B20549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4E32D-A81E-4E84-82ED-A95B2DF6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3CC8FF-1A1B-4275-B4D8-E2CA3DEB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28CA32-89ED-497D-84B2-024241FE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9CDD5C-3A65-481C-952A-212BF8FE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45A35E-5463-4E61-B582-5A8BA817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74D982-DF4C-4A55-8EB7-B250A3D7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5C3316-7A9B-4859-A0DA-C2F2E4BC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E5FBA0-4AC0-459F-8784-187348C1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B4DCBB-83D4-45E0-8E44-60EF1839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0CB7FE-8AF8-417B-80BA-4B719ED4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BRL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6922D0-A34B-4659-B486-815BFCE9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F125C1-5B4A-4561-9855-5B8AB0EE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5E4782-31CF-41C5-96ED-4CBA366B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A7EB46-7FBD-4B65-B229-E68DAE2F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47B9DF-1BD1-4EAA-94D2-2D7C3F8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87,0%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618214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3127AA-4986-4373-A0DD-5CA58D67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FAED-603A-4C37-8CFA-B33E2610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Top 10 cobre 15% de Poder Público e 30% de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942EE-557A-4ED5-A500-0CC6A97F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A13F73-692F-45D6-8B2E-3D2537D3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B2B94-2C36-4C87-9FF3-A4221F12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4EF88-326E-43F6-ABE1-FABFF462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4acc5f88a246b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257D8-97AC-4285-8A8B-35AB2DB5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0C025C-6059-4A49-A431-B0E1ABC9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37420-B47D-4DFD-B99D-2DF527BF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DBCDE-735A-417A-A994-5981E497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DD357-2934-4649-971A-094D1808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C7990-FB5A-4506-B550-7BE072B2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58D3FB-AC5E-425A-91C1-D544622D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42D0A-A32D-4970-8248-0441EF35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56D5A5-2509-4705-89B7-25D590FF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AF70A2-A14A-401A-B209-B8BFE317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6409A-61E3-47DA-9D84-A337779A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A292AF-37A3-403A-A7D5-D6E2C871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6AC89-4993-4796-B8E4-52C0FF15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2C720D-8E7B-4694-A9B9-3679D295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02EAD3-61C0-4233-B0C2-D3CEC331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F7578D-F5D1-41D4-AEE2-2AE76BC6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9946CD-84B1-4B55-9214-F7EA0BA3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2A9870-FFD0-43FA-A5C3-B57AB709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E1EE7D-05B5-45D0-9382-99B695CC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6C8D58-E44A-4DA0-A00E-63E4652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Integral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14AFE1-C6C5-4CFC-84D9-1857665D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2D9179-9FD3-4D19-8783-2E4FF2F5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C29E2A-2062-4DCB-843A-0C05FC43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D7E1F3-A480-4AFD-B33F-099857BF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08480D-4CC9-4264-9498-627C1887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87,0%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0729621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820C30-E715-42AE-82CF-4129438C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82F16B-B1E9-48C7-BBDA-747D465A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Oliveira Trust tem 54% de Crédito Pessoal;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5055AB-2FEC-44B7-9111-C5C26A42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1A3F5-C62B-4BA6-90CF-D0835F43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92C54-12EB-4BF7-8715-FC10C0D5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8AEAE-3375-4107-A479-E7F32EE0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ec1e1877f248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5AB62-DD21-4AB7-9C9F-EFD281F5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CE271-B20C-4E43-9A7C-7457EAB3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20BA3-40D1-4BEA-8387-95844613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772EC-B188-4BB6-ADB9-47DDF19F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0F65C-3B46-4972-B5F6-FAADADBC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91A6F-0B96-432B-922E-E3B48533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5B277C-B231-4494-9343-2E473AC3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0BEE5-5F65-4319-9757-29401395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346EA1-5A8F-4CC6-9C78-89D7388D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50B606-DBA3-442A-8F41-C5226251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DF27E0-392D-4CA1-A92A-5C6CB6E9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278E9-B56E-40EE-B691-218D8A4E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52DDC-0AAA-46FA-B238-1D0EB0EA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816C4-1372-4FBD-94DF-2B937804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592C16-A4A0-41F4-8A92-5CAE97BC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173ABC-2C9F-4933-923E-1E206701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8839D-5976-4798-B728-976E369A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055DE3-EF9C-458F-8ED4-FE927598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0AE7E5-6A76-4F0E-88C4-590003B7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7F4046-6716-49E7-9D1C-E66E13E4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F5CF7C-F1A8-4577-B72E-B317D431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D287A5-C45C-4FB3-928B-FDC10B60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B0CD5C-0662-4810-AC81-C08A4942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C19827-2AA5-4E20-923C-C882E985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AA10A5-ECAC-4DE3-9155-3ED29D2E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87,0%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0938462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3801609-3BAA-44EA-9A15-4BE5530E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AB94F-A0D7-430D-BDF1-E7DA2FEE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C09EE-D509-4A69-9C43-C66E3B2E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3A75D-8933-441E-930C-F36B9FA7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C113D-748B-49A7-A34F-D9D9FBF0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98298A-BFD8-453C-A8B0-CE877DC9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4F0F8-22D9-4FA4-848B-4EB4A43D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EB7635-BA77-42DD-AACA-71C67300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155E2-1539-48C0-A59C-35B63356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29C6BF-2301-4DA4-8767-7F1A2F74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48DC6-25E4-4B2B-82D8-BB80DD47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9ACC0-A703-43F6-A999-4E22C260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C471B5-7293-40F0-BB02-616ECACF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C6755C-31B1-4CB3-9040-31EE90A0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B9CDDC-409D-4E57-96F4-48E87BA4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FFB8FE-8521-4625-B09E-05E914FA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6BDDB0-DF06-416C-962E-C52F7D15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991EA9-5DA1-4C96-8589-DF57DFC8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0BE9B-6583-4461-B735-90DFEC1F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B71851-6596-47A0-9489-D791926E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A8F166-DA93-4A2D-92BA-2F9E7B78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F38953-E842-456C-BC53-F67A7D54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4892E9-C404-4387-B5A8-6EE100BF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963C79-9EE5-4883-A802-21EDDCC9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F5535F-7AF3-4272-BA5B-E58EDF8A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F2249D-0880-4EAB-BE7B-82835CE8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781015-EC17-4B1E-A2E8-7D5A655B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7EC3B5-C33A-4E43-A9CB-D763D0C5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00A21A-11EA-4E76-AD92-37E02840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D42DB8-10A6-4CFD-9DE4-1B8E576C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DF3CC2-525D-4EE8-9FD3-073EF499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1D3979-1A95-4BC3-8745-C7623588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F919CE-AEE3-43EB-8556-8BCE90C8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0A68FA-844C-4516-B32B-3FF53757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F95A7F-CBB1-4E9E-AA24-92BDAFE4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7DE0A0-614D-4E2B-BA2D-0921382E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C58B6D-ACB1-4F1F-812A-ED651F4B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C05ED4-BA0D-4C9C-9F54-1DF706C0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87F927-9E53-435A-B8C1-95A5F4BF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3A8023-2346-49C8-A6EB-4ABD94A6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45E22F-4467-4C82-8AEA-B933E15F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E20BDB-D491-4B4F-8A39-BCD073E4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87BBE3-23B1-4827-A8E4-BB745CC4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756091-5402-41FB-86BF-59246D76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6896AA-4594-4B1C-988D-8AB42A4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E7EB0D-2791-4608-919C-A5891A06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47C02D-728E-4A9E-B4D6-A652E845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32070A-3BA7-41A3-97F7-D9AAE94D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8FC46F-0EE2-4C98-A2DC-84231F9C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64D1B2-7BAF-4AC5-810A-86C4CA6C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7D1019-64C1-4FA7-B11D-887CB4DB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019879-C547-4820-9EFF-5843B3F4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366B0A-8DE7-4613-B3D2-856E636F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BC3D6E-A71C-48BE-BB42-01660C6C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0271A80-A1B2-4BF0-842D-F1AA5725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37FD803-F40D-45E4-8F7F-644A3800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F7813CD-7624-4CAE-A2DC-B665B3E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03AD47A-67BA-41C8-92B6-E1DB17AB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A1F7B3-A029-40A6-B0A8-2B51BBA7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0F334B9-A89A-4509-8425-A5617C65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EAEC432-DBC0-4EDF-BACD-F085751B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BD1CBD7-D473-4CB3-B20C-BE8805F9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EDCEB3-260C-46F8-8B4C-80508483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1EC33FD-CF1C-4B22-A50B-A837F978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BF3C902-C47F-44E8-AC8E-447881A0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477BF5-8E4E-4210-8722-39B19A50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755C8CA-848A-4C67-BDB9-6A9D189B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2A9387E-B4DC-441C-B080-3BEA4197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BED76EC-1D52-470D-BB72-40608C8F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8E54508-EB3A-454C-AAA0-618B219A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1E26937-CBAE-43C9-80CB-EE51C88C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0521567-F70B-447B-AB5A-B53484D2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C4CAA0B-BEEB-48E3-B1E0-AF490A06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BEAF94-2B7B-40BE-87CC-0067062B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1D8469B-84B8-4D5F-93F9-B4DF0B0F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E5A5625-CD50-44FA-9BA6-9B16DF39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A77BAA6-CD2A-430F-9995-4FEF29A5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C0B0DB2-E373-4D20-858C-CD369CF1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A1B266-4234-4111-98B0-0F5CD353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4BFE7A1-310B-45EA-9551-2EA4278B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54D372E-872F-41BB-AF30-A419882A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B4BEB67-AAD8-40B3-B3FD-CAFC9A78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B796B98-D62F-4F13-8230-4664E6D5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B6D717A-2F44-48DD-8A45-5BB529B7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EE45448-2A2B-4B7B-B8D9-A3096883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19098C8-3C94-416C-BC10-9DC795F0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E2B5CE5-F05D-441A-8F6E-D88351EE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E654965-30B8-4FDA-8160-1BBC47BC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0C580C2-39AD-4EBC-9D8C-80ACA6D1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0546674-0397-432F-BD0D-75A069D9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D24827E-81AF-46E1-BC33-91119B30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374DFAF-2818-4CA0-AD31-39898AE5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DD00307-CC20-48CA-A953-292967E4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7BFF1C2-1572-4677-9975-693BD6AF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CE0EAB2-2441-42FB-A386-70C38565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0217C08-9D53-4570-AC32-F8970F9E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86E7B2D-0325-42F7-A40C-7E1B1A35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3176BC7-59D6-4DAE-816E-1C048CEC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6A11C26-0F83-40C1-BF7B-39DD5EDD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C901D3C-1319-43DD-A4B9-B16FD36C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3807C13-DAC2-42F4-98E3-52F1CF97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0119FFF-FB6F-4663-87D2-CF81097F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F2B7596-BEBD-4084-866F-80C425F7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4D84C2A-9B01-4D49-AB6E-765CA53A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9709586-D30C-4DA3-B3C9-D674F82D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E5E03F5-0999-413C-BC7E-85DF7A3E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FEA6776-34C1-4717-95A8-46EB98F8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23506AD-1E03-4A8F-8EA8-2FF54EDA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82F775C-F483-4FBE-83FA-7474B23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CD2FB75-68CC-47D6-B750-F86A2F8C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F726CE6-1A32-483B-9556-A2326334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9DFAA43-4778-4A55-A8CF-FF2C219A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EFDFC54-D3F6-4708-BD6A-A8882749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04E5599-9182-426B-8210-852A1581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D6B6ADA-46CC-4B82-A7B4-405B30B8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D751C67-650E-462F-B383-064C8F95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75D971B-C52D-4FB0-B338-54BC1D1D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63F8905-F443-492E-8812-408A7146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3FE64EB-D233-4175-8901-80FBCFAB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C6697E8-B9E5-44F3-808E-5E97A48C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F52A757-7E81-4646-9AEB-B57CA7C1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6667877-D37B-43EA-A345-841262A2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250995F-B1FD-43E4-BD29-0D79F4A2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3C2E454-652E-40C3-B3D7-9026AD37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144F34B-97BC-473B-8334-C0142A1D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F0355B2-E5C1-4589-85BD-2FDCBF40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98498C4-4027-4A39-9F25-05F52EED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29F23ED-4D33-4013-B741-4AF52423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CBFEC0D-202C-46DB-BE65-ABFAA83B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7905C92-E22E-44F2-A2FC-ECCF7E41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1970513-098B-4644-8037-271B0A79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3BFEEE1-C6E3-450A-B7FA-13E136C3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1478AB6-49B5-477F-B0CB-240E5A0A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9854059-04B4-489B-9EEB-F8704227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35464CB-2099-4E92-8869-342630F3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1F06D31-9C6D-4137-A604-02E47FAD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428C554-E5A7-4025-936E-49E6C71A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210D1B2-E5A8-494B-ABFF-EC742E4D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5B76C14-F7DF-46EE-AB4F-F653F80E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625DB7E-A79D-496D-8ABE-67690542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9EE60745-9CFC-44E8-A542-61EC221E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6A1B47D-8AC9-434A-BF31-E9252F1F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047F0C1-DD13-4585-AC17-377C0315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76D2B9D-6C9E-4B9C-88CE-6E1AFABF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8F02054-52A9-4625-A5ED-FA6E2E6F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12BBB0E-ECAA-4BED-9A08-0C4E5D05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862CDC0-DE7B-435A-A535-C49D99B8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6B50BDF-4CBE-4EDC-9E8A-5F4C932E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50AEE62-9292-4D58-801A-2BFD0B33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9236150-0A9B-462F-AC6A-A3F29195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8B2490E-883F-42FC-B27F-0D8CD2A0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623BC0B-C505-45C2-B7BD-32A8B28F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2EC6F2A-D8F6-474D-BF39-8453E046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89C0E74-48D9-40AC-AA3A-FCE992D1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0D43F7F-BA53-4768-A877-29B7DE6B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DE77E166-809F-4048-AA94-A941C9AE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8E71EC2-2139-46A6-9750-DDADB24C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9B08C26-C575-4F1B-9ACF-DB0E204D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CC82F43-7E8A-4B22-ABC8-A5DC1220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2E1ED8D-AADE-462C-B174-6673B0EF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3A6537C-53C2-4F54-9277-63FFFD11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FC9B61D-5ECA-42BA-BF5E-CA6C6461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9C78874-D2D5-4F9A-8A6C-15088241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ED7D9F1-59E6-49E6-BA7F-260C35E5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BCFEA90-74F0-4087-B03B-0FD699D6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C4B4BE8-CA2A-4109-AA8D-F389FA48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CD63B6E-A832-453E-8FE8-8C62E1C2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29B5DA5-A560-46A0-BC5D-60FC5933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90ADF037-2491-43FA-82B7-4947946D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AD171B7-6165-4E34-8020-02FA9AEB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6524D0A-BD70-4AA3-9E99-EAFC59A0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2F23BBEE-BF8F-474B-9512-A65AC125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C57741B9-E075-41ED-8EA3-F55D1734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C20F1FE-8BCC-49A2-B7C0-F23B088B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A7859FB-35AD-481D-937A-B635DCB9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D036096-B0DA-462F-A80E-4DE28826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203E856A-0F5E-4E0E-8597-BF79C73C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73A684E3-39A7-457E-96EC-1C5C0DF7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DEF3810-47CA-46AF-99B2-105B2D28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28404C2D-89AE-4A26-927B-322006CB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0102265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E9BFCEF4-03F6-40EB-9347-F7EF7D19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EF072-5F1B-4E1F-B465-66AD23F5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FFD54-9D53-4F9B-B142-C011F4CF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7CABF-951A-4AC4-A417-5DCC390E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F3B895-55D6-4656-8C50-5A4E4277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B90B4-76A6-4DF3-A4C7-72E468A2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5EF1E-017E-4292-8E62-A67B6058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1A4EF-8F84-4CB6-A917-D0D6951B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0D4BEA-362F-4BB1-A4B5-8C6F2570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C9E61-6A03-499A-94A8-107368F3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FC6C1-CDF1-49CB-974E-50511114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A8AAC-C4AB-4DFB-BDBC-0BCABC4F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38B6B-4B1A-434F-8052-C8836DB8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521FA-9559-4EAA-8708-3E3617A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405C7-C7AF-432C-80D5-CD225B60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F5566-1D3C-4AE3-AFC6-735EFD0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2CE337-BE1E-41CC-A19D-512ADDA0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FBAE9F-3BAF-4C02-A283-0A4B9A0C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E20609-943B-46EC-B39E-80D3A051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2216E2-3BD5-42B8-929E-AD7DBB1D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D6E723-DCA1-41DA-9849-FDA68B45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4B458-2577-4B9B-9512-CD4E13BE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C7AB92-4512-4536-B56B-92FE66D6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52298E-C759-4B29-A3FD-12F30142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593C1D-C2E6-409B-BA41-C098A2DA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579DCF-1825-4501-BD3A-2A3413C4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E972CE-51FD-4BBD-8163-1BDF9ED9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16F0C9-1AC2-4519-A3CE-F851F656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A25535-72BE-455B-9654-6BAAF690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C68F96-7916-4BCD-938D-82A30A74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F1E273-4ECF-48C9-AAD3-008429DE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5BAFFB-07CB-47AE-9793-7172825A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279A8A-D337-4576-8616-7B6E2B6D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6A4133-AFEF-48AC-9E01-6F0C49E5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276A12-C729-4948-AC90-9099F73D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8385D0-231A-481B-9603-526CB919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1C1CDD-B8F0-48E9-B24E-D18FAED9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8357CB-BAEE-4BF0-A784-63A18F76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AD58C0-535D-4093-BC83-8978E040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4BF6E8-9236-4EF9-A39A-ECE4AC67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F7B2B7-BFF7-47FD-98E1-7B3B31B2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D49497-098C-4D37-807A-F193C58E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06B5C0C-CF6C-4148-A309-9940BA7D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35FE64-7625-4D67-9B01-A85E33ED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76B2A64-6404-45CF-BF74-855C1962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1032D4-9417-48CB-8AFC-3D1569F8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922A8E-78FC-44D5-8CE4-EE6DC43B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B3EAA6-6809-426E-8880-30B548BC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F97BD5-4AE5-41E5-87D2-28A6CE2D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CC5551-5D89-43DD-B3D7-298B810E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61B994-1C36-4742-AE91-6140853A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45125F1-3406-4F31-861B-A80713A1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62A27F-97E4-48CD-B76F-7158C664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B003B5-3EF9-4699-804E-34628F96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D396E5-18BE-4506-9A64-323A5819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1C5565-217F-4D01-BF55-D7635AE4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3E427FD-9ED6-45C3-BEBB-4CC4A9F2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EC06DE7-0C44-49A6-BEAF-875A244D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B86024-B222-4CB4-9EEF-280C98D2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C6A84C1-ADD7-401D-8AC4-19B11357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2656A84-9284-4080-87CB-AB7A1E53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8CCC6E6-5CE3-42FD-A440-B7D34177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E9B99D-0BE7-4F7A-9C06-5A12F1F2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6CD2884-57AA-47F5-B50E-A01B5DE1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5789036-541C-4604-83CF-F62B27EC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71ACFD0-6E9E-471C-A790-8783A70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0791600-E667-4FDB-A58A-7A236254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9DA73BF-8146-4A9A-A2DD-E47B0CCF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2A538A8-F9EA-4392-BF5C-0939A8FC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A1A7902-7CA3-4826-B2D2-36E607F5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A35748C-F3B8-4DB2-83FD-77BF15E5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F26B4E4-97EA-4009-82C1-B407D611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F3848F6-3EFB-498A-B5A6-EC76CF1A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21FA9BC-EAA7-4F5A-95A5-7A2F3170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E14587B-9B99-4075-ABD5-11475D91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71F0502-EED9-4382-9B76-3488AC34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96821E5-4062-42C8-9230-219DCF44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1BC67DF-1CAF-46BE-A39F-2778E26B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E558A66-F81B-4E11-9E1C-4B75C46C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5EC81DF-2263-4308-8E32-857D0CFB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D9BAAA2-58EB-4B3A-8F76-FA2B1084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321FA25-2752-45BE-87DE-281D0F00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5003A82-CD46-48AB-99B6-DBA0C33E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EBD30FB-0C5C-4423-824B-599756A5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649F5BA-74B5-4484-B527-E974E340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36FA682-09BB-4C46-8DCF-0ACAF692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C15B29B-4F97-40D6-BCDF-F026F4B5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1E54A42-52E8-4AD3-9E24-801BE709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CC44229-7664-49C0-A9D2-2B3267C6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E3F17E3-2914-4A92-9559-2D43B46A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09E1207-F2D5-4D21-A855-7C754401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1E32AFA-0CE5-4761-A573-F034E0D7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E6D1CFB-C35D-4954-9D60-F12A7BA8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7C447A8-AC5F-41F8-81B6-9B179FB2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ACAF981-13E6-459E-9CD3-9CF7F955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3709D3E-2459-4EDA-BCA3-04730A6D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5F6849B-F15E-44AA-BA47-660497DB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E79F53B-D237-497C-9FBD-11049548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1B5F3FE-9BC8-483A-A922-67833693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499C08B-9A26-4698-BA94-E2F10F85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6DF1E44-1461-43E3-9ABF-226218AC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311B8EB-A377-4CEB-BC9C-0B3740D2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68A301E-A0E1-42D8-A2BC-581EC84E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04FCBE6-5C33-42A6-85D8-369DB41C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55169A1-53AE-4452-AE2C-AE4A92A0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0A7E189-594E-4EAF-97D3-4B4DBA2E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18F7BA7-5F88-4EFC-B279-E69B0479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00A558A-E0B6-48DA-9313-8313B77B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6A45740-D374-4E1E-ADBB-B7AF5281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4961E6F-EC6C-464A-A3C0-22D8BF36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36F2BD0-72EC-4A24-989A-A5C31E7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0998672-0F06-4483-A9A0-E0584F4E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E86DDA7-A6A8-46A0-9C8A-050B2652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5467512-70E0-4368-848F-3CB02D57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F16ACB9-3203-4767-8CB0-1D566435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F6D3B4C-71E9-4DC4-AA2B-AFF13C3F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472B5A0-78E3-40CB-98B0-011BA057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67803C9-206E-4995-998F-091B54DE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1E3B7B6-8F4A-4DC2-8548-F3862FB7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A434EB6-E4ED-4ADF-99A4-9650A910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09BBB4B-D8CC-4E2A-B918-6ADEA233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D245750-3F9A-409C-B841-969572FB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02193B1-64E5-4195-BE2D-92E93701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FD45A40-CC90-4BD8-9D21-A97E514D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D60110D-D780-49E9-ABC9-D023CAA1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CA350E8-5513-4A8F-AB0F-692D62C2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73D3525-134A-4661-B682-474DA1FB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E4D556E-52C3-48E5-A6C8-426FA4E7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490CB4-A55C-44AF-823A-65813922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52B7B22-49D2-4AA0-A58A-D73031CB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96BA737-30E4-4DA6-936B-1E184202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9B27364-4A38-450E-87E5-9D995DCB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4CE19E1-7E7F-4C42-B30F-7B0F6076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E9034BC-E649-4A60-BB62-5759CEC1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1EF40BF-4003-416D-BD70-CE28B3AB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8616183-CF58-46A2-BBD4-0759ACF8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7B73E6C-6827-4BCD-8493-1A56F6A9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A50CE6A-8C64-45F8-84C3-F6055C75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5A9D505-0113-4087-9F10-1D3C95A2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D5FEF85-9A39-4FF5-AFEB-BBC21D2B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082EDDC-E3D9-4AA8-8F23-F035D048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449C5D4-14A4-463A-8CFC-81F17A2F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5F4680F-13CF-471E-9DFA-08CC31F4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A5FFBAC-E428-4398-9CC2-CFB326F3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960F019E-802F-45AD-908C-92046554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B88261C-1B84-4A74-A18C-58A4B612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B1C0BD2-33B6-4E03-9048-157C9EC3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BCCAE74-0894-42F9-A0E1-3F325A95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97E42169-075A-490E-A7B1-E4B9D440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A9019D2-FC33-4FCA-B7B5-3E9371D8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DEEDAE9D-2233-4ABD-BC8E-EFAC46BC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2F42D15-B6A6-4CDF-85A5-51D00334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4387B6A-90E5-465A-80CB-BD45EE5B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DD12F59-276D-4BCF-97D3-452819FC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171A231C-D0D7-4002-B88B-539B60E6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58311C2-7699-4EEB-891F-E5E5711B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BE1969C-655C-4C61-83F6-34C4D092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D38C413-1952-4A72-8A92-6B9CB4AA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AA8FC47-9E0D-4C41-8668-866C62BC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19F1F19-76CD-4C57-A8A1-968B1F3B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1B0034A-772B-4E87-A441-75CF3741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24CCE4DA-33AA-46E7-9882-C8B1CEE5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227EE6F0-27E5-4CCC-859A-DDF383D9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5634D53-98C7-4B30-A996-3A17AE87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6249506-55E4-4953-876B-BD22A672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649F7AD-4516-498B-A76B-E1127C8B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F2260E1-F394-4B75-9547-E3EC80B7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F5933EC0-15A1-4013-8A74-ECB88917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813DD2A-8CEB-4F06-A01D-2B3956F1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9A4EE5C-A428-40DF-869F-7EBA7815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B8599D70-C06A-4010-BBC9-4F1B2DC7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A7E3B9D-EB6B-4F46-A652-C39BBF5A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E76C81B-1017-4E95-9C2C-84056507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11A7176-251D-445C-8FD8-16278C8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1C7A33D-EF8A-45B2-AFA7-03B38622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93A9D34-D870-4263-A20B-4FEF33C3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156A0536-9449-4683-88C1-7F637ACD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761236E7-60A2-48DD-B2CF-CC1F62D5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D5417A8-B037-49EF-9438-8800791B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B8F6C47-ED42-42E3-89B7-625C6E11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569710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EE39BF-7569-4179-BBFA-FC29F39F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EFEF3-6206-4679-BD31-A76DAA78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F9DCB-025C-46BA-9B3D-5FE80947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3E618-C5A6-4167-B6D3-716DD1A4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86177-7730-4E3F-9136-8797AE66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DD478-FFB0-4593-9DA4-28AF412B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0af096ee09401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CE9D9-57BF-4459-9494-19502C0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F1739-8053-4EE3-9C34-433F2DD1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D8EF5-D5B3-4D29-81E7-19F4ED0D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D0460-8860-4F4E-AB30-483FE5A5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61F8A-E3C6-4E82-A65E-42F397DF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AE093-D8DE-47A0-BFD7-837BD468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2AB2B7-E805-4A6E-B588-97082458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11AB35-396D-486F-A191-FF3673F7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DBB85-8935-4AC7-9056-E38AD358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B0ABD1-5C11-4F9F-A3DB-86509B63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AF3D6A-E7B5-4BBF-9EED-080D7A2B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AF3EC7-08DC-49A1-8AB6-6431A2D0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B7CECD-2087-49A1-A29D-FCEFF63C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584D1-5ED5-44D0-83F6-7CEE7FEE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4DC2D-3D8B-45F8-AD39-D07AA273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87B35A-AB7F-470D-A35B-60149B26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0143F6-B176-4B24-8C0D-A2108D88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B1D1A7-9DF2-488F-A1EE-869117D8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0AE7C5-3F15-44BA-A348-63F35B84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B44CBD-2785-4382-94D4-519D6420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750318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2CBF4F8-E0F6-4BAF-B935-258B04B8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32A12-FC5F-41FA-94E1-72D2CCC0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6D9C1-D528-48C9-A456-A07D936D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C14C8-A665-404B-98CB-ADEFAD3D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64E39-F637-4089-BEBA-AFAFA21A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C5B44-247E-4FCD-8BDB-44935D9B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74BCFD-8FBC-466A-A7A3-8DE0F00C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E78FA-CE68-48C2-9510-A2709688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C8294-8EA7-4BA9-9529-9D06E8A8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04EE42-FF29-4A43-819E-7BD75198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A9C514-F34F-4ACD-AAF7-F63CDF35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D1229-E599-409F-AA8B-B1FA8F4A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EFA546-D6B9-458C-8E18-5947B83E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89EAC-67D6-487E-AF43-19220BE9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231570-624D-4D6C-8313-ECD9C6AC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1599D-BC16-4965-B33C-B3CD5408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7B8224-1F8D-49AA-B30B-C22D0482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72D0AF-2621-4D71-A75A-D9557A6F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BF521E-E3E1-4EA5-A8B9-9683744F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551587-030B-4463-8794-4B828D00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99142-CF28-4832-A169-2AEA0A9E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6E1146-A51F-4208-B4AA-4C881B1F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2ABB5E-548F-41A4-9875-EBC41B05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B7C76-C6E6-471D-BABE-C1A8CCC6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8FEB73-81F9-43FD-B82D-2FB6D042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FE67CD-538A-4F7E-A0A4-FF772240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D04DD0-33E5-41F2-9FFB-287D8BBF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09BFA3-7F44-49E9-98A0-C0AFE83D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E6E47B-9F71-48F4-82DD-E6F94DE1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E5F4B9-8155-496B-8802-01F1EDC8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CFDBEF-5545-46DD-8386-DF03CBDD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3128DC-659B-404A-8CDE-59BE3BB6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1D11C0-BFAD-457B-84EA-F8B2C53C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4D3E1B-23AC-4F42-83F6-C4554431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3A2F99-BB3A-43AC-9A19-C5445951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9EBFD9-BA82-4D5B-82AA-03107BC2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A9491A-1BC2-4804-BC74-AC18775B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9BFFAE-27A9-4744-95E9-C894C6EB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1B554D-6CFB-44F3-AD85-DF0004D7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3C04B2-2BAF-4ACE-A4A7-C63980A7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36C9F4-B412-429A-B318-E5DF6026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D5A20B-9AD3-498F-BE37-340210AE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90C60D-61D1-4580-AAC8-A377B3E7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7EF388-7AFD-4B5B-B40D-917976CC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9787600-E167-4C56-9010-041A9F6A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40E806-F1FB-48B6-8436-6B8690FD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C671F5-D0AD-4530-A549-F949A6D4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94AF47-4B1B-471A-B060-0167CF09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CA82B2-3645-43CF-A760-2C824F27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184D75-FB46-410D-A3A8-7F4DE737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2F010A-DFFC-4F48-9ED5-C55AAFA5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84BBD4-C6A3-4BD3-AA54-57C083D6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2837FE-9A6F-47F2-AA29-3795EDCA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57246C5-033F-43D2-A38B-66049561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AC880B-FA0A-4C2C-88C8-67EA74FA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AECEF0-CE3B-4EFA-8D39-D13143C6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8073E90-E573-46AA-9B6D-B4C89198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8DF4A4-4B69-4AF4-BD71-E6B8CFC2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05E7C8-719A-4BEC-9E16-B312215F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3840BE5-0114-4FC3-9677-6760747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9BB4BBF-2A81-400A-8350-4C12D304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CA98D29-5759-401F-A957-2329DA28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A92E00B-5B57-47AC-B271-5A02785C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B1F0C04-984D-4AF1-ABC9-4EB2786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CC83462-BBD1-4D0F-88E9-15796FA4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1E83F1-370D-4B0C-895C-733C792C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921D580-427E-4D0D-BE38-DDD31158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8D12131-B28C-4F60-81F9-05F92F3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542C545-C5C5-41AC-B780-20B0B608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8101FC0-3985-4934-BD74-F934180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9CEE3D5-51A3-4198-826F-E0458704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DEC3333-6D27-4D38-9619-CE3D243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3848C47-0E25-4C17-B5CC-6617CC6B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5A8AB53-76AD-4FAD-AE16-C84A6A84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211EB91-3E9C-421E-92AB-92C6B9E9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5D72CCB-AACE-402E-9F46-36FDD2EA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216C91E-CF67-4E08-A273-465A2A32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4AF7164-9671-4707-94EA-9D3349EF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5970488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DAFA9F-D71A-4699-BF69-51D1D6DE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B7719-F1BC-413B-97B7-0AC1FEA9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E001E-81E5-4462-BC7F-2BB92853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611B6-2991-415E-A070-A22B7095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0E564-B7A4-4A56-9456-7D84D558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30 de junho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B35BB-BA31-4117-8B48-93ABA6FA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3EDDB-D18F-4C88-BAAA-445BD5AE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1C4F2-61A7-415D-A8DF-3CE538ED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cf973e05a3439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CA8B1B-059F-4C0D-8A73-CB43A521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5F557-D65B-4965-8143-B94E266D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226EE1-BAE8-4614-9C3E-5007CA92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17212-B1A8-4192-965B-B82C5E46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CE9B3-3E9C-4523-9F69-F5A25FEA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297E4-4E77-4AA9-ABBD-31556C4B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594EC-B224-41C9-9529-50483965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A2604E-11A1-42EA-BFC4-9B7D4ABD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74584-D3C0-4FFD-B5C1-87B4980F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7AB4B5-5230-41BA-828A-D58CDD23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997BBB-167E-4C9C-A2E3-8044A953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34E236-D6DA-40B5-8682-1640CF56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FF03B-B92D-43AA-B19F-0929B239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6D2E91-65E9-4A10-9502-1DC02717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79488A-64F3-4D55-91E4-2E034B13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DB20FC-D166-4353-A892-20E4B2A9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6D8A13-5E2A-4076-97B3-DCFE158D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30CA8A-0045-48DC-8CAD-F8AEFD0D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7F9FAE-B6FD-48A0-81CE-12A8633A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D64EF8-88A7-4336-92C8-C56D6241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03A3BC-0A25-4FEC-A73C-AA22465D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8004193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819619-BFD5-4C7D-9554-0168A55B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5DAB2-EB61-49B9-BBAA-06B24B2C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48E17-C886-4AE4-8BA3-298EE480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D0304-A125-4338-AE45-4A721B6F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E3164-984F-4FE5-B82B-276EE9E6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1A441-9BB0-4173-977B-4DDF41D5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E9AE9-BFD0-4E28-9AA5-E2D396B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314C0-8D3E-485A-9BCC-0F290FD8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51BC4-94D2-4035-BC25-A9AE19AC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0CFB6-E1DB-4666-9E24-A1390E38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DFA0A-82D1-4093-AC2C-C6CA2098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5C447-05AA-4E50-86A4-4B8BA789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47B72-232F-4B13-A8DD-0855731B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D9BB8-6C6F-4F87-A808-1BFB058C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21C916-5415-4FE2-9715-E6532CE2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75C7C-2CBD-4AAF-83A2-CE7D9B02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EC4960-E59F-4F8E-BCEB-33EF9495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8DA2C7-3E49-46CE-8D3B-684764C2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A2A8F-2C77-4E81-9808-774994D8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80144-50A5-4694-A1D0-99CA03C4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FE6C42-EE22-4CA1-B45B-C5FFA09C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3A8F85-0E0D-40BD-83FE-8DAC8D5B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A5B265-8845-46E4-9A74-42A9D3D9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3685EB-ABF2-46D0-BFEF-4603037B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7797E5-71F9-4402-858C-918CC0A6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632136-2DD1-423F-9540-B066D422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D4706-7AE6-4EFA-8428-B1F42412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A196C8-B858-4CBB-9367-9216B0F9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3D5354-2321-43EF-BDDF-26C64EF1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D8F0FC-00F4-466B-854C-3496C4C5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115224-92F7-492A-BF14-EDA6FC60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67B45E-5503-4E0A-8666-75B27D0D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926A1A-B447-475C-8284-CA03827A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ADA594-FFDC-470B-A1CB-BB1FAEED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F72C72-55CD-4CA7-AA84-BE428FFF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B5C3ED-E3B8-47E1-87A0-F79AC4AA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7703DE-387F-4079-A1A1-423A6646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007B38-540C-4DF4-8C89-C0FB0454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159DD9-0C18-4199-B446-B7C72492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3D5DF3-6339-41E1-8AD8-767B288E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18676175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D4B78E-AAC7-4473-B754-E99C8E59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B47FB-7AB2-4BD7-AE75-EF7F8FE6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C534D-8CAE-4B7C-84AD-1EEDFFFA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08683E-CEC1-4F00-B0A2-568D2E2F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69510-8796-45EA-9BC7-9CF71A8C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742D1-0008-4F60-A87A-1B9BE6C6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e85e79d597470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B0004E-F165-4D6D-A002-6D11CAAC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A0CA82-A9E2-468D-B58A-05117EE1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4D0D3-5705-4782-8234-701C3405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82C29-3446-4461-9BE1-FCC19D09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6AFC7-6063-4AA9-A0B3-BAA5C32B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F7797-C456-4AF2-BAD3-5F7FF92B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25C70E-06FE-42EA-BB34-07F8E705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AEAEF-BCAD-4D2B-9A2D-5B29248B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9EDFC3-7F55-4442-9DA5-275CD246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460F3E-B88D-4395-9142-EC474D73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DCBF4B-E47C-482B-B50D-A91A395B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308AE5-D015-4FB7-B402-BCF363DA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F6A078-4D5A-49D1-A01D-126D5C1E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8BBE92-A30B-4B49-8943-9EAF5966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4EF864-943A-4D7F-AB65-A4EC9E2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049770-EFB9-4BA4-993C-E657074B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5C63B9-075C-4613-A362-59A89BD7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26C23F-71A5-46B5-A0BB-068D74AC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082A94-86B8-4CE6-B4DA-EA5E1D47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FAACEC-8D14-4084-9323-AF331639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BRL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E7A18A-2749-493B-9765-13A17BFD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0FD7B-34B4-4ABA-840E-853C327D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3E7810-67FD-4362-AF2C-9E260ED7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2CBF70-7E20-4C95-9DD5-F9CB5E3E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9299A0-BDCF-45A1-9818-A5DCDB15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 registros com PL negativo (R$ 64,5 mi) foram excluídos da normalização positiva e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42685879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22D870-F2AF-4873-BCD5-AC333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58D34-BB68-4D86-9421-FEBCF202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5D78D-1D65-4F55-A552-559848CE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EA0D3C-F439-4EA8-B346-2C369152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8DBDA-47DB-4137-AB00-6B10D3E4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3D592-A60E-4193-BCF7-485CD41E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bca02f83a9422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02B4C-D07D-49B7-98F1-2F071D41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56F56-DD17-47D2-83B2-A96A234B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591B6-5424-4458-8996-B8BA575F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140CD-DE95-4DE6-914B-BBA115AD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0A7D36-724C-4C7E-905B-37C23015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3518A2-907B-4EDE-B344-AD5602E9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C2144-17C5-4F95-928F-B1C48C42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C4A0C-5843-45F0-84CC-FE1A27E4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FA4098-B83D-42C2-854E-89FAF655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3B3697-35D4-453A-9284-DC06C01A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E4FD16-05AF-45B2-8263-32E422B1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05793-E3D7-4102-A34A-F31FC8E3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BC265-AA1C-4D0D-8C5C-1635A975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1DA381-0FAB-4524-AF0A-5D60AD71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113D1-B02F-44A4-B705-56918158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BE8BE4-A359-4F90-B0A6-17C807BC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C90B57-2510-4D07-B4AF-FCEFF441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D69E32-E544-4DE0-8468-8F24E9AD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5F53A5-7A4A-4F0C-B33E-FE8520D1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1C0B5-6FE2-4317-9DA0-A5FA40F5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Integral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B21A54-9242-4ADF-938D-D8BD9BD9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254225-9ABB-4D2F-A777-D3B7300C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5DAE6-D618-4DCE-B0F9-F7CEC3C3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FF82E3-7AF9-4E53-A9D2-31B5D090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394B02-7F5F-48D5-8FE4-A6062F68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R$ 64,5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67383646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670EEB-4C4A-4B5A-A1F1-1B34F774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22BC6-3AAD-4CC8-ACE6-F7DBA3F6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701BA9-7A36-4A43-9EDB-87BB299F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80BB6-248C-45E9-8850-D13DCF99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03B26-8CF9-4147-BB4F-86973F03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4D868-AC34-490C-AB33-BB894303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6290682a65444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B5202-810D-4A03-AA11-08091091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E5BCD-280A-4C1C-B5F7-0BEE3F00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32E7E-C5BD-4D60-8E36-B9C7D1B0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14A5D-225D-48E5-8961-67D4AC77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A9504-DFB7-473F-BE22-ECC23C76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7BFDF-E776-4D10-AC70-8293C57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EBDDFB-895A-4910-ADDC-457B29A7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0D8FC9-FB0A-468E-8A81-C0597688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FBE77-3443-461C-9AD4-60EDAFBC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6FD5C-4DB0-42D2-8C65-ADB9C0D8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0C0C3-11E5-4232-AB54-0A325191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70889-AC6D-476D-A59F-36945DD5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0EE7C1-5F2E-44A6-9994-A32F1E00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9AEB8-FB7E-4499-9C16-658237F7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19658F-659C-4F55-B6AE-34D850E4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305B4-C8D9-4DAB-BC7D-E7B57ACF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4AEFA-4516-4D82-B305-7A3F3D1C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EACC1E-4EC3-44D2-BF20-9C15EE54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457E16-9E95-4E9D-8FC6-AECF17AA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4BA64F-B94D-4731-A1DE-4CE2F38C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82B4A4-F99D-47D0-9B28-AFD78453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ADEC0C-83B7-4A48-9C30-2484286B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310C7E-6616-4BB6-8A26-36567EF6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222D8F-45A8-4732-9E3D-C0A0AFDD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A2824A-719B-44E2-9929-33B2519F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R$ 64,5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05852289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FB22DF-C6D8-42AB-9971-B449E9B1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97A97-481A-4405-893D-DAB015BE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ADFAB-1814-4DE2-854E-24887198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89CCB-10B3-4CA0-8F70-4CC79984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CCD39-1B47-42B5-B266-6C835688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2EF10-4A12-4E1C-ADB9-9B230761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C2F9F-ADA8-42DC-A569-4AC1EBA9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C06CE-6EB8-40FF-B2C8-1763BF6F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6C7CB1-9CFF-46F9-8808-AAEBD9FA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A2D90-E08E-409A-BE8D-D085928A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0769CA-81EE-4BD9-BA95-66BADC59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913B2-85F4-4BBC-962E-6BD8DF42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EFFFD-5167-463B-B86D-5ECC677A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33F7EC-BABF-4C69-96B5-1F6BCA61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F87F0-D1D7-4000-9F44-2F46B545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DED65D-3AE2-400C-98C8-181DE296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62124-F5C2-4A2A-BFD5-078711B4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3395F7-EB57-42D6-8762-4E3781A9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028D85-1691-4E6F-A9FC-BE543413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BB8EE6-D417-4A6C-AFFB-B6C911AB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078335-52D7-4BF8-8539-DC067D2F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E0E512-1DB5-4C8F-AABD-4CAA2CFB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F68697-8B9F-47BD-8AA1-B16BADA4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0ABF6-56CD-48B9-BE0E-87BC4A44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ECB5B6-FEDE-485E-828F-9CE1FC0E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4A0544-A61C-4F2B-B076-4C2CE35A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CCC323-A6D3-43D9-946C-AE986517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CD768E-930E-4002-9111-CD464A62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43D049-57E3-4B06-B524-7546F9EF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6673049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A8B033-380A-49D7-9746-97CEDCA3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08816-7AEF-4CF9-ADC0-3D01B4B2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B98AA-8507-47F6-9458-EAB11A2E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05B6F-300E-4329-8D31-C60B9661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D2383-8024-4F49-8F0D-20ADD7D7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1063A-37CC-41EB-843E-8AF1BE38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45503-D832-43F4-9090-002703CA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D2DB0-DC7F-4CF6-87A0-AE0A951D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6CFAF-108E-4596-82B3-98E81B87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DF71F-F82E-4244-B8A0-E9B3B493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EFABA2-8F5D-44D5-AA8B-E3EE7FD4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3C2B7-6854-4540-973E-706EFC4D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062BD-D7F3-465D-824C-7D63DAD0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9686E-3D58-4667-9C3A-AF5842A1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F8852A-90C4-45FC-8EEA-0B8C1AB5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60FBA0-2714-4018-BB60-1A5C2DC5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888142-0F12-436F-9593-4C8F19E9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0D5F5A-A7B6-49C2-91CE-7D32760F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B4207-3C93-4D7C-8949-B2E3E4B3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33FFE4-4C6F-404B-B6DF-B0287A92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5A24DF-2920-4C52-9EB6-639E9724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8C7DBF-E607-4ED9-8D43-9A8DB11A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94149-F746-41BD-8BCE-983C3543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16A72-9863-4EB1-8F9F-5AA0EAEE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16682-8056-43FB-9E9E-0BA8AB90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EBACB0-C595-473A-A0A2-7002ADB0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6743A-B415-4432-9296-BBDA218B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739BEA-9AED-4D98-B374-5E46A336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6BF1F-1B4F-4144-8935-FBDE9B58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30824552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76CAF3-F412-4EA5-9C9C-19346CC5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EEFB6-690D-45C7-BDB4-1A70762E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06BC8-99E8-4BFB-9608-EFA6309C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0C8CB-E66E-4651-AFB2-1BAB8F51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7C3E3-73A7-4F14-85F6-0B7E9408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A374C-EAFC-4E04-9DF1-A00CF573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420EDB-9D2F-4DDF-87CF-00E31D9C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C73CF0-4517-44E1-872F-8FEBC7C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228FD-097C-4830-8B6C-E9964B7F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FAC25-D1F6-4B7F-BE3F-41EB3EB5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F4F04-858D-45FD-8217-96C14065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64CA2-CD82-4B10-A35D-EB2C3182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351B0D-9258-4764-BABE-3CA89E50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663EFD-5FFF-415B-9B87-8997419B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C922F2-9A36-4693-B3F2-920D76EA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F52369-D5B6-4A19-8F3B-4C0C3C68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702E2-1043-46C5-9174-50BDA550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C0A43-993B-4D90-B105-213FF2DA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2311CF-6941-4B30-B1D8-51DEB9CD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8FF456-B381-422E-B91F-61490387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1C917A-5C3A-49FC-8257-089EDEF4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BB1584-8D61-4CB2-9664-699A2D71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18D6B2-CB11-4F3C-8A27-ECCF7BD2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7EDC5B-8487-4009-9E59-A884CC15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D75AF-9EA0-489A-AE52-D5EEEA72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D2619-589B-4D1B-916C-DFBD1F03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0CCCA9-F168-46A7-B73A-F6AB3711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E1B886-0E72-4607-9060-6B12E330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E13805-2C31-487F-B938-65D2B90C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46345389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3C0CBE-95C1-405E-995D-8953CCAE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CEE7FE-E1B7-4EDA-A72F-89E0A5E2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1B004-8852-4613-B4BA-652AEACC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58BF2-18ED-44C8-B197-9EAB824B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29A7C-FB68-4A61-AE5E-30060E7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015DC-9BD3-42D0-A392-4716968A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F849E-E4A6-4DDF-8B48-5ED7EB66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B3ED5-1C08-497E-B392-EAC86AE7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0F08A-2EAB-43CE-9E0E-C0BC0B65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5D6FA-3C04-423D-82E4-FBF5BB96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20CAC-32E6-42D1-A276-C1C2A4AF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647ACA-8B90-4C9E-B05C-97C4B42B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BBEB4-0468-43D4-AB73-D1EA7A0C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934CF8-4BAA-4D00-B01F-6BDEBAC3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B33787-F2BE-4CB8-90C5-4460B005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90F438-D815-4BE6-B629-320C7A95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438BE-7D2D-415A-9C4C-D670E318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0098CB-0E81-457A-B137-8E2364B3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A0A8DE-31A6-4FF9-B55C-7A30A092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F6196E-DFFC-4106-97C0-8753F13C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82F2E0-A6DA-440C-8173-A07230A2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EE3E67-F339-4538-A198-B64402E3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3E1248-63B5-4136-8D8D-A09AECF6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2015FF-3A9E-40C8-90D3-7ED11F97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3A7965-B0F5-434F-A26F-B6C4125B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21E929-9C88-4E70-9EE4-3BC1F4D7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5671C1-A947-4D20-BC01-EAE9F7CC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6C8EA4-4608-4624-AF4B-7193E95C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D1768F-E600-458F-8AD6-FBBE2E24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57146875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5A14E2-D582-44A8-8E74-B0609B0B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B62E6-CBDA-47C8-B415-23B8C378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1CB85-AF4B-4EE0-9139-CC65E858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C3942-EE03-40E4-8F71-B24A9F9D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0D980-DA18-48DA-A7D1-4E08A7DE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80F22A-36A1-4F9D-A78E-1E0AC7BF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7F783-0F95-46B6-A857-ECDBE607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FB095-2C54-4327-A6F6-25D7A211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B3F5C-F50F-46E5-90B7-8A1ADE8A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80A99C-78E6-432A-95A2-6C7A749F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0D52C1-13A8-484B-9BE9-51F0B246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711AB-BB28-432D-B999-D98B1E4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E97CDD-B5E9-4418-BA22-DC1B0C4F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98D095-F946-4753-868B-DED62710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FBF20-48D8-4BDD-AF08-028B607C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1251B-D250-48A7-8444-B535EBF2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B440A-3E30-464F-9019-B73D6329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FA8981-FBB0-4C1F-939B-549816A9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F71367-C59A-43EF-810D-36B43F18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4C9C4C-B46C-4284-A543-175F343C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6A3B23-BD9E-4B62-8252-518815C7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FEC57A-12DE-416E-AC60-32B52B82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316B00-C420-455B-93EF-398C4564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45A54E-6867-4D31-B039-4B37067A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828715-AE6E-437D-8D2E-A94D0234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2945E-17F0-4D3D-B4CD-D3B95972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AA2849-2AEF-4258-A285-EBD0045B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A3E9D-DF91-4BBC-B983-CC62118C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E83D5E-C18F-4A47-8AB3-8100F49F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42648034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D620CE-A4D2-4FAB-9557-5D0D672D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7223CD-A517-4F8D-925D-FD7740D0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CB0A6-2BF5-4523-AC6D-F202BA79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027D4-4D1B-4FB2-A6C1-4717BDF2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CCBFC-C141-4DE7-BE1D-6D66F698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1F76CC-C8B4-4D0F-B8E8-09A44161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0AEDF-C587-46DF-B55A-B41B7390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6E515-88D1-4571-80D6-A63838B2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98297-BCDA-4A42-AD3C-81590800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AEBEC-262A-4DAD-9DB4-E4C9C9BD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48AC3E-2E44-4195-82E1-473EC8DE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45C70-0DE6-4E49-B47F-822E457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58A060-4AC2-487C-97D9-BC658E24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621C7-4BAF-46AA-B73C-34337AA9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245072-6928-4A13-A733-34D4F917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E23002-42B3-4676-B764-6F719B37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E36E34-F9A9-48C8-AA72-E4CB333B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E3C6B4-5EB8-41DA-8BA0-E2B1327A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F564FC-6AB6-451B-902F-998B8BD7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D1486-544C-48F4-9E36-08CA443C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2B8DB-C3E2-4BFE-96FC-6C68B29D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438DFE-45C6-4A2B-BB4F-B79B2112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DE5AC1-8B1A-41A3-B15F-72F25A72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8D54FB-9808-4EEF-85A1-1F2C007A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C4CED9-6CFD-4EC1-8EE4-1A8EED96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E616A0-BDBE-407B-B5E0-835D1762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78A9DB-4D6A-483F-93B9-EA8E7D1E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EA3038-45B3-4C64-B6F9-71B3485C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845AAF-3A19-4483-BD78-26F304DC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07312499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DD31CF-C717-4E81-90F6-A0BC3EF1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42523-3FEA-4698-AAF8-BDCFD320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22D9E-825E-4819-BF50-3E9F1EDF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5A666-C10E-43FC-B22C-BA4C4D31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5DCCE-474D-4FE8-B6EF-4646DF0E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B5002-7AFF-410A-9DCA-7421306A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216BE8-97F3-4878-B397-FBB10A6D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F1865-5A95-4045-B9D0-625AA918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F2793-FF9A-40D1-8E18-E5004D52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B498B-AFD6-4494-980A-2493A959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73681-6150-4F11-8E62-87691582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A207F-DFA9-45DC-9C3C-E36F74A8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8E223-9BE9-44DD-99CD-97EA30C7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99287-B0DA-43C5-B238-36838D06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E69A0-4FED-49E1-A61F-6BA3F9A8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D3F20-0982-4933-AFB0-AE44ADF7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EB6B52-F02F-48A1-BA01-7A07131A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DD200-6EDB-4A2E-B456-25050313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F68B0-5FB3-46D6-9762-6B99570F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88A654-4D9E-428E-854F-D691627B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003E0D-35A1-443D-A0D2-48FF3B34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41C1DB-AF9C-4954-9367-08399129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4E279B-ED48-4563-BB88-AAD85E77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940781-EADA-4802-88FF-4459AE62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698642-810A-46D9-86F5-38C0AE5A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176D23-5E5F-4493-AFFF-6C1B1AF7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35FBB-FF40-41FE-871A-82474940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E9E2E3-10D2-48E1-81A8-5C282031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DE545A-F4E2-416A-A9CB-360CD1DB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48151321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A7AEE4-6930-4E46-8718-E7B2A940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F0891-52BC-405A-8F27-CB60DB12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140AD-66A9-43BC-B71C-4F797893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0545B-73C3-4094-9B32-8FC8076F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7EF42-C8E9-47C4-9B89-FC11D068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E6A8D-6233-4087-9474-05CF2C29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A2B2BD-B062-493E-B4CA-73914AEB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28AEE-DF20-4D4E-B347-B3B2E561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0E5C5-282C-4E24-8CD5-25B8627D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7D907-A24D-4375-B1F1-BCB1DEC4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6880B-E51E-4D21-9657-0228256B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EB519-A122-4EA3-A40B-3CFBD52E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AAD602-497F-4B4C-8B0C-567B57B8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94FDB-6689-4079-AB88-1A4CF14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CEEBC8-212D-48B2-A2F0-86AE1FF0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A3FF7-29FF-4884-A7F2-71B7B782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6A8D6-950C-4E60-AFFB-4C19C05D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C160D-19BA-495E-9E16-AF780CC6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4162D0-A47B-4FBE-98C6-AFB206AA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A0BBC4-1BD1-4391-82BD-F86AF0AD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8909A1-4C36-4829-B482-720EFCBE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92B307-9157-4FCE-B322-027C15D8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6EC4F7-AED2-4224-9E93-3060D79D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462C39-19DB-4955-8520-E66FF231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CF6B4B-32A6-42D6-9EBF-1E9B2FB8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E303A7-CCD4-48D1-A97F-F044F626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F54CC6-1972-4A2F-A7F5-92DA5AD8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3609AA-C1D5-4B55-A7C7-F94A8A99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E8B8F3-CA72-4210-B5AA-66B9B3F5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69377971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57B72F-B185-47BB-A0B8-007B376E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700A2-B3AE-43A2-B64E-A404AC77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752F7-523C-43E3-881F-D43B30E6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A055B-5A1B-4E0F-BA4D-ACB726F1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3E243-7413-470E-BC8A-D817C117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AFC03-29E1-4DC7-B8FF-FE1FFACB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ACFFE5-4688-413D-8FDD-A895947E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B56D5-5CCC-4025-976D-BD92E384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B67CF-B793-4A16-857D-5085CFB4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F5215-D888-45E1-8A86-8C9E57CF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05D09-E6F0-439C-8F8D-552F53B5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7C047-1FB3-4395-B66C-1190E296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CDE04-A0CF-45D1-83B2-F4B93FCF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C5E784-0FB5-4C81-97AB-699B5339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ED3028-7429-48B5-AFEE-D77FF1B7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52D5CE-AD0B-4784-B733-B63429B4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85F499-DE03-445F-8968-96D4D9F6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B0AEA-3CCC-4D13-A4E4-CA51CCFA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F7DDBC-8727-481D-BBA8-354C6E39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FBCFEB-FD5F-4BBA-A2F3-B87FE87D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390EDE-7014-493E-885E-95A29694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F044F8-E7C7-4D61-A350-B32CC052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ACEDF6-CBB8-42B1-A70F-6B9B0D1C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DCBECC-BAA0-4995-9A45-C93F2B4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2CE939-D487-4A8A-AB5C-58B3C2C5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95D537-3AFE-4FBA-91C6-0C285FDA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7E1801-0EBA-4455-A442-558F775D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AC038D-E8E7-4EDB-A663-44DA3C34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B1B3F9-B37C-49B3-B285-48E3F01D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2109523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3EDCD0-9A12-46E8-95DC-F4D1CF9F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93C43-82AD-4D8C-B498-6F959D55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7A9B1-308A-4443-8E8B-14D93BC1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9F0D8-754B-442C-9374-B17F3DEE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2818E-E61E-484A-9292-CA72805F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252FE-A07E-44A1-A5C1-F2E360E8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E1183-2B75-4AC3-87CA-6882EC29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7DC46-4B75-4DC0-BCE1-429EF8FB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A8876-071B-4284-9015-DC7B461F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9812E-4F29-4769-A6EC-D0593EAF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B3F5CB-9A68-412C-8A7A-31929849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D39F6-75EF-4B9E-A6EF-8353B462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75FE5D-BB62-4C63-AEBC-65ECF203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BC19F-68E9-4DBF-80F9-B7E772EF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87C91-C4B1-4700-831C-A9D3E6F9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F01AB1-05C4-478F-8502-5176FF62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AA7BB3-5021-4EE4-83D2-7A09A974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E7D49-6430-42C3-8B23-661D4FEC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D9F1D0-1744-4AD6-A10F-F99E4ECF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504F50-1447-4961-B984-0CF0CC12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AAFF44-8651-41B0-AD17-039BFAC5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520DB-8EFD-4F11-AE4C-E0EF7473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A8AD96-F546-4B18-8FE5-280A63E5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08153B-130D-44DC-9D83-3BF45637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E89E74-F48F-4793-B6DD-EE094D33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46E6E5-A3D5-4B6B-9420-E6C33DFD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E2CCE3-672E-45F0-A213-4A70D592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BE372D-9172-467C-B1CE-AFEB7E9E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2ABC3A-FDEF-41AF-85E7-FE891578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202256679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025AB4-358C-4527-B39B-B1F60EC8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641679-3BE0-45F8-857F-957DFDFF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4799A-1F14-4198-95C1-7A75E57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CA71A-D530-41B1-9212-6B67D038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D3D32-1711-40A7-9DC8-A38FDAE6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066E1-600B-4DDD-9184-537CB867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6118A-11D8-45C7-BDC5-50BF16C8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189E7-ACE9-4B5B-9699-9C8E1D97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B1AA4-7910-4E0D-B7EC-2B2EE1AA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D2153-75E2-4FD0-BCC7-51DBA8C3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4AF13-CB72-4675-9211-9ACD3979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024D2-8220-47C2-9125-AEF6F213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B98ABD-5DDA-4E06-892C-431DD87D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AA45FE-D7FF-43DD-A450-78D78D9D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1817AB-A73A-400F-BA41-BADB82F1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08D5E4-36A2-409B-9038-90959544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AD325-BC4B-4B8F-ADFD-B732580B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BEC24-A67F-493C-B15D-A0CB1834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1BD45D-BB24-49BA-9D92-BE11F71F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A6FE19-88C3-4A92-A315-3E37ACAC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51E08D-3551-40A9-9EA7-6A1EE2FF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DF9F9-9418-4C1F-97F9-192A7673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C5D0AB-FD75-4D5F-9CE9-8D9C6559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941D12-4658-4263-BE06-F8C54F18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EE7A47-CAE4-4BD8-95F7-FEE01201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33C0D2-FF55-4A98-9F4E-962BBAD8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25AB96-1E44-4858-A09D-2C5962D1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DB0A55-5219-48A2-B15B-388793F4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05430C-0DED-42F3-9586-5CF7551F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5279325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F422B2-4C55-46DE-A780-9180A3E7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5F59C-B46E-44A5-AC35-E475E9C0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3B445-0C6F-4262-8885-87DA6849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30119-29AB-49B1-8D5E-AE3E0829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330B4-2EEB-4354-9D02-0859B1FE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4A7924-B1F0-46A4-8AAA-32270C4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4EDDC-B3DA-466F-9AA7-567F72D3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8AAAE-8129-4912-8416-9B5C2068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BB88A-7DD9-43D6-8E44-8420D494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6C216-70C7-4FE4-93F5-51C1FC3F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C4ED29-687E-4E24-8723-09320709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8D92E-6730-45A2-932F-B069816C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512B5-1953-4E2F-8833-BD9BE281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9E687-FE8A-4040-B344-713DADFF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38562-01CF-4080-92FE-A9EB5150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FA621-4BE3-47F6-B7CB-05169E6D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D4FB9F-20ED-41BC-96A4-BADC7DE0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6093DE-C037-43E7-A1CB-73A27373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F5F0B1-7DE7-45D0-9F25-55E30FA0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D6E696-122D-49A3-B8E6-474E937A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83BB06-9FC6-4005-A122-A2221951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08830-92A8-4FF4-98D6-7E810F61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8B7BC-AA30-4986-8639-95DE1CCB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B631A3-FDD9-4C9A-805D-AA780679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233BA1-2905-421F-BAF0-E4121B0C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13C002-5507-4C05-B54C-B3551E46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B3485-F5C4-4873-88B3-B2759D07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93D681-1BC2-49DA-A8D4-6D3263F0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71FB2A-5693-472C-B159-3376E6CF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07704284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473817-AACE-4215-99E4-27F4FE9B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51E1B-7315-40B2-84FD-9B9E2F47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638D5-4C7C-4ECF-851E-BAF98CEF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89B93-40FB-4AE6-9A77-509A1C8D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368DE7-CF4C-403A-A1C2-E06F0ED9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FA817E-CD08-4188-BF14-2CE29DAB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CAB9F-9AD4-45F4-B76C-A63B94F8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AB38E-955B-4DCA-B6C2-37E29C00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42187-A408-4310-82E9-FC0B4919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C4337C-0EC0-4EE9-8F34-7B462D2E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8AE3AB-2577-4665-B376-F5551F24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9190F4-0BDF-4E90-9CB5-BA540FF6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2564C-6597-4703-B785-2E63405A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F06B44-F658-4523-9C72-CBDF2095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C7A63-0EF8-4496-A502-28A753B4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A4034-B575-4AF1-8855-764F7C45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3ABD1-E10D-40CC-8370-E19CAE4C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3C3ABE-D6BD-4AF5-833F-99626532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FF582-09F9-4D17-9D6A-7AEB1420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0D3BF-E55E-408E-8814-D8E7237C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4F5620-6EDD-45CE-84E9-7518D969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F75269-9D72-473B-A37F-05052B4C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5A1300-E642-402A-8E46-98151E01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15DE9B-0F56-42D1-AFBE-9A4B2A2C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E25BDE-5708-4E27-83A5-2FD2C653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83E048-E02B-4937-ADCB-10D3B688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FAF371-1570-4683-A15F-33506CB7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F0559D-CBD4-43D1-9130-C456BC30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2A9FA9-0380-4D82-9EC1-4871F8DA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35982842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8F39C2-B4AA-4F04-A165-A60960E9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66DC2C-4FA8-4062-8CE4-1329295E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F1D9E-ADC0-40B3-B26D-1F65F7B0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7FD65-0CA4-4AAD-BA8E-8C8B965F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ABC99-9D1A-4DE7-A5A3-0CFD9601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CD07A-52C5-4CAC-A9AF-EC93E034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699B7-D8E4-44A6-B37B-E44576D4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9950A-B3AB-4952-BE36-7DA65013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9F310-18D4-403B-9CD6-2F6520BB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028B6-F853-4F01-8E5D-A842A556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DDE59-E6A8-4909-82CC-C11E2A7A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BB397-393D-4103-9D15-5FB3C0F8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0D68C-51DE-41D4-A774-41B66FEB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BF3E28-43D1-4D43-8585-D2C734D8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EDEF8-7FCB-4ECE-9AB6-9EE9C0CA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DB2F96-5205-4933-B55A-41BD453F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0CFE79-9600-4A44-BC2F-7B73AEE5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6A9011-11E4-4B06-9501-153F497C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028EE9-93F3-46F4-9BB1-9666BDF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48078-17D0-4B11-B3E0-20731280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EA77C1-D8D2-47F7-A11B-AC0589C9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2AA212-4C67-43EE-97AE-55BBC53F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BCA4E2-AECA-42FC-9178-E458DB7F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EF3D29-D60E-45D7-B166-8F550510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CAC331-9AB5-4065-9CE7-F06C4CB0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E1C410-E76D-4ED9-99D3-620ACCC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7EF886-F877-48B0-B77C-DFA8A0A8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86C5D2-20F2-4701-9AB4-4FBA3AD8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DB891C-FFF7-4254-81D0-1F17534E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6206803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1568C0-454C-468D-801D-F290F4C6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1D0ED-9CE2-4D05-B347-611825CE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3001E-6070-4A39-8F62-28E277DE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5B52F-7B24-4CB3-B78D-8B79A8B7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DFBAA-2005-481F-A740-43893572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680CE-3234-409E-8CFF-4096DD0C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1EB87-7035-409F-B3AF-D6AA52FD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62E0D-5401-4AF1-A012-52A6E1D5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8164A4-2C73-4167-AD36-CCEEF924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9273E-476E-44D6-8DAD-5F11B13E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DEEB9-368C-4780-9498-0D26FDC8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987E0-90AB-42F5-A7C4-72CBA973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2DC485-B2E5-4107-963A-77C43B53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9EEDA-FDB6-48D9-9054-827F7E7F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EAB544-4A4C-4848-9905-5A8C8A4E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90F26-159F-4542-BE6C-B9538ED9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FEF930-CE45-4EA3-8B77-36ED7A9C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3515F-1824-4993-82CE-785E4F70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125DB-B691-4B9F-AA66-74B79B6B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2BDA7-227D-4215-AC74-1FC6587A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61D020-2B19-4213-96E8-2E20551B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B02B8-4B73-455C-81F6-1F8F6FFE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2A10C9-7D63-47D1-A7FB-EB7244B1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D3F485-A94B-4C24-8E1C-9EA3636C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AE8492-E95A-4DD3-AEC8-E8B34AE5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EEAAC7-B1EB-4941-A0C3-49FAA250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3C87A4-5990-474D-9D40-CBC3671A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74A887-D62D-4563-B789-D1C1B032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B07E25-342A-4918-86F2-212710A2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4447644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8F0E20-1B15-45A9-B162-727993DD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16B0D-A2FA-49A5-97A4-B4536009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0C499-4458-4601-9059-B733C0BF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5C494-FB6E-44BA-B941-145A4066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38EE6-6F0B-468F-9D2D-C637EA53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EB94E-C139-4F6F-BCC4-3864C5C5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9B8233-A947-4EAD-A8ED-A11157C6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ED224-9B72-4AAA-A148-E5A9269D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9AFDD-42F8-486B-BFA7-9109FFDA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8450A-5B1D-42E8-9E20-2D321996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FE94D-E89D-4483-8420-50A42F51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7E2CF-51EE-4E5A-915E-542DB8F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70019A-39E7-4A81-A894-8E5D1458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75239-E3DF-4F4F-BF24-87831A0D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168AF9-71DD-4CF0-8A2A-D5A36E46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A1DA0-F3EB-481F-B5D2-86B7E74D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958CA-F367-43C3-B29C-AFB6C287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4B1B6C-8B1B-4A17-AA42-0AB6BF65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402A90-DB7B-4895-B90D-F10D9BAF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A225C6-FFDA-4F40-A87F-F41D0246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C6AD87-9782-4FE8-9704-53BD1A02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4B1CD3-8638-4383-8FC8-F479713A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430B0A-FD2F-4865-84C9-C5CB8383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9F5423-F922-4908-B2CF-9EC0ECAB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CB52C8-7658-4EC8-93FB-5A43AD74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BD1435-CC6A-4343-9013-5D8FF1FE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1AC8BB-A791-4549-9ED4-2152B1AC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9107EC-A2E4-44FD-A96B-AF84C228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464C49-FC5D-4E5A-9E77-7FD7D677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52864154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02DF0C-F406-45A7-9377-0953365F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CAE86-BDC1-434B-864C-EB68C369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35BFC-F4A7-416C-A69E-F2ADC81C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E426B-7348-41DB-BCE2-3EE9B401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BCDEB-E0D2-4AB4-A066-A65296CB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A27F8-DF6B-497B-8B0A-33759A71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4818A-C764-4074-9276-D6338147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0AE254-3BE2-4200-BA7D-0FBC4997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35A74-A8FA-4EE1-92ED-BE87A34E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46ACFE-AA09-4BF6-856A-91C41259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8DF25-9D11-4F1B-A7A0-3AB2FB6B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86370A-2DA8-4389-872D-4710AFE9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24DDE3-52AB-4EA6-9C59-12A727E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9A88AA-0121-4A7A-83DD-BB31AB9B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CCEAA-EFBE-4C66-85C8-BF371D15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31B0B-AD14-4AC9-949A-DD4C0BC4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1C92DC-88AC-4C97-BD15-03DB3E3B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1F322-6B60-4E4A-B77A-2EA69B08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93943F-4D64-40B1-9D79-43BE1328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04D689-9A53-405F-B4FB-83FB9F22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60B5E4-6644-439E-B333-31F3A702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A4651D-17F2-4A69-832B-598FD971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9353E0-B7D0-41C9-8D22-725133B0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3CDECD-B8C8-4E18-9A13-275B48DA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D51F32-DF05-49C5-AF2B-8EAD9112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AD8DD5-09D2-4902-8629-F52B6B73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E7835A-BB8C-462E-A071-9BECD710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2F3C3A-AE6A-4128-8E3F-80FB1544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0C52A7-A4BB-4C91-B3E5-069B3CA1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36421806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5ECB40-1D40-4CA6-8A0F-86030043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9E4318-8354-4DA7-B8AE-0E9B7796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81744-7968-4674-84DE-CB292874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68929-468F-4972-A4B7-AE1A2B16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D8566-A87B-4495-83E9-A2FFF06E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DFC817-BE84-4792-A90C-62874C9F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E3BC9-79CD-49E6-ABCB-8C883502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87472-CC2D-4021-BED0-9E66ECB5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4EB59-7CD1-4FA8-8501-046E7F6D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42FC9-2786-434E-83FB-DDC6805A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7B10B-13AC-4230-A67A-3A17B897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544E4-CAB5-493E-B1E1-AF1261FE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B4D03-089A-4F53-A7FD-AB9F0DD4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C3EC24-7346-49B4-A63D-43EEAD20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56AA8-C89E-4F57-B236-EB4792B0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74598-B40B-4C78-BAE8-B5CEE86E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55562-B6B1-4B7C-A54D-9EF14FBB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9EBE83-6A6D-44DC-9555-A26E45EB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4928BE-F133-4F69-8647-62156BD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02F9F6-6C5E-49B7-B4D2-1ADAFB3C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A36250-64B5-421F-8805-C6777D08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459751-69E4-4642-BCFC-CE572534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30C10D-62CC-4CAF-A64F-4E6450C8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6C6233-3813-4A20-9058-8FC0B6D9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41179A-D07C-4538-892E-51EADF6A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9BA858-3FB6-44DA-AE84-A950359E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C7ED1A-C4AD-4DB7-8591-4FDCFF90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620B99-5ED9-4D90-96C5-35474997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968892-1872-4B88-981C-7169DBB1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90864690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96775-8CC2-4B51-B69C-CA2164D9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51C91-3F2B-44CD-BED9-8F50C92C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844747-D33D-4933-BCD7-8C086863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6D7EA-44AA-4696-B927-3B29A01D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23205-2A12-485F-B1A8-84D94FBC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18F0F-DE3B-4A51-B226-67F613D5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F0499-087E-40CF-9BAC-60B9E2E7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3AFF1-232F-4C87-B1ED-E19F740D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47D0D-F982-420A-BF45-87E2FF2D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94AD8E-8EA1-451A-8DAD-8A393FC2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8493D-583B-4F4C-9A0F-895620D9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C4FE4-3A20-4486-97A4-0DA0E2AF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075BA6-7CDB-4CA6-BC47-2AEF2FB1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5B7904-8142-47BA-B505-5CA5294F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F8E492-F11C-40B0-B373-B9FAC573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1832545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73C7F2-8ED4-40E8-BB71-7ACE5E24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DC67A-C412-47AD-9F67-B53FC291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C409A5-678E-455B-A11E-BD938827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E3D16-58C4-48DF-BF0E-A5ADD8F3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55EF0E-CF09-4B54-B6D2-282BE248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68CED-BBCB-441F-9579-6BDE3836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112C0-A519-497B-AC40-49C38D59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808E0-13B9-417E-9DB3-E507FFF8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B3FA0-51E4-4A29-8022-E334F0FE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F2A5E-750D-496C-AF05-32B47217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A3317-8BD0-40CA-A91E-7136ED8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E85AFF-6EDD-4990-99C1-2BD8034B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015AA-3F27-405C-A116-AB6050BC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A4393-C4A3-4315-9612-9218462A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F6466-C63A-4D19-9F84-7667C286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500371-F6A1-49AB-A59A-32A3A831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9D8106-FAC8-4AA9-A5C7-5C165DE3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11151-6855-439D-9AC3-A9F7226B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0B8376-8E2C-4210-8C74-0E4AE035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F6C84A-1998-487D-90FE-F0B8E63C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3B81C4-EEFD-4A12-8ADD-3E9BDE39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92C159-4E6D-4971-ACC9-50917127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5DD59D-3D39-4D77-831D-19A17966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3418BB-1C9F-4E22-B287-4DDEAF78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CC82BE-B6DF-4552-B823-E1FC7126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7E4844-2125-4767-BA28-14EE6079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57D952-162D-4ECB-82C6-01635DDC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AF75D8-0178-485C-9BFC-B5AE8736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84AD92-BDB3-4CE9-A214-097EF53E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79332343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2026-07-24T17:12:29.6380000Z</dcterms:created>
  <dcterms:modified xsi:type="dcterms:W3CDTF">2026-07-24T17:12:29.6380000Z</dcterms:modified>
</coreProperties>
</file>