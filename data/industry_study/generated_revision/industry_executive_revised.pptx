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35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6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7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28f8256ff642e1" /><Relationship Type="http://schemas.openxmlformats.org/officeDocument/2006/relationships/extended-properties" Target="/docProps/app.xml" Id="Rb04442c7ad824cdf" /><Relationship Type="http://schemas.openxmlformats.org/officeDocument/2006/relationships/officeDocument" Target="/ppt/presentation.xml" Id="R59225ddbd1f141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f37051fd9c4fdc"/>
  </p:sldMasterIdLst>
  <p:notesMasterIdLst>
    <p:notesMasterId xmlns:r="http://schemas.openxmlformats.org/officeDocument/2006/relationships" r:id="R16fb7e0ed58748f7"/>
  </p:notesMasterIdLst>
  <p:sldIdLst>
    <p:sldId xmlns:r="http://schemas.openxmlformats.org/officeDocument/2006/relationships" id="256" r:id="R68762aed8b114a3d"/>
    <p:sldId xmlns:r="http://schemas.openxmlformats.org/officeDocument/2006/relationships" id="257" r:id="R82e3c43603d74a1f"/>
    <p:sldId xmlns:r="http://schemas.openxmlformats.org/officeDocument/2006/relationships" id="258" r:id="R890f7b605d044ebe"/>
    <p:sldId xmlns:r="http://schemas.openxmlformats.org/officeDocument/2006/relationships" id="259" r:id="R8e35086fe7d544b1"/>
    <p:sldId xmlns:r="http://schemas.openxmlformats.org/officeDocument/2006/relationships" id="260" r:id="R20cb6d7e77714d91"/>
    <p:sldId xmlns:r="http://schemas.openxmlformats.org/officeDocument/2006/relationships" id="261" r:id="R4eeaa44c0cde4d01"/>
    <p:sldId xmlns:r="http://schemas.openxmlformats.org/officeDocument/2006/relationships" id="262" r:id="R28ac88c48cc84602"/>
    <p:sldId xmlns:r="http://schemas.openxmlformats.org/officeDocument/2006/relationships" id="263" r:id="R32646339768b499e"/>
    <p:sldId xmlns:r="http://schemas.openxmlformats.org/officeDocument/2006/relationships" id="264" r:id="R714453f5179f459e"/>
    <p:sldId xmlns:r="http://schemas.openxmlformats.org/officeDocument/2006/relationships" id="265" r:id="R275adfe9b29040b4"/>
    <p:sldId xmlns:r="http://schemas.openxmlformats.org/officeDocument/2006/relationships" id="266" r:id="Rb77495d532ca439e"/>
    <p:sldId xmlns:r="http://schemas.openxmlformats.org/officeDocument/2006/relationships" id="267" r:id="Rc0f2dbba4ef34569"/>
    <p:sldId xmlns:r="http://schemas.openxmlformats.org/officeDocument/2006/relationships" id="268" r:id="R55f641a735fe4e03"/>
    <p:sldId xmlns:r="http://schemas.openxmlformats.org/officeDocument/2006/relationships" id="269" r:id="R7ac4d4e36bbd4380"/>
    <p:sldId xmlns:r="http://schemas.openxmlformats.org/officeDocument/2006/relationships" id="270" r:id="R9d54d95a0e2d42b2"/>
    <p:sldId xmlns:r="http://schemas.openxmlformats.org/officeDocument/2006/relationships" id="271" r:id="R4bde9e1a138a4125"/>
    <p:sldId xmlns:r="http://schemas.openxmlformats.org/officeDocument/2006/relationships" id="272" r:id="R75e5882241f14ab6"/>
    <p:sldId xmlns:r="http://schemas.openxmlformats.org/officeDocument/2006/relationships" id="273" r:id="R4fab4a3526d6401c"/>
    <p:sldId xmlns:r="http://schemas.openxmlformats.org/officeDocument/2006/relationships" id="274" r:id="R659ec627f1384b45"/>
    <p:sldId xmlns:r="http://schemas.openxmlformats.org/officeDocument/2006/relationships" id="275" r:id="R40ecc2b698284712"/>
    <p:sldId xmlns:r="http://schemas.openxmlformats.org/officeDocument/2006/relationships" id="276" r:id="R7ccbd8af91884c4e"/>
    <p:sldId xmlns:r="http://schemas.openxmlformats.org/officeDocument/2006/relationships" id="277" r:id="Ra44c35f52c834f80"/>
    <p:sldId xmlns:r="http://schemas.openxmlformats.org/officeDocument/2006/relationships" id="278" r:id="R5c8b687328f144a5"/>
    <p:sldId xmlns:r="http://schemas.openxmlformats.org/officeDocument/2006/relationships" id="279" r:id="R24421b33b85b4394"/>
    <p:sldId xmlns:r="http://schemas.openxmlformats.org/officeDocument/2006/relationships" id="280" r:id="R15778f15b61f42b9"/>
    <p:sldId xmlns:r="http://schemas.openxmlformats.org/officeDocument/2006/relationships" id="281" r:id="R4a3df5275095436a"/>
    <p:sldId xmlns:r="http://schemas.openxmlformats.org/officeDocument/2006/relationships" id="282" r:id="R41da478f31a646b5"/>
    <p:sldId xmlns:r="http://schemas.openxmlformats.org/officeDocument/2006/relationships" id="283" r:id="Rccc0b6e5c3924556"/>
    <p:sldId xmlns:r="http://schemas.openxmlformats.org/officeDocument/2006/relationships" id="284" r:id="R38c778732e8142ac"/>
    <p:sldId xmlns:r="http://schemas.openxmlformats.org/officeDocument/2006/relationships" id="285" r:id="R52997a55ba684963"/>
    <p:sldId xmlns:r="http://schemas.openxmlformats.org/officeDocument/2006/relationships" id="286" r:id="Raf682720dde9409d"/>
    <p:sldId xmlns:r="http://schemas.openxmlformats.org/officeDocument/2006/relationships" id="287" r:id="R28bdc05879004747"/>
    <p:sldId xmlns:r="http://schemas.openxmlformats.org/officeDocument/2006/relationships" id="288" r:id="Rf4d8ba919cf546b6"/>
    <p:sldId xmlns:r="http://schemas.openxmlformats.org/officeDocument/2006/relationships" id="289" r:id="R9f23eb895fa446e9"/>
    <p:sldId xmlns:r="http://schemas.openxmlformats.org/officeDocument/2006/relationships" id="290" r:id="Rff34a2c624874233"/>
    <p:sldId xmlns:r="http://schemas.openxmlformats.org/officeDocument/2006/relationships" id="291" r:id="R3165ee7eb9034cfb"/>
    <p:sldId xmlns:r="http://schemas.openxmlformats.org/officeDocument/2006/relationships" id="292" r:id="R5fd6ac30ab0840ff"/>
    <p:sldId xmlns:r="http://schemas.openxmlformats.org/officeDocument/2006/relationships" id="293" r:id="Ra765b6196f8044b4"/>
    <p:sldId xmlns:r="http://schemas.openxmlformats.org/officeDocument/2006/relationships" id="294" r:id="R7f9c1b3ed78045f9"/>
    <p:sldId xmlns:r="http://schemas.openxmlformats.org/officeDocument/2006/relationships" id="295" r:id="R8d08231446884888"/>
    <p:sldId xmlns:r="http://schemas.openxmlformats.org/officeDocument/2006/relationships" id="296" r:id="R8335d5fe50694ba3"/>
    <p:sldId xmlns:r="http://schemas.openxmlformats.org/officeDocument/2006/relationships" id="297" r:id="R7c4877e6182349d8"/>
    <p:sldId xmlns:r="http://schemas.openxmlformats.org/officeDocument/2006/relationships" id="298" r:id="Rdb05660245f941a0"/>
    <p:sldId xmlns:r="http://schemas.openxmlformats.org/officeDocument/2006/relationships" id="299" r:id="R614fd5041b654659"/>
    <p:sldId xmlns:r="http://schemas.openxmlformats.org/officeDocument/2006/relationships" id="300" r:id="Rf705e0c93f1f4c6d"/>
    <p:sldId xmlns:r="http://schemas.openxmlformats.org/officeDocument/2006/relationships" id="301" r:id="R345b9291311944a0"/>
    <p:sldId xmlns:r="http://schemas.openxmlformats.org/officeDocument/2006/relationships" id="302" r:id="R646ad33dd2d146f8"/>
    <p:sldId xmlns:r="http://schemas.openxmlformats.org/officeDocument/2006/relationships" id="303" r:id="Rba51bfc4683f40f0"/>
    <p:sldId xmlns:r="http://schemas.openxmlformats.org/officeDocument/2006/relationships" id="304" r:id="R66fc83e74c214b95"/>
    <p:sldId xmlns:r="http://schemas.openxmlformats.org/officeDocument/2006/relationships" id="305" r:id="Rf6c4acf564884591"/>
    <p:sldId xmlns:r="http://schemas.openxmlformats.org/officeDocument/2006/relationships" id="306" r:id="Re80258039e8c44dd"/>
    <p:sldId xmlns:r="http://schemas.openxmlformats.org/officeDocument/2006/relationships" id="307" r:id="R267cd27cd0fe43ac"/>
    <p:sldId xmlns:r="http://schemas.openxmlformats.org/officeDocument/2006/relationships" id="308" r:id="Rf5cf2607b681460b"/>
    <p:sldId xmlns:r="http://schemas.openxmlformats.org/officeDocument/2006/relationships" id="309" r:id="R3cd8b47ca04f44e4"/>
    <p:sldId xmlns:r="http://schemas.openxmlformats.org/officeDocument/2006/relationships" id="310" r:id="Rddbe7fc0bec64e4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fdc6959240458e" /><Relationship Type="http://schemas.openxmlformats.org/officeDocument/2006/relationships/slideMaster" Target="/ppt/slideMasters/slideMaster1.xml" Id="Rebf37051fd9c4fdc" /><Relationship Type="http://schemas.openxmlformats.org/officeDocument/2006/relationships/notesMaster" Target="/ppt/notesMasters/notesMaster1.xml" Id="R16fb7e0ed58748f7" /><Relationship Type="http://schemas.openxmlformats.org/officeDocument/2006/relationships/presProps" Target="/ppt/presProps.xml" Id="R5943b2ca77474cb3" /><Relationship Type="http://schemas.openxmlformats.org/officeDocument/2006/relationships/tableStyles" Target="/ppt/tableStyles.xml" Id="R04784a6171eb43f0" /><Relationship Type="http://schemas.openxmlformats.org/officeDocument/2006/relationships/slide" Target="/ppt/slides/slide1.xml" Id="R68762aed8b114a3d" /><Relationship Type="http://schemas.openxmlformats.org/officeDocument/2006/relationships/slide" Target="/ppt/slides/slide2.xml" Id="R82e3c43603d74a1f" /><Relationship Type="http://schemas.openxmlformats.org/officeDocument/2006/relationships/slide" Target="/ppt/slides/slide3.xml" Id="R890f7b605d044ebe" /><Relationship Type="http://schemas.openxmlformats.org/officeDocument/2006/relationships/slide" Target="/ppt/slides/slide4.xml" Id="R8e35086fe7d544b1" /><Relationship Type="http://schemas.openxmlformats.org/officeDocument/2006/relationships/slide" Target="/ppt/slides/slide5.xml" Id="R20cb6d7e77714d91" /><Relationship Type="http://schemas.openxmlformats.org/officeDocument/2006/relationships/slide" Target="/ppt/slides/slide6.xml" Id="R4eeaa44c0cde4d01" /><Relationship Type="http://schemas.openxmlformats.org/officeDocument/2006/relationships/slide" Target="/ppt/slides/slide7.xml" Id="R28ac88c48cc84602" /><Relationship Type="http://schemas.openxmlformats.org/officeDocument/2006/relationships/slide" Target="/ppt/slides/slide8.xml" Id="R32646339768b499e" /><Relationship Type="http://schemas.openxmlformats.org/officeDocument/2006/relationships/slide" Target="/ppt/slides/slide9.xml" Id="R714453f5179f459e" /><Relationship Type="http://schemas.openxmlformats.org/officeDocument/2006/relationships/slide" Target="/ppt/slides/slide10.xml" Id="R275adfe9b29040b4" /><Relationship Type="http://schemas.openxmlformats.org/officeDocument/2006/relationships/slide" Target="/ppt/slides/slide11.xml" Id="Rb77495d532ca439e" /><Relationship Type="http://schemas.openxmlformats.org/officeDocument/2006/relationships/slide" Target="/ppt/slides/slide12.xml" Id="Rc0f2dbba4ef34569" /><Relationship Type="http://schemas.openxmlformats.org/officeDocument/2006/relationships/slide" Target="/ppt/slides/slide13.xml" Id="R55f641a735fe4e03" /><Relationship Type="http://schemas.openxmlformats.org/officeDocument/2006/relationships/slide" Target="/ppt/slides/slide14.xml" Id="R7ac4d4e36bbd4380" /><Relationship Type="http://schemas.openxmlformats.org/officeDocument/2006/relationships/slide" Target="/ppt/slides/slide15.xml" Id="R9d54d95a0e2d42b2" /><Relationship Type="http://schemas.openxmlformats.org/officeDocument/2006/relationships/slide" Target="/ppt/slides/slide16.xml" Id="R4bde9e1a138a4125" /><Relationship Type="http://schemas.openxmlformats.org/officeDocument/2006/relationships/slide" Target="/ppt/slides/slide17.xml" Id="R75e5882241f14ab6" /><Relationship Type="http://schemas.openxmlformats.org/officeDocument/2006/relationships/slide" Target="/ppt/slides/slide18.xml" Id="R4fab4a3526d6401c" /><Relationship Type="http://schemas.openxmlformats.org/officeDocument/2006/relationships/slide" Target="/ppt/slides/slide19.xml" Id="R659ec627f1384b45" /><Relationship Type="http://schemas.openxmlformats.org/officeDocument/2006/relationships/slide" Target="/ppt/slides/slide20.xml" Id="R40ecc2b698284712" /><Relationship Type="http://schemas.openxmlformats.org/officeDocument/2006/relationships/slide" Target="/ppt/slides/slide21.xml" Id="R7ccbd8af91884c4e" /><Relationship Type="http://schemas.openxmlformats.org/officeDocument/2006/relationships/slide" Target="/ppt/slides/slide22.xml" Id="Ra44c35f52c834f80" /><Relationship Type="http://schemas.openxmlformats.org/officeDocument/2006/relationships/slide" Target="/ppt/slides/slide23.xml" Id="R5c8b687328f144a5" /><Relationship Type="http://schemas.openxmlformats.org/officeDocument/2006/relationships/slide" Target="/ppt/slides/slide24.xml" Id="R24421b33b85b4394" /><Relationship Type="http://schemas.openxmlformats.org/officeDocument/2006/relationships/slide" Target="/ppt/slides/slide25.xml" Id="R15778f15b61f42b9" /><Relationship Type="http://schemas.openxmlformats.org/officeDocument/2006/relationships/slide" Target="/ppt/slides/slide26.xml" Id="R4a3df5275095436a" /><Relationship Type="http://schemas.openxmlformats.org/officeDocument/2006/relationships/slide" Target="/ppt/slides/slide27.xml" Id="R41da478f31a646b5" /><Relationship Type="http://schemas.openxmlformats.org/officeDocument/2006/relationships/slide" Target="/ppt/slides/slide28.xml" Id="Rccc0b6e5c3924556" /><Relationship Type="http://schemas.openxmlformats.org/officeDocument/2006/relationships/slide" Target="/ppt/slides/slide29.xml" Id="R38c778732e8142ac" /><Relationship Type="http://schemas.openxmlformats.org/officeDocument/2006/relationships/slide" Target="/ppt/slides/slide30.xml" Id="R52997a55ba684963" /><Relationship Type="http://schemas.openxmlformats.org/officeDocument/2006/relationships/slide" Target="/ppt/slides/slide31.xml" Id="Raf682720dde9409d" /><Relationship Type="http://schemas.openxmlformats.org/officeDocument/2006/relationships/slide" Target="/ppt/slides/slide32.xml" Id="R28bdc05879004747" /><Relationship Type="http://schemas.openxmlformats.org/officeDocument/2006/relationships/slide" Target="/ppt/slides/slide33.xml" Id="Rf4d8ba919cf546b6" /><Relationship Type="http://schemas.openxmlformats.org/officeDocument/2006/relationships/slide" Target="/ppt/slides/slide34.xml" Id="R9f23eb895fa446e9" /><Relationship Type="http://schemas.openxmlformats.org/officeDocument/2006/relationships/slide" Target="/ppt/slides/slide35.xml" Id="Rff34a2c624874233" /><Relationship Type="http://schemas.openxmlformats.org/officeDocument/2006/relationships/slide" Target="/ppt/slides/slide36.xml" Id="R3165ee7eb9034cfb" /><Relationship Type="http://schemas.openxmlformats.org/officeDocument/2006/relationships/slide" Target="/ppt/slides/slide37.xml" Id="R5fd6ac30ab0840ff" /><Relationship Type="http://schemas.openxmlformats.org/officeDocument/2006/relationships/slide" Target="/ppt/slides/slide38.xml" Id="Ra765b6196f8044b4" /><Relationship Type="http://schemas.openxmlformats.org/officeDocument/2006/relationships/slide" Target="/ppt/slides/slide39.xml" Id="R7f9c1b3ed78045f9" /><Relationship Type="http://schemas.openxmlformats.org/officeDocument/2006/relationships/slide" Target="/ppt/slides/slide40.xml" Id="R8d08231446884888" /><Relationship Type="http://schemas.openxmlformats.org/officeDocument/2006/relationships/slide" Target="/ppt/slides/slide41.xml" Id="R8335d5fe50694ba3" /><Relationship Type="http://schemas.openxmlformats.org/officeDocument/2006/relationships/slide" Target="/ppt/slides/slide42.xml" Id="R7c4877e6182349d8" /><Relationship Type="http://schemas.openxmlformats.org/officeDocument/2006/relationships/slide" Target="/ppt/slides/slide43.xml" Id="Rdb05660245f941a0" /><Relationship Type="http://schemas.openxmlformats.org/officeDocument/2006/relationships/slide" Target="/ppt/slides/slide44.xml" Id="R614fd5041b654659" /><Relationship Type="http://schemas.openxmlformats.org/officeDocument/2006/relationships/slide" Target="/ppt/slides/slide45.xml" Id="Rf705e0c93f1f4c6d" /><Relationship Type="http://schemas.openxmlformats.org/officeDocument/2006/relationships/slide" Target="/ppt/slides/slide46.xml" Id="R345b9291311944a0" /><Relationship Type="http://schemas.openxmlformats.org/officeDocument/2006/relationships/slide" Target="/ppt/slides/slide47.xml" Id="R646ad33dd2d146f8" /><Relationship Type="http://schemas.openxmlformats.org/officeDocument/2006/relationships/slide" Target="/ppt/slides/slide48.xml" Id="Rba51bfc4683f40f0" /><Relationship Type="http://schemas.openxmlformats.org/officeDocument/2006/relationships/slide" Target="/ppt/slides/slide49.xml" Id="R66fc83e74c214b95" /><Relationship Type="http://schemas.openxmlformats.org/officeDocument/2006/relationships/slide" Target="/ppt/slides/slide50.xml" Id="Rf6c4acf564884591" /><Relationship Type="http://schemas.openxmlformats.org/officeDocument/2006/relationships/slide" Target="/ppt/slides/slide51.xml" Id="Re80258039e8c44dd" /><Relationship Type="http://schemas.openxmlformats.org/officeDocument/2006/relationships/slide" Target="/ppt/slides/slide52.xml" Id="R267cd27cd0fe43ac" /><Relationship Type="http://schemas.openxmlformats.org/officeDocument/2006/relationships/slide" Target="/ppt/slides/slide53.xml" Id="Rf5cf2607b681460b" /><Relationship Type="http://schemas.openxmlformats.org/officeDocument/2006/relationships/slide" Target="/ppt/slides/slide54.xml" Id="R3cd8b47ca04f44e4" /><Relationship Type="http://schemas.openxmlformats.org/officeDocument/2006/relationships/slide" Target="/ppt/slides/slide55.xml" Id="Rddbe7fc0bec64e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d28143865a4e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a8ff3a53da47ea" /><Relationship Type="http://schemas.openxmlformats.org/officeDocument/2006/relationships/notesMaster" Target="/ppt/notesMasters/notesMaster1.xml" Id="R7a45fa44767e46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77e30811ee4d8e" /><Relationship Type="http://schemas.openxmlformats.org/officeDocument/2006/relationships/notesMaster" Target="/ppt/notesMasters/notesMaster1.xml" Id="R483b99bb2f7a4d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8d6119ae5a45ac" /><Relationship Type="http://schemas.openxmlformats.org/officeDocument/2006/relationships/notesMaster" Target="/ppt/notesMasters/notesMaster1.xml" Id="Rb886e4528e1e44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cb2ff92a5849a9" /><Relationship Type="http://schemas.openxmlformats.org/officeDocument/2006/relationships/notesMaster" Target="/ppt/notesMasters/notesMaster1.xml" Id="Rb4b81e0ea10448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fd1678d2a04120" /><Relationship Type="http://schemas.openxmlformats.org/officeDocument/2006/relationships/notesMaster" Target="/ppt/notesMasters/notesMaster1.xml" Id="Rbc4f169c69dc4d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ada6377b244cfa" /><Relationship Type="http://schemas.openxmlformats.org/officeDocument/2006/relationships/notesMaster" Target="/ppt/notesMasters/notesMaster1.xml" Id="Rd43d298e01834b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7e19b06ff64db1" /><Relationship Type="http://schemas.openxmlformats.org/officeDocument/2006/relationships/notesMaster" Target="/ppt/notesMasters/notesMaster1.xml" Id="R75c34037240c4d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3d3094b59343b5" /><Relationship Type="http://schemas.openxmlformats.org/officeDocument/2006/relationships/notesMaster" Target="/ppt/notesMasters/notesMaster1.xml" Id="R153f7b1e613f4d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41cb4a2ce1478c" /><Relationship Type="http://schemas.openxmlformats.org/officeDocument/2006/relationships/notesMaster" Target="/ppt/notesMasters/notesMaster1.xml" Id="R68a425a271b147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e98fd063a04335" /><Relationship Type="http://schemas.openxmlformats.org/officeDocument/2006/relationships/notesMaster" Target="/ppt/notesMasters/notesMaster1.xml" Id="Rcd6936294e4741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3dcd2caead41e1" /><Relationship Type="http://schemas.openxmlformats.org/officeDocument/2006/relationships/notesMaster" Target="/ppt/notesMasters/notesMaster1.xml" Id="R6c9c46dcff7f42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04ee8569644a5d" /><Relationship Type="http://schemas.openxmlformats.org/officeDocument/2006/relationships/notesMaster" Target="/ppt/notesMasters/notesMaster1.xml" Id="R6cbeb1dc44e74a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ed1af9b1614170" /><Relationship Type="http://schemas.openxmlformats.org/officeDocument/2006/relationships/notesMaster" Target="/ppt/notesMasters/notesMaster1.xml" Id="Re270e156b5f346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b73198a6f2342f4" /><Relationship Type="http://schemas.openxmlformats.org/officeDocument/2006/relationships/notesMaster" Target="/ppt/notesMasters/notesMaster1.xml" Id="R6a436fa6a36e42d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b701efc18940cd" /><Relationship Type="http://schemas.openxmlformats.org/officeDocument/2006/relationships/notesMaster" Target="/ppt/notesMasters/notesMaster1.xml" Id="Ra75e86356fd24aa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3716850196e4716" /><Relationship Type="http://schemas.openxmlformats.org/officeDocument/2006/relationships/notesMaster" Target="/ppt/notesMasters/notesMaster1.xml" Id="R9b59156aae574f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e59a3420ce74f75" /><Relationship Type="http://schemas.openxmlformats.org/officeDocument/2006/relationships/notesMaster" Target="/ppt/notesMasters/notesMaster1.xml" Id="R4348eea30825451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ac141225c74d77" /><Relationship Type="http://schemas.openxmlformats.org/officeDocument/2006/relationships/notesMaster" Target="/ppt/notesMasters/notesMaster1.xml" Id="Rc7aaa78782ab43d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5da44b019d2411b" /><Relationship Type="http://schemas.openxmlformats.org/officeDocument/2006/relationships/notesMaster" Target="/ppt/notesMasters/notesMaster1.xml" Id="R64cd6dc56ea742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e82e509ff134a37" /><Relationship Type="http://schemas.openxmlformats.org/officeDocument/2006/relationships/notesMaster" Target="/ppt/notesMasters/notesMaster1.xml" Id="Rd510330c4bfa457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9d93c188cb347bf" /><Relationship Type="http://schemas.openxmlformats.org/officeDocument/2006/relationships/notesMaster" Target="/ppt/notesMasters/notesMaster1.xml" Id="Rd715ab1e6c7142c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8ae54d40cf64a1d" /><Relationship Type="http://schemas.openxmlformats.org/officeDocument/2006/relationships/notesMaster" Target="/ppt/notesMasters/notesMaster1.xml" Id="R5f4e35fb7f164d4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67e2b9d4e624fcf" /><Relationship Type="http://schemas.openxmlformats.org/officeDocument/2006/relationships/notesMaster" Target="/ppt/notesMasters/notesMaster1.xml" Id="R062a55f3b6a54b9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e8dd59ec63e4c01" /><Relationship Type="http://schemas.openxmlformats.org/officeDocument/2006/relationships/notesMaster" Target="/ppt/notesMasters/notesMaster1.xml" Id="R3e2a0b1699584dd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22990bb69794a7d" /><Relationship Type="http://schemas.openxmlformats.org/officeDocument/2006/relationships/notesMaster" Target="/ppt/notesMasters/notesMaster1.xml" Id="R260897d2716748d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e4ddcc53a7e4e45" /><Relationship Type="http://schemas.openxmlformats.org/officeDocument/2006/relationships/notesMaster" Target="/ppt/notesMasters/notesMaster1.xml" Id="R64fccbc7f13d49d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a1e8e40bcdd4dc3" /><Relationship Type="http://schemas.openxmlformats.org/officeDocument/2006/relationships/notesMaster" Target="/ppt/notesMasters/notesMaster1.xml" Id="R59f829c67133494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8ea918a010f46eb" /><Relationship Type="http://schemas.openxmlformats.org/officeDocument/2006/relationships/notesMaster" Target="/ppt/notesMasters/notesMaster1.xml" Id="Red313419c0e94f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57a235aaf404249" /><Relationship Type="http://schemas.openxmlformats.org/officeDocument/2006/relationships/notesMaster" Target="/ppt/notesMasters/notesMaster1.xml" Id="R4015bfbe4cd74f8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e845abc7fba4c75" /><Relationship Type="http://schemas.openxmlformats.org/officeDocument/2006/relationships/notesMaster" Target="/ppt/notesMasters/notesMaster1.xml" Id="R37f5f877d2b34ae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6dbe5c5d73e4de0" /><Relationship Type="http://schemas.openxmlformats.org/officeDocument/2006/relationships/notesMaster" Target="/ppt/notesMasters/notesMaster1.xml" Id="R18bd349377e04bb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cbb7b7bd86242f9" /><Relationship Type="http://schemas.openxmlformats.org/officeDocument/2006/relationships/notesMaster" Target="/ppt/notesMasters/notesMaster1.xml" Id="Reb3bdb07a9504d0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f2753f5336c4a00" /><Relationship Type="http://schemas.openxmlformats.org/officeDocument/2006/relationships/notesMaster" Target="/ppt/notesMasters/notesMaster1.xml" Id="Rd0fb911528e947b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74f11e093614072" /><Relationship Type="http://schemas.openxmlformats.org/officeDocument/2006/relationships/notesMaster" Target="/ppt/notesMasters/notesMaster1.xml" Id="Rb12e326b37ca45e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8ab5b8ee6d64fbd" /><Relationship Type="http://schemas.openxmlformats.org/officeDocument/2006/relationships/notesMaster" Target="/ppt/notesMasters/notesMaster1.xml" Id="Rb2e5a3f28e844cd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f452c8a032e439a" /><Relationship Type="http://schemas.openxmlformats.org/officeDocument/2006/relationships/notesMaster" Target="/ppt/notesMasters/notesMaster1.xml" Id="Rbf9a4e9b0b27467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105f3c647e74bec" /><Relationship Type="http://schemas.openxmlformats.org/officeDocument/2006/relationships/notesMaster" Target="/ppt/notesMasters/notesMaster1.xml" Id="R7dd548290d46425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ee49576a4f14b93" /><Relationship Type="http://schemas.openxmlformats.org/officeDocument/2006/relationships/notesMaster" Target="/ppt/notesMasters/notesMaster1.xml" Id="Rf305f123daa1450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e03a11130604f78" /><Relationship Type="http://schemas.openxmlformats.org/officeDocument/2006/relationships/notesMaster" Target="/ppt/notesMasters/notesMaster1.xml" Id="Rac4c70d846f1413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40ae32bd48547da" /><Relationship Type="http://schemas.openxmlformats.org/officeDocument/2006/relationships/notesMaster" Target="/ppt/notesMasters/notesMaster1.xml" Id="R84cf75b904be468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1fdd45e6e3c48a5" /><Relationship Type="http://schemas.openxmlformats.org/officeDocument/2006/relationships/notesMaster" Target="/ppt/notesMasters/notesMaster1.xml" Id="Re0ce9726abf14b1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5559303a873474d" /><Relationship Type="http://schemas.openxmlformats.org/officeDocument/2006/relationships/notesMaster" Target="/ppt/notesMasters/notesMaster1.xml" Id="Re5f7e6c8e0814bd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5b613a5a47a4adf" /><Relationship Type="http://schemas.openxmlformats.org/officeDocument/2006/relationships/notesMaster" Target="/ppt/notesMasters/notesMaster1.xml" Id="R982bde7f27cf45e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ec4747d1df04045" /><Relationship Type="http://schemas.openxmlformats.org/officeDocument/2006/relationships/notesMaster" Target="/ppt/notesMasters/notesMaster1.xml" Id="Re147fb7757a144c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a9b3b53bc7e4b2a" /><Relationship Type="http://schemas.openxmlformats.org/officeDocument/2006/relationships/notesMaster" Target="/ppt/notesMasters/notesMaster1.xml" Id="R7989e4dc134147f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a3d76b06657468a" /><Relationship Type="http://schemas.openxmlformats.org/officeDocument/2006/relationships/notesMaster" Target="/ppt/notesMasters/notesMaster1.xml" Id="Rfd85faba1e0144c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59f391866504689" /><Relationship Type="http://schemas.openxmlformats.org/officeDocument/2006/relationships/notesMaster" Target="/ppt/notesMasters/notesMaster1.xml" Id="R740e0310b230462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f11d0e93d094998" /><Relationship Type="http://schemas.openxmlformats.org/officeDocument/2006/relationships/notesMaster" Target="/ppt/notesMasters/notesMaster1.xml" Id="R6bc2d9d24fa144c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8b98ee9d9a94bc7" /><Relationship Type="http://schemas.openxmlformats.org/officeDocument/2006/relationships/notesMaster" Target="/ppt/notesMasters/notesMaster1.xml" Id="R4d3c1d6f2b65412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533c0249cc64a54" /><Relationship Type="http://schemas.openxmlformats.org/officeDocument/2006/relationships/notesMaster" Target="/ppt/notesMasters/notesMaster1.xml" Id="Ra68ad0468fbf4c7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a326efbc387a4128" /><Relationship Type="http://schemas.openxmlformats.org/officeDocument/2006/relationships/notesMaster" Target="/ppt/notesMasters/notesMaster1.xml" Id="R1d84ee369e724b0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1b9ab0c96cd454b" /><Relationship Type="http://schemas.openxmlformats.org/officeDocument/2006/relationships/notesMaster" Target="/ppt/notesMasters/notesMaster1.xml" Id="R5b4147d694934e52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96a67fa058a4bea" /><Relationship Type="http://schemas.openxmlformats.org/officeDocument/2006/relationships/notesMaster" Target="/ppt/notesMasters/notesMaster1.xml" Id="R6b4409970d50475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f86cc97e11f4898" /><Relationship Type="http://schemas.openxmlformats.org/officeDocument/2006/relationships/notesMaster" Target="/ppt/notesMasters/notesMaster1.xml" Id="R23d35001e6ce436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946730e89bf412f" /><Relationship Type="http://schemas.openxmlformats.org/officeDocument/2006/relationships/notesMaster" Target="/ppt/notesMasters/notesMaster1.xml" Id="Rc610400fec4b41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c92b24758d40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c3a67f26394134" /><Relationship Type="http://schemas.openxmlformats.org/officeDocument/2006/relationships/slideLayout" Target="/ppt/slideLayouts/slideLayout1.xml" Id="R59f8949c808b4a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f8949c808b4a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c642f458c4953" /><Relationship Type="http://schemas.openxmlformats.org/officeDocument/2006/relationships/notesSlide" Target="/ppt/notesSlides/notesSlide1.xml" Id="R6d122f00c67342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f57d93fb64308" /><Relationship Type="http://schemas.openxmlformats.org/officeDocument/2006/relationships/notesSlide" Target="/ppt/notesSlides/notesSlide2.xml" Id="R0319151caee649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787555a654292" /><Relationship Type="http://schemas.openxmlformats.org/officeDocument/2006/relationships/chart" Target="/ppt/slides/charts/chart1.xml" Id="R469f112fb1184da8" /><Relationship Type="http://schemas.openxmlformats.org/officeDocument/2006/relationships/notesSlide" Target="/ppt/notesSlides/notesSlide3.xml" Id="R0f4135689c0e46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42e132d25440c" /><Relationship Type="http://schemas.openxmlformats.org/officeDocument/2006/relationships/chart" Target="/ppt/slides/charts/chart2.xml" Id="R8f7e4251355b4ca5" /><Relationship Type="http://schemas.openxmlformats.org/officeDocument/2006/relationships/chart" Target="/ppt/slides/charts/chart3.xml" Id="Rfb439d70ff7e4251" /><Relationship Type="http://schemas.openxmlformats.org/officeDocument/2006/relationships/chart" Target="/ppt/slides/charts/chart4.xml" Id="R1d9fb9c4035f4db2" /><Relationship Type="http://schemas.openxmlformats.org/officeDocument/2006/relationships/notesSlide" Target="/ppt/notesSlides/notesSlide4.xml" Id="R2bca191ecf9943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105777e984565" /><Relationship Type="http://schemas.openxmlformats.org/officeDocument/2006/relationships/chart" Target="/ppt/slides/charts/chart5.xml" Id="R07867c526d9c44c3" /><Relationship Type="http://schemas.openxmlformats.org/officeDocument/2006/relationships/chart" Target="/ppt/slides/charts/chart6.xml" Id="R0529f8221cf24936" /><Relationship Type="http://schemas.openxmlformats.org/officeDocument/2006/relationships/chart" Target="/ppt/slides/charts/chart7.xml" Id="Rd41f5ad6b7974508" /><Relationship Type="http://schemas.openxmlformats.org/officeDocument/2006/relationships/chart" Target="/ppt/slides/charts/chart8.xml" Id="R17f90d51a7cb47b2" /><Relationship Type="http://schemas.openxmlformats.org/officeDocument/2006/relationships/notesSlide" Target="/ppt/notesSlides/notesSlide5.xml" Id="R8f3ca21ce48841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27b2b50854ec4" /><Relationship Type="http://schemas.openxmlformats.org/officeDocument/2006/relationships/chart" Target="/ppt/slides/charts/chart9.xml" Id="R6d8aaa158e5c48bd" /><Relationship Type="http://schemas.openxmlformats.org/officeDocument/2006/relationships/chart" Target="/ppt/slides/charts/chart10.xml" Id="R7bc2e5c2548f4aff" /><Relationship Type="http://schemas.openxmlformats.org/officeDocument/2006/relationships/notesSlide" Target="/ppt/notesSlides/notesSlide6.xml" Id="R8226f9bd83004b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292a48a1f4739" /><Relationship Type="http://schemas.openxmlformats.org/officeDocument/2006/relationships/chart" Target="/ppt/slides/charts/chart11.xml" Id="R73f22577ea644e5a" /><Relationship Type="http://schemas.openxmlformats.org/officeDocument/2006/relationships/chart" Target="/ppt/slides/charts/chart12.xml" Id="R7ea357aaf45c4e61" /><Relationship Type="http://schemas.openxmlformats.org/officeDocument/2006/relationships/notesSlide" Target="/ppt/notesSlides/notesSlide7.xml" Id="R68252215c9e64c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490f9f65b4a22" /><Relationship Type="http://schemas.openxmlformats.org/officeDocument/2006/relationships/chart" Target="/ppt/slides/charts/chart13.xml" Id="R2b20f9d66fd94b9d" /><Relationship Type="http://schemas.openxmlformats.org/officeDocument/2006/relationships/chart" Target="/ppt/slides/charts/chart14.xml" Id="R510cb87573214d25" /><Relationship Type="http://schemas.openxmlformats.org/officeDocument/2006/relationships/notesSlide" Target="/ppt/notesSlides/notesSlide8.xml" Id="Re3f0c0e7d69342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d8778ed88469a" /><Relationship Type="http://schemas.openxmlformats.org/officeDocument/2006/relationships/chart" Target="/ppt/slides/charts/chart15.xml" Id="Ref1ba343ba204bd2" /><Relationship Type="http://schemas.openxmlformats.org/officeDocument/2006/relationships/notesSlide" Target="/ppt/notesSlides/notesSlide9.xml" Id="Rdf5799ca010742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24e393cee41cf" /><Relationship Type="http://schemas.openxmlformats.org/officeDocument/2006/relationships/chart" Target="/ppt/slides/charts/chart16.xml" Id="R7b11f5eaab2e4bc4" /><Relationship Type="http://schemas.openxmlformats.org/officeDocument/2006/relationships/notesSlide" Target="/ppt/notesSlides/notesSlide10.xml" Id="Rf2b910a9ab064d5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eaca51f8d4df3" /><Relationship Type="http://schemas.openxmlformats.org/officeDocument/2006/relationships/chart" Target="/ppt/slides/charts/chart17.xml" Id="R550612c1a794489a" /><Relationship Type="http://schemas.openxmlformats.org/officeDocument/2006/relationships/notesSlide" Target="/ppt/notesSlides/notesSlide11.xml" Id="R9b4aa061b8bf41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f1f35674c4d7a" /><Relationship Type="http://schemas.openxmlformats.org/officeDocument/2006/relationships/chart" Target="/ppt/slides/charts/chart18.xml" Id="R6b3b670e2e0b43de" /><Relationship Type="http://schemas.openxmlformats.org/officeDocument/2006/relationships/chart" Target="/ppt/slides/charts/chart19.xml" Id="Rdbdfb69d5317481c" /><Relationship Type="http://schemas.openxmlformats.org/officeDocument/2006/relationships/notesSlide" Target="/ppt/notesSlides/notesSlide12.xml" Id="R625c42685ea04a9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d16b9afd344ba" /><Relationship Type="http://schemas.openxmlformats.org/officeDocument/2006/relationships/chart" Target="/ppt/slides/charts/chart20.xml" Id="Rd87fdad12aca47ce" /><Relationship Type="http://schemas.openxmlformats.org/officeDocument/2006/relationships/notesSlide" Target="/ppt/notesSlides/notesSlide13.xml" Id="R034f8b3256ac40c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48e2b621044f9" /><Relationship Type="http://schemas.openxmlformats.org/officeDocument/2006/relationships/chart" Target="/ppt/slides/charts/chart21.xml" Id="R0b380a5b60a0410d" /><Relationship Type="http://schemas.openxmlformats.org/officeDocument/2006/relationships/notesSlide" Target="/ppt/notesSlides/notesSlide14.xml" Id="Re3478dc9598b404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0eefa763414b20" /><Relationship Type="http://schemas.openxmlformats.org/officeDocument/2006/relationships/chart" Target="/ppt/slides/charts/chart22.xml" Id="R50561874953c4654" /><Relationship Type="http://schemas.openxmlformats.org/officeDocument/2006/relationships/notesSlide" Target="/ppt/notesSlides/notesSlide15.xml" Id="R15881dcfc0994c2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282dee0684394" /><Relationship Type="http://schemas.openxmlformats.org/officeDocument/2006/relationships/chart" Target="/ppt/slides/charts/chart23.xml" Id="R66d29f01f9414dac" /><Relationship Type="http://schemas.openxmlformats.org/officeDocument/2006/relationships/chart" Target="/ppt/slides/charts/chart24.xml" Id="R49d881da248c4700" /><Relationship Type="http://schemas.openxmlformats.org/officeDocument/2006/relationships/chart" Target="/ppt/slides/charts/chart25.xml" Id="Rfec3c3e508a1413e" /><Relationship Type="http://schemas.openxmlformats.org/officeDocument/2006/relationships/notesSlide" Target="/ppt/notesSlides/notesSlide16.xml" Id="R3e5c14ab9948410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4b2dfa30544d5" /><Relationship Type="http://schemas.openxmlformats.org/officeDocument/2006/relationships/chart" Target="/ppt/slides/charts/chart26.xml" Id="Re3be4f84d4624c05" /><Relationship Type="http://schemas.openxmlformats.org/officeDocument/2006/relationships/chart" Target="/ppt/slides/charts/chart27.xml" Id="Rbef4821bc78d43ff" /><Relationship Type="http://schemas.openxmlformats.org/officeDocument/2006/relationships/chart" Target="/ppt/slides/charts/chart28.xml" Id="R47c1140834844862" /><Relationship Type="http://schemas.openxmlformats.org/officeDocument/2006/relationships/notesSlide" Target="/ppt/notesSlides/notesSlide17.xml" Id="R1b9a354008304e7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25ac990204f0a" /><Relationship Type="http://schemas.openxmlformats.org/officeDocument/2006/relationships/chart" Target="/ppt/slides/charts/chart29.xml" Id="R06f01008f6c14997" /><Relationship Type="http://schemas.openxmlformats.org/officeDocument/2006/relationships/notesSlide" Target="/ppt/notesSlides/notesSlide18.xml" Id="Rd5062d9da22d41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e98b6668d4193" /><Relationship Type="http://schemas.openxmlformats.org/officeDocument/2006/relationships/chart" Target="/ppt/slides/charts/chart30.xml" Id="Rfb1db607748f4c33" /><Relationship Type="http://schemas.openxmlformats.org/officeDocument/2006/relationships/chart" Target="/ppt/slides/charts/chart31.xml" Id="R841683c266f3448f" /><Relationship Type="http://schemas.openxmlformats.org/officeDocument/2006/relationships/notesSlide" Target="/ppt/notesSlides/notesSlide19.xml" Id="R64965cf8ebcf4fb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2b77646ab42a4" /><Relationship Type="http://schemas.openxmlformats.org/officeDocument/2006/relationships/image" Target="/ppt/media/image.png" Id="Ra5e1078995454855" /><Relationship Type="http://schemas.openxmlformats.org/officeDocument/2006/relationships/notesSlide" Target="/ppt/notesSlides/notesSlide20.xml" Id="R5db1aa756cf64d2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89858323c4cde" /><Relationship Type="http://schemas.openxmlformats.org/officeDocument/2006/relationships/image" Target="/ppt/media/image2.png" Id="R16f7a771c83640fc" /><Relationship Type="http://schemas.openxmlformats.org/officeDocument/2006/relationships/notesSlide" Target="/ppt/notesSlides/notesSlide21.xml" Id="Redd88e74f78f405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4f317a7a44eae" /><Relationship Type="http://schemas.openxmlformats.org/officeDocument/2006/relationships/image" Target="/ppt/media/image3.png" Id="Rc41102b7250c4804" /><Relationship Type="http://schemas.openxmlformats.org/officeDocument/2006/relationships/notesSlide" Target="/ppt/notesSlides/notesSlide22.xml" Id="R62dba3f48713417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913e458d9494f" /><Relationship Type="http://schemas.openxmlformats.org/officeDocument/2006/relationships/image" Target="/ppt/media/image4.png" Id="Ra3016524cc3d4d1f" /><Relationship Type="http://schemas.openxmlformats.org/officeDocument/2006/relationships/notesSlide" Target="/ppt/notesSlides/notesSlide23.xml" Id="R4806ff3fe423494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8daf8afa8424d" /><Relationship Type="http://schemas.openxmlformats.org/officeDocument/2006/relationships/notesSlide" Target="/ppt/notesSlides/notesSlide24.xml" Id="Rd69703b8419246b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1beea39f048f1" /><Relationship Type="http://schemas.openxmlformats.org/officeDocument/2006/relationships/notesSlide" Target="/ppt/notesSlides/notesSlide25.xml" Id="R60e44b0d4921419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1c42c72e144e4" /><Relationship Type="http://schemas.openxmlformats.org/officeDocument/2006/relationships/chart" Target="/ppt/slides/charts/chart32.xml" Id="R5bd794a5921141c8" /><Relationship Type="http://schemas.openxmlformats.org/officeDocument/2006/relationships/notesSlide" Target="/ppt/notesSlides/notesSlide26.xml" Id="Re07c91baac0840b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939189fd5410d" /><Relationship Type="http://schemas.openxmlformats.org/officeDocument/2006/relationships/notesSlide" Target="/ppt/notesSlides/notesSlide27.xml" Id="R985a1bbfe6f34a1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c80f99b51437e" /><Relationship Type="http://schemas.openxmlformats.org/officeDocument/2006/relationships/chart" Target="/ppt/slides/charts/chart33.xml" Id="R4dd0aebdece94e63" /><Relationship Type="http://schemas.openxmlformats.org/officeDocument/2006/relationships/notesSlide" Target="/ppt/notesSlides/notesSlide28.xml" Id="R2f67e7caacb64ec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c29cd9f644ba4" /><Relationship Type="http://schemas.openxmlformats.org/officeDocument/2006/relationships/chart" Target="/ppt/slides/charts/chart34.xml" Id="R27967575570048d7" /><Relationship Type="http://schemas.openxmlformats.org/officeDocument/2006/relationships/notesSlide" Target="/ppt/notesSlides/notesSlide29.xml" Id="Rf2ccd5a9d111447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cdf33c32747be" /><Relationship Type="http://schemas.openxmlformats.org/officeDocument/2006/relationships/notesSlide" Target="/ppt/notesSlides/notesSlide30.xml" Id="R9c2d443f9a684f8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ebf9161294ef7" /><Relationship Type="http://schemas.openxmlformats.org/officeDocument/2006/relationships/notesSlide" Target="/ppt/notesSlides/notesSlide31.xml" Id="R8cfeb38e05594eb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2ee68a6e446fd" /><Relationship Type="http://schemas.openxmlformats.org/officeDocument/2006/relationships/chart" Target="/ppt/slides/charts/chart35.xml" Id="R0f541ccc55764785" /><Relationship Type="http://schemas.openxmlformats.org/officeDocument/2006/relationships/notesSlide" Target="/ppt/notesSlides/notesSlide32.xml" Id="R0a6f654eae904e7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aaf7773f84dfe" /><Relationship Type="http://schemas.openxmlformats.org/officeDocument/2006/relationships/chart" Target="/ppt/slides/charts/chart36.xml" Id="Rf50af2f87f25405c" /><Relationship Type="http://schemas.openxmlformats.org/officeDocument/2006/relationships/notesSlide" Target="/ppt/notesSlides/notesSlide33.xml" Id="R1da95ec228ea451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935ab2f654c5d" /><Relationship Type="http://schemas.openxmlformats.org/officeDocument/2006/relationships/chart" Target="/ppt/slides/charts/chart37.xml" Id="R56b4569b2ed246f4" /><Relationship Type="http://schemas.openxmlformats.org/officeDocument/2006/relationships/notesSlide" Target="/ppt/notesSlides/notesSlide34.xml" Id="R2c8035b860b14b5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c8ca0dbfc47d7" /><Relationship Type="http://schemas.openxmlformats.org/officeDocument/2006/relationships/notesSlide" Target="/ppt/notesSlides/notesSlide35.xml" Id="R807aed8f040a469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2097b0080437e" /><Relationship Type="http://schemas.openxmlformats.org/officeDocument/2006/relationships/notesSlide" Target="/ppt/notesSlides/notesSlide36.xml" Id="Rdff6e903fdbf42f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67c76c08a40c0" /><Relationship Type="http://schemas.openxmlformats.org/officeDocument/2006/relationships/notesSlide" Target="/ppt/notesSlides/notesSlide37.xml" Id="Rbcba89705220402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7778402934821" /><Relationship Type="http://schemas.openxmlformats.org/officeDocument/2006/relationships/notesSlide" Target="/ppt/notesSlides/notesSlide38.xml" Id="R71eb7260124b4c2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c458709ee4c7d" /><Relationship Type="http://schemas.openxmlformats.org/officeDocument/2006/relationships/notesSlide" Target="/ppt/notesSlides/notesSlide39.xml" Id="R5e7b7e42dda24f6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f64b1998741a4" /><Relationship Type="http://schemas.openxmlformats.org/officeDocument/2006/relationships/notesSlide" Target="/ppt/notesSlides/notesSlide40.xml" Id="R25ada452de9b4c5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8d903eb6949a6" /><Relationship Type="http://schemas.openxmlformats.org/officeDocument/2006/relationships/notesSlide" Target="/ppt/notesSlides/notesSlide41.xml" Id="R4766c2c0b91d42c1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df2f905384371" /><Relationship Type="http://schemas.openxmlformats.org/officeDocument/2006/relationships/notesSlide" Target="/ppt/notesSlides/notesSlide42.xml" Id="R0a8ed3f8b61e43c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efdaa92064c41" /><Relationship Type="http://schemas.openxmlformats.org/officeDocument/2006/relationships/notesSlide" Target="/ppt/notesSlides/notesSlide43.xml" Id="R275afcfb4ea8486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fba05d52049a1" /><Relationship Type="http://schemas.openxmlformats.org/officeDocument/2006/relationships/notesSlide" Target="/ppt/notesSlides/notesSlide44.xml" Id="Reb90471d5609440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539b8e527486e" /><Relationship Type="http://schemas.openxmlformats.org/officeDocument/2006/relationships/notesSlide" Target="/ppt/notesSlides/notesSlide45.xml" Id="R5208ac03b70e46e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78c7494104ea9" /><Relationship Type="http://schemas.openxmlformats.org/officeDocument/2006/relationships/notesSlide" Target="/ppt/notesSlides/notesSlide46.xml" Id="Rd51b54a3b694439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f2f463d204cc7" /><Relationship Type="http://schemas.openxmlformats.org/officeDocument/2006/relationships/notesSlide" Target="/ppt/notesSlides/notesSlide47.xml" Id="R924138cde9e248e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de69de6e94611" /><Relationship Type="http://schemas.openxmlformats.org/officeDocument/2006/relationships/notesSlide" Target="/ppt/notesSlides/notesSlide48.xml" Id="R07e5d8f51f2a4b3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ab574718e4125" /><Relationship Type="http://schemas.openxmlformats.org/officeDocument/2006/relationships/notesSlide" Target="/ppt/notesSlides/notesSlide49.xml" Id="R8b6b8b8a798648f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8f00927c94540" /><Relationship Type="http://schemas.openxmlformats.org/officeDocument/2006/relationships/notesSlide" Target="/ppt/notesSlides/notesSlide50.xml" Id="R32cd41173137488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b072400ad4727" /><Relationship Type="http://schemas.openxmlformats.org/officeDocument/2006/relationships/notesSlide" Target="/ppt/notesSlides/notesSlide51.xml" Id="Rb8280e821e114b5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bfa2e3f884640" /><Relationship Type="http://schemas.openxmlformats.org/officeDocument/2006/relationships/notesSlide" Target="/ppt/notesSlides/notesSlide52.xml" Id="R5755bff79ead4c0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59d818bde42e8" /><Relationship Type="http://schemas.openxmlformats.org/officeDocument/2006/relationships/notesSlide" Target="/ppt/notesSlides/notesSlide53.xml" Id="Rf0e0d620a357447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bedfbe2064d88" /><Relationship Type="http://schemas.openxmlformats.org/officeDocument/2006/relationships/notesSlide" Target="/ppt/notesSlides/notesSlide54.xml" Id="Rf7ec142e575a4cb4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0db1c4d394817" /><Relationship Type="http://schemas.openxmlformats.org/officeDocument/2006/relationships/notesSlide" Target="/ppt/notesSlides/notesSlide55.xml" Id="R345929fcff4f4a4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19.32467858927</c:v>
              </c:pt>
              <c:pt idx="3">
                <c:v>48.499678</c:v>
              </c:pt>
              <c:pt idx="4">
                <c:v>26.51274050049</c:v>
              </c:pt>
              <c:pt idx="5">
                <c:v>43.59514348399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332.9783642844</c:v>
              </c:pt>
              <c:pt idx="1">
                <c:v>113.13010920698</c:v>
              </c:pt>
              <c:pt idx="2">
                <c:v>84.18613848502001</c:v>
              </c:pt>
              <c:pt idx="3">
                <c:v>81.78142711743001</c:v>
              </c:pt>
              <c:pt idx="4">
                <c:v>78.85932230361</c:v>
              </c:pt>
              <c:pt idx="5">
                <c:v>71.78412923471</c:v>
              </c:pt>
              <c:pt idx="6">
                <c:v>44.85384452113</c:v>
              </c:pt>
              <c:pt idx="7">
                <c:v>29.479384406290002</c:v>
              </c:pt>
              <c:pt idx="8">
                <c:v>26.68073480255</c:v>
              </c:pt>
              <c:pt idx="9">
                <c:v>12.13921388159</c:v>
              </c:pt>
              <c:pt idx="10">
                <c:v>4.1245656075</c:v>
              </c:pt>
              <c:pt idx="11">
                <c:v>0.09306000437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0.041850383960998</c:v>
              </c:pt>
              <c:pt idx="3">
                <c:v>0.1050330610627478</c:v>
              </c:pt>
              <c:pt idx="4">
                <c:v>0.0574171707269634</c:v>
              </c:pt>
              <c:pt idx="5">
                <c:v>0.0944115828478938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0.3783456840839114</c:v>
              </c:pt>
              <c:pt idx="1">
                <c:v>0.1285437528362792</c:v>
              </c:pt>
              <c:pt idx="2">
                <c:v>0.0956562514923436</c:v>
              </c:pt>
              <c:pt idx="3">
                <c:v>0.0929239052951651</c:v>
              </c:pt>
              <c:pt idx="4">
                <c:v>0.0896036723210931</c:v>
              </c:pt>
              <c:pt idx="5">
                <c:v>0.0815645050693963</c:v>
              </c:pt>
              <c:pt idx="6">
                <c:v>0.0509650485118182</c:v>
              </c:pt>
              <c:pt idx="7">
                <c:v>0.0334958635632078</c:v>
              </c:pt>
              <c:pt idx="8">
                <c:v>0.0303159062073785</c:v>
              </c:pt>
              <c:pt idx="9">
                <c:v>0.0137931459605234</c:v>
              </c:pt>
              <c:pt idx="10">
                <c:v>0.0046865255034579</c:v>
              </c:pt>
              <c:pt idx="11">
                <c:v>0.0001057391554249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0.0855579986985247</c:v>
              </c:pt>
              <c:pt idx="1">
                <c:v>0.0854887470487205</c:v>
              </c:pt>
              <c:pt idx="2">
                <c:v>0.0856968803550609</c:v>
              </c:pt>
              <c:pt idx="3">
                <c:v>0.076028491992252</c:v>
              </c:pt>
              <c:pt idx="4">
                <c:v>0.0787613706800146</c:v>
              </c:pt>
              <c:pt idx="5">
                <c:v>0.0773348150833872</c:v>
              </c:pt>
              <c:pt idx="6">
                <c:v>0.0779983666552579</c:v>
              </c:pt>
              <c:pt idx="7">
                <c:v>0.0776126890134955</c:v>
              </c:pt>
              <c:pt idx="8">
                <c:v>0.0789418658689153</c:v>
              </c:pt>
              <c:pt idx="9">
                <c:v>0.0778915770688264</c:v>
              </c:pt>
              <c:pt idx="10">
                <c:v>0.0706042062442011</c:v>
              </c:pt>
              <c:pt idx="11">
                <c:v>0.0813699590888542</c:v>
              </c:pt>
              <c:pt idx="12">
                <c:v>0.0671632930454648</c:v>
              </c:pt>
              <c:pt idx="13">
                <c:v>0.0567204246991748</c:v>
              </c:pt>
              <c:pt idx="14">
                <c:v>0.0560682901372232</c:v>
              </c:pt>
              <c:pt idx="15">
                <c:v>0.0530842334283072</c:v>
              </c:pt>
              <c:pt idx="16">
                <c:v>0.0551629635388359</c:v>
              </c:pt>
              <c:pt idx="17">
                <c:v>0.0533002702997621</c:v>
              </c:pt>
              <c:pt idx="18">
                <c:v>0.0524130951483984</c:v>
              </c:pt>
              <c:pt idx="19">
                <c:v>0.0546061953676112</c:v>
              </c:pt>
              <c:pt idx="20">
                <c:v>0.0483630515591677</c:v>
              </c:pt>
              <c:pt idx="21">
                <c:v>0.0568067809285558</c:v>
              </c:pt>
              <c:pt idx="22">
                <c:v>0.0482576972035788</c:v>
              </c:pt>
              <c:pt idx="23">
                <c:v>0.0570396232174282</c:v>
              </c:pt>
              <c:pt idx="24">
                <c:v>0.0473844554306711</c:v>
              </c:pt>
              <c:pt idx="25">
                <c:v>0.0557355582247756</c:v>
              </c:pt>
              <c:pt idx="26">
                <c:v>0.0583637844792484</c:v>
              </c:pt>
              <c:pt idx="27">
                <c:v>0.059955214584374</c:v>
              </c:pt>
              <c:pt idx="28">
                <c:v>0.0592843221101122</c:v>
              </c:pt>
              <c:pt idx="29">
                <c:v>0.0641900677510449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0.0101445486952357</c:v>
              </c:pt>
              <c:pt idx="26">
                <c:v>0.0108164294191372</c:v>
              </c:pt>
              <c:pt idx="27">
                <c:v>0.0106472517141496</c:v>
              </c:pt>
              <c:pt idx="28">
                <c:v>0.0114155416318205</c:v>
              </c:pt>
              <c:pt idx="29">
                <c:v>0.011510969162289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0.0680082079357988</c:v>
              </c:pt>
              <c:pt idx="1">
                <c:v>0.0704070612700872</c:v>
              </c:pt>
              <c:pt idx="2">
                <c:v>0.074099979493902</c:v>
              </c:pt>
              <c:pt idx="3">
                <c:v>0.0702742666999948</c:v>
              </c:pt>
              <c:pt idx="4">
                <c:v>0.0712252777042628</c:v>
              </c:pt>
              <c:pt idx="5">
                <c:v>0.075114084151861</c:v>
              </c:pt>
              <c:pt idx="6">
                <c:v>0.0761107819177111</c:v>
              </c:pt>
              <c:pt idx="7">
                <c:v>0.0687138571767504</c:v>
              </c:pt>
              <c:pt idx="8">
                <c:v>0.0744318524327165</c:v>
              </c:pt>
              <c:pt idx="9">
                <c:v>0.0668541648099709</c:v>
              </c:pt>
              <c:pt idx="10">
                <c:v>0.0651629253262892</c:v>
              </c:pt>
              <c:pt idx="11">
                <c:v>0.0684099440014807</c:v>
              </c:pt>
              <c:pt idx="12">
                <c:v>0.0697007940075151</c:v>
              </c:pt>
              <c:pt idx="13">
                <c:v>0.1160032755284795</c:v>
              </c:pt>
              <c:pt idx="14">
                <c:v>0.1161228461785805</c:v>
              </c:pt>
              <c:pt idx="15">
                <c:v>0.0904743511708359</c:v>
              </c:pt>
              <c:pt idx="16">
                <c:v>0.0904358049815366</c:v>
              </c:pt>
              <c:pt idx="17">
                <c:v>0.0858194645627202</c:v>
              </c:pt>
              <c:pt idx="18">
                <c:v>0.0708160850865787</c:v>
              </c:pt>
              <c:pt idx="19">
                <c:v>0.0638941224008752</c:v>
              </c:pt>
              <c:pt idx="20">
                <c:v>0.0670145026738279</c:v>
              </c:pt>
              <c:pt idx="21">
                <c:v>0.0710967111468131</c:v>
              </c:pt>
              <c:pt idx="22">
                <c:v>0.0674259936333629</c:v>
              </c:pt>
              <c:pt idx="23">
                <c:v>0.0534042711586425</c:v>
              </c:pt>
              <c:pt idx="24">
                <c:v>0.061263585260918</c:v>
              </c:pt>
              <c:pt idx="25">
                <c:v>0.0586368879336226</c:v>
              </c:pt>
              <c:pt idx="26">
                <c:v>0.0484153612418518</c:v>
              </c:pt>
              <c:pt idx="27">
                <c:v>0.048285579926842</c:v>
              </c:pt>
              <c:pt idx="28">
                <c:v>0.0428742832645217</c:v>
              </c:pt>
              <c:pt idx="29">
                <c:v>0.0432405118898396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0.0025835497732944</c:v>
              </c:pt>
              <c:pt idx="1">
                <c:v>0.0027033236057064</c:v>
              </c:pt>
              <c:pt idx="2">
                <c:v>0.0031493887921637</c:v>
              </c:pt>
              <c:pt idx="3">
                <c:v>0.0033666846280653</c:v>
              </c:pt>
              <c:pt idx="4">
                <c:v>0.0020816904239381</c:v>
              </c:pt>
              <c:pt idx="5">
                <c:v>0.0046585834745183</c:v>
              </c:pt>
              <c:pt idx="6">
                <c:v>0.0054578468246306</c:v>
              </c:pt>
              <c:pt idx="7">
                <c:v>0.0023743117450079</c:v>
              </c:pt>
              <c:pt idx="8">
                <c:v>0.0019403273128492</c:v>
              </c:pt>
              <c:pt idx="9">
                <c:v>0.0045671411878843</c:v>
              </c:pt>
              <c:pt idx="10">
                <c:v>0.0037134893826855</c:v>
              </c:pt>
              <c:pt idx="11">
                <c:v>0.0037602727210871</c:v>
              </c:pt>
              <c:pt idx="12">
                <c:v>0.004040041433396</c:v>
              </c:pt>
              <c:pt idx="13">
                <c:v>0.0036410595285815</c:v>
              </c:pt>
              <c:pt idx="14">
                <c:v>0.0036961669730105</c:v>
              </c:pt>
              <c:pt idx="15">
                <c:v>0.0041013593197657</c:v>
              </c:pt>
              <c:pt idx="16">
                <c:v>0.0042839735760113</c:v>
              </c:pt>
              <c:pt idx="17">
                <c:v>0.0040268029753727</c:v>
              </c:pt>
              <c:pt idx="18">
                <c:v>0.0070109872080256</c:v>
              </c:pt>
              <c:pt idx="19">
                <c:v>0.0067128070684441</c:v>
              </c:pt>
              <c:pt idx="20">
                <c:v>0.0070292261178574</c:v>
              </c:pt>
              <c:pt idx="21">
                <c:v>0.0085379739210007</c:v>
              </c:pt>
              <c:pt idx="22">
                <c:v>0.0091618979070662</c:v>
              </c:pt>
              <c:pt idx="23">
                <c:v>0.0062014103758135</c:v>
              </c:pt>
              <c:pt idx="24">
                <c:v>0.0069857316610348</c:v>
              </c:pt>
              <c:pt idx="25">
                <c:v>0.0064797751723549</c:v>
              </c:pt>
              <c:pt idx="26">
                <c:v>0.0061908829470412</c:v>
              </c:pt>
              <c:pt idx="27">
                <c:v>0.0063377766957214</c:v>
              </c:pt>
              <c:pt idx="28">
                <c:v>0.0065579190811219</c:v>
              </c:pt>
              <c:pt idx="29">
                <c:v>0.0091927647417753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0.0066898190535054</c:v>
              </c:pt>
              <c:pt idx="1">
                <c:v>0.0065291732386137</c:v>
              </c:pt>
              <c:pt idx="2">
                <c:v>0.006768336918366</c:v>
              </c:pt>
              <c:pt idx="3">
                <c:v>0.006522204726598</c:v>
              </c:pt>
              <c:pt idx="4">
                <c:v>0.0069652763000004</c:v>
              </c:pt>
              <c:pt idx="5">
                <c:v>0.00362463975522</c:v>
              </c:pt>
              <c:pt idx="6">
                <c:v>0.002346454605597</c:v>
              </c:pt>
              <c:pt idx="7">
                <c:v>0.0035983049841749</c:v>
              </c:pt>
              <c:pt idx="8">
                <c:v>0.0035320991208034</c:v>
              </c:pt>
              <c:pt idx="9">
                <c:v>0.0044747411193754</c:v>
              </c:pt>
              <c:pt idx="10">
                <c:v>0.0067875832753137</c:v>
              </c:pt>
              <c:pt idx="11">
                <c:v>0.0076698168092406</c:v>
              </c:pt>
              <c:pt idx="12">
                <c:v>0.0076733936098986</c:v>
              </c:pt>
              <c:pt idx="13">
                <c:v>0.0061969452738148</c:v>
              </c:pt>
              <c:pt idx="14">
                <c:v>0.0060760111994373</c:v>
              </c:pt>
              <c:pt idx="15">
                <c:v>0.0066529427711746</c:v>
              </c:pt>
              <c:pt idx="16">
                <c:v>0.0071681181746563</c:v>
              </c:pt>
              <c:pt idx="17">
                <c:v>0.0074113030673372</c:v>
              </c:pt>
              <c:pt idx="18">
                <c:v>0.0075442483605752</c:v>
              </c:pt>
              <c:pt idx="19">
                <c:v>0.006840438260504</c:v>
              </c:pt>
              <c:pt idx="20">
                <c:v>0.0065543750305914</c:v>
              </c:pt>
              <c:pt idx="21">
                <c:v>0.007012976876212</c:v>
              </c:pt>
              <c:pt idx="22">
                <c:v>0.0068885684686903</c:v>
              </c:pt>
              <c:pt idx="23">
                <c:v>0.0072903277155558</c:v>
              </c:pt>
              <c:pt idx="24">
                <c:v>0.0079307365090687</c:v>
              </c:pt>
              <c:pt idx="25">
                <c:v>0.0090623119080633</c:v>
              </c:pt>
              <c:pt idx="26">
                <c:v>0.0082043642289494</c:v>
              </c:pt>
              <c:pt idx="27">
                <c:v>0.0098375745570957</c:v>
              </c:pt>
              <c:pt idx="28">
                <c:v>0.0106767361144659</c:v>
              </c:pt>
              <c:pt idx="29">
                <c:v>0.0108166372984477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0.1716421144880943</c:v>
              </c:pt>
              <c:pt idx="1">
                <c:v>0.1748005539424328</c:v>
              </c:pt>
              <c:pt idx="2">
                <c:v>0.174596310561884</c:v>
              </c:pt>
              <c:pt idx="3">
                <c:v>0.0558437722250873</c:v>
              </c:pt>
              <c:pt idx="4">
                <c:v>0.2155424341949412</c:v>
              </c:pt>
              <c:pt idx="5">
                <c:v>0.2146775998749274</c:v>
              </c:pt>
              <c:pt idx="6">
                <c:v>0.203042474147648</c:v>
              </c:pt>
              <c:pt idx="7">
                <c:v>0.198181985558518</c:v>
              </c:pt>
              <c:pt idx="8">
                <c:v>0.1923229555573133</c:v>
              </c:pt>
              <c:pt idx="9">
                <c:v>0.219386450278958</c:v>
              </c:pt>
              <c:pt idx="10">
                <c:v>0.1960933015331685</c:v>
              </c:pt>
              <c:pt idx="11">
                <c:v>0.1902431877844592</c:v>
              </c:pt>
              <c:pt idx="12">
                <c:v>0.1760758198805902</c:v>
              </c:pt>
              <c:pt idx="13">
                <c:v>0.190994446687657</c:v>
              </c:pt>
              <c:pt idx="14">
                <c:v>0.1923426276784455</c:v>
              </c:pt>
              <c:pt idx="15">
                <c:v>0.1917830476659274</c:v>
              </c:pt>
              <c:pt idx="16">
                <c:v>0.1920726598269204</c:v>
              </c:pt>
              <c:pt idx="17">
                <c:v>0.2012897579917769</c:v>
              </c:pt>
              <c:pt idx="18">
                <c:v>0.1905223180626911</c:v>
              </c:pt>
              <c:pt idx="19">
                <c:v>0.1871319030840225</c:v>
              </c:pt>
              <c:pt idx="20">
                <c:v>0.1898445974883141</c:v>
              </c:pt>
              <c:pt idx="21">
                <c:v>0.1867630057175719</c:v>
              </c:pt>
              <c:pt idx="22">
                <c:v>0.1774881213910857</c:v>
              </c:pt>
              <c:pt idx="23">
                <c:v>0.1677561961878335</c:v>
              </c:pt>
              <c:pt idx="24">
                <c:v>0.0291953511164331</c:v>
              </c:pt>
              <c:pt idx="25">
                <c:v>0.0209092395187652</c:v>
              </c:pt>
              <c:pt idx="26">
                <c:v>0.0202446613357293</c:v>
              </c:pt>
              <c:pt idx="27">
                <c:v>0.0227192136327863</c:v>
              </c:pt>
              <c:pt idx="28">
                <c:v>0.0221580095926356</c:v>
              </c:pt>
              <c:pt idx="29">
                <c:v>0.0240306255787799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0.0458834393836095</c:v>
              </c:pt>
              <c:pt idx="1">
                <c:v>0.0466009780873263</c:v>
              </c:pt>
              <c:pt idx="2">
                <c:v>0.0466275750086467</c:v>
              </c:pt>
              <c:pt idx="3">
                <c:v>0.0461654468084358</c:v>
              </c:pt>
              <c:pt idx="4">
                <c:v>0.0158418183013909</c:v>
              </c:pt>
              <c:pt idx="5">
                <c:v>0.0183264889665747</c:v>
              </c:pt>
              <c:pt idx="6">
                <c:v>0.0511155799233677</c:v>
              </c:pt>
              <c:pt idx="7">
                <c:v>0.0179401600834556</c:v>
              </c:pt>
              <c:pt idx="8">
                <c:v>0.0147380519243235</c:v>
              </c:pt>
              <c:pt idx="9">
                <c:v>0.0168501545344445</c:v>
              </c:pt>
              <c:pt idx="10">
                <c:v>0.0171617431256212</c:v>
              </c:pt>
              <c:pt idx="11">
                <c:v>0.0167994280652375</c:v>
              </c:pt>
              <c:pt idx="12">
                <c:v>0.0147298259778678</c:v>
              </c:pt>
              <c:pt idx="13">
                <c:v>0.0152408560549925</c:v>
              </c:pt>
              <c:pt idx="14">
                <c:v>0.0154609002423609</c:v>
              </c:pt>
              <c:pt idx="15">
                <c:v>0.0152532476043271</c:v>
              </c:pt>
              <c:pt idx="16">
                <c:v>0.0152382688815609</c:v>
              </c:pt>
              <c:pt idx="17">
                <c:v>0.0149273208887351</c:v>
              </c:pt>
              <c:pt idx="18">
                <c:v>0.0146873322148183</c:v>
              </c:pt>
              <c:pt idx="19">
                <c:v>0.014673814260195</c:v>
              </c:pt>
              <c:pt idx="20">
                <c:v>0.0142965670821052</c:v>
              </c:pt>
              <c:pt idx="21">
                <c:v>0.0137120881407954</c:v>
              </c:pt>
              <c:pt idx="22">
                <c:v>0.0135732192466145</c:v>
              </c:pt>
              <c:pt idx="23">
                <c:v>0.014078069430171</c:v>
              </c:pt>
              <c:pt idx="24">
                <c:v>0.0601865892733064</c:v>
              </c:pt>
              <c:pt idx="25">
                <c:v>0.0161014712366266</c:v>
              </c:pt>
              <c:pt idx="26">
                <c:v>0.0231292962276292</c:v>
              </c:pt>
              <c:pt idx="27">
                <c:v>0.0214546228836939</c:v>
              </c:pt>
              <c:pt idx="28">
                <c:v>0.0220825833374245</c:v>
              </c:pt>
              <c:pt idx="29">
                <c:v>0.0312131180928734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0.0193834617137513</c:v>
              </c:pt>
              <c:pt idx="1">
                <c:v>0.0074291129573394</c:v>
              </c:pt>
              <c:pt idx="2">
                <c:v>0.007333490811835</c:v>
              </c:pt>
              <c:pt idx="3">
                <c:v>0.0279674218446734</c:v>
              </c:pt>
              <c:pt idx="4">
                <c:v>0.0696067155563357</c:v>
              </c:pt>
              <c:pt idx="5">
                <c:v>0.1066652441141125</c:v>
              </c:pt>
              <c:pt idx="6">
                <c:v>0.0823398002410793</c:v>
              </c:pt>
              <c:pt idx="7">
                <c:v>0.0604441706512532</c:v>
              </c:pt>
              <c:pt idx="8">
                <c:v>0.0698088195045172</c:v>
              </c:pt>
              <c:pt idx="9">
                <c:v>0.0794823375539498</c:v>
              </c:pt>
              <c:pt idx="10">
                <c:v>0.0548545926019397</c:v>
              </c:pt>
              <c:pt idx="11">
                <c:v>0.0517708583036001</c:v>
              </c:pt>
              <c:pt idx="12">
                <c:v>0.0447271833632081</c:v>
              </c:pt>
              <c:pt idx="13">
                <c:v>0.0906744263643291</c:v>
              </c:pt>
              <c:pt idx="14">
                <c:v>0.0318564274421929</c:v>
              </c:pt>
              <c:pt idx="15">
                <c:v>0.0509330017010333</c:v>
              </c:pt>
              <c:pt idx="16">
                <c:v>0.08411716560091</c:v>
              </c:pt>
              <c:pt idx="17">
                <c:v>0.1065907999338496</c:v>
              </c:pt>
              <c:pt idx="18">
                <c:v>0.0826736314811322</c:v>
              </c:pt>
              <c:pt idx="19">
                <c:v>0.0532939480951812</c:v>
              </c:pt>
              <c:pt idx="20">
                <c:v>0.0390231313834609</c:v>
              </c:pt>
              <c:pt idx="21">
                <c:v>0.0829644989806403</c:v>
              </c:pt>
              <c:pt idx="22">
                <c:v>0.0614292027076475</c:v>
              </c:pt>
              <c:pt idx="23">
                <c:v>0.0392421901395975</c:v>
              </c:pt>
              <c:pt idx="24">
                <c:v>0.034658299259298</c:v>
              </c:pt>
              <c:pt idx="25">
                <c:v>0.029231084024172</c:v>
              </c:pt>
              <c:pt idx="26">
                <c:v>0.0247777120798121</c:v>
              </c:pt>
              <c:pt idx="27">
                <c:v>0.1063396743265808</c:v>
              </c:pt>
              <c:pt idx="28">
                <c:v>0.0618413609740055</c:v>
              </c:pt>
              <c:pt idx="29">
                <c:v>0.0961444582842291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0.0435541311578574</c:v>
              </c:pt>
              <c:pt idx="10">
                <c:v>0.0469233338791018</c:v>
              </c:pt>
              <c:pt idx="11">
                <c:v>0.0483506711530582</c:v>
              </c:pt>
              <c:pt idx="12">
                <c:v>0.0507729897968142</c:v>
              </c:pt>
              <c:pt idx="13">
                <c:v>0.0527007958685011</c:v>
              </c:pt>
              <c:pt idx="14">
                <c:v>0.0569150809799261</c:v>
              </c:pt>
              <c:pt idx="15">
                <c:v>0.0596091131534749</c:v>
              </c:pt>
              <c:pt idx="16">
                <c:v>0.0606180579663615</c:v>
              </c:pt>
              <c:pt idx="17">
                <c:v>0.0608669051570376</c:v>
              </c:pt>
              <c:pt idx="18">
                <c:v>0.0608869936007728</c:v>
              </c:pt>
              <c:pt idx="19">
                <c:v>0.0619666367544641</c:v>
              </c:pt>
              <c:pt idx="20">
                <c:v>0.0650413889034812</c:v>
              </c:pt>
              <c:pt idx="21">
                <c:v>0.0531656259171715</c:v>
              </c:pt>
              <c:pt idx="22">
                <c:v>0.059647568037394</c:v>
              </c:pt>
              <c:pt idx="23">
                <c:v>0.0623689031516558</c:v>
              </c:pt>
              <c:pt idx="24">
                <c:v>0.0513880118085583</c:v>
              </c:pt>
              <c:pt idx="25">
                <c:v>0.0565693850768594</c:v>
              </c:pt>
              <c:pt idx="26">
                <c:v>0.0623104683022178</c:v>
              </c:pt>
              <c:pt idx="27">
                <c:v>0.0674532139268082</c:v>
              </c:pt>
              <c:pt idx="28">
                <c:v>0.0757478851076387</c:v>
              </c:pt>
              <c:pt idx="29">
                <c:v>0.0816372279901838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29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CBSF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20.284278257340002</c:v>
              </c:pt>
              <c:pt idx="1">
                <c:v>21.684726333900002</c:v>
              </c:pt>
              <c:pt idx="2">
                <c:v>22.191436059639997</c:v>
              </c:pt>
              <c:pt idx="3">
                <c:v>42.767335634320006</c:v>
              </c:pt>
              <c:pt idx="4">
                <c:v>55.848683708799996</c:v>
              </c:pt>
              <c:pt idx="5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A7ACB0"/>
              </a:solidFill>
            </c:spPr>
          </c:dPt>
          <c:dPt>
            <c:idx val="1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Integral Investimentos</c:v>
              </c:pt>
              <c:pt idx="1">
                <c:v>Solis Investimentos</c:v>
              </c:pt>
              <c:pt idx="2">
                <c:v>REAG</c:v>
              </c:pt>
              <c:pt idx="3">
                <c:v>CBSF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14.101509780250002</c:v>
              </c:pt>
              <c:pt idx="1">
                <c:v>15.72886361959</c:v>
              </c:pt>
              <c:pt idx="2">
                <c:v>18.82731708095</c:v>
              </c:pt>
              <c:pt idx="3">
                <c:v>20.98235935844</c:v>
              </c:pt>
              <c:pt idx="4">
                <c:v>22.01425002545</c:v>
              </c:pt>
              <c:pt idx="5">
                <c:v>34.007826304160005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BRL Trust</c:v>
              </c:pt>
              <c:pt idx="1">
                <c:v>Limine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21.739432960400002</c:v>
              </c:pt>
              <c:pt idx="1">
                <c:v>21.98342361947</c:v>
              </c:pt>
              <c:pt idx="2">
                <c:v>22.14372755424</c:v>
              </c:pt>
              <c:pt idx="3">
                <c:v>49.18187183748001</c:v>
              </c:pt>
              <c:pt idx="4">
                <c:v>72.34396085720999</c:v>
              </c:pt>
              <c:pt idx="5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26.269659124189996</c:v>
              </c:pt>
              <c:pt idx="3">
                <c:v>41.157753002499994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14.30340731856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13.01120255059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1.86220044155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0.05062752539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2026 jan-mai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0.2527075812274368</c:v>
              </c:pt>
              <c:pt idx="1">
                <c:v>0.259927797833935</c:v>
              </c:pt>
              <c:pt idx="2">
                <c:v>0.1498194945848375</c:v>
              </c:pt>
              <c:pt idx="3">
                <c:v>0.1534296028880866</c:v>
              </c:pt>
              <c:pt idx="4">
                <c:v>0.0938628158844765</c:v>
              </c:pt>
              <c:pt idx="5">
                <c:v>0.0595667870036101</c:v>
              </c:pt>
              <c:pt idx="6">
                <c:v>0.0306859205776173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30353A"/>
              </a:solidFill>
            </c:spPr>
          </c:dPt>
          <c:dPt>
            <c:idx val="17"/>
            <c:spPr>
              <a:solidFill xmlns:a="http://schemas.openxmlformats.org/drawingml/2006/main">
                <a:srgbClr val="30353A"/>
              </a:solidFill>
            </c:spPr>
          </c:dPt>
          <c:dPt>
            <c:idx val="18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9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Paraná Banco</c:v>
              </c:pt>
              <c:pt idx="4">
                <c:v>Verdecard</c:v>
              </c:pt>
              <c:pt idx="5">
                <c:v>Creditas</c:v>
              </c:pt>
              <c:pt idx="6">
                <c:v>MRV</c:v>
              </c:pt>
              <c:pt idx="7">
                <c:v>iFood</c:v>
              </c:pt>
              <c:pt idx="8">
                <c:v>Bayer</c:v>
              </c:pt>
              <c:pt idx="9">
                <c:v>Lavoro</c:v>
              </c:pt>
              <c:pt idx="10">
                <c:v>PagSeguro</c:v>
              </c:pt>
              <c:pt idx="11">
                <c:v>ICred</c:v>
              </c:pt>
              <c:pt idx="12">
                <c:v>PicPay</c:v>
              </c:pt>
              <c:pt idx="13">
                <c:v>Banco Pine</c:v>
              </c:pt>
              <c:pt idx="14">
                <c:v>Mercado Pago / Mercado Crédito</c:v>
              </c:pt>
              <c:pt idx="15">
                <c:v>Solfácil</c:v>
              </c:pt>
              <c:pt idx="16">
                <c:v>Banco Volkswagen</c:v>
              </c:pt>
              <c:pt idx="17">
                <c:v>Agibank</c:v>
              </c:pt>
              <c:pt idx="18">
                <c:v>CloudWalk</c:v>
              </c:pt>
            </c:strLit>
          </c:cat>
          <c:val>
            <c:numLit>
              <c:formatCode>0.00</c:formatCode>
              <c:ptCount val="19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0.3465</c:v>
              </c:pt>
              <c:pt idx="4">
                <c:v>0.45</c:v>
              </c:pt>
              <c:pt idx="5">
                <c:v>0.45</c:v>
              </c:pt>
              <c:pt idx="6">
                <c:v>0.57</c:v>
              </c:pt>
              <c:pt idx="7">
                <c:v>0.6</c:v>
              </c:pt>
              <c:pt idx="8">
                <c:v>0.7</c:v>
              </c:pt>
              <c:pt idx="9">
                <c:v>0.73</c:v>
              </c:pt>
              <c:pt idx="10">
                <c:v>1</c:v>
              </c:pt>
              <c:pt idx="11">
                <c:v>1.169268</c:v>
              </c:pt>
              <c:pt idx="12">
                <c:v>1.25</c:v>
              </c:pt>
              <c:pt idx="13">
                <c:v>1.25</c:v>
              </c:pt>
              <c:pt idx="14">
                <c:v>1.5</c:v>
              </c:pt>
              <c:pt idx="15">
                <c:v>1.5055</c:v>
              </c:pt>
              <c:pt idx="16">
                <c:v>2</c:v>
              </c:pt>
              <c:pt idx="17">
                <c:v>2.5</c:v>
              </c:pt>
              <c:pt idx="18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DF692-673C-4556-9C2E-5D3BC2DF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1A960-FB75-48F6-A8DF-79FF4B0A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9E7B3-AD51-461A-A6A1-37BE0011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8DDC2-39A8-430B-BB73-770C30DD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61A3D-886C-47E6-B4E9-78E8ABCB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70F099-26A9-4546-A0B1-9532E89F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17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917D8-9EA3-42AC-BC58-541D365E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3521102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2C8FCD-1C24-4903-AE10-FA063959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08A9D-C0A3-446B-91E6-724E7F79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FD47B-842F-4B4D-9A70-444E25BC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52DE7-8A6E-49F4-BB00-1D0A8231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5E15C-B691-4021-9D35-DD11BD0D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17/jul/26.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73CB1-0517-48F4-A460-81855976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FE2F1-EA58-4593-BD87-0A3708E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AC163-4D20-4290-9D23-3AADEC41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0580FC-144A-4BF9-9A18-467C210F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AF555B-975C-4C67-BA34-9758C4BC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5C355-CABA-431E-9046-C7855673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DBF08-4855-4BC9-9199-5B302E93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1D7FA8-94F0-4033-A0A1-6D88E0AF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9E90E2-0843-438E-90BC-65E0A27A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7852DB-D2A6-424D-B60E-16D3CCA0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613C19-1308-4D05-A7A3-5F8F53AA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D186C-10D5-484F-9FD4-675AB673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17AB37-5351-473D-81B2-4F9905F1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540463-CF29-468D-958E-69184C8D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B9F91-8471-4B73-93ED-F534BA5F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9C21A0-460D-4F2B-BDC9-E5745C5B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8716225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88DB0D-50EF-44DC-8A81-0ACA222E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F46428-E74C-48BE-B9BE-B75C3C2A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50ADD-43C7-49C4-8A24-09D263C9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AFE6F-C4D1-4ED1-80C3-D416DCF9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49305-FC7C-42D6-9724-D11B59EB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F609B-1947-4B6A-B008-4D1F8E64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9f112fb1184da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87BF5-C7E3-4E48-A299-8A5807CA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742482-1384-4BB7-A3F4-76886B84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56473-8E2B-4569-AD82-6873B985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9C5B0-EC38-4567-BDDD-C05DF7E2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39577-C43A-4BF7-A7C8-800FC7BE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38C0F-4C3B-4BD7-9DB3-A043BFE6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9DF55-5054-4846-A56E-D8559B64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6324F-9D3D-4237-924C-7ADDC7FF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0352AA-1C4D-4F0D-89B0-DC1E16F7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73AC9C-4BC5-4A86-AC2E-51559808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003978-F630-4960-B2CD-F67808D2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AC50C3-ACDA-4808-9D86-B1D26955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59F2F6-897F-42C0-9CFE-D1C6583E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A4B770-9D00-4BB0-ABCE-5BBC7463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FA6C83-E787-47DF-A5CD-6304B5CD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C34218-B060-4393-91BF-55B045BF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9760CF-4FDE-4158-9F47-A863698A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E2922C-D6E7-461B-A51D-56DB0451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C5B5AF-A9CE-4314-B075-2DF883F5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AAEAA4-0964-4BD6-B8D2-F0380AE6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3167AA-4AC0-4E1B-9F67-6732354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96CA9B-E40B-4E56-820F-A87E4E08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13763992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CBED89-CF64-4C49-A307-2282534F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F242F2-068A-4181-A082-00125028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64929-F25F-4A31-9621-3BA44866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142A9-F796-44FE-8F6B-2DE4E59F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5C5E5-5774-49EE-87A7-9375F391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26135-F6C4-48B7-A2FD-6074CAEC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A6053-96D3-49E5-A884-49AC7FEE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F6248-ABF5-408E-91B7-3E869383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7e4251355b4ca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7E543-DBCE-490E-BB39-443F2246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3C2DD-2004-496A-8C31-108AC1BB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2B37FC-5463-42C0-8C1B-F2F30409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21D542-F64F-4A58-8C4A-732E0F8C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90652-FA56-43B0-86D6-2C3C2F6F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DEA780-EE01-420F-A54E-B8C03C93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037F7C-DFAD-4B31-8D7B-C2865540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439d70ff7e4251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12F2C-1E38-4254-B314-81CB3EE3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EA80D-86E8-4952-B365-ADAD54A2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437E02-364B-4EFD-82EB-8B786385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8C2F6F-29AC-480C-A3D1-B0887ACC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DEFDBB-7952-4574-BAAD-DAE5EBF9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828A10-0CBD-4B65-BCD7-D87A8F89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52CF62-A57E-4B02-B21A-B7EE417C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d9fb9c4035f4db2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818B77-FFC2-4F28-B282-D48C1DAB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1274399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C61872-4057-497A-86D7-39F71541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8F1DF-AEEC-4578-B545-F9EE0ED5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F7AD4C-B110-4156-BFE9-431470EB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F234C5-91FD-44CA-8DB9-016D565B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719F4-5A5B-43E5-8481-2325A722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7759D-FACB-4DAC-A352-308FA52C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6EF42-D5DF-477F-BF33-3CFBF0A7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7BE03-EC87-4DA2-90CB-A4C6FC85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2CA03-7FD1-4793-B87A-85C11FF5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1F90F-0866-4636-82C4-7F44260E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A56CE5-F401-4E56-BD90-A86DA1CE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0FB5C-D591-4810-8B5F-8CF670A6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867c526d9c44c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03E1DB-A374-4C89-90A5-68442E28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112AA9-4C97-4629-8B1D-F58EF796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29f8221cf2493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97386C-F863-4A75-84FC-3430CD65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9AC000-7494-44B0-A162-C58E2A4F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1f5ad6b7974508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271AA-D520-4052-B1DD-83A79B1A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92BB85-4C7C-4668-8A91-040D1ED4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2074F7-2B52-45B7-9A36-CC8D3A8B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f90d51a7cb47b2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F752C9-C227-4CC2-A20C-53D34B01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86BEA5-C6C1-4F7A-ADDF-A2F775A1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799596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0634C-2824-422E-B0F6-B1012029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6CDB8-244B-492E-91C4-820DCF95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6A51F-33DC-4B64-A4F9-2FF249AE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C4A0F-4F3A-489D-9D20-D8A6CB8A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E4BE8-6DE4-4E7E-8D18-E0773967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349679-7113-4B5D-B7BD-D641B56B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A6A921-8F57-496A-9ABF-4B5B66FD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62FD03-AB31-4FF7-A689-74275D82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8aaa158e5c48b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F970E5-F86A-4428-B1B5-DB7849C4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CAE3A2-3697-4A48-AF34-6CD45314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c2e5c2548f4af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5F095-7715-45BE-9373-9094DBD9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F952B-EE79-4702-ABD8-D4CAA1D7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53A56-D476-4317-809C-59D174AD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4776868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94E0B9-69DA-485A-BF36-1E4D4266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4F0C5-6C6B-470B-A4F9-227B61F3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0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13 CNPJs selecionados formam Adquirência; R$ 71,8 bi e 8,2% do PL ex-FIC em mai/26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F1C2B-CDA7-4FBD-B7AF-5502F913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F9A76-0B3A-45AF-8900-0F49ABA6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D20B7-1C66-470F-BC4D-DB55BB85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e FIDCs.xlsx. Reclassificação analítica restrita aos 13 CNPJs listados no workbook; a categoria original da CVM permanece preservada na base detalhada.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43B4F-5C41-4797-8280-DC781992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A9722-6378-4E71-9A63-D5F6DFF5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0DD9C-7678-491B-ADE9-371C1266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f22577ea644e5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B9DC9-4D1C-46C6-BCED-893C3D41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6A3E3-18FF-4D71-A8DB-7F190C6A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a357aaf45c4e6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4BCFC9-4A36-461C-8EF1-39B0BFF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9E8D9-899A-4CCD-8D1E-2DABD960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ECF759-ECEF-4FD1-8E64-616D3F73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5F89BB-8C30-4876-AC24-19EC86E2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95339-9B19-4E85-B485-2FF91FFE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abertura altera somente os CNPJs indicados: oito estavam em Cartão e três em Comercial em mai/26; dois não tinham reporte ativo. Denominador e demais categorias permanecem idênticos ao mix CVM ex-FIC.</a:t>
            </a:r>
          </a:p>
        </p:txBody>
      </p:sp>
    </p:spTree>
    <p:extLst>
      <p:ext uri="{BB962C8B-B14F-4D97-AF65-F5344CB8AC3E}">
        <p14:creationId xmlns:p14="http://schemas.microsoft.com/office/powerpoint/2010/main" val="21195730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8B6B8D-D12E-4035-A66D-8711A9EE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36BE4-7372-4D57-A2FC-4ECBEDD1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50822-E29C-41AB-A6AE-A128959D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76954-71D4-4DCF-9517-2DBAE48E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2319A-02F7-4769-9FDC-44172B04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E168D-E35E-4AFD-8E7B-9EB45936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376298-C2CF-444C-9AC5-79DA8026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BFBCE-C83A-4BC5-BFC1-5B6E9FEE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20f9d66fd94b9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E2039-447A-45AC-AA4B-A7A1FED5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3122E-35C2-42BF-974C-951F0FA3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0cb87573214d2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EC8F3-46C0-4750-9042-D1B31647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03588C-3BFF-4F89-9EB0-2C54DCC1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8ECB50-40F7-4E33-85DD-4A782908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8BEAB3-4D40-4841-B61F-5F389247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10D263-ADC3-476A-AA5A-B84E6837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F832F1-39E7-4D7D-A7D1-E3782988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06FC1-9BD8-410D-8877-0A98CDF6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86AC7A-B376-47A7-9890-7396CE4E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04A5C4-07BC-4069-B95A-A7FEA08C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9309F8-4CEB-4353-A9FC-0037CDF3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5449715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8BD7FF-A864-444A-BA3F-E35991E9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88891-3925-4C1C-B144-E52713A8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8B72A-4E38-45B3-9C39-F693F04E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A3063-9CE1-4A43-80CC-93E793C9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CC483-DC41-416A-AA06-73F0D0D9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D7ABE-B997-4D08-ACFD-663E3563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EF2E7-AF6D-42A5-93FF-1D249CE6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A5AD3-A470-447F-B2A5-68FFD401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1ba343ba204bd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46B91-C05B-41BE-8E28-C07A588C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B2080-6708-489B-9924-68965D9A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A8D2D-758C-40B5-A2E6-B7F2252B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F2C049-20AC-4744-A4E0-F3768724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34F38-47EE-46E5-9D94-46B48066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43265-D610-4C50-84DE-B72A13A9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78277C-9DD9-4485-85DC-5D95171F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7A1E4-4132-4773-A951-B91EEBDA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290C1F-78A0-411B-8398-AEA15B45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85C53-EA32-4EDC-83CF-74BF5AB1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47ECC-B91E-4CD1-BAFB-4708366D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569F4D-4C84-4C05-B58B-BCE9C5E7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5B0FD-057B-445E-BB58-06ACFC94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D92835-A78D-450C-87B7-499D6CAF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8FAE28-F06D-4E57-88BF-94169FCA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EE908E-2D89-4F75-9F00-77F62E14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0CE33D-D640-42D4-B963-9BB5518A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B0BB62-D02A-46E8-9176-05DDD438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7BFFE1-532A-4FB2-ACA8-C17BBEC4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D0E31C-A99E-49E3-9B18-DDD3A446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D8D306-C9DD-415B-B28B-4AE8550D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8589332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4AAAE7-35C1-4725-9811-CA928DEC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9CBE4-1F50-49AF-87D3-A31A601E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68,6% do PL; Financeiro e Agro marcam 5,7% e 5,8%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CEBA0-E767-4418-9C3D-35ADAA04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3CF9C-01D5-4179-AAE6-2203D9D2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DA1C5A-A66C-4063-B084-06259758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5B5E5F-613B-4FC8-ABDF-A1AA5FE0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A2016-C29C-4480-B08E-D254E911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B3D29-58EC-4BE0-BF59-43891AF2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11f5eaab2e4bc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9E7AD-ECD9-456F-8DB4-299A5381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F8017-9FF2-41BC-9440-8E7C81EC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A7DCE-52C7-42CE-A64A-C671275E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9DC4E-2E75-4B0C-BCDE-8FF2191C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9D43F5-8CB4-4236-86E7-BEF30E8D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B30EC-FB0E-48DB-9A0A-0A4B23B8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67640-48C9-4BED-94F3-F79D9C7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448A8-AF80-408A-9819-738F5F52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D97EF7-0062-45BF-8933-AE852ECA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EDF450-5287-4535-8944-E96DC99B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E67CF0-70B1-446E-A206-57E466D3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FF3855-0CAD-4E84-BED4-65AD7AC1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FDE13A-3A22-4177-895B-6C21D64A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312E74-BFC9-4735-8C9D-425F561D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F4D9C3-F49F-4F50-9A0D-93F113D4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2.050 fundos e R$ 603,5 bi. Excluídos: 937 multiti­po (R$ 191,7 bi), 143 com inadimplência acima da carteira (R$ 8,5 bi) e 474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1A26E2-DF60-48C6-8987-08132DBA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5564708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37DDAD-3150-4CC2-9AF6-B313C86E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96590-5F74-44DA-96DB-0B887954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mai/26 em 6,4%; a coorte fixa soma R$ 603,5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EE4F8-66D9-4068-90ED-33B77262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B73BC-FB1C-44FB-8FD3-930ACDB0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B3948A-D604-41FA-A9C1-4820EBE1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Subtipo e elegibilidade congelados em mai/26; histórico dos mesmos CNPJs. Linha laranja = consolidado de mercado ajustado. A coorte fixa incorpora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56982-1444-49E8-BE70-0AE9B335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C5666-9266-4C0D-ABFA-56994C95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2C037-036A-41CE-AB6E-5A2C36FE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0612c1a794489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10099-1912-480F-9816-CBE45E44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BEA17-C913-477E-88C5-C73909D2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0266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534A4-9A2F-4480-82AD-9165B224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0431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BD1EF7-252D-4FC8-98B7-0C4FFB2A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597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BA5D57-A94F-41C0-8BA1-B6471B8D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762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AF692-4A41-41DC-9DDB-28DAFA6C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0928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AA14B-D609-4941-A9C2-7913F3EE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093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945BA2-EC5B-4FC8-884B-51E71C97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259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CD5BB0-B2AF-456B-99D1-F0253124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7331FF-DDDD-4814-962B-81D7B1FA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MAI/26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FB9344-09E6-4CB8-A8DF-E1907746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8AB640-7C6A-43F4-8E1B-9E9DF432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6FEDCB-90F6-4749-9272-CEC8F0A8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AC34F-DE03-4E13-913A-817C786D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15E380-686E-4FA0-B56B-DDD230B7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BAFBE5-195D-4E7A-9252-A94306A5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8A427B-EAC1-4631-AB47-AA59A816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E19A94-F312-4E4E-92D1-951ED09E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BF20EB-F975-49D7-A72B-F9EF94A3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61DD1E-3142-483E-ADD4-0BF50F4B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B7562D-34F1-4410-8EF7-107D27D3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145427-4B30-44A0-A6A0-D3D19C4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F191FB-62C0-4471-ABE7-9BF23745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784655-8ED1-4465-9F0A-64F81A6F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7007B4-729C-496A-926F-986D139D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64E3AE-8DA2-4644-8AA4-34D1CCEB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F18026-9180-43C3-987D-F7402DDB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1E7B3B-9698-4D5A-965C-5DBB4BBF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AC2F9D-0915-43B8-B1B4-CFBC084C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CE465F-7EEF-4808-862A-97D1841C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2935CA-3134-4660-BFD5-879D6425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2DC6E1-EA11-48E4-B998-485458F2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8BF393F-E4D5-4D0B-B1E9-109F42D8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F7D5A1-4308-4719-832B-90D23408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mai/26, a coorte contém 2.050 fundos. Factoring tem 1 fundo e R$ 0,1 bi; Imobiliário, 15 fundos e R$ 0,9 bi. Oscilações desses subtipos têm baixa representatividade. Consolidado ajustado: 5,9%.</a:t>
            </a:r>
          </a:p>
        </p:txBody>
      </p:sp>
    </p:spTree>
    <p:extLst>
      <p:ext uri="{BB962C8B-B14F-4D97-AF65-F5344CB8AC3E}">
        <p14:creationId xmlns:p14="http://schemas.microsoft.com/office/powerpoint/2010/main" val="2412028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525E01-599B-4404-A5E7-972B8C2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56D6B-0D23-4308-9C50-923C5122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41F4F-7250-4CA4-A403-2E5E4815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3EC17-5E6A-4F3E-B11A-8EC6027B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55426-BEA3-4AEB-B0AA-9CC829F9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E57F8-FF7A-468E-BD2D-875A3B6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FB6E1-A557-4425-BB03-5C7AD9DC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A85DE-872A-4F55-8D80-141DEF2F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3b670e2e0b43d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97050-389C-4CA2-BDFC-7D5047FA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C3E2B-A707-4FC3-BFA2-AB16F255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2D84B-0F47-4927-920E-D3C66E61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dfb69d5317481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23698-8A3A-4DF0-97F3-DAB39990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B47E14-2254-470D-BF99-8CE75C62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D2562-257B-48E5-BF04-2C7B7E63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B05AA-4358-449D-ABA2-47A7A10D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FBC276-2986-4218-A8B2-8897CAB6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D2FAD2-80B3-4518-B03D-106F13AC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0AECC-B211-45B8-BBD3-73DEF951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3443486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1E349-17B3-43FF-A6D7-E601C2DC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240B1-BBA9-486F-8384-65F167F5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F424B-5E8E-4070-81D1-4D9AAC0E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0D070-0457-4A42-BB3B-31C1BBE4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16C70-4289-4BE9-B6B4-3978D0AC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974A82-2C53-4170-ACF0-1D092CA3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7fdad12aca47c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830DD-1704-4909-9030-34DE09E9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4043221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1FB35-0B6C-4C75-8C5D-0001A566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07070-009D-4F44-9854-05F14BBD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588E17-30FA-4F91-8DBA-E818B3F4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947C3-CE81-41BE-9ABD-FE71DFAB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B06DD-EAF1-4897-AF7A-F70D9DF2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2E80C-9064-48AC-AC86-7EF58EE9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380a5b60a0410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76182-71D3-447E-AB05-D578C45A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31744308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B719C-485B-45BE-8221-3B105810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189E1-F8A5-461C-A40A-A121A879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99E7D-FB10-44F8-8F6C-62D10583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D0B64-08E8-4691-9840-1CD449C2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EE4B1-8F30-4380-B1D4-6D0361BC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BED4A-F98B-4B52-AEF5-086FD3E8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561874953c46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985110-A4A5-4D78-A52F-677AF17F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4322520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21EC0A-8DB8-4709-BD83-E50268A4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B04E3-4192-426D-98F3-DE97FEF1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permanece #2 em administração e custódia; em gestão cai #1→#2 ao retirar seis controlados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63133-4125-432B-8C38-620E8B29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25760-A426-4EAC-B4CF-48959A72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76BC8-4C10-43FA-A636-2A0C46D2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1T26, nota 3.d. PL ex-FIC; Sistema Petrobras e TAPSO excluídos. Cenário ex-controlados retira seis FIDCs e R$ 28,6 bi; o saldo não é classificado automaticamente como terceiros.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4B94F-7BFD-4968-A568-8451A4D1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5A916-0F35-4D3C-ABC2-C0D1BACA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E2C640-6328-479F-B659-E45DF29F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81,1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7610A-E406-4201-B60A-97178501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6d29f01f9414dac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EB7CCC-0337-44F1-B19F-9F32364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240ADA-4B8A-47E6-823A-8E3D2254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37,0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CCD659-C637-4A61-92C6-1E56DB29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d881da248c4700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07A9B-A026-4283-BD2F-63059978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1DF744-482E-4FE9-9B5B-6A32E776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80,6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D96023-F413-441A-94D2-40344610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c3c3e508a1413e"/>
          </a:graphicData>
        </a:graphic>
      </p:graphicFrame>
    </p:spTree>
    <p:extLst>
      <p:ext uri="{BB962C8B-B14F-4D97-AF65-F5344CB8AC3E}">
        <p14:creationId xmlns:p14="http://schemas.microsoft.com/office/powerpoint/2010/main" val="21186702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11C273-6863-408F-A7AC-54FFE359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80832C-764C-48D3-AADA-DE3F5635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R$ 122,5 bi e R$ 120,6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25071-DE27-4D97-B49B-42DC981D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036BF-4BBB-4892-BF8A-BB5A4F99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D8375-941E-4074-ADDA-F94E7B9B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9729C-D4CA-4F14-8E8C-4AFDC5DA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5046C-97F6-4ECC-A45C-9DBDAB8F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7C7AC-675E-4BA3-BF36-49EB2BA0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55,8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42,8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1D0A4-1DF0-4A96-B577-82FFE8CD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be4f84d4624c05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716084-AAC7-47BC-8CB7-31948B85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EE879-5F07-4946-BEF9-72575AAF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EBD45-EA62-42A4-99DC-90834BDA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f4821bc78d43f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6A6131-7A96-4C74-B992-337B1343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979643-FC12-41CF-A547-135DE5FC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7/19 · 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6/10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E0EE01-5384-4884-8386-5ED66CAB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c1140834844862"/>
          </a:graphicData>
        </a:graphic>
      </p:graphicFrame>
    </p:spTree>
    <p:extLst>
      <p:ext uri="{BB962C8B-B14F-4D97-AF65-F5344CB8AC3E}">
        <p14:creationId xmlns:p14="http://schemas.microsoft.com/office/powerpoint/2010/main" val="6635403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C0D39-2251-4BE2-816F-0B303EC3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7DE7AC-5809-4F49-BFD4-18261D61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1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volta a R$ 41,2 bi em mai/26; Consignados I explica R$ 8,2 bi da queda aparente em dez/25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A1360-83B3-456A-9F8E-93651616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F2F17-8887-4EA0-BE54-58956706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85C5B1-684B-4B07-ABB2-F3D31418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02520-506F-4141-9718-433FB12F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898C61-357A-4421-870A-A2425DFA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7D992-BF9E-4E00-ABDD-00BDFC8B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f01008f6c1499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BCB9E-A621-4195-80FC-C92EB48C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D0EDA-29CB-44D5-890B-AB429BE4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7.919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7.730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5.930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5.765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26643-6DCA-4AB1-A9BA-89E2B86F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70,4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EAA96-85A7-4F79-A014-5399C6F2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mai/26. A ausência de BTG Consignados I em dez/25, seguida do reaparecimento em abr/mai-26 sob registro de classe, caracteriza quebra de reporte; liquidação econômica não foi comprovada.</a:t>
            </a:r>
          </a:p>
        </p:txBody>
      </p:sp>
    </p:spTree>
    <p:extLst>
      <p:ext uri="{BB962C8B-B14F-4D97-AF65-F5344CB8AC3E}">
        <p14:creationId xmlns:p14="http://schemas.microsoft.com/office/powerpoint/2010/main" val="63664280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CA4B22-AB62-41AC-B1BE-9D8FB882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8B0A8-2EDA-4598-B22D-7286EB3A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74F0D-7148-4FAC-81B6-522DC460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CE1FF-5AE3-4D97-ABBE-A58034F1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12CCA-86FF-47FC-85FB-6D3ECB6C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DBB5E-90FA-4B47-9DC5-A8F29EF0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75544-E1AA-4CF4-A39C-2AA0AF7E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89F73-9BAE-4F66-BF80-03FD9652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1db607748f4c3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F7ADE-65EB-4BB2-A4A1-0C73C7AF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F1AAC-657C-4A76-A969-AD130384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079D0-BF9A-46C5-A921-BC7A2968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A816B-4450-475A-99AB-53A47A91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1683c266f3448f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FA33B-CDED-41A4-88E2-CAB977A4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F8EF8C-1164-41DA-AC0F-B3EF43B5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C2EFC3-D043-46E7-80B1-873290CC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20445084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8CA47-42F0-40E5-87D8-7688EC80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2BBE68-6FEA-473C-B131-F3686CF6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A3EBC-0554-439A-B120-1A9D933F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352E2-FDBE-4495-8B37-96225248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6F876-9277-4F1E-9B56-96AD037B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1F6D9-EC50-443A-A036-FE65FF41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1078995454855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5133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350C0-1E46-43CF-84FA-2EFC5498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FEA7A-C11E-4990-AAC5-64BE3BE5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358 FIDCs trocaram de administrador; 10,7%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53887-F568-43FA-9D37-128EA3D9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2C282-C350-4335-BB2A-18FB3611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7D8CB-ECFD-4784-A5A4-C18403F7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mai/26, com administrador observado em dez/24 e mai/26; largura = PL mai/26. Cobertura: 75,6%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D81EF-148B-4529-8741-5A5A540E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7a771c83640fc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8038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9FED3-9C30-4A57-8A88-F4572C74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DCFBE-764A-4178-BA9B-0EF404A6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7F72E-3842-4DF9-9F8D-55740ADA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7777C-C4F1-4A9E-8705-20B0293D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26769-C2DB-4B47-88FF-F02038C3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7,25%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FE128-6A63-4431-8FD6-6BB066D8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1102b7250c4804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31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58F8F-E2F4-4356-942C-E7A76E5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1EF9F-B56E-485E-9FB4-77891BB9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 FIDC e R$ 0,02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C4F3E-9F4A-4F6E-A0D5-2391D61D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2D958-9965-49E3-BC90-CE338EBC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D22C3-0AEB-461D-B705-5A0C6BB8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6,20%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25953-1244-4A96-972E-D67B437B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16524cc3d4d1f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67127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ECCB029-9362-4A8A-8DA5-A2D8186D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E7D90-6DD9-4430-8C6F-DF3067B2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5154D-BD22-4D64-860B-BA00CCA8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64B78-D984-482B-876C-918C002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2C14B-55D6-4A0D-9986-FE7A6F42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FEEA1C-2CB5-4F75-A947-67F4E12D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D2DFB-FCAA-4445-B9B8-570B1DB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06B97-BD14-4B15-8C93-5791C63F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48F084-DBDF-463B-A608-73761ED1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ADA57-F31F-4EF7-AAF4-84A0D5AB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27F67-BFC3-4893-BDED-7ADCA812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D0BA8-CD87-436D-8164-028EFDA2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A8180-2E28-4D4F-AB7D-30AEE5EC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A6EC42-2AE8-4CD3-970E-C54A0580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80387-956A-42AF-AE1C-75C99178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E8C05-36BF-4F87-92DA-DD82F336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E18007-DCF7-4E35-94E8-E969D969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63BAD-FE1F-4EFF-9D40-6C6DA945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24720-988D-45FE-A173-7AA1A1C2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05CDBA-599B-4C56-ACFB-E69E37F7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2E87DC-08E0-4257-970E-568A0DD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9255DA-86CA-4722-9B90-8A306909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8A3D0A-FBBF-4A72-9074-64957FC3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402143-8E06-49F7-B665-DF9587B9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63CD04-2FA4-4341-896F-2B72E6C0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34903E-365E-44B9-975C-EFD59993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628F17-07AE-4D0B-A3B2-B75DAF6F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3B3686-1C31-4837-8AD1-7671DF19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8B638D-3EB4-45E6-BD59-D0AFC62A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2FA627-4969-4651-8BD5-930330A2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03373-401A-468E-8FF8-4A5E1974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B9481C-2D62-46DA-965E-5D1C4D6C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97D849-C332-43ED-ACE3-F1C4F27A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C88166-A19B-4DE3-9D3F-F6D4452C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85F639-9586-40BC-A696-59BD003C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9777C6-DB46-4BE2-BA98-E2C49384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046F23-D6BD-42C0-952D-C0E46B64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F158DF-6EE1-416E-A34F-C7417DCC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B2D3EC-C130-44BF-88AF-48667FD2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77E371-A3D2-49B7-B613-83B6BA89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8979A2-C268-4F77-80AC-FA74B4F8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EA8638-BA65-440A-8204-A14D23DD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179BBD-6365-41BE-8B8C-7469FD08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59785C-D2B6-4F7E-AE74-183C39EE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3902F7-ABDE-4160-8A6E-7EF7388C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352E9B-A03E-4736-B0D5-F728BC9A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B4AB48-22E9-49BF-8FFF-7D526F45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B9C609-03C8-4E16-A132-C6C7FCD5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60D6C7-CB4E-461D-8803-DAC0B606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8ED17F-6506-409F-9025-93B69762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32042BA-7883-4DFB-8AA7-7AB2A706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C431058-C190-4DA3-9E28-9D107CD7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FE5550-1493-4E0A-A796-DDB73526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A7743BB-F468-4710-A708-9F099E5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8425B1-0DB5-46FC-BEA5-78624959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170B15-5C84-4554-A0E2-B43AF513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FF65AB2-61E8-4CAD-B3FD-F1213D20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8A3B0A-0BC7-41BF-9DFA-A4CE76ED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BDEF884-0B24-4A66-A106-DE7F685A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810EE29-02C0-4511-AF18-5A265EBD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FEC91F3-D82B-4FD0-9D11-BE044C56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D9B367-3A78-485D-9FD5-8A552A70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12EF279-4B19-4720-A5A0-01CC70C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A7BF28-7E4E-4BB0-A58C-DC59A042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0B5FCA2-9671-42EF-9628-7BC86FEB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BDBA378-5E3B-4DF1-BF43-30307ECD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D68D4B6-5FEB-4C08-859E-B64B28F1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426922F-7296-4269-B3EB-787E77CC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82FD810-EBB0-4667-BF08-4394DF47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5A2D9DC-98EE-42A6-9CBF-996E5413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C1699C-9911-430F-83BE-CC5C2140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50876EF-E6FC-4F8A-94B3-D096D4CF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9A72CC3-3609-4EDC-97A4-003A1FD9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D077895-F440-4406-89EE-D80A1F30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A355B94-19E1-45B3-90C2-7C786A8F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B17B184-ADBA-4743-AAB8-990BD432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3D714F3-1178-4FCE-88B1-9E320553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F0E881D-DA15-4D86-994F-65408D5C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78AD506-A62D-4C5E-B5B2-11890F5D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66371DF-482E-4990-B227-42B9D0CD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6B582A0-3485-47FD-8222-789049A7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E2643EB-030D-4E5C-BEEB-2A77FB7A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C841124-56E8-41E9-9B2C-FF1A2E2F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742626B-0271-4403-98B5-7747DDEE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07C00D7-5BB7-48CC-B551-1D239D41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0B93F66-1652-4CFF-B8EC-F1D4E694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6CC13AE-2E44-4100-89B9-DD000242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7073D99-765C-4BDB-8BB8-044BE9BD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F7A0C18-BC25-42D0-8589-24FEAE73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C23A40F-37DC-4D83-BDA7-BA1F870C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2228CBC-E19F-415E-AB95-74F9C43B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D2DFBA0-C361-487A-BF2B-ED6AF3E7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BBBEEF8-85ED-4131-AA65-9989C826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8649524-253D-4458-9E67-8C5AB535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1D51623-280E-443B-9CCF-9EEF377D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4CAC503-0606-4332-BB9C-0CF3CD89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D2DAED9-7DF7-44E2-B1B2-E5C8F535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DFCB112-FBE6-4D71-B687-6591D2F2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FFA5CD3-1A73-496A-BE40-1FF4270C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A98640A-27DD-4831-A534-FD53FA1E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3C5C47F-9883-4954-ACDE-215A63D3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F973EB7-AD5E-41FD-9DEC-605A4C03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48916D0-42EC-4A5B-BB35-280D5720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2D82E80-D2D9-4C63-8D3B-B912A375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DFA0A95-1027-4247-88BC-FE5B1C44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96EF77E-6DED-449A-8591-F9D7EE8A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4C90403-732F-4625-B904-4F122315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4FFE808-1A24-462A-A237-AE8687F7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B78E844-BFA8-4DA9-A5FA-47C279D6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1959856-73D9-42E3-9954-545203F5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09A6ED0-1E68-45FD-8EDA-CBD1ABD7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EF1EB084-7817-4C07-97CD-DC30AB03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87C85CB-B449-4999-8000-BCB7317F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6564539-D987-431A-B1B9-3822DB72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A3F3340-88FC-40EF-BD15-3196EA05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0199CD9-2541-4B94-989D-CF3097F3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44FE007-C309-4B9A-AD1B-42507180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7A895F4-6CFB-4C94-BA99-AF686ABF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5D05458-851C-469F-941A-C62B0A09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225EB9E-D617-473F-A2E6-FA373454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FDBDF76-8456-4A05-8FA2-7577D08B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1879B2D-1F8B-4E15-9AE4-E28D282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A3AF868-E481-4673-864D-F3B9FC74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24AB00F-FE5C-4E47-9AA6-F28B64B9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971B4AE-A6DD-4244-9827-69BF4415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8A192C2-ADCB-4B61-B194-51AC372D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6ADC4B8-5846-4F97-8ABD-19981B23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95118E1-48E3-4591-9BBA-950D2025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C74BD87-0D99-482E-839F-68F2D095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2C68B59-A023-421C-8D14-8303B4BB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2C78230-47FF-4478-87E0-FE576D75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207937C-4470-4BDB-A8D6-1D920E3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6E197D9-FE3A-472D-9A62-52917796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210284B-1204-47FC-9B9A-E1743235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293DE1A-EA6F-4191-96FE-9387A0FD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BF03F30-D3F8-4FBB-A5D4-561D3623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84FD35C-D4EC-44CA-9D12-566D3C40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C60795D-2929-4F72-80F2-C68673AA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A3488CF-10D2-4AF6-8803-35FE2979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D1B69BF-01B9-43A1-A018-EEC822DB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1F60C603-1DE6-442D-8546-80F6791C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4EB378B-0E07-491F-8F86-00883830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9CAD2FC-E95D-4D31-ABA4-69E49F03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0A15198-306B-497B-8CA3-C7D86B3E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A40F826-FAC7-4F40-A4A3-D3567154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D2EDC19-CA10-4B3A-9B8B-F05B4061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A40F4B6-C21B-44D2-AF25-D319FD9A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AC65E98-D179-49FC-8153-EE2B84B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973A24F-5C24-48A4-BC7A-CF0DD348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48131C0-2BD2-4722-895A-D702A5FA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BFCDF54F-AD7B-48E2-86C8-AA199355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3E686A3-03FC-4C7B-995B-14FC4FC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8AE617A-4CC1-4A7C-BB30-83E6E28A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1D632A2-A3E7-4902-843E-5DDCE840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6AFB2BE-9184-423A-8657-BAEA3E85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69DD71BA-9BA1-4016-9AFE-CF0ED919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95B56C55-F3B2-4CB9-B502-D1C9C5B2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3C0507C3-758E-48D1-B157-C2EEB6CD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0B13054-2288-445F-A989-BF31ABB8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052CE3A-C6E2-48D7-B3E2-D05803E7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F4858F2-7FCE-486C-9367-C6BFD7FE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4DD5FA80-54BA-4B62-AA90-4CDEE157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3472A509-E54D-4C35-B33E-D916A3ED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243DCF2-C207-4588-BFBD-9350907F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1A9417C-5E9D-41B8-902E-7EDF1B8E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D8498457-5E7D-43E1-BA89-46AC7446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7DE3EA6-EEE0-4C3D-AEAC-A69D8BDA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F91781B6-AD72-43BD-86A5-0162A0F1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326216F-B4F1-4FA4-92BA-A757C483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F47E0B3-D391-49D4-A71C-880DC10F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27593E5-0B18-4A54-87D5-313CB541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E70F7175-B3B7-4908-82E2-DB7D35E0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C313D73-9356-4A3A-8889-0CD489AC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B19950AD-35D0-443C-BA39-E775EAC8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8938F566-9F06-42E3-BF98-F070D22E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95E18EE6-F67B-43CD-A6B3-7B1FE36A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79A1EAF-0C7B-48FC-8D09-36024667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E3960865-5687-4925-848C-98B82A9D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68CB8A65-2599-45A1-BBD0-81E271FB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6CB2F82B-8178-4303-8B08-C8572516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54811608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F9355102-027D-4FAA-B040-B6DA78CD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C65D1-2792-4395-897F-D4E86FF0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B3746-E326-4965-989E-32E3645F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BC91A-1C30-42C9-B1D5-DD1D459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95913-30B6-40DC-89AA-9994CD35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4C3FD-F338-4522-B655-FB30F420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6714F-80CB-4250-BD67-02D56CD4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7C0BF-82E3-4F9A-8C0F-21B87264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0D083-9748-4225-8725-7EAB641D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D88E9-C2AA-48CE-96A2-51E42B05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5FC27-D6D6-4251-84CF-F5CA6380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1CF91-6DD9-4DEA-B83C-34F730FB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E0A5A-69A1-48DC-8E53-FF7AFA90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263EB9-3BE4-4FB9-9FF6-B8C4BF9E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01ECFE-275B-4490-AD6F-A9297B48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FC8B1D-5292-456B-80E3-F50B33E2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40852-B583-40D1-8B2C-FCE3D6E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4EC164-6C5C-4BCB-8FB1-9662CBCA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B64807-A5C8-4F9B-BDD2-DB099CC5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5643AA-6286-4395-9E66-E9991C0B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DA957-2F1B-478E-8BE2-6A8D12B8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67B9EF-35B9-466E-9EE8-422F652B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9A797C-C93C-41D2-870C-19D431AE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9F20B-C296-4F2E-9484-5FB4E920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F19C51-D3DD-4468-A8D5-63D5EE33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BFED8B-3216-4F83-BB65-AE2CC70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928A30-3DB8-4D44-A63F-E574767F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115F1B-52BE-4AE9-94DB-C4852644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AF07E6-AF37-45D3-8294-8B87CC5B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D06661-F9E8-4746-99FC-ECDE47BF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2A94B5-8647-4871-9B98-EA6BFC41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F260D5-F6C8-4E03-9C0A-8125CB90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858CBE-5030-4FE9-A79A-9AB53FB3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E083DB-CD29-4775-BA9E-D5C27553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793F30-B9FA-48A2-BA00-25221FF6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FA82DB-C51F-4C99-89F1-13BEB8B0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B9E98B-F0FA-48B9-AAD0-DB989763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4F4E3C-E311-45B1-BBB9-1726660B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31122C-94C6-48A0-8086-E6DF8211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1FFA07-5BF2-40A5-9C07-99FE8AED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E2CFB2-C632-4AD3-B10F-3F0C98DE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5B0A94-8A1B-4041-BEE2-26A9F8CD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21E105-932A-417B-9120-23390709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37DBDC-5F48-4DC2-BBE5-5EA7C645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9CD4A1-2F82-489F-B7E5-F8C0504E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F008EA-DB33-4FD2-A516-4599382E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13B88DD-CA97-45F3-96E9-4151DA03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083F53-731D-4BCD-8123-E2E32260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E90CB9-CF31-401F-9FA3-98797C06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097E9F-5C43-43F9-A620-336BDCFA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21222D-D9A0-4D9B-A83C-2B255391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4F005E-B19C-441F-99B1-58577905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528CD2-53B9-4732-B114-EE7C83B9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5A0FC09-814C-4B4E-9E61-AC1B690B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40D8D9-1D7F-41EA-B3EA-9417B0FF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07CA4F5-BCA3-4A3B-BA51-19E97596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91BE588-6580-4A28-87D0-4EF7F93A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608531-5C56-47DC-9BCA-321B11B5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D9957DE-4B7C-4491-AFA2-09A49132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9E8DA20-4CBC-4644-B87F-C4303430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1F0F34-68CD-4E15-8674-411EEF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9A4B68-79C7-4E9F-A694-7655CB1E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7226DF-9832-4120-9E2E-6B685073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16525C-F4AC-4BC7-9BC1-ADF6D09D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C0FD45C-0C84-4511-8269-27D3E3FC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A179E15-839E-4096-9CE4-333BA3E6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7C7BC44-921E-473D-A020-F3EC416C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65679A-61E7-4F03-A15D-98EEB6B1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CEB3790-5DF7-42E5-9F50-B932211F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D03F39E-388F-4410-B2B8-9B550647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D211B96-D156-4260-8AEF-35B796C3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156E3A5-451E-4883-9CE0-C1FEF997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187ACAE-EFA6-4986-B405-DF06C95F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1D85CBB-89F9-4272-986E-72BB0954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3C408E-4F38-44F4-B6A7-B2773833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9262884-5BFA-4117-85F5-DCDFBE68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DB2D3CD-8365-4160-9312-CF5371B1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3056AE9-AC8E-4CD9-84F1-F92AE33E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70D5F34-A3B7-421C-83DC-E5387180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B3890C-FE93-404A-9920-514E7878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3CC7B4B-33D1-4938-B1F5-8D5B984F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38FB022-2C47-4813-AE52-A47CEC20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B0B6944-B426-4D72-8703-DF6685B6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D248DC1-A097-4B79-AE20-54D6D0AB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631A0E-6B41-4201-8421-0E3C4219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A376A78-97A3-469F-B334-7C442590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B293FD5-DB89-4850-8BB9-E6054176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79D4F30-2E19-48C2-85FC-48AA76C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628AE2B-0E24-44BD-A92C-E5E9F103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1E104DA-6054-4493-997B-570E2C20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B751900-2CC9-47AF-A171-CE6EE1E2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D312B23-CB44-488C-A5FB-4931ECD3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FEBB6CD-00A3-4BBD-B099-60B79B1C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AB9E288-D626-4977-A6ED-4C23093F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6276483-5312-4839-A0D1-13C7F14D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E62E5D3-127C-4D37-A4B9-D23C6D0B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B847A7E-6707-4B42-9E18-CFEACED5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FD147B0-1706-4D2F-BB21-44408B52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6D6EB2D-179E-4D17-844E-CA5F0000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444D5B-D1F1-4265-BBDF-13A94176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E5EBC36-D9EA-4341-8CF8-9D4819F6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1252BCB-C2A3-4C2F-A5C4-D21B5611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5212F69-183B-425E-AFE1-7F2948A9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721EEFD-E285-4C52-B885-15C79D39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FED2902-E795-4F2A-A27F-54B4E646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F9B693F-7367-4CF4-988B-8F8D5284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697F728-4ABA-4F82-BA5D-2CE48F1F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90267D9-3D59-4D2C-90D3-6666E3C4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55C347A-EFEA-4C3C-844C-21CA5096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C21EC16-6159-46F6-BF0E-1231CDFC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2EFE416-FB86-4240-88AC-57FA54EE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67717EF-E09C-4C9A-B43B-D4BDAFA3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67F752A-D532-4805-B965-2B71B42A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414BFEC-9AC8-4581-8004-2DC10FF6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DC0086F-69C7-4C55-B718-15056E90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2DF6E66-70CA-45E7-91E9-CEBEFF2C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3B4E226-F26E-4F04-919E-E5E7023C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1154016-4911-4D5C-8396-15189BB5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8B15ACA-54C7-411C-BEFF-7A63F0D4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84A5ED8-88B6-4C8C-9C54-0EAA7678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CA2A3B8-0667-49C8-BB62-67228ED9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72CBCA7-B3E9-4D99-BC9B-20683480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45BB97E-9B87-4506-A9FA-737FDE38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2836A4A-4E6C-4689-B831-B3B754A1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15BEA38-4AF9-4C54-9192-393A327E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DF3E182-F6B6-4C23-BC1F-744C2527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0BF7EF3-7304-4066-8263-DA45800A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DF1AD56-D963-4260-BC79-2392BB99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AE3D7CA-E404-43C4-98BF-CC7104A2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7F41A05-65A8-42B9-88FA-F3B195A0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5D62753-93EE-48AB-B7C3-5E3D92D4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E1D3126-E276-4173-AA21-611EA2E4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21B1F67-B1DE-44F3-A316-74EF16C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8029786-1BCD-4C5D-9E04-839F5561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11C5EEB-249C-4FE3-BC77-CB3BA425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4E33B9DB-97B5-4C85-B195-004A1077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73FC4E8-C38A-45B1-8ECA-4DB85709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7FD67F1-D234-45B8-B2C7-4F9ABBCD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7A12E0C-9848-4DB5-AD66-4E1431B2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04E5FF9-5633-4541-BD72-59C7E896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96CA88F-BCF1-4493-AF36-DEC6FFE5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8520C27-B752-4AA7-8FE0-77B96D92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26991AD-37A1-444E-955E-CF2C4DE7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D902BA4F-3F38-47B1-BF1C-DCB83E51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607068DC-CEC9-4466-9D91-8DA3ECBD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D71596C-4A8E-46C6-85B5-2C9E7F63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BEAB048-BB33-4A01-986C-AEC3D04A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6BC4C68-08DF-45FF-A63D-E85138B5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A4F5184-3A5E-4E16-862E-BD3973B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26AF3FD-D5E2-4774-BFC6-AB0746F8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261114C-EC7D-4B9B-BDC3-95492846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50D28337-7C7C-4A78-A0CC-51C4EAD3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0899CFC4-F44E-46FA-8AE2-E53E02ED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0599EA2-BA99-4C65-90E8-1F0950D3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E8E512C4-42DE-4418-89E9-91D5B2DF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D351110-EB28-47FD-9584-D78AF547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D03943B-F228-42EE-93B0-0D3AD50F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58935D23-84D4-43F5-BB9F-707C9372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9A153E0-4A62-4035-9302-2FE33C15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114EDEF-E22E-45B3-A27A-3A6E26ED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A5D89A6-FB0D-4B32-938C-D8EF15D0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9EECB99-8732-4B30-AB1F-0593C9AF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B4370CA-745B-4A4A-84D7-A7B4A918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E1BA9C0-68A1-4E56-94D9-C2A7FD72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11DB744-A869-4949-A7DF-42DA6EEB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228FE4F-5AB5-4732-8E00-D825AB0F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00B983E-6688-455C-936E-FEA96666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A6067C7-C5B7-4BA8-8F34-3BF9E756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55E06B6-85F2-4D90-AD99-583D7E57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A1A91E88-3E19-423C-9A7E-DCD2435A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6B1B4F9-7332-40A0-8582-CF80EC58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E9D5893-544B-463D-B553-EA85288D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9540A02-42FB-4371-BCB7-612069FA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CBF02756-C69F-4DBB-A6B8-38D81FA1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A60E5E8-6094-4709-86D6-642A2984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546FE7B6-C8B1-4741-AC57-52B1EF1C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4D2CB62E-6488-459E-9560-D637A0B5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4A7AFB7-C562-4A29-9040-677F6F9C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F09054B-47CA-413F-B3DB-99D3B1EC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5D28F09B-2D61-4D29-8853-AD41BA6E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70214469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74A6BD-361A-4F95-BEC4-F55A779C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ACE46-9607-47F0-9162-A2104EA4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A9AB9-79FE-4B2E-9B30-BACB7CBC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76DF3D-0526-4174-9F44-5BB394C1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2EC7F-1858-473D-911B-873EB8F2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701963-4529-46F7-BEED-F689168C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d794a5921141c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3030A-814A-4049-BC9A-FE75A329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DDA2F-EE78-4251-A5E0-ACB74DD8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E5D38-0FAD-412E-99C7-9520C136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2AAB2-8524-4ED2-8B52-D82E1521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ADCE5-7CAD-407D-9C03-B3BE6C23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5CE978-04A7-460D-9BFD-7B53B004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7D88F6-2B99-4B8C-8340-88BE1F64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BDAFF0-F771-4B25-BDF6-C2A98971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1600D2-DE0F-4FF5-9FA4-B38A0AE3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03D6D3-032C-4E74-B49E-F96573B9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D37A0C-65C2-4520-99B6-4F3F9DF9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F6EB23-5250-4788-BA37-96FEC16D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5DEA73-25D9-441A-9237-C28D2453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F30B8-CB8C-4B3F-AA1A-40AA6843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37A1DC-A383-47F2-A8AF-04BBAA51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B40873-B888-4247-9960-9FBBEE1D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3B8FB6-7F95-491B-A5E0-F01B2EC8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7C08EE-9B9F-45E8-A458-8B745CB9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79116A-5042-42AB-851F-16B5E73A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88AF8D-9C77-4436-88A6-3316CA41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52738272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388E23A-871F-495E-9E48-04C1B086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EB9F3-FE30-410B-BA91-7DA3BB92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FD75C-4BC3-457B-A92E-1471BA64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5B239-CA5D-48FB-96FB-473AD332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A7790-F6E5-4B30-910B-1371ACE3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D828B-2E50-431E-8E0A-286A47F8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AC99D-2145-4C64-8D57-0C05C17B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C59D3-73C5-4BC0-BB42-7B5E51C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A18B1-0685-4785-AD72-6C6F8804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8AB0B-D889-41B0-AE58-C549E584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4668CA-121C-4E47-AE71-5B8DD480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5F809-44D0-4749-ACD9-9C0FD341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70B787-697A-4631-93DC-3CEFCD79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002B3-FCF4-4F82-802B-99E5F1D2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6B25C-1E9B-4CA6-9F5D-C3724284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3F280E-4675-49B4-9699-98B1B466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B8298-A8A5-4FA8-A886-12558F43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40EF11-6285-4CA3-AC2F-BCE90C12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48706-89E6-4985-8059-BB10180B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3E0594-57F8-4805-AD4C-D743987E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906F07-4B03-49A5-A087-843171D9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F1F988-B9FA-4DDC-8E12-BD9271F9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23573-3FE9-40AE-A68B-1A60B4C9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125734-7774-4326-A6EF-D5B7B3DF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0D981A-81DB-4109-B98C-060184D2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B3CDE-5821-49F2-8FCE-38420E31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04097F-4ACB-4D67-9EA3-FAFA3CE8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764CD0-6B07-4360-B79B-A1F1B7D3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E8E987-B9CD-4DB7-B60B-C7E9775A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B30163-C2EB-420B-AAEE-62A5F603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58BACE-D1D9-482F-87E3-8573167E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A0F51F-C461-4C67-8BFE-68CC72D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E2699E-0E0A-45E8-9C44-7198F9F0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D9A6CB-40A1-45DC-A5F4-05092DAD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434846-87AE-4948-A46D-5FFEE698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8877E5-17EA-4718-9ACC-81D1EFB5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657C5B-8A81-4612-9951-468FC6D9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736072-C41B-4342-A0AC-2D36CACA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0E4AE6-3F8A-46A9-98D4-D1557C12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8D4827-F31D-4457-B1FA-990B0780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90ACE0-AA16-4BB9-A82F-1488EBC7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8444E1-40EE-471A-8469-4B3D51AB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28EB49-CED4-4278-80C0-66B66D1E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7405F56-7C07-4BB3-96C0-BC2366A0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988518-C984-48BE-B463-F9498B8A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E71A9D-5F95-4785-8ECE-7CC4E2A0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07E128-7FD0-4543-8A77-9C535EA5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9A9A47-5A57-4F09-922E-85613539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D889E4-1987-4D8F-810A-753B9DB2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EA49C1-D33E-41EC-A95D-73EA1A5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C1A38DA-8239-4E30-9E19-189B50E3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5D925C6-98E0-4C14-AD3F-4B08328D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5C0AE78-33BA-4385-91BF-9CF7E246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81DB6C-13AA-4F7A-968C-13867261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947B83-3393-418A-81A8-143210A9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EF3702-DB9A-4267-9F11-F363E961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C3C2640-9FE7-46E0-86CF-3831759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54627F-5550-4F86-B196-0E27B2CF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A277DB-D832-4033-8EED-4AF093F5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2731BEA-0A3C-4758-9425-C245A422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F09EA38-2216-499E-A727-8360A778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6C51DCD-F3FA-481A-B994-8327A725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FC8B44A-41BC-4344-A92F-A8FB29CE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4D78BE3-86A2-4B61-B7D1-4DB94F57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9891E9E-D7B7-4C81-9908-B7326575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689FC1-15EC-4585-8D25-4C2FDF5B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F1979F8-F0D8-4CE7-96C4-C6134883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4FC711D-853C-421C-8FD0-ADA0E837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462DDE4-F7D1-4A7D-836E-C4AB666B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4D28BFB-190B-49BC-8CD1-EF3405E3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64D00E6-460A-4AE0-8859-E6E4CA43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33E56C9-6700-4E61-B661-CD4490D8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7F75D52-C2FC-4BE2-BAAF-FD031AB8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51F8E4A-27B7-440F-A63D-78CE0477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5B37392-8C5E-4879-9EF1-B738C3CE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46837C9-4E19-4EBC-95FB-A32FC99F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7B795DB-4FF1-4357-B8F2-8B6F7A5D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FDA0533-AA03-4204-99EE-028E7808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59268281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6D099-BA88-4FCC-A6D5-9732C5FB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4DBB2-FFD7-41FC-AB98-A87D642F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R$ 21,4 mi; 17 ofertas acima de R$ 500 mi concentram 47,2%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C2801-998C-44DE-977A-0DF33125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BEEF1-6B3D-455F-AD8A-2CC0FA57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33097-75E5-4ACA-A861-6DAF7017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Públicas, snapshot de 20/jul/26. 2024/2025 = ano completo; 2026 = jan–mai. Cotas de FIDC, oferta primária, Oferta Encerrada, valor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D191C-8B06-44BF-8CAC-C00B3540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A84F8-4B87-42EE-A733-2645996E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0E4F6-14E8-4272-BB95-AF82EEC5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d0aebdece94e6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8D6F6-6352-486D-9691-56DF95DA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472AA-9684-4475-A882-290BCC8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jan-mai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21,4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474AE-5BA6-4FC8-B056-3061985B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47,2%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760A42-99CF-4678-B331-0F9128B1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850169-F047-4C72-A657-7EFC0836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volta a R$ 92,9 mi, enquanto a mediana recua de R$ 30,0 mi em 2024 para R$ 21,4 mi em jan–mai/26.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144678716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515C2-A89D-40A7-B3B5-A1A0BAFE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FD73D-AFDB-47C5-92F8-CB3A6B02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 originadores identificados somam R$ 22,0 bi em 2026; cobertura nominal de 31,7%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9BC7-6F87-4A7B-989C-B1D43A69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BFB92-3CCE-4826-B858-2DDDE645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0116F-8543-485F-B2B4-565C9845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17/jul/26. Origem = primeiro match nominal auditável em emissor, ativos-alvo, lastro ou devedores;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32F15-B525-4264-8168-AFA3C425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73692-3FF2-4A6E-8F42-04EBCC9F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4C5BA-3A94-4A48-852B-B12A050A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967575570048d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2FA06-B2C0-45AD-B63B-EBCD2DFB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02A2D-086C-4D8C-B0F2-92848168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Paraná 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608156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12D71B-38BA-46BB-A556-75528103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44A1E-04B5-4076-95CC-9D7249C5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5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distribuição segue institucional, a gestão é dispersa e a infraestrutura fiduciária permanece integrada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7E6F8-7D52-4BC6-A4A3-6C7C6C25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D523F-EF4A-4DE1-BCCC-8C6C26FB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60AF0-45AB-43FA-A85E-FBB8FB5A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FundosNet, BCB e DF BTG 1T26. PL em mai/26; ofertas encerradas até 17/jul/26. Universos e ressalvas constam em cada bloco.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38CD6-25F5-4C2C-B950-53F52C70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4661F-CE76-45E5-AF01-75D40DFA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54896-CA74-4DD0-9DA4-D625AC53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2026 YTD, o ticket médio foi R$ 82,7 mi e a mediana, R$ 21,6 mi; PF respondeu por 4,2% do proxy de volume colocado (cobertura: 97,2% do valor registrado). Entre 778 fundos com PL ≥ R$ 200 mi, 59%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FF25F-38A8-417F-8D48-2054450D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B47D0-B284-4412-BC96-4B133BE6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CONCENTRAÇÃO POR FUNÇÃO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95100-DACF-415D-9368-33915C2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é a função menos concentrada: o Top 10 reúne 35,7% do PL ex-FIC, ante 71,8% em administração e 72,8% em custódia. Esse recorte exclui Sistema Petrobras e TAPSO.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4A044E-E9B5-4379-9CDF-4F3DF4F4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F456A-8027-4C63-89DC-B2BC9883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VERTICALIZAÇÃO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54C86-BD9C-4FC1-87BB-9B0A4B60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e custódia ficam no mesmo conglomerado em 87,4% do PL bruto, distribuído por 3.702 fundos. Monoestruturas, com as três funções internalizadas, representam 34,0% do PL.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28B7AA-0589-4E68-B7EF-6BA4821F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7A0214-FEEE-4F84-A46F-D8A72E02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COMBO COMPLETO NO BTG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C6B0AE-4C5F-4323-8DE6-AEE26DE5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No universo ex-FIC, o BTG concentra as três funções em 66 FIDCs e R$ 65,0 bi. Após excluir os seis fundos com controle confirmado na DF analisada, o saldo é de 60 FIDCs e R$ 36,4 bi. A DF não permite classificar integralmente o saldo como carteira de terceiros.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7AD6C5-94B2-43BD-A3B7-E8D5304D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A6118A-A770-4E20-9B30-B9F988F6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INDEPENDENTES COM ESCALA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7C5250-8EAD-4B5B-86B6-AAC4A314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lidera administração (R$ 122,5 bi) e custódia (R$ 120,6 bi), com Singulare consolidada no grupo. Oliveira Trust é a maior gestora independente (R$ 34,0 bi; 3ª geral). Na coorte CBSF/Reag, 19,3% do PL atual dos fundos continuantes já estava em outro administrador em mai/26.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E0CE57-9DFC-4ED4-B2CD-713F8F96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1C6A4B-5F5A-40AF-981B-73DFFB74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OFERTAS ENCERRADAS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CFC54D-BE05-43C5-BFD7-FD3E6366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841 ofertas somaram R$ 69,6 bi até 17/jul/26. Jan–mai alcançou R$ 51,5 bi, avanço de 15% sobre 2025 e 45% sobre 2024. CloudWalk teve a maior oferta individual da base, de R$ 5,5 bi.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79B55-4567-4472-BBB7-5F6215E8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C20C7B-CE87-42E6-AB14-0C218688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MIGRAÇÃO DE ADMINISTRAÇÃO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06C378-61C7-45DB-9ADF-3CAAF54F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257 FIDCs trocaram de administrador entre dez/24 e dez/25: R$ 33,0 bi, ou 7,2% do PL comparável. Oliveira Trust → Bradesco somou R$ 8,9 bi em dois FIDCs Cielo. Gestão e custódia possuem apenas amostras ICVM 555, com baixa cobertura.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5A0198-7F36-48E0-B0C9-15080292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CB1972-AFC2-43A2-BB81-EB661385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08 · LIMITAÇÕES DA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D8CA67-68BD-45DD-8C14-2E5FCBCA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“Outros” concentra 41,7% do PL ex-FIC na taxonomia ANBIMA. Em mai/26, 197 veículos reportaram inadimplência acima da carteira; o ajuste limitou o excesso em R$ 14,6 bi. O lastro dos maiores fundos ainda exige curadoria documental.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6AF17A-4ED0-4515-8A05-6705CD6D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109998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868554-C00A-49C4-8961-EF850834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5FA09C-9C0B-4373-A4F3-5FB165CB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368F89-98AC-491B-BA13-F422FF46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A1C2E-4626-4E3F-8E98-D8844D83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2FD8D-61E0-4416-894A-8ED3D4CB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Ofertas consultadas em 20/jul/26.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C9244-2B8A-49EC-A45C-11D011CF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75223-D6E5-4131-A19C-A2E14120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5DCC9-1746-4FBD-83DA-025CED12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ECBB80-064D-4F14-B8D3-9B8530A5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406F6-64D5-4DFB-8C96-ADD6F717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9A83F2-122B-4D90-8F26-D968198C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D28F3-77B1-4ED3-B1F3-4B5EA9F5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B1AAAD-CDDD-4CFC-B7C7-57CF0460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95D5A-FC1B-4B5F-8701-AF634E22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B5B32-EFF1-4412-B417-383902A1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47CB22-7B6B-44B0-A6C3-D795CC7C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CF4B6-6FDB-40D8-B173-7F75C8118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2E51F5-F6A0-40B6-BC7E-C63D2CAA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C3EC2B-20AA-4837-B62B-ECD95378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D014CE-D8A7-414E-B299-BEB97CE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97DF0-CB6E-4400-BEBD-D9CA80FF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7C8B01-4009-491E-A2B7-6C61BA65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320BBF-C4AE-46E8-8F75-2F8148FD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DD97F5-27F2-4958-B7B5-155A721F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CEDC1-58D4-4773-B2DD-98465388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434100-D21E-45AE-8580-8D348F09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1C1D8D-6858-48FD-BC13-DFF8CD0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0FE0C5-DD4D-4064-8E56-6C4109DE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B83B5D-FB08-4DCD-BE69-28FF4487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FF9187-63CB-4FA0-8FDE-E1BC6035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0A2F1E-AD6B-44BA-A966-EBE28B84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53A57F-7608-4C5F-BD76-142EA18B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9E8AF3-0678-4F0C-B285-CEEC4784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025BC0-2FCE-4B46-A4BE-B74C86D0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CDFC8D-BEAD-4633-A1EF-259E833A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F7CC5B-943E-4FA6-A732-C60F2B1B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33B97B-24FA-49A9-AC5F-2A1FBBE1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8391FE-C9D0-406A-BB49-9D81AF30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64D626-6DAF-4831-839F-BB9C109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17/jul/26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C365A4-3DED-4565-AC87-194B4376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59616723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CC4DC-884C-4DB6-A2C0-8BAF81CA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C2290-63D3-4017-89AE-300A4A90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B0F18-2B17-4B3C-8972-D3F74C5B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82CC9-B308-4D4D-83FD-4EEA3B91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3B2483-C061-4456-A8AC-C1F879BE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136E08-A587-49EE-8F82-809FF1AC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541ccc5576478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323DB-F744-4412-9913-D8693F64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2A8D5E-B4DF-4088-B442-43221EA3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02730695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1170FA-0A61-44A4-8E37-4EBE585E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69585-DC45-4D15-9F88-75B35D99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7C7581-095D-4FE8-AFD1-D2CF7F4F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91D56-F82D-458F-8DC9-0651F39C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93677-8B7F-468A-9B9A-A45C0962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6AC9B-8DF6-4B64-9549-FA48B4B4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0af2f87f25405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BB374-A597-4BB7-9EA8-88BC4056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5C3DC-132D-422E-8CFC-BDED6D6A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204509189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043EF-43A9-47F6-8DC4-FC6D5623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E7864-38BC-4BA3-ACE6-E6A452E2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D6A20-2046-4DAE-A6D6-5EFC95B8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9EBA7-13F0-4ECF-9A6A-4FB746E5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39E06-CDFC-448F-AC21-83EFFE22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4865A-9F82-45A9-A092-44737161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b4569b2ed246f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316641-63ED-46BA-94CE-F6E0EFCC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B6BB5-5B9D-4FCF-80E4-09C2196A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69335010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921ACD-E9CE-4DC8-BA1C-4412E31E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6A1B7-9482-48B2-9F0D-8555A2AE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CCA17-A583-4BB7-8A39-FBFF919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466F3-4E23-4B2C-96F9-AAE56980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629B8E-A1A8-4841-BB57-639D2BCF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9635A-D2FC-466A-B72E-A9CD072C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CE7F7-8422-415B-BC07-75F635D1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252B42-92E2-4475-BF3C-D4CDA7C3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11632-BF13-4994-8FEC-08C45E0F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68F213-4560-4915-9805-606BCF66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4DAF44-D810-4E90-913D-95B74187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E73FF-8A04-4AB6-B012-32459A0E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95777-D30B-4DEF-9474-DF9C72A3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02E97E-EBD3-498B-8B29-465A9A19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342FA8-E8B6-4116-A1FE-C0251B56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A498A-22AD-4CF2-B78A-7BBAD805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8BE95-EF7B-41A2-854A-54118C5E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6184D-41C9-42D4-81DB-22600E05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FEAC9-1387-4F96-A587-CA37547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9C3BC-A710-419C-B967-12D7D04E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9EB2B-AFD4-483B-952B-3157FD2D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CBFE54-8176-461F-83DB-F44D4638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2516CC-8244-4AE5-9870-EF35CCF3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F873EF-0F9C-4E15-833E-B5679156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7DD171-F5E7-462E-8AA6-428E9628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F1D9E4-0368-4521-915F-5C3838BE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C2D88A-AB74-4984-ACFA-86E79E3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9E9BA0-C05E-4DD5-91EF-8F0E0825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C63E59-ACB6-4EE7-BDB2-9CEC28B4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53785136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B74AB9-AAFD-491F-87C9-C37C9867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9AC60-F4B5-45C4-8F20-5FC3702C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ED8EA-CFE1-4098-9121-0972EF16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D3950-FABD-41CB-B79A-12131930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AE293-EE61-4764-A0B1-0E9246D7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A9C0A-10F8-4F1A-BE73-6CB3930D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6F193-7A5C-4931-8733-6FCC1227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A3E0C-7324-4996-84C9-1A03BBC6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DBBF1-8892-49F1-9B70-C32CA3AB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98DF6-46B2-4999-8C96-1EB57156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1F99F-09DF-4B6A-BDC9-9A0C6DFC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695B7-A126-479B-98A9-974E0F22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C1E7B8-D03E-42D9-9A33-4FE14670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446D9-3D58-4E68-8B55-8DF3B6C4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98335-1E14-44CC-A81B-6C2441FB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1A836-EFA6-4349-9523-8D52013F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AC9FDF-8D11-479C-B39C-4ED6684B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E556A-74D1-49FF-BE52-56A47256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1607EC-4165-474D-9AA3-EDC4125F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6EAB60-EFF2-4814-B2DE-17D57360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728A94-D209-467B-A35E-04A0C920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801D13-BC42-4FE7-AAE9-FC91CD83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30088C-E906-4295-A7CC-E926EFFD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8FAB3-8FFD-49A4-84BA-6D8582CE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FC919B-4754-42FF-AD5A-ADF3B0E8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0BA785-6AF4-4F32-A509-025F2B5F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1D1358-CC58-43EE-81E5-797398D9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080F31-2276-4C59-9649-71D3482E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7896D8-70AB-45A8-80AB-13C22E3A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0338614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F08D50-1E57-4E07-AC7E-41BFCC30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B4011-4512-4E9C-B41E-551423CF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1F680-A727-49C5-B3C2-555C646B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0FC551-2461-4D55-B382-2648B61A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AF303-8917-48F3-9847-3CD601F5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E917E-E5FF-496B-A380-D66EF21D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6A826-9628-4CF8-B7E7-93BA1D88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CDD04F-68DA-4C5A-98C3-C6EBE4A6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B73BB6-5590-4C89-96E2-F1A3BA9C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B5D41-8C1B-440B-927D-6664943D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AD6F6-9E07-45A1-A718-19F3F41C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8B9391-65C7-4BC4-9FFC-B66DA72C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FB4E7-EAFB-421E-BFB6-0C6B08D6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9C438-A37F-46FC-B32A-58518440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4FB3AF-4181-49C8-BC50-FEE71520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DE5CAE-7598-43B2-BBAE-259C0955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71A602-F382-4D28-A19A-6858EB49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3AE22B-E8DF-4797-8BDA-4BFE7747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C763E6-A233-4E51-B3CC-467DFAA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56A65D-2E1E-4D84-8088-A508513F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BB897-9F19-465E-8CA4-23EDAE7D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E07F62-4C40-4C99-8337-18385EE2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24EBC6-F0C9-4171-AA77-09ED0843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28CD89-D98E-4097-955E-681BE6B4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FCD5C1-EFB6-4B6A-B154-37A10290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D59A1-8443-4128-ACCC-8F1A7A02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EB595C-DA73-43D8-80C6-BC462E58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332C62-40B9-4D16-93C4-E0F40E2C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7D6629-4C8A-4582-BED5-F5F2AB5E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5020591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67324B-D616-4E23-8AB2-0F765387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AD99E0-085F-43B0-BC11-DE97164C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0891F-DFD8-42FE-AF7F-BBEE07D2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90C54-EC6D-49F7-B84F-3812DBC7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51BE5-6978-405A-81DD-06614BE0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0DC3B-9229-41EE-AF35-694B526F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DC93D-7B50-4FF0-99F8-0EA23AE3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AB4B14-C700-4162-93EA-F09FA7B7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CC060-8203-47DD-9924-66EB575F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B38E6-DDF9-4109-9BC3-EB65B21C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B86E1-3CA5-4164-9ABE-BC50EE16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40D652-8230-4E8F-AF29-672BB3AB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8FF13-41B7-44B2-B971-FA0B998A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BAC474-8275-4311-AE12-BD4D2660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1E12C-E723-4945-A005-C3E5D9AC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0227B-1AE6-49EB-B21D-41CF2DCD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18B02-D42E-4725-9321-5AD57B67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C5FBF4-8361-4E3A-A751-D7E58D7D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EC3F9E-E7F8-4F5F-809A-03BDE494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CE5829-D76E-4E73-8F2A-A0D31DA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7D267-8FCB-4AB2-A5CD-D8336887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CEE9A8-762B-4716-B1F0-7783FE73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4B2943-CB00-4269-892B-A5CE8BEE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ACE5D7-D263-4F3E-8EFE-6FF9DD47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CF0E28-BE5C-4A2E-B023-570D3595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4410EF-3F06-4E3C-B2A7-6F35B577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E470FC-B53A-4E17-BF9B-DAFA9794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187EE3-AE12-44F5-8F03-DF1A3E71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76150D-27BD-4382-A473-FB99ADC4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71828474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AAF13A-025C-4137-A7FF-9DE74488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20290-0F5E-4A6F-9228-91A18A04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666AA-D26F-416B-BB74-E0104156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4C509-941A-42E9-B9C4-CA0DE803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A338D-8CC3-4B9E-90CD-BB420B7D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79C08-FB26-4706-A9A4-C23A3C20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465E5-7C1E-460B-9FDB-64B94C95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CA61E-BF7B-4CD1-A5A6-C861DC8E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2117E-3473-47B9-AE2C-E2F38DEE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D8F82-6C90-47E4-B33D-AD77FE14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A16611-8AF1-42E9-85CF-7AFAE2AE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07AC83-CAEA-491D-ADCE-13E29464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25785-F15F-42E8-9E19-C720E6FF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F8503-D1F2-423C-A730-0FBDE27A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C3EDC9-DEC2-4795-993C-ABEB9D4F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74781F-4D26-4C38-B5A3-B74E3958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BA5DE2-2CB2-4C56-8BE7-F54EE74A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CC9CD-B12C-4656-871F-4E3269C9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B5CDF5-AE6C-4B2D-8E42-3622F3EB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E4E57F-9244-40E4-8A38-66E28D16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81F7AF-51BA-413B-A991-8E47B8EB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07ABE-AA31-4295-927B-B6EA0118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178587-8DDE-49A8-B96E-079CE2B9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0AD43C-A77E-40BB-B4B7-1B1991A9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953FCF-7632-44D2-A43C-84C16AE0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63F012-E998-4D4D-99A2-B26D686D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23AB9E-DB30-43D1-8641-D6C24688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0E15D6-A585-44D7-9E7B-0F3EC420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43ADA5-2BC7-487A-945C-ADA6C3B5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29686832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01DD1F-2070-4944-B8F2-9F105D14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925DB-6BB1-4898-9DAE-330AF6AF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59F10-037B-46B3-8F91-50AFD453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A7A53-5AEB-4E93-A38C-0CEE08C4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787B4-D148-4A96-A45D-1168922C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F97D9-3E3F-43FB-87E2-6F00A73F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79E0C-6216-48BD-9A0B-B1E564C3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8BD7F-21A4-4E24-AB0D-5FF3C93D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3B8B9-76F4-4533-BD68-EAF2739A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00C29-290D-48EB-AF1D-43CA515D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9A94E2-28D3-419E-95DF-F9698521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BEEDE-313F-4764-8DB9-94E0BA9D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4E723-5540-4EB3-B948-82B8D982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D08A9-6B4C-43BA-96EC-EFDE35D0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E47B7-CBD3-47CB-B30D-865DFD5C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D6588D-D0F6-463B-A0D9-A221D9BB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73B6C-AC91-439D-9CB4-5626D32E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502C3-6B39-4C26-B504-45D7E92A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54A99-F23C-457B-BE41-943F843D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E505F2-B4E0-4D68-809B-AA37029C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2516FD-8443-4355-B04F-EDEA64FB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CCC7F-3D2C-4980-8262-A32434C3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85EB62-DBF2-41AB-829A-80EFD562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3C786D-2E9C-426A-B565-4096ECC6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16DB5B-6C26-4408-ABC9-4777EB9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369E0F-B39E-484A-BBE3-19086983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4D362-A486-483C-ABAC-6B8EEC48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68DE9C-A20C-49C5-BCD4-DD08247E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207941-95BC-4C2D-8BDE-870A5EFF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37311790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1A0693-6B4C-4C2B-8487-1BCD0CA8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B753E-5F49-4062-B7AC-98AFE700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2BF383-322F-4F12-81F7-8205C8D2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2B40F-AE63-433B-9AA2-4FE46EE7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29973F-64B0-4FBC-9939-02A44293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96B4E0-43DA-48D4-9F13-38AABD79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4EBA4-F36C-4D72-B4F7-F415D0C1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94BE53-6429-4806-B2D0-B231989D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02E27B-BE01-40FB-8AD2-75EF9B96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04AAA-463F-4A08-B786-AE87CD26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4CBFA-DB37-4955-973D-0EB48D47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66942-5BD8-4FF2-8DA6-C67C763D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AAE94-14FB-4E85-86CF-B78921FA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C7BA09-E588-46C4-AC4B-92A85A9D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BA6CBD-FC27-40CE-AC85-53A50428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F5BDF-0430-469D-A20A-27FFE902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F9B340-64AE-4A6B-B762-FAD72F20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649541-960F-4701-8E69-69AD8E3F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86C76-1924-42E0-87F6-98B0A5EB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56CCC4-E9C3-4440-860F-E10C6FDB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4CE67B-31A7-425C-81E4-DCFD25E7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D73DE-47F0-4E41-B93F-3D998E11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29C2BB-C821-4ED4-B2E7-43E7E4B1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5CC4ED-A164-47DC-86D4-ABDC84A6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BF91D7-6046-4972-8418-00D91A79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12DB06-D46F-41D6-AB64-E16CCA5A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9CEC1-7B33-40F8-BD7E-894A6A74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D1A204-A2DF-4892-BD49-E7580F97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819440-22C8-492D-9B0A-421CAE44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49747218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B5CE3F-D164-4155-BB3D-FC5AD49A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4004A-85A3-4F30-90B1-8C4ABBA7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A3E928-3458-4022-B88F-CB2749B4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201A4-FE34-4F79-9F8B-F0EFC995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C4AB7-129F-431C-B0C2-290F9717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2CEDF-03AC-42CF-95AB-0568DC78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D16FA-7F39-43AF-8924-D634949D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44E623-5EDC-427C-BD40-84C2401D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912A2-88D4-411B-82C4-A3E0D01D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F3B9B-3B82-4881-B990-D1B1B2EF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5D687-261C-4FA1-98CB-DFF8ED08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6D4672-7AD3-42CA-A937-DC6F2BD6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1B787-083A-453E-A529-536D20FA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4BC49-E6C1-483E-A7AF-1D268168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4D946-EEB9-4B03-B2E2-A3744FB2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61A079-8176-4921-9CA7-CB45EBD9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34FB74-F6C3-4ABA-9072-829684E1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0B6147-E739-43EF-960E-EFC12071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5753C-77F7-456A-89A1-BA2A2AA0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09788E-4EE2-4115-AE07-087AD20F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B1328D-1305-4D0D-B2C0-828854ED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80BE86-17F7-4E87-9BA5-70B68839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3A5802-A4AE-4DD4-BD61-C0F4AF29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19C952-6358-4A89-88FB-E1F54EA2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1FF004-91C5-42B1-8E18-13B3782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8B840F-F4CA-4675-A72D-97725F8E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696E55-1A4D-4F74-81E5-00F4AC82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86AD47-9484-4522-B47B-C7240A7D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2EF4E0-8DB0-4C5B-9614-C5F81B8F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66201302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E14D9B-43E2-491A-BB21-C057D87A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77ADA-60D7-4F02-B224-48B260A6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CBE7C-D3A3-46C3-893B-DCC9E223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C2CE7-8230-4CFF-A627-8DF5FD51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954A7-B778-4D81-AB62-2FC0B507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D6AEE-C3A5-4FE0-A0E8-E3777F59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BD31B-7039-41F0-8A03-B4BE2137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B5EF98-0EB5-4B93-85DB-714116EB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9D7F13-6077-4780-8ACA-C1647DF1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E00EA0-C258-4E63-A06E-2F6819A0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0A1EE5-9F6D-4D70-B162-AD6B2906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593FB-ACA9-465D-968E-DA372702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BC9178-0849-4901-BC4A-EE8714A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79F23-8D46-4E70-A228-3D370B18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2C35B-B6DA-4CFC-8DAB-1B22160B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8CAD34-0B0C-485C-A639-C761680E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063F4-A5F7-4133-BC46-E112131E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7D9681-33A8-4D81-A4F2-A85790EB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BB167-38E9-4ECD-AC00-9C70A484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ADB4F8-3DA1-49F7-834A-86E14A96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083291-9B84-4554-A13C-59108945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D2013A-235F-4545-85BC-6254CBAF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BC20E-F6D8-40B1-86B1-836D7E62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069289-E5DE-4EF9-AF13-5DB1C8A7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6E6F0-65CA-428B-8749-2AF74B9B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5ABF79-39C4-49E7-BD85-E4EDBE98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F5013A-A62A-4AAB-920D-FBA3BF2A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4DCE0C-6D60-4567-8D9D-2279C1EB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BD5D05-0190-4EB3-95E9-44159771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07657279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5FFB94-5993-4C9F-9587-1E9EE219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29E19-0E85-417D-A8B5-1DA32EFD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385B1-4833-4A26-95D3-FC1F67DA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3EE04-731B-4B65-A9B3-5A25130F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CEFD48-3445-462F-8169-641D3F36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6FB15-CB4D-48AC-9BDE-7B08CFDA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DB7DE-F8B8-40D3-9CDC-40C63D7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772E9-FAEE-48B3-A32E-21D1A0D6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8262A-AEDF-4314-A743-199D58A8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977BA-6254-4AA0-8F69-5ED79EE9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9FEC1-B76C-42C5-B124-328BD835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73900-3DDC-4428-A99C-1C96940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953FE-E4AC-4F6B-841D-485DBA71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58726C-B1AE-4D7D-8C0C-7380D9A7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9EB08-700A-4FEF-BA5F-10A1C3DB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989F04-C314-4D3D-85CC-F00EC78F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DBD3BD-1252-4E0D-BB84-7E2D8578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29B2AA-426A-49AB-A10A-DE62AE73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9B55D-2820-4CF8-A17A-A09BC702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8B4C83-CDF1-4A4D-BA59-B99CDB77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AE723C-4251-43E0-8171-E7098E64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7B1A1C-4239-4669-8A4C-55221578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D6EADD-72B4-4DD5-B444-F5AC380E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C5537-88AB-4CF2-8D1B-914243D9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06E5DD-050A-4EF3-BC3B-B9D603CD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0EDABA-EA95-40F5-A7E2-7E2E6873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07F4CC-2FB8-48F7-A0E7-1052F8D8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5A80F4-ADF6-410C-81AB-0E7F985C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2C9D1D-B949-46E6-A33F-38D8D09F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0285174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6E94DB-616F-4FF2-8C9C-1FF7114E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CBA04-D035-4506-ABFE-75A412D7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567C0-F4C9-4EB3-ABA4-C3ED7832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CF071E-06C2-4994-8DEB-1387C573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5F035-E562-4443-AA65-A236302A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9CDE7-07DA-4EB9-AEB1-0107C847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E8622-524E-4A93-ACAA-0FEEE645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B37FC-DDA0-4D2A-998F-6878073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18932-97A6-4F47-A4A2-926A4A75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4FB2A-5C57-4C45-8CF7-6F364867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C4DCE8-3B77-49B5-A3A0-245379FA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81522-4ABB-495D-A16B-B1053424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494B36-0028-4B62-A85A-5D9D4B77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52257-1501-4F25-9D45-E1A60247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A53A16-EE1B-4CBF-AF5F-189969BB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F6011-974D-47D0-8711-3CD4057A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677F72-A75A-4266-97A6-D7DCB5F7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25027-92A5-4AD8-89E5-7F4C75FC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E10704-D309-441F-B0AC-4FB810CA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3D8B6A-42C3-4C7B-AA1F-7A8579AA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33AD6-A972-48B6-BA03-882DDC88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5558F5-61B9-425F-959A-348CB7CF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57C85D-ACE7-4C50-92D8-3F48B5E1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B9F94-469D-4AA0-8D7D-C8E77CEC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8ED80C-C08B-4284-86E8-5D85BD4A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9C452-4FEA-453C-8924-9A9FC538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2BC979-0D1A-449C-B17A-34378CBE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A048B8-D46B-4014-B7C3-5B43E922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2043AA-81CA-49B9-8A50-B476BF49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4866049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1AF6AE-54D7-4CC1-A802-F7868BB7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DE53D-91F1-4EE0-8697-BED4D230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1DACD-AADB-41F7-BF48-B28D033D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9644CB-C05E-43D4-9048-29D3A802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ED668-1B27-4E38-863E-D4562A17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C7748-5131-4C55-BD79-B72BD038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0F140-8F76-4D41-825D-607EDF93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105460-0C31-4296-9B48-232868F8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4CD17-DA6F-4734-AA31-A61317DE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DB5E5-C326-43BF-A24A-FE7727C7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83BAF-A576-4C60-86FD-2FE60C6C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E1EE-C18D-495E-897B-5A602A1F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B4DD3-BBEE-4F30-B80A-9C1B33ED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97E827-773E-4BEF-92B9-81D9F195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71365-8E8E-46BE-89A6-F48E254D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C5D39-2139-48AB-8C61-C3ABB34D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83D81-67A3-4B21-A0B2-63356EB6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47451-0B32-496A-B2B8-063CD3FA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4D341-1882-4F68-8AEA-76632B14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EFBDC6-92A0-4526-B867-8EAFBBA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1E548-374E-4E3C-AB73-CB98E5CC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8C5902-FC11-46AF-8902-81F1BE23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AD4828-D88E-450A-84F9-FF59B096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BB68C-D5A0-4D55-A668-8A24006E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36DBF2-7DFE-4878-97D1-B77933F3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D2EE95-4452-4CF1-A2D9-E4A9BDB7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337481-2214-4282-BC1B-985A7A50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C6D8ED-2FC4-4F46-934E-E24AF070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450CA5-388E-4045-B8BF-6E75B695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73175049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AFA551-D39C-4EE2-B14D-2CA5FA96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D9A4A-001B-43B6-8F0D-4D7CD6F1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0DECD-4344-4648-968C-3E49A8A4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6848D-7A27-44E9-837D-E54DC469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D7E4EA-D373-42A2-8950-D3310D05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8DB03-2D9F-4B6D-BE56-6C9C6080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5DB1FE-F1C3-49E4-8F89-F7ECEA57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65B5C-BF27-4D82-B71A-EFF176F2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A7DCF-25C7-4887-A48F-AD71EAC6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099DC-ED9D-4867-BD16-47973D50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041AD-BDF9-4DE6-8A09-8359C667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CBF316-32B2-441F-9560-1C00BF75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53150-A72E-47BF-98A8-877EDF53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ADDCE-8EFF-4A25-9D5B-387FA1C3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647F1E-0B68-4C3D-A56A-CC3B56A7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D2DD5-479E-49AC-8179-BDE1C138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76F0E9-A477-4DF9-A2DE-8BBA7EE9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2DC9E0-F379-4974-80F0-1D4B65D5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7555F-E83E-4A84-9009-00324F8C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F01234-22DF-4BFE-A497-5A165A41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0624FB-FD69-4FEA-97C0-C7CDB59F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75C49-5DF3-40B5-A8B0-FF053322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EA51BC-9209-4187-9C62-97EF9032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E34F51-F25C-4843-AA65-9B3F781B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CDEFCC-EFC0-4CE4-BD1F-350FE2E0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804F49-4572-4BF8-9A39-970759D7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23D0AE-DA50-4034-B922-D86FA872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EDB8F3-FEE9-426B-A974-6B37474A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FF6104-52B3-4DA9-A0DF-6FBF924A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13911557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744BDC-A4AA-4C88-B981-3F23606F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D9FD8-E9CA-421F-95F8-717EFB47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6CE41-E7C5-4B91-AE6A-40E3C291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775FB-3BD4-4AD7-B02B-B5E68FD7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DE580-764A-44F3-8F49-8428EC3D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0E079-84A6-44C7-BFC0-F780F370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FED9A-7F23-4614-B5F2-FBA6E176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BFECD-060E-464B-BB25-51EB74C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A5EBF-5445-46E7-94AB-C5036F6A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3879B2-973A-44A3-9F3F-8DF983FC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55E5B-5BE5-40B2-944C-8539BC56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A345AE-24E6-4F40-ADEF-AF73A8FE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63FECC-F3A8-466D-86AC-2B57A14F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07E93-7B65-464E-B14E-5EEDB3CF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AA219C-8A3D-4921-AD3B-9FBEF8CF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5760D-9843-45CC-85AD-8C8E1BF9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42A46-4801-437B-BE5B-5A030205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8367CD-FD49-4FEE-8935-F90C3043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75B0AB-C89B-403F-98E6-F80809D7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938EF-B8BD-4070-9A93-0BD50C08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07F54A-B4DA-401C-A449-9155CA43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B596A0-FAC0-4658-B186-4EF6E9B2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F08382-123A-4A66-8198-0DCD07C0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EB94F-5C6B-437E-BEC1-E4D77D10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92C417-AFB5-4C29-9B66-5E48D536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14B6C9-0C09-480A-9E18-AA2E672F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AA80A6-DB56-450C-9891-0332E242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11173D-117C-41DC-8204-A27AD651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56CDDC-18F8-4A1F-81AB-5DBC7CDC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02353554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D67B8A-C1A4-4566-87DA-57A26B7C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B5335-64F6-411B-92D4-2FD8CC10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26CA3-80AB-45BB-B773-81FF31C6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B5F83-F551-4B09-B452-A2E19680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068E7-FEEF-401C-82D0-6CE60780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52D40-B9CC-4438-B916-783CB895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449F2-B10A-4A81-BFDE-2243D690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E6162-8CF9-44B8-908E-D8DC6CB5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C53C1-8599-49E6-B3DA-B6567295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EC8A7-F571-457F-BB82-DD8B2784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36D77-2F7A-488F-A451-D77288E4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5E01A-F42D-4EA4-9000-82CCD709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BDCBA-986D-4E20-9CC5-16A1B5C9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52B989-0E95-46AC-BF38-2813A91E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75191-455E-4C51-AB93-96C2F773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68ACF6-8A36-4B95-9121-ADCCA591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3B2500-6F58-41FD-B5C3-A31DF9A8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0E1E92-F69F-4140-B6DA-C69C332F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FD0B0-DC51-4550-872B-996113F8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9C8669-F0E1-45C2-A4AC-BE4D96A5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F9249-E777-45E6-911E-F5D478DA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EE7FE9-2736-4A67-AC98-66D4893E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556396-A5CB-4B54-AD75-B3806187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79FE95-6C36-4293-8988-B3ABD1D8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F55876-AA6C-4831-89DB-337029D8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4BCE3-37C0-4968-84CC-CD68D9A2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F41347-EACC-42E5-BCAE-D04ED512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D6867E-A423-426A-8248-4BBAB009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CBD658-1C0F-4AD4-9A94-4C68BE1F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121662307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2BE539-D83A-46EC-91A0-5EE66706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6DAA85-31A0-46BC-A5A1-76AFCF82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AD71FD-6E8E-4E2E-AB97-0CEAA60B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3BFF2-C309-46B4-AC21-D979FE34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FECC9-28E1-4BA5-948A-1C143006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241EA6-D2BA-4AD5-8C24-F6F6F406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FF377E-1CD3-496E-B68D-7F7C8735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AAC69-1B5E-4519-940C-3B8BC3D2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3314E-F482-419E-AC19-E7B1B4E4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C04F7-C714-441A-96E4-56080939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247DA-9CFA-4288-944F-9CE279E9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6F41E-323A-4F31-8EFC-19802B98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66C74-DB10-4C8E-A204-23DF7332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D4E1D-F65B-45EF-8027-B68684C1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4839B5-0619-455D-93C6-B16A3A61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1BEE5-3A56-47EB-9BC9-28782F0A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87DE4-18B8-4FFE-94E1-8122D4DD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9862D-1DFE-465C-98F1-163BC6DB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C16732-AA0D-4500-A974-6B4FF5B2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B285C6-D411-469D-9618-00128A8A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C771E0-19DA-4243-AC05-0C685C75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0A7DF-4DC1-4971-A18B-C1C8453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EDD276-7E8E-4531-9CB7-4A15EAF0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9F7D88-B4C0-48F9-9719-C608C1AE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E2D910-0881-48E7-8A74-8354CA7B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9CF2E7-FB5E-4EB1-9278-0A44BD34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7115A-790F-40A8-BD74-FE15E653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809B86-E8FC-48D9-AD37-D209B62F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1910C8-4B1D-44D1-A877-8C69532F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52024738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2333C8-A47E-4813-9D5F-3C6BF8B0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42E91-A3EC-4D4D-B0C6-61BD0F73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35E06C-B30F-43F6-B292-0BCB43A7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1412A-0AAF-4C4A-B737-0A81916C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E2B08-D0F3-416D-BA27-1217C8CE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36069-BA4F-4A54-9108-8ADDE90E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13F4A-678C-40E1-88A9-0020BEF7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DC588-8EA7-4030-A76F-CCA90F0C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C2C49-E706-4BD3-B94F-818260A4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448B1-0B77-4647-8DE4-646130BD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C25AC-73FF-4796-9AB2-699A63F0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7AFB1-13C5-4D23-8630-1466F74D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E4A76F-8790-43A0-BB41-178123AB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387D9E-5CFA-4133-B208-17E4140C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36714-DC87-47C0-879F-5DBE6734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E8B94-6FE5-456F-A6FA-BB2C0D96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B41E88-3A67-41BE-9924-85C4083A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CFD19F-6773-472D-8E2B-2687A33A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FA3A15-1AC5-4F97-A1BA-49D381ED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F85759-3348-4E04-B879-AFCC88DF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7DE795-60C3-4D61-8061-70BF7400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5420A7-79E4-49A3-A3D3-E387C3BA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9143FF-AADC-4851-991A-09F85F7A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3B52EF-60B9-4417-A5C7-BA111EFF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7C3313-0887-4309-9726-5D366627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403920-92FE-4EDE-AF6D-AC4EB423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0CAEE7-A065-4E27-B062-6CC84793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21E5F2-F6FE-4301-BA9F-831772B3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22E5D1-9DA3-44F3-BF60-85FE65BC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0516298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08DE87-088A-4AAF-8915-F8AFA782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97C55-0D0D-4ACB-B411-42881B99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92BE8-FA1C-426D-A8CA-E42EBEE9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99BC5-1FD9-403C-9BD2-BB1294F6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EC40D-58E0-4E19-B184-03C2315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21C78-88C7-45A3-AB22-BE4647BD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D61E4-468F-4F76-947F-9E2CC3B4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0101E-1419-4742-B5ED-6D4C7EE4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98C84-8C82-4CED-9ED6-E9F69D15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21DB1-56FE-4A88-ADF8-1A759A6B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2DCD5-AAAE-4E50-9454-834D0C0E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DF5D29-1B44-4ED1-9093-F35A4411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2C5FD-FD21-40C5-934A-C94FA94F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E9DCF7-F4B2-4238-82D1-61CDAC46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1A327-996E-40D2-AEF1-1EBACD44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BF846-947A-4DDA-B59B-AEC56DE3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492B73-6935-499B-8D39-EBA8BFCC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45A040-0A73-4CD2-95E7-32AFCCF6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C74A27-FB79-4601-ACBC-8B945E98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ED7899-E612-4577-854A-BA5CB9A5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5E05F3-8451-4BC6-A5E4-AAA7D86C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F032DC-A079-4B18-B059-F724B92E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52A730-0203-47C2-870A-0EE4F556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159667-FB59-4D3D-AE21-4B3B5721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DE11BB-447D-4DC5-899C-08633FC5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5CFF79-A56B-4CBE-A422-4588235D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DBBB2A-6464-4B37-9C44-23A6F24F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A7A311-4287-450D-A8B0-45CE288C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2401EE-C8A6-4EE4-BD92-9D9A7545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01287783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E7E31-63E0-4244-A8F8-F27157A5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13416-8C5C-4667-B881-9C911C75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EE885-9D70-44A3-B223-759B1C00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F9376F-27DE-4B3B-9D28-5BE9B2AD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D82E3A-B260-4697-9363-574226A5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5E84D-7BAA-4450-B713-B8B781B7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E42268-1B9C-475A-9137-BD4DA3BC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BB25A-2EBA-460C-A4BE-A107DF7B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D0418-D451-46A8-9AC5-ACF966C9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6CD524-33B3-4D14-BA86-5C34F1BC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AFC82D-FFAD-4325-A250-FA639984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EE82A1-0DDA-484F-8AE9-E436C49C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6FCD06-79F8-47CD-8119-F083484C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7BD4A-25A8-409E-86C8-88FE9E2D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B837F-43C5-4001-A2D3-F687FCFD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24126238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A66988-F9DC-4850-8BA2-C0FE4F62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977EF-2032-461D-8CBF-87C2B8D0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41C199-7FB4-41A9-BE00-932F53E1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89955-F266-46FA-BE58-38C5EA6B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11AFC-266E-4F7E-9AC9-BB8283B8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84FD5-FC60-4EE3-B71D-3FC75D86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7FDFE-5DCA-46C7-AC19-EEF02FBD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CC60C-BC42-4D37-8F9E-F590B861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87251-CE9B-4C17-8E02-0E41B85C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53711-CF72-4C9D-9256-45C8E926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13F527-B44B-4ED1-9B73-1C5D4AEF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1B27E-1331-4116-B327-C1343523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4581F-747A-427B-BE47-3BA3CB69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6615C-4FBE-47EC-AA93-1A2FB533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8C2B7D-6BDA-4AD0-B2E7-F0539109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FA2C16-80F2-4898-947F-56E8C59D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AA8E1D-30C9-4F19-9D99-C1290244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F8AA8-E1B1-4B62-A308-2B2A1940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90FE1-05A1-4CE8-87A0-21E28F17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1A5F1-F334-4465-88F8-836F3BF1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480DFC-E4DB-42DD-A5E1-C6D26332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CD1FA3-7EA2-4E4A-92D7-8D551CB0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B6870A-E36E-4ABF-969F-893F13BB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BE4CDA-0672-4AE1-B504-1683CBD8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2612D4-C971-4AD9-A8B4-9DCEAA15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AB1765-EF8F-4E51-87FD-DBD65746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85D8A7-556F-49D8-8232-7EAE6E0A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A41982-3F72-40DC-9682-1CE9BC19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7BD4AE-5B5B-4CF9-9185-95FCF431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204083163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F4FDB2D-549C-4D7D-87DE-CBDAE3D5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315D0-329E-4476-81D9-1ADE42BF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ACF1C-E545-4F99-8708-72CD00F9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72201-0EC3-4821-866B-E4E186D8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7D95F-DB8F-43FA-BB33-A3F4977C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20FD5-F49F-4705-A015-FB115A33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B9AAB-D3C5-4F4C-B77F-74CAC4E3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379009-FBDA-44AC-8223-098A239A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F02299-9543-4FAF-BEBE-1CCA9F20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494F6-8BF7-48E1-BDF6-71B24024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9E6E1-0247-4FF5-952C-33619810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CCCF4-45F3-4F69-B31E-6FB30423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3F6E45-A8E6-4C24-8E8D-06C67404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61C71-F7CE-4E4F-9984-89A5A7C0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71DED-D2DF-459B-B517-6CCE66E2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30E0D-B609-4CC9-AA63-5EA42D89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2D3EA6-4B67-4D81-AF6C-E7A0CD18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58913-77B6-4079-981F-849B4ACF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72EAC2-50B6-47A3-9968-B66BF32A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C6B03A-D4FF-47AC-838C-8374C210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588E8-B170-4CCA-80F5-B7AB158E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658552-C041-4094-AFB9-A468A2AD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334119-1981-4A47-9AB5-472C83C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82DF3A-11F8-46D0-92AF-303DB54A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DFE9D1-DE61-468D-AFED-549F7317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9FFB62-FC89-4985-BA3E-066864E7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D07F60-ED85-4EAA-B90E-708EB180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FDA7F6-C41C-4F8B-B9DA-83B053BC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A44FE9-8498-48E3-ADFB-F1D3B431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6C9EAB-6C99-4F7D-AE9E-74FEE9FE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3F1680-A6C2-4CA2-A878-63563B63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283BF4-D440-4780-9883-44C62CA5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EEF197-2226-4BCA-BA36-8A0E1F0B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9AFFAD-AB8D-444D-BE9D-3FE98CC0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13EE61-FC7B-4736-B6EE-9A8B98E0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EC5E74-447F-4DF8-8AB0-4E236483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D7710B0-B79F-44E0-A07E-FF1521BE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2DD771-B06F-4BE7-AF1E-24B456F9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7FD4CC-3225-4CED-9DF4-AC575B02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3D9A87-F34C-40EC-A4AA-1B50BF9B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31E587-54D3-4219-9B8C-DB760B48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0AEDD1-4C73-4C24-98AE-FD4394DC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235F37-4C77-47D9-B39B-C7666EF4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DCDCBB-1644-4779-BF3E-B076D851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80CAB9-ED58-4677-A8B3-93D55789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D0688B-86F7-418B-B735-DB2EC7CF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3DCF7E-9F78-4BFB-985B-8BCE36B1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1ECF48-FE73-48C9-A9B3-5D5C8382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C8E3172-F731-4B58-B327-F8854A40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C0D9CF-B8D3-49AE-87D4-67118DA0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94CFD29-C4FB-43A0-866F-3FD5A658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3D9121B-E769-4C8A-8549-29E36EC4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95433C-970C-48B6-8822-7538300A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69E773-4EC8-402E-BB91-870E93B2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1626594861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2026-07-21T04:40:48.8050000Z</dcterms:created>
  <dcterms:modified xsi:type="dcterms:W3CDTF">2026-07-21T04:40:48.8050000Z</dcterms:modified>
</coreProperties>
</file>