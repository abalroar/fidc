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notesSlides/notesSlide3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796496f220f4266" /><Relationship Type="http://schemas.openxmlformats.org/officeDocument/2006/relationships/extended-properties" Target="/docProps/app.xml" Id="R0d02ae5ca34644be" /><Relationship Type="http://schemas.openxmlformats.org/officeDocument/2006/relationships/officeDocument" Target="/ppt/presentation.xml" Id="Re288c0b2fb0548e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3ac22a80d049cc"/>
  </p:sldMasterIdLst>
  <p:notesMasterIdLst>
    <p:notesMasterId xmlns:r="http://schemas.openxmlformats.org/officeDocument/2006/relationships" r:id="R1cea59bf741249e1"/>
  </p:notesMasterIdLst>
  <p:sldIdLst>
    <p:sldId xmlns:r="http://schemas.openxmlformats.org/officeDocument/2006/relationships" id="256" r:id="R7fbaa2ba5e1f42e6"/>
    <p:sldId xmlns:r="http://schemas.openxmlformats.org/officeDocument/2006/relationships" id="257" r:id="R2cd8dcb885cc4c35"/>
    <p:sldId xmlns:r="http://schemas.openxmlformats.org/officeDocument/2006/relationships" id="258" r:id="Rc48bda67e0e943e1"/>
    <p:sldId xmlns:r="http://schemas.openxmlformats.org/officeDocument/2006/relationships" id="259" r:id="R76ea662313a141a7"/>
    <p:sldId xmlns:r="http://schemas.openxmlformats.org/officeDocument/2006/relationships" id="260" r:id="R839aba8851dc42a9"/>
    <p:sldId xmlns:r="http://schemas.openxmlformats.org/officeDocument/2006/relationships" id="261" r:id="R65711baf261745d8"/>
    <p:sldId xmlns:r="http://schemas.openxmlformats.org/officeDocument/2006/relationships" id="262" r:id="R664fe536a79a4dc6"/>
    <p:sldId xmlns:r="http://schemas.openxmlformats.org/officeDocument/2006/relationships" id="263" r:id="Rd2d88ef7a81744b7"/>
    <p:sldId xmlns:r="http://schemas.openxmlformats.org/officeDocument/2006/relationships" id="264" r:id="R3e5e8c9f11c44f10"/>
    <p:sldId xmlns:r="http://schemas.openxmlformats.org/officeDocument/2006/relationships" id="265" r:id="Rf6fbb6f454274f0c"/>
    <p:sldId xmlns:r="http://schemas.openxmlformats.org/officeDocument/2006/relationships" id="266" r:id="Re02fd18e5b02450e"/>
    <p:sldId xmlns:r="http://schemas.openxmlformats.org/officeDocument/2006/relationships" id="267" r:id="Rbfacc6a0235140d4"/>
    <p:sldId xmlns:r="http://schemas.openxmlformats.org/officeDocument/2006/relationships" id="268" r:id="Rc533168847174ee4"/>
    <p:sldId xmlns:r="http://schemas.openxmlformats.org/officeDocument/2006/relationships" id="269" r:id="R2ca0b0b28cc94d4a"/>
    <p:sldId xmlns:r="http://schemas.openxmlformats.org/officeDocument/2006/relationships" id="270" r:id="R3e81c491d61f4451"/>
    <p:sldId xmlns:r="http://schemas.openxmlformats.org/officeDocument/2006/relationships" id="271" r:id="Rb1dbd9d8d16f4c44"/>
    <p:sldId xmlns:r="http://schemas.openxmlformats.org/officeDocument/2006/relationships" id="272" r:id="R6070b7a4ff5441de"/>
    <p:sldId xmlns:r="http://schemas.openxmlformats.org/officeDocument/2006/relationships" id="273" r:id="R732d0a71c4d44ccb"/>
    <p:sldId xmlns:r="http://schemas.openxmlformats.org/officeDocument/2006/relationships" id="274" r:id="Re581c7f49ebe4f0d"/>
    <p:sldId xmlns:r="http://schemas.openxmlformats.org/officeDocument/2006/relationships" id="275" r:id="Ra4dc564a5fd14f57"/>
    <p:sldId xmlns:r="http://schemas.openxmlformats.org/officeDocument/2006/relationships" id="276" r:id="R8556919164374e87"/>
    <p:sldId xmlns:r="http://schemas.openxmlformats.org/officeDocument/2006/relationships" id="277" r:id="Rb5cf4c7914134002"/>
    <p:sldId xmlns:r="http://schemas.openxmlformats.org/officeDocument/2006/relationships" id="278" r:id="R248d3846cc524707"/>
    <p:sldId xmlns:r="http://schemas.openxmlformats.org/officeDocument/2006/relationships" id="279" r:id="R25a173c9aff44904"/>
    <p:sldId xmlns:r="http://schemas.openxmlformats.org/officeDocument/2006/relationships" id="280" r:id="R7a4bd0ab91c9438c"/>
    <p:sldId xmlns:r="http://schemas.openxmlformats.org/officeDocument/2006/relationships" id="281" r:id="Rf65dd508deb44358"/>
    <p:sldId xmlns:r="http://schemas.openxmlformats.org/officeDocument/2006/relationships" id="282" r:id="R74e77daa45a8450a"/>
    <p:sldId xmlns:r="http://schemas.openxmlformats.org/officeDocument/2006/relationships" id="283" r:id="R08ebc93dc31c4ec6"/>
    <p:sldId xmlns:r="http://schemas.openxmlformats.org/officeDocument/2006/relationships" id="284" r:id="R61f082fb2ebe4c79"/>
    <p:sldId xmlns:r="http://schemas.openxmlformats.org/officeDocument/2006/relationships" id="285" r:id="R6c33a957d5ba45dd"/>
    <p:sldId xmlns:r="http://schemas.openxmlformats.org/officeDocument/2006/relationships" id="286" r:id="R48ded5b3112f4e15"/>
    <p:sldId xmlns:r="http://schemas.openxmlformats.org/officeDocument/2006/relationships" id="287" r:id="Rd0ce241b867b4a0c"/>
    <p:sldId xmlns:r="http://schemas.openxmlformats.org/officeDocument/2006/relationships" id="288" r:id="Rdd26752bac4f4ccb"/>
    <p:sldId xmlns:r="http://schemas.openxmlformats.org/officeDocument/2006/relationships" id="289" r:id="R67c37146ee194b9b"/>
    <p:sldId xmlns:r="http://schemas.openxmlformats.org/officeDocument/2006/relationships" id="290" r:id="R9393e0df621a4433"/>
    <p:sldId xmlns:r="http://schemas.openxmlformats.org/officeDocument/2006/relationships" id="291" r:id="Ra787414b83fb4d88"/>
    <p:sldId xmlns:r="http://schemas.openxmlformats.org/officeDocument/2006/relationships" id="292" r:id="R89163c025bb3406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18966b369542fc" /><Relationship Type="http://schemas.openxmlformats.org/officeDocument/2006/relationships/slideMaster" Target="/ppt/slideMasters/slideMaster1.xml" Id="R013ac22a80d049cc" /><Relationship Type="http://schemas.openxmlformats.org/officeDocument/2006/relationships/notesMaster" Target="/ppt/notesMasters/notesMaster1.xml" Id="R1cea59bf741249e1" /><Relationship Type="http://schemas.openxmlformats.org/officeDocument/2006/relationships/presProps" Target="/ppt/presProps.xml" Id="Rdea8680e5eb94b00" /><Relationship Type="http://schemas.openxmlformats.org/officeDocument/2006/relationships/tableStyles" Target="/ppt/tableStyles.xml" Id="R45edaae9e79b47b0" /><Relationship Type="http://schemas.openxmlformats.org/officeDocument/2006/relationships/slide" Target="/ppt/slides/slide1.xml" Id="R7fbaa2ba5e1f42e6" /><Relationship Type="http://schemas.openxmlformats.org/officeDocument/2006/relationships/slide" Target="/ppt/slides/slide2.xml" Id="R2cd8dcb885cc4c35" /><Relationship Type="http://schemas.openxmlformats.org/officeDocument/2006/relationships/slide" Target="/ppt/slides/slide3.xml" Id="Rc48bda67e0e943e1" /><Relationship Type="http://schemas.openxmlformats.org/officeDocument/2006/relationships/slide" Target="/ppt/slides/slide4.xml" Id="R76ea662313a141a7" /><Relationship Type="http://schemas.openxmlformats.org/officeDocument/2006/relationships/slide" Target="/ppt/slides/slide5.xml" Id="R839aba8851dc42a9" /><Relationship Type="http://schemas.openxmlformats.org/officeDocument/2006/relationships/slide" Target="/ppt/slides/slide6.xml" Id="R65711baf261745d8" /><Relationship Type="http://schemas.openxmlformats.org/officeDocument/2006/relationships/slide" Target="/ppt/slides/slide7.xml" Id="R664fe536a79a4dc6" /><Relationship Type="http://schemas.openxmlformats.org/officeDocument/2006/relationships/slide" Target="/ppt/slides/slide8.xml" Id="Rd2d88ef7a81744b7" /><Relationship Type="http://schemas.openxmlformats.org/officeDocument/2006/relationships/slide" Target="/ppt/slides/slide9.xml" Id="R3e5e8c9f11c44f10" /><Relationship Type="http://schemas.openxmlformats.org/officeDocument/2006/relationships/slide" Target="/ppt/slides/slide10.xml" Id="Rf6fbb6f454274f0c" /><Relationship Type="http://schemas.openxmlformats.org/officeDocument/2006/relationships/slide" Target="/ppt/slides/slide11.xml" Id="Re02fd18e5b02450e" /><Relationship Type="http://schemas.openxmlformats.org/officeDocument/2006/relationships/slide" Target="/ppt/slides/slide12.xml" Id="Rbfacc6a0235140d4" /><Relationship Type="http://schemas.openxmlformats.org/officeDocument/2006/relationships/slide" Target="/ppt/slides/slide13.xml" Id="Rc533168847174ee4" /><Relationship Type="http://schemas.openxmlformats.org/officeDocument/2006/relationships/slide" Target="/ppt/slides/slide14.xml" Id="R2ca0b0b28cc94d4a" /><Relationship Type="http://schemas.openxmlformats.org/officeDocument/2006/relationships/slide" Target="/ppt/slides/slide15.xml" Id="R3e81c491d61f4451" /><Relationship Type="http://schemas.openxmlformats.org/officeDocument/2006/relationships/slide" Target="/ppt/slides/slide16.xml" Id="Rb1dbd9d8d16f4c44" /><Relationship Type="http://schemas.openxmlformats.org/officeDocument/2006/relationships/slide" Target="/ppt/slides/slide17.xml" Id="R6070b7a4ff5441de" /><Relationship Type="http://schemas.openxmlformats.org/officeDocument/2006/relationships/slide" Target="/ppt/slides/slide18.xml" Id="R732d0a71c4d44ccb" /><Relationship Type="http://schemas.openxmlformats.org/officeDocument/2006/relationships/slide" Target="/ppt/slides/slide19.xml" Id="Re581c7f49ebe4f0d" /><Relationship Type="http://schemas.openxmlformats.org/officeDocument/2006/relationships/slide" Target="/ppt/slides/slide20.xml" Id="Ra4dc564a5fd14f57" /><Relationship Type="http://schemas.openxmlformats.org/officeDocument/2006/relationships/slide" Target="/ppt/slides/slide21.xml" Id="R8556919164374e87" /><Relationship Type="http://schemas.openxmlformats.org/officeDocument/2006/relationships/slide" Target="/ppt/slides/slide22.xml" Id="Rb5cf4c7914134002" /><Relationship Type="http://schemas.openxmlformats.org/officeDocument/2006/relationships/slide" Target="/ppt/slides/slide23.xml" Id="R248d3846cc524707" /><Relationship Type="http://schemas.openxmlformats.org/officeDocument/2006/relationships/slide" Target="/ppt/slides/slide24.xml" Id="R25a173c9aff44904" /><Relationship Type="http://schemas.openxmlformats.org/officeDocument/2006/relationships/slide" Target="/ppt/slides/slide25.xml" Id="R7a4bd0ab91c9438c" /><Relationship Type="http://schemas.openxmlformats.org/officeDocument/2006/relationships/slide" Target="/ppt/slides/slide26.xml" Id="Rf65dd508deb44358" /><Relationship Type="http://schemas.openxmlformats.org/officeDocument/2006/relationships/slide" Target="/ppt/slides/slide27.xml" Id="R74e77daa45a8450a" /><Relationship Type="http://schemas.openxmlformats.org/officeDocument/2006/relationships/slide" Target="/ppt/slides/slide28.xml" Id="R08ebc93dc31c4ec6" /><Relationship Type="http://schemas.openxmlformats.org/officeDocument/2006/relationships/slide" Target="/ppt/slides/slide29.xml" Id="R61f082fb2ebe4c79" /><Relationship Type="http://schemas.openxmlformats.org/officeDocument/2006/relationships/slide" Target="/ppt/slides/slide30.xml" Id="R6c33a957d5ba45dd" /><Relationship Type="http://schemas.openxmlformats.org/officeDocument/2006/relationships/slide" Target="/ppt/slides/slide31.xml" Id="R48ded5b3112f4e15" /><Relationship Type="http://schemas.openxmlformats.org/officeDocument/2006/relationships/slide" Target="/ppt/slides/slide32.xml" Id="Rd0ce241b867b4a0c" /><Relationship Type="http://schemas.openxmlformats.org/officeDocument/2006/relationships/slide" Target="/ppt/slides/slide33.xml" Id="Rdd26752bac4f4ccb" /><Relationship Type="http://schemas.openxmlformats.org/officeDocument/2006/relationships/slide" Target="/ppt/slides/slide34.xml" Id="R67c37146ee194b9b" /><Relationship Type="http://schemas.openxmlformats.org/officeDocument/2006/relationships/slide" Target="/ppt/slides/slide35.xml" Id="R9393e0df621a4433" /><Relationship Type="http://schemas.openxmlformats.org/officeDocument/2006/relationships/slide" Target="/ppt/slides/slide36.xml" Id="Ra787414b83fb4d88" /><Relationship Type="http://schemas.openxmlformats.org/officeDocument/2006/relationships/slide" Target="/ppt/slides/slide37.xml" Id="R89163c025bb340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cdd30ab680f4c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967ccc560e4cbf" /><Relationship Type="http://schemas.openxmlformats.org/officeDocument/2006/relationships/notesMaster" Target="/ppt/notesMasters/notesMaster1.xml" Id="R57c050c4b9774f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f5a839a0b240ac" /><Relationship Type="http://schemas.openxmlformats.org/officeDocument/2006/relationships/notesMaster" Target="/ppt/notesMasters/notesMaster1.xml" Id="R40eca3e4cb7640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79af6c78b5f49ae" /><Relationship Type="http://schemas.openxmlformats.org/officeDocument/2006/relationships/notesMaster" Target="/ppt/notesMasters/notesMaster1.xml" Id="R5d93e52870ad4d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4ff9eba99e4eb3" /><Relationship Type="http://schemas.openxmlformats.org/officeDocument/2006/relationships/notesMaster" Target="/ppt/notesMasters/notesMaster1.xml" Id="R80e304b0bde249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11b15f753849fc" /><Relationship Type="http://schemas.openxmlformats.org/officeDocument/2006/relationships/notesMaster" Target="/ppt/notesMasters/notesMaster1.xml" Id="R5d576f3cc292480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02184a39fd44a46" /><Relationship Type="http://schemas.openxmlformats.org/officeDocument/2006/relationships/notesMaster" Target="/ppt/notesMasters/notesMaster1.xml" Id="R869b0e3f6c884e3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ac320aa24e4455" /><Relationship Type="http://schemas.openxmlformats.org/officeDocument/2006/relationships/notesMaster" Target="/ppt/notesMasters/notesMaster1.xml" Id="R162aaea1c99c4b5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2a733a2b194906" /><Relationship Type="http://schemas.openxmlformats.org/officeDocument/2006/relationships/notesMaster" Target="/ppt/notesMasters/notesMaster1.xml" Id="R1e7cc484c9e540c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e9e4eb76af045d6" /><Relationship Type="http://schemas.openxmlformats.org/officeDocument/2006/relationships/notesMaster" Target="/ppt/notesMasters/notesMaster1.xml" Id="R035f5ab75ebc492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27edfc1310a486b" /><Relationship Type="http://schemas.openxmlformats.org/officeDocument/2006/relationships/notesMaster" Target="/ppt/notesMasters/notesMaster1.xml" Id="R4a2c082c8fda45c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43006d67fa3464c" /><Relationship Type="http://schemas.openxmlformats.org/officeDocument/2006/relationships/notesMaster" Target="/ppt/notesMasters/notesMaster1.xml" Id="Rc18c3960d0684b6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2edca4c91cb4870" /><Relationship Type="http://schemas.openxmlformats.org/officeDocument/2006/relationships/notesMaster" Target="/ppt/notesMasters/notesMaster1.xml" Id="Rb65e7fe85276439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72bc6e0706a46cb" /><Relationship Type="http://schemas.openxmlformats.org/officeDocument/2006/relationships/notesMaster" Target="/ppt/notesMasters/notesMaster1.xml" Id="R9cb455d3db9f41c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7a4810e83ad4a1d" /><Relationship Type="http://schemas.openxmlformats.org/officeDocument/2006/relationships/notesMaster" Target="/ppt/notesMasters/notesMaster1.xml" Id="R91134f4d518848b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408f3114ca74181" /><Relationship Type="http://schemas.openxmlformats.org/officeDocument/2006/relationships/notesMaster" Target="/ppt/notesMasters/notesMaster1.xml" Id="R69b1f4c5fd6749a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3711653e9794c76" /><Relationship Type="http://schemas.openxmlformats.org/officeDocument/2006/relationships/notesMaster" Target="/ppt/notesMasters/notesMaster1.xml" Id="R581a2db21be241e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a9e9bb3a5534241" /><Relationship Type="http://schemas.openxmlformats.org/officeDocument/2006/relationships/notesMaster" Target="/ppt/notesMasters/notesMaster1.xml" Id="R03c0321240b2424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9b65859c00b4cb3" /><Relationship Type="http://schemas.openxmlformats.org/officeDocument/2006/relationships/notesMaster" Target="/ppt/notesMasters/notesMaster1.xml" Id="R41ec7673cf8d4a8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8df0b12e8bf4e2d" /><Relationship Type="http://schemas.openxmlformats.org/officeDocument/2006/relationships/notesMaster" Target="/ppt/notesMasters/notesMaster1.xml" Id="R0597cc634398497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7fdad9d1f3942cd" /><Relationship Type="http://schemas.openxmlformats.org/officeDocument/2006/relationships/notesMaster" Target="/ppt/notesMasters/notesMaster1.xml" Id="R56ccbae4b33f466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9f53b366fc442ac" /><Relationship Type="http://schemas.openxmlformats.org/officeDocument/2006/relationships/notesMaster" Target="/ppt/notesMasters/notesMaster1.xml" Id="Rb2245a1d9f3e497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60f9ff2595047e7" /><Relationship Type="http://schemas.openxmlformats.org/officeDocument/2006/relationships/notesMaster" Target="/ppt/notesMasters/notesMaster1.xml" Id="R46de004df5cf4fe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7d917610b344fad" /><Relationship Type="http://schemas.openxmlformats.org/officeDocument/2006/relationships/notesMaster" Target="/ppt/notesMasters/notesMaster1.xml" Id="Rca030be712ce4ef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fddda0de6264dcf" /><Relationship Type="http://schemas.openxmlformats.org/officeDocument/2006/relationships/notesMaster" Target="/ppt/notesMasters/notesMaster1.xml" Id="R3b56c0d917f64de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52a177837fd43ea" /><Relationship Type="http://schemas.openxmlformats.org/officeDocument/2006/relationships/notesMaster" Target="/ppt/notesMasters/notesMaster1.xml" Id="R396b6b8c9a684b0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83bce1338124cbc" /><Relationship Type="http://schemas.openxmlformats.org/officeDocument/2006/relationships/notesMaster" Target="/ppt/notesMasters/notesMaster1.xml" Id="R2afa1e653c05488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18d3aefd0ef4124" /><Relationship Type="http://schemas.openxmlformats.org/officeDocument/2006/relationships/notesMaster" Target="/ppt/notesMasters/notesMaster1.xml" Id="Rc50f73e32c68492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bba7ee2c7d947c5" /><Relationship Type="http://schemas.openxmlformats.org/officeDocument/2006/relationships/notesMaster" Target="/ppt/notesMasters/notesMaster1.xml" Id="R9d8a80b40556429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754045c757b425d" /><Relationship Type="http://schemas.openxmlformats.org/officeDocument/2006/relationships/notesMaster" Target="/ppt/notesMasters/notesMaster1.xml" Id="Rf03ce3701427417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89720988ddb241f7" /><Relationship Type="http://schemas.openxmlformats.org/officeDocument/2006/relationships/notesMaster" Target="/ppt/notesMasters/notesMaster1.xml" Id="Rfdb6b7ebe15b4fe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0f62571fe1c4111" /><Relationship Type="http://schemas.openxmlformats.org/officeDocument/2006/relationships/notesMaster" Target="/ppt/notesMasters/notesMaster1.xml" Id="R979583880e304404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bd18a69ca9c4db7" /><Relationship Type="http://schemas.openxmlformats.org/officeDocument/2006/relationships/notesMaster" Target="/ppt/notesMasters/notesMaster1.xml" Id="R4bca906436824a9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0568f1f569d4567" /><Relationship Type="http://schemas.openxmlformats.org/officeDocument/2006/relationships/notesMaster" Target="/ppt/notesMasters/notesMaster1.xml" Id="Rd547eeae8f60413b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87c757179dba4a4f" /><Relationship Type="http://schemas.openxmlformats.org/officeDocument/2006/relationships/notesMaster" Target="/ppt/notesMasters/notesMaster1.xml" Id="R3ec7058952934ce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47cfb3b5cfa48af" /><Relationship Type="http://schemas.openxmlformats.org/officeDocument/2006/relationships/notesMaster" Target="/ppt/notesMasters/notesMaster1.xml" Id="Rb451ccaf5fd54e46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9101aa51d2b64520" /><Relationship Type="http://schemas.openxmlformats.org/officeDocument/2006/relationships/notesMaster" Target="/ppt/notesMasters/notesMaster1.xml" Id="Rccfb7e990a0e499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1b59a290679641e2" /><Relationship Type="http://schemas.openxmlformats.org/officeDocument/2006/relationships/notesMaster" Target="/ppt/notesMasters/notesMaster1.xml" Id="Rb25afbb1dcb2420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* = complemento manual, múltiplas cotas/séries na remuneração-alvo ou mínimo estrutural/total usado no lugar do mínimo júnior; a natureza aplicável consta na aba Auditoria emissões.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* = complemento manual, múltiplas cotas/séries na remuneração-alvo ou mínimo estrutural/total usado no lugar do mínimo júnior; a natureza aplicável consta na aba Auditoria emissões.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* = complemento manual, múltiplas cotas/séries na remuneração-alvo ou mínimo estrutural/total usado no lugar do mínimo júnior; a natureza aplicável consta na aba Auditoria emissões.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* = complemento manual, múltiplas cotas/séries na remuneração-alvo ou mínimo estrutural/total usado no lugar do mínimo júnior; a natureza aplicável consta na aba Auditoria emissões.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* = complemento manual, múltiplas cotas/séries na remuneração-alvo ou mínimo estrutural/total usado no lugar do mínimo júnior; a natureza aplicável consta na aba Auditoria emissões.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* = complemento manual, múltiplas cotas/séries na remuneração-alvo ou mínimo estrutural/total usado no lugar do mínimo júnior; a natureza aplicável consta na aba Auditoria emissões.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* = complemento manual, múltiplas cotas/séries na remuneração-alvo ou mínimo estrutural/total usado no lugar do mínimo júnior; a natureza aplicável consta na aba Auditoria emissões.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* = complemento manual, múltiplas cotas/séries na remuneração-alvo ou mínimo estrutural/total usado no lugar do mínimo júnior; a natureza aplicável consta na aba Auditoria emissões.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145148d54143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00bf33b7d434703" /><Relationship Type="http://schemas.openxmlformats.org/officeDocument/2006/relationships/slideLayout" Target="/ppt/slideLayouts/slideLayout1.xml" Id="R8e568d268ded45c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568d268ded45c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acba84164492e" /><Relationship Type="http://schemas.openxmlformats.org/officeDocument/2006/relationships/notesSlide" Target="/ppt/notesSlides/notesSlide1.xml" Id="R261b42caeca84a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d7aa731284c77" /><Relationship Type="http://schemas.openxmlformats.org/officeDocument/2006/relationships/chart" Target="/ppt/slides/charts/chart1.xml" Id="R7306b63535284d95" /><Relationship Type="http://schemas.openxmlformats.org/officeDocument/2006/relationships/chart" Target="/ppt/slides/charts/chart2.xml" Id="Rb56caaad8d9f4778" /><Relationship Type="http://schemas.openxmlformats.org/officeDocument/2006/relationships/chart" Target="/ppt/slides/charts/chart3.xml" Id="R73f92172d5534057" /><Relationship Type="http://schemas.openxmlformats.org/officeDocument/2006/relationships/notesSlide" Target="/ppt/notesSlides/notesSlide2.xml" Id="Rc618c6af8abc42e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7a263c43e14dcb" /><Relationship Type="http://schemas.openxmlformats.org/officeDocument/2006/relationships/chart" Target="/ppt/slides/charts/chart4.xml" Id="R6c9cf70d678a4e04" /><Relationship Type="http://schemas.openxmlformats.org/officeDocument/2006/relationships/chart" Target="/ppt/slides/charts/chart5.xml" Id="Rbf2ef35f78544bca" /><Relationship Type="http://schemas.openxmlformats.org/officeDocument/2006/relationships/notesSlide" Target="/ppt/notesSlides/notesSlide3.xml" Id="Ra92b01d48c60405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e49562d213433c" /><Relationship Type="http://schemas.openxmlformats.org/officeDocument/2006/relationships/chart" Target="/ppt/slides/charts/chart6.xml" Id="R487d5a521be44a34" /><Relationship Type="http://schemas.openxmlformats.org/officeDocument/2006/relationships/chart" Target="/ppt/slides/charts/chart7.xml" Id="R19df093949204794" /><Relationship Type="http://schemas.openxmlformats.org/officeDocument/2006/relationships/chart" Target="/ppt/slides/charts/chart8.xml" Id="Racc4ead5fbd94e90" /><Relationship Type="http://schemas.openxmlformats.org/officeDocument/2006/relationships/chart" Target="/ppt/slides/charts/chart9.xml" Id="R4a48220d18844140" /><Relationship Type="http://schemas.openxmlformats.org/officeDocument/2006/relationships/notesSlide" Target="/ppt/notesSlides/notesSlide4.xml" Id="R04746b6c69a44b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5c5b8d3dd64baa" /><Relationship Type="http://schemas.openxmlformats.org/officeDocument/2006/relationships/chart" Target="/ppt/slides/charts/chart10.xml" Id="R72882c4d31634fe5" /><Relationship Type="http://schemas.openxmlformats.org/officeDocument/2006/relationships/chart" Target="/ppt/slides/charts/chart11.xml" Id="R692ea3fd0f604098" /><Relationship Type="http://schemas.openxmlformats.org/officeDocument/2006/relationships/notesSlide" Target="/ppt/notesSlides/notesSlide5.xml" Id="R7a977329a75b4df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2f6c712fc1421c" /><Relationship Type="http://schemas.openxmlformats.org/officeDocument/2006/relationships/chart" Target="/ppt/slides/charts/chart12.xml" Id="Rc4ae3423868c48ad" /><Relationship Type="http://schemas.openxmlformats.org/officeDocument/2006/relationships/chart" Target="/ppt/slides/charts/chart13.xml" Id="R08e62e3875d244c1" /><Relationship Type="http://schemas.openxmlformats.org/officeDocument/2006/relationships/chart" Target="/ppt/slides/charts/chart14.xml" Id="Rc7ce783012524d83" /><Relationship Type="http://schemas.openxmlformats.org/officeDocument/2006/relationships/notesSlide" Target="/ppt/notesSlides/notesSlide6.xml" Id="Rf9b7f51dbad94c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a8327c1016448e" /><Relationship Type="http://schemas.openxmlformats.org/officeDocument/2006/relationships/chart" Target="/ppt/slides/charts/chart15.xml" Id="Ra49b2b4a49274bfb" /><Relationship Type="http://schemas.openxmlformats.org/officeDocument/2006/relationships/chart" Target="/ppt/slides/charts/chart16.xml" Id="Rae9a280059324c37" /><Relationship Type="http://schemas.openxmlformats.org/officeDocument/2006/relationships/chart" Target="/ppt/slides/charts/chart17.xml" Id="R352c79aa56674365" /><Relationship Type="http://schemas.openxmlformats.org/officeDocument/2006/relationships/notesSlide" Target="/ppt/notesSlides/notesSlide7.xml" Id="R2fb74ac43048479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5c4694119148d7" /><Relationship Type="http://schemas.openxmlformats.org/officeDocument/2006/relationships/chart" Target="/ppt/slides/charts/chart18.xml" Id="R9692887b82004cb6" /><Relationship Type="http://schemas.openxmlformats.org/officeDocument/2006/relationships/chart" Target="/ppt/slides/charts/chart19.xml" Id="Rb1f252213e7e479b" /><Relationship Type="http://schemas.openxmlformats.org/officeDocument/2006/relationships/chart" Target="/ppt/slides/charts/chart20.xml" Id="R62b3983c97b54ddb" /><Relationship Type="http://schemas.openxmlformats.org/officeDocument/2006/relationships/notesSlide" Target="/ppt/notesSlides/notesSlide8.xml" Id="Rb22ed50fff344b0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e154df52d44710" /><Relationship Type="http://schemas.openxmlformats.org/officeDocument/2006/relationships/notesSlide" Target="/ppt/notesSlides/notesSlide9.xml" Id="R48b78d8aa12a4d0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251b7bec294881" /><Relationship Type="http://schemas.openxmlformats.org/officeDocument/2006/relationships/notesSlide" Target="/ppt/notesSlides/notesSlide10.xml" Id="R27208402f77a4c5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11940cabf04f4b" /><Relationship Type="http://schemas.openxmlformats.org/officeDocument/2006/relationships/notesSlide" Target="/ppt/notesSlides/notesSlide11.xml" Id="Rcf092e351d8e4ba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fa64738d424545" /><Relationship Type="http://schemas.openxmlformats.org/officeDocument/2006/relationships/notesSlide" Target="/ppt/notesSlides/notesSlide12.xml" Id="Rd27a38d1663d426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4e8649d4c54d8c" /><Relationship Type="http://schemas.openxmlformats.org/officeDocument/2006/relationships/notesSlide" Target="/ppt/notesSlides/notesSlide13.xml" Id="R396009221bf64bc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2ba957d30a4c7f" /><Relationship Type="http://schemas.openxmlformats.org/officeDocument/2006/relationships/notesSlide" Target="/ppt/notesSlides/notesSlide14.xml" Id="Raec4519737924e5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a2c1cc8aee4e2f" /><Relationship Type="http://schemas.openxmlformats.org/officeDocument/2006/relationships/notesSlide" Target="/ppt/notesSlides/notesSlide15.xml" Id="Rb0ba5a721971479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21a009ea50476c" /><Relationship Type="http://schemas.openxmlformats.org/officeDocument/2006/relationships/notesSlide" Target="/ppt/notesSlides/notesSlide16.xml" Id="R6033535d75734b5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7eba822b2d472f" /><Relationship Type="http://schemas.openxmlformats.org/officeDocument/2006/relationships/notesSlide" Target="/ppt/notesSlides/notesSlide17.xml" Id="R1cf5d3c840f0486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7b19a7f414e15" /><Relationship Type="http://schemas.openxmlformats.org/officeDocument/2006/relationships/notesSlide" Target="/ppt/notesSlides/notesSlide18.xml" Id="R01a8560b1544494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faa449a9ca45ab" /><Relationship Type="http://schemas.openxmlformats.org/officeDocument/2006/relationships/notesSlide" Target="/ppt/notesSlides/notesSlide19.xml" Id="R390cd3a1f1eb45b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d1de9f59f44cb" /><Relationship Type="http://schemas.openxmlformats.org/officeDocument/2006/relationships/notesSlide" Target="/ppt/notesSlides/notesSlide20.xml" Id="R0085501ab66340d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c8d0aeb42d4b55" /><Relationship Type="http://schemas.openxmlformats.org/officeDocument/2006/relationships/notesSlide" Target="/ppt/notesSlides/notesSlide21.xml" Id="R12f4a342d35840d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09cb10d0294135" /><Relationship Type="http://schemas.openxmlformats.org/officeDocument/2006/relationships/notesSlide" Target="/ppt/notesSlides/notesSlide22.xml" Id="R5fd7f57d6be44ee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382053a3cf4594" /><Relationship Type="http://schemas.openxmlformats.org/officeDocument/2006/relationships/notesSlide" Target="/ppt/notesSlides/notesSlide23.xml" Id="Rb80a4500be07487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e206bae4b04d3d" /><Relationship Type="http://schemas.openxmlformats.org/officeDocument/2006/relationships/chart" Target="/ppt/slides/charts/chart21.xml" Id="Rd3d2ac230f6c4c90" /><Relationship Type="http://schemas.openxmlformats.org/officeDocument/2006/relationships/chart" Target="/ppt/slides/charts/chart22.xml" Id="R97f3aa060c414c8d" /><Relationship Type="http://schemas.openxmlformats.org/officeDocument/2006/relationships/chart" Target="/ppt/slides/charts/chart23.xml" Id="R7e3092eded734fd9" /><Relationship Type="http://schemas.openxmlformats.org/officeDocument/2006/relationships/notesSlide" Target="/ppt/notesSlides/notesSlide24.xml" Id="Rb9df8c55b2f6436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31fb1918a45ac" /><Relationship Type="http://schemas.openxmlformats.org/officeDocument/2006/relationships/chart" Target="/ppt/slides/charts/chart24.xml" Id="R794535555cda42c8" /><Relationship Type="http://schemas.openxmlformats.org/officeDocument/2006/relationships/chart" Target="/ppt/slides/charts/chart25.xml" Id="R3f6f777b8b6841a6" /><Relationship Type="http://schemas.openxmlformats.org/officeDocument/2006/relationships/chart" Target="/ppt/slides/charts/chart26.xml" Id="R273e2080c33e4251" /><Relationship Type="http://schemas.openxmlformats.org/officeDocument/2006/relationships/chart" Target="/ppt/slides/charts/chart27.xml" Id="Ra0edd385bbe64cf6" /><Relationship Type="http://schemas.openxmlformats.org/officeDocument/2006/relationships/notesSlide" Target="/ppt/notesSlides/notesSlide25.xml" Id="Raf75068043f8409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aaa6b0bf3943ae" /><Relationship Type="http://schemas.openxmlformats.org/officeDocument/2006/relationships/chart" Target="/ppt/slides/charts/chart28.xml" Id="R128c2334d5084e26" /><Relationship Type="http://schemas.openxmlformats.org/officeDocument/2006/relationships/chart" Target="/ppt/slides/charts/chart29.xml" Id="R14ba25144e644956" /><Relationship Type="http://schemas.openxmlformats.org/officeDocument/2006/relationships/chart" Target="/ppt/slides/charts/chart30.xml" Id="R103b9c4fa82f4070" /><Relationship Type="http://schemas.openxmlformats.org/officeDocument/2006/relationships/chart" Target="/ppt/slides/charts/chart31.xml" Id="R37f44b42054b4ef2" /><Relationship Type="http://schemas.openxmlformats.org/officeDocument/2006/relationships/chart" Target="/ppt/slides/charts/chart32.xml" Id="R3a1aefd2f8ef4044" /><Relationship Type="http://schemas.openxmlformats.org/officeDocument/2006/relationships/notesSlide" Target="/ppt/notesSlides/notesSlide26.xml" Id="R48b946452cb64ae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8fac49f2fd4f45" /><Relationship Type="http://schemas.openxmlformats.org/officeDocument/2006/relationships/notesSlide" Target="/ppt/notesSlides/notesSlide27.xml" Id="Rd569213f3640424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f0e685cfdb4cde" /><Relationship Type="http://schemas.openxmlformats.org/officeDocument/2006/relationships/notesSlide" Target="/ppt/notesSlides/notesSlide28.xml" Id="Rbff6fe36f539416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abff44be994504" /><Relationship Type="http://schemas.openxmlformats.org/officeDocument/2006/relationships/notesSlide" Target="/ppt/notesSlides/notesSlide29.xml" Id="R9e09bc145ee547a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cd4f1937f54b87" /><Relationship Type="http://schemas.openxmlformats.org/officeDocument/2006/relationships/notesSlide" Target="/ppt/notesSlides/notesSlide30.xml" Id="R438c89dc83e6439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e45bfb4e4e44df" /><Relationship Type="http://schemas.openxmlformats.org/officeDocument/2006/relationships/notesSlide" Target="/ppt/notesSlides/notesSlide31.xml" Id="Rb308014b026142a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c93ccf715c4e1e" /><Relationship Type="http://schemas.openxmlformats.org/officeDocument/2006/relationships/notesSlide" Target="/ppt/notesSlides/notesSlide32.xml" Id="R2623576ad9504e7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7c8df73b3d4784" /><Relationship Type="http://schemas.openxmlformats.org/officeDocument/2006/relationships/notesSlide" Target="/ppt/notesSlides/notesSlide33.xml" Id="R3979dc57282046b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7a067827043ae" /><Relationship Type="http://schemas.openxmlformats.org/officeDocument/2006/relationships/chart" Target="/ppt/slides/charts/chart33.xml" Id="R5eab0827195e440d" /><Relationship Type="http://schemas.openxmlformats.org/officeDocument/2006/relationships/chart" Target="/ppt/slides/charts/chart34.xml" Id="Rc743280c93e945e0" /><Relationship Type="http://schemas.openxmlformats.org/officeDocument/2006/relationships/chart" Target="/ppt/slides/charts/chart35.xml" Id="R4e5e00597d7c445b" /><Relationship Type="http://schemas.openxmlformats.org/officeDocument/2006/relationships/chart" Target="/ppt/slides/charts/chart36.xml" Id="R159ea60dd54c4d7c" /><Relationship Type="http://schemas.openxmlformats.org/officeDocument/2006/relationships/chart" Target="/ppt/slides/charts/chart37.xml" Id="R1691da0aedfd48dd" /><Relationship Type="http://schemas.openxmlformats.org/officeDocument/2006/relationships/chart" Target="/ppt/slides/charts/chart38.xml" Id="Rc50093769fb14a68" /><Relationship Type="http://schemas.openxmlformats.org/officeDocument/2006/relationships/chart" Target="/ppt/slides/charts/chart39.xml" Id="R509959ccceea46d9" /><Relationship Type="http://schemas.openxmlformats.org/officeDocument/2006/relationships/notesSlide" Target="/ppt/notesSlides/notesSlide34.xml" Id="Rd150d3ad5dde475a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9c39c10ef949e9" /><Relationship Type="http://schemas.openxmlformats.org/officeDocument/2006/relationships/chart" Target="/ppt/slides/charts/chart40.xml" Id="Rebdb0b73de464a16" /><Relationship Type="http://schemas.openxmlformats.org/officeDocument/2006/relationships/chart" Target="/ppt/slides/charts/chart41.xml" Id="Ra2038ab9f7654669" /><Relationship Type="http://schemas.openxmlformats.org/officeDocument/2006/relationships/notesSlide" Target="/ppt/notesSlides/notesSlide35.xml" Id="Re64b1fc87eed426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fab509c75349e0" /><Relationship Type="http://schemas.openxmlformats.org/officeDocument/2006/relationships/chart" Target="/ppt/slides/charts/chart42.xml" Id="R0cbb944078b740b8" /><Relationship Type="http://schemas.openxmlformats.org/officeDocument/2006/relationships/chart" Target="/ppt/slides/charts/chart43.xml" Id="R15b0cbdd013a422d" /><Relationship Type="http://schemas.openxmlformats.org/officeDocument/2006/relationships/chart" Target="/ppt/slides/charts/chart44.xml" Id="Rfa5db9f59e714a0f" /><Relationship Type="http://schemas.openxmlformats.org/officeDocument/2006/relationships/notesSlide" Target="/ppt/notesSlides/notesSlide36.xml" Id="R475b63bbd4cd43f4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27119683e64854" /><Relationship Type="http://schemas.openxmlformats.org/officeDocument/2006/relationships/chart" Target="/ppt/slides/charts/chart45.xml" Id="Re08ddf8ec79646d4" /><Relationship Type="http://schemas.openxmlformats.org/officeDocument/2006/relationships/chart" Target="/ppt/slides/charts/chart46.xml" Id="R26319129888648e9" /><Relationship Type="http://schemas.openxmlformats.org/officeDocument/2006/relationships/chart" Target="/ppt/slides/charts/chart47.xml" Id="Ra032090a72d143e0" /><Relationship Type="http://schemas.openxmlformats.org/officeDocument/2006/relationships/chart" Target="/ppt/slides/charts/chart48.xml" Id="Rb5887425067b4ad6" /><Relationship Type="http://schemas.openxmlformats.org/officeDocument/2006/relationships/chart" Target="/ppt/slides/charts/chart49.xml" Id="R7f177417595d465f" /><Relationship Type="http://schemas.openxmlformats.org/officeDocument/2006/relationships/notesSlide" Target="/ppt/notesSlides/notesSlide37.xml" Id="Ra47292628e814121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863F682E-6A02-4B11-90B6-9E706E59F670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90561AEE-DD6B-463D-B850-03E6E1369644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A97E74F-A0B2-4E29-88D5-7BB8011EEC5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16800F7-AF71-46BD-8063-30793569CE67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9AEA48F8-09C6-467B-B225-B686666628A6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8352BCB-B46D-4796-B8E6-B3D4DB4CA08B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71631891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0A1ED38D-B453-4D22-95DA-31DDAAA9C4F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680C38C-80DC-41C1-8AF8-22E17AF2DFD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31F97AD-64D2-4A1B-86DF-723C580A5D4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7380E63-3487-45D4-A818-D7CF3823FC1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191A5C7-EC3F-495D-998F-0F78730F42D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35E02AA-73F5-46FC-9B7A-DFF67A4233D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4C126F-C8DE-41E4-BA21-DEBFCFC6A107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C559DA9-B371-46B3-9D2A-5C5390AF6BC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7306b63535284d9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288738C-41AA-4B83-8A7B-465A525E6098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0A77CF9-3CE7-4CA1-8B2F-A321B94D8563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E9E92CC9-0057-4F1D-8FBF-6198FC943994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b56caaad8d9f4778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73f92172d5534057"/>
          </a:graphicData>
        </a:graphic>
      </ns0:graphicFrame>
      <ns0:sp>
        <ns0:nvSpPr>
          <ns0:cNvPr id="15" name="">
            <a:extLst>
              <a:ext uri="{FF2B5EF4-FFF2-40B4-BE49-F238E27FC236}">
                <ns2:creationId id="{44E5E38E-3988-422A-8E5D-3E18F8303F3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A18ACA18-C2C1-40B6-9388-B606FE1629C0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02D25A8-7330-44F8-8338-FF5C7779335F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166856840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F2DB5E1E-3D9A-4DB8-B930-707AADB099F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804D50D-D74A-43F6-AC0E-9AAF8F887C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B7940BC-96B8-4B3A-898D-8CEB4DE226C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542FB34-175A-4DB9-AC33-AB423B0084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41F36CB-D610-4D37-A00E-F5FB5C0EB7B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DBBEB03-82D9-4109-AE76-B3AB638AA94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720D38-7CF9-4E53-B70C-8005F23EA05E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282146A-8DC0-4CDE-BD6A-DCFC883FC2EA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6c9cf70d678a4e0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BD0E3369-B695-466B-BA84-82F483A09FB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D30065A-A611-4C7F-A680-A768123EE70D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bf2ef35f78544bca"/>
          </a:graphicData>
        </a:graphic>
      </ns0:graphicFrame>
      <ns0:sp>
        <ns0:nvSpPr>
          <ns0:cNvPr id="13" name="">
            <a:extLst>
              <a:ext uri="{FF2B5EF4-FFF2-40B4-BE49-F238E27FC236}">
                <ns2:creationId id="{4D25E931-4E01-43E6-A61F-7B14AC739487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E31F1E70-B757-406A-B590-A0160EBCF68D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31896193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0453CF97-133B-4BC5-B6BE-BADA6CF617F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FD01AC9-94BF-4F10-91AB-DB06CD2D2BF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D460FF7-9E42-4B8D-A3C8-C1BE6F66FFC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3BD7541-9A15-4B04-9064-96D3A393049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EBC7132-E3E2-41D8-AADD-45F16730DCD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864B95D-5A72-4FF5-9484-BE2B328615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8186CEE-27B9-4C2C-9CD7-581E5E656BA2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010EF32-CDAC-4287-97B8-B7CB3750A949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487d5a521be44a3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E4781AE-9ED5-4F28-9627-31DE61C058A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E385EAA-3CFD-48CE-B22E-E11DC46A6FF9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19df093949204794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BFD99FD-F2B6-48A7-A9E3-0C2E62DB8F69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5D21454-D65A-443C-9E70-51BEEADB9EE8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024A4832-52C9-4AD0-B239-7FB46BD3D060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DCD73EB7-CF7C-448C-AA5D-111C2A7EFCF0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AFF0A9C-9F68-4D9E-A15F-6E131BF2BB32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0C43CD02-E511-45A8-B825-87DFDDA04C0B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DC9B947F-A852-4F51-B4E4-CA43510EDB5B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CA12A47D-7B1E-4758-86C7-291AE5147A8F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4C331667-0693-4338-84FC-B67D0D81BA5A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C95B9191-875A-47B4-B7F4-9402CC1BC8DC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4C421EA8-D682-498B-9D54-FA178C659C5C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DEF6E793-35E4-42AB-81FE-793A602D7FBD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9FC57470-54A2-4E47-AD74-38D3689CA865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6A5A64ED-3666-41A1-A9FA-C53A75FAA8F0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1C50ED3D-F3CC-4692-952B-9B8157AFF8CB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0EB4AEBD-5879-40C4-B604-918962231DD3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acc4ead5fbd94e90"/>
          </a:graphicData>
        </a:graphic>
      </ns0:graphicFrame>
      <ns0:sp>
        <ns0:nvSpPr>
          <ns0:cNvPr id="30" name="">
            <a:extLst>
              <a:ext uri="{FF2B5EF4-FFF2-40B4-BE49-F238E27FC236}">
                <ns2:creationId id="{A3559471-4088-45A8-B732-DF5853F97E9D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41A97DF9-8F60-4FEC-8A69-FA575429DF6E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4a48220d18844140"/>
          </a:graphicData>
        </a:graphic>
      </ns0:graphicFrame>
    </ns0:spTree>
    <ns0:extLst>
      <ns0:ext uri="{BB962C8B-B14F-4D97-AF65-F5344CB8AC3E}">
        <ns5:creationId val="85808619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6C228E9F-A262-4A25-B5EA-A8374A7E78C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28A605-7D24-4B39-85BF-8439D6F4931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96DE93E-EB8A-4275-B8E8-67E68E8C088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4FA5C67-6EB6-43C5-8EA3-402979D7BFF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30208D1-C23F-4946-A5DC-655436BCAD5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5FCF635-81B2-4CBE-90B7-64C8ACC4A0D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12BF157-220A-4336-B0EA-BFF706E074C2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3036B8D-2BEE-490C-9129-2CC844618B6E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72882c4d31634fe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FCF48CC0-3EEF-4CDC-BED6-824E8ED67935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B54BF24-0BFB-4F1E-8BB7-49A39A78F6A5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692ea3fd0f60409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215653B-AB2C-43AD-B110-CF15AB0C4264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84F72296-D7F4-4EAE-95C5-9114D45BAC8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F2A94B6B-451B-4ADA-936C-B27D2E829951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0B673296-4273-46B7-A167-E567C74A15B1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663622009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8BA8C1E2-83BD-4411-B49D-6B26B07E326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5B57F7B-42F5-432F-99B4-B1CFF78E756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37EEB7A-20BE-413A-ADCA-63048659F33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370C9E7-73A1-48C5-BDC4-00438C41F99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D859B76-2EAA-4388-9FC3-5347ACDC6DF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2F78EE2-95AE-427D-82DC-5095399F373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004EC14-3534-40B1-840A-8CE7EC0C5EA1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41CA59C-8327-4203-A01E-0F175F54A15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c4ae3423868c48ad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9F2C143-5BE1-459A-A33B-C0E3EE26EB49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196C905-ECB7-450A-B8AB-530F0AB7891B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08e62e3875d244c1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c7ce783012524d83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3E59F39-1BD2-438D-AA88-3682A621DC4F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022D09D4-4123-458A-8E2D-FB3413C6A144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2094789976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2D02BB12-1D11-4634-BD85-AFB4A2561BB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6C9F114-C7B4-4F32-A24A-379453FF86A1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8977E27-5EF3-4A50-AC43-DE50D4F0FF2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A332865-F36E-4D6C-8DFD-D6018B80478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4DA5700-B307-4877-B239-EBA6238F22B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F90DDFC-AFB7-48F8-9BEE-1F5A33CFA52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97A38F0-154A-4399-82AE-C2644DE4BA90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204001-ABF0-4F23-A615-22B37FD4F076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a49b2b4a49274bfb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849ED92-7A55-45D1-BE75-25915C61791D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78DC86E-7722-445E-A024-D2F8BFE13B8F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ae9a280059324c37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352c79aa56674365"/>
          </a:graphicData>
        </a:graphic>
      </ns0:graphicFrame>
      <ns0:sp>
        <ns0:nvSpPr>
          <ns0:cNvPr id="14" name="">
            <a:extLst>
              <a:ext uri="{FF2B5EF4-FFF2-40B4-BE49-F238E27FC236}">
                <ns2:creationId id="{9EEBB105-87AC-4411-8038-33D50FFCA7C0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730853104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3A95686A-B3BB-47D3-AC22-592E6FD16D9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A4F7E8D-9BA9-450A-8919-41806AE89CF4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DB6CEA5-169A-4D41-81BC-984D4014E3C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8FF67F-CA35-46F0-AADC-7D358B25360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5785B1C-28DE-4959-B0D8-EA7A690FF6F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4EBF141-7492-41A6-B56F-62EE1CBC76D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47C5D4-A173-4AAB-8B00-FB9BCC25FA44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9A3A927-ACB3-4F76-B773-131BC09FBBDD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9692887b82004cb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5C506A4-865D-4745-8DB6-BE35BA414AB3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C5F5558-D7B3-495A-92C9-34C2E31820A3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b1f252213e7e479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7764443-CFA4-45C8-BA48-C566D1F7C20C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8F91BF1B-4FB7-465D-B6CC-2529CF80CD3A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62b3983c97b54ddb"/>
          </a:graphicData>
        </a:graphic>
      </ns0:graphicFrame>
    </ns0:spTree>
    <ns0:extLst>
      <ns0:ext uri="{BB962C8B-B14F-4D97-AF65-F5344CB8AC3E}">
        <ns5:creationId val="32252212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2129ECBD-3DB1-4163-8602-38B6EE44523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51472D7-27AD-4368-80B2-757796CFB5A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045F501-1AE9-44AB-87F3-34524BEBF90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B113C6C-C630-45CD-8681-9763F11B689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C147BDE-0FA8-4FA9-ABC5-BABC96FB2F6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61EA2BD-BB18-4638-A278-5BE56FB1462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677BE8E6-4554-430F-B5B7-F567092288A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1457897311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B7C1B23-0BC5-43E0-A1B2-97166AA25EF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CF69847-9188-415E-B8B0-37D87F7A730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ECDAF06-9835-41A2-8022-B52B66C0648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2611006-EEA3-4000-BF5A-BD6E61BFF00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7BFC5A8-4D5B-4632-8EF7-20D683CBBAD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54AD79-FB7A-4B5B-9EDF-27207B86D5F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0434705-36A2-47FF-9B89-9A091AA5095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AC76EBC-333B-4E5D-97B6-E883F62763F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1905000"/>
                <a:gridCol w="1381125"/>
                <a:gridCol w="1285875"/>
                <a:gridCol w="1238250"/>
                <a:gridCol w="1009650"/>
                <a:gridCol w="1714500"/>
                <a:gridCol w="149542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+3*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+1*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sacado 2 sacado 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+1*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A. R. C.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do CDI +2*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+1*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os devedores 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+1*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+1*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+6*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e/ou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 S .A.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 S.A.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+2*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94B1D82C-F19D-4AE7-BDF1-D2812ABEEDE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218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complemento manual, múltiplas cotas/séries ou mínimo estrutural/total; N/D = lacuna.</a:t>
            </a:r>
          </a:p>
        </ns0:txBody>
      </ns0:sp>
    </ns0:spTree>
    <ns0:extLst>
      <ns0:ext uri="{BB962C8B-B14F-4D97-AF65-F5344CB8AC3E}">
        <ns3:creationId val="103558549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27341389-BD8C-4CEB-929D-58B68A49561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64AC26E-9C80-4C6D-BB05-63CAE32BE94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8873F1B-EBF6-470C-AA39-3CF5936DC5C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F433904-07EF-4DF2-9929-3F9C2B37169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9D47435-4307-468A-9A7E-78170E330AA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8BD99D8-6695-47D2-A550-3EC797A89F6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5B853A7-FCFC-4B00-A7C4-47C10AE82FB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9387E86-F992-4A1D-937B-0514BD591B2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1905000"/>
                <a:gridCol w="1381125"/>
                <a:gridCol w="1285875"/>
                <a:gridCol w="1238250"/>
                <a:gridCol w="1009650"/>
                <a:gridCol w="1714500"/>
                <a:gridCol w="149542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+3*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+1*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sacado 2 sacado 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A. R. C.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do CDI +2*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+1*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+1*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+1*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os devedores 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+1*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 S .A.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 S.A.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+2*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E67027D-C77B-46C0-8766-683B4749039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218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complemento manual, múltiplas cotas/séries ou mínimo estrutural/total; N/D = lacuna.</a:t>
            </a:r>
          </a:p>
        </ns0:txBody>
      </ns0:sp>
    </ns0:spTree>
    <ns0:extLst>
      <ns0:ext uri="{BB962C8B-B14F-4D97-AF65-F5344CB8AC3E}">
        <ns3:creationId val="2058671906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1E64921-C2A7-47AC-80A3-120087E71CB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23B4292-3C04-4187-8D27-C27D91E157E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AD703E1-C32D-4478-9CDE-BE576101ECE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CD924DB-494A-45F2-8D91-1FA3F4570E9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86F19C8-6305-4213-8616-9690D93013A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424FAEC-768E-493F-8560-6DE292DE432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AA75A8B-4C9A-435E-BF4F-9CE3594F48DE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4E778-155B-4604-9315-294A27426990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1905000"/>
                <a:gridCol w="1381125"/>
                <a:gridCol w="1285875"/>
                <a:gridCol w="1238250"/>
                <a:gridCol w="1009650"/>
                <a:gridCol w="1714500"/>
                <a:gridCol w="149542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PETROLEO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jurídicas às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Contrapartes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Nissan, Renault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RENAULT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TRANSPORTES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GENERAL MOTORS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INDUSTRIA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 Cooperativas, 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 MOTOR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 sociedades que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44484D1-754A-4C6F-836B-A332EE0E2B5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218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complemento manual, múltiplas cotas/séries ou mínimo estrutural/total; N/D = lacuna.</a:t>
            </a:r>
          </a:p>
        </ns0:txBody>
      </ns0:sp>
    </ns0:spTree>
    <ns0:extLst>
      <ns0:ext uri="{BB962C8B-B14F-4D97-AF65-F5344CB8AC3E}">
        <ns3:creationId val="1094228491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7B663F41-F25E-4494-9CCD-62D12BCE145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B9E5E1F-D5A8-4907-AB5A-641547C1668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A424E46-18C3-4787-850B-0BAAB40E2FE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4486E0C-00FC-4C56-931A-58407FF2A8E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82454FC-4A62-4B30-B665-6B932DFE84C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F189582-8695-481F-8EC1-2F2A64C0D28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812B3C6-F33A-4703-A5E8-06125BE147B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E75CD43-38EF-4476-AE0B-97A460B60B9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1905000"/>
                <a:gridCol w="1381125"/>
                <a:gridCol w="1285875"/>
                <a:gridCol w="1238250"/>
                <a:gridCol w="1009650"/>
                <a:gridCol w="1714500"/>
                <a:gridCol w="149542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PETROLEO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jurídicas às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Contrapartes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Nissan, Renault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RENAULT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 Cooperativas, 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GENERAL MOTORS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TRANSPORTES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 MOTOR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INDUSTRIA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3D81D44-B674-4F8F-9031-FC70E4D0482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218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complemento manual, múltiplas cotas/séries ou mínimo estrutural/total; N/D = lacuna.</a:t>
            </a:r>
          </a:p>
        </ns0:txBody>
      </ns0:sp>
    </ns0:spTree>
    <ns0:extLst>
      <ns0:ext uri="{BB962C8B-B14F-4D97-AF65-F5344CB8AC3E}">
        <ns3:creationId val="1988882073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DC6D529-B677-4AC3-BFB1-D1E9431A1AC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A0B5374-B344-4F6A-A6AE-566D11D9FED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AA6139D-8B45-491D-A96F-335181E4FD7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3B1AB43-EE89-49F5-AD1E-860D9D94FB8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0014478-ABAD-4472-AC75-1981C73D2F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695C1B2-0336-4BC5-A8C4-F4ACAC9B3C3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5CE5F1-7260-4349-AE00-76D568E29B94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41ADDFC-65CF-4891-B262-3352D114A40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1905000"/>
                <a:gridCol w="1381125"/>
                <a:gridCol w="1285875"/>
                <a:gridCol w="1238250"/>
                <a:gridCol w="1009650"/>
                <a:gridCol w="1714500"/>
                <a:gridCol w="149542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Stone, Pagar.me 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+2*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Cielo, como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PagSeguro, como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SOCIEDADE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PicPay, responsável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Estab./M.Cred.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 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+2*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(i) o Itaú Unibanco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67CC393-8E7C-4AD2-BCC2-9A6B478CE01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218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complemento manual, múltiplas cotas/séries ou mínimo estrutural/total; N/D = lacuna.</a:t>
            </a:r>
          </a:p>
        </ns0:txBody>
      </ns0:sp>
    </ns0:spTree>
    <ns0:extLst>
      <ns0:ext uri="{BB962C8B-B14F-4D97-AF65-F5344CB8AC3E}">
        <ns3:creationId val="966398235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126356B2-E9B5-4860-BF3B-CED930E23D8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DE4217E-FFD6-4A86-ACFB-303FF4E5D51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BEDB752-BD7C-4EFA-826E-986F09E1ED0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CD1FE99-9AC8-424E-BC09-59C429B49DD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5A2A048-B815-4CE0-8C56-BCE6738CAA3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F8C4ECE-0A75-4548-B213-C9EA70441A9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5540563-003D-4A66-B0DF-4F49D526FEB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7CC8BEF-14B2-4731-84CA-E058D86AB32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1905000"/>
                <a:gridCol w="1381125"/>
                <a:gridCol w="1285875"/>
                <a:gridCol w="1238250"/>
                <a:gridCol w="1009650"/>
                <a:gridCol w="1714500"/>
                <a:gridCol w="149542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Stone, Pagar.me 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 PADRONIZADO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Cielo, como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PagSeguro, como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PicPay, responsável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Estab./M.Cred.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 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SOCIEDADE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+2*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(i) o Itaú Unibanco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+1*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(i) o Itaú Unibanco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D6C604F-EED8-4E5D-A9B5-3FA37E95E4F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218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complemento manual, múltiplas cotas/séries ou mínimo estrutural/total; N/D = lacuna.</a:t>
            </a:r>
          </a:p>
        </ns0:txBody>
      </ns0:sp>
    </ns0:spTree>
    <ns0:extLst>
      <ns0:ext uri="{BB962C8B-B14F-4D97-AF65-F5344CB8AC3E}">
        <ns3:creationId val="1386715706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401A812-1A5D-4B27-98F2-6D09C9B002A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9EF00A1-35EA-4BEB-85E5-7154DC8833B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FEF6303-E4A5-4B0F-8ECC-2C54636D826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1E9A44E-EA8E-42AB-9078-7E982F9420F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17C4D5A-301B-4AB3-95C4-A671A94F445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5D90368-7DD6-4731-B77D-83F8C2C9983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0BCDFEA-0DE0-445D-AEE7-4AF5BF810634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7078B88-D5C7-4A0F-94DE-63B7F7D3D34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1905000"/>
                <a:gridCol w="1381125"/>
                <a:gridCol w="1285875"/>
                <a:gridCol w="1238250"/>
                <a:gridCol w="1009650"/>
                <a:gridCol w="1714500"/>
                <a:gridCol w="149542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públicos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públicos 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COMEXPORT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BMP SOCIEDADE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+2*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SOCIEDADE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COMPANHIA USINA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4A8F3B-F818-4364-9A42-06BDFE5CDE9F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218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complemento manual, múltiplas cotas/séries ou mínimo estrutural/total; N/D = lacuna.</a:t>
            </a:r>
          </a:p>
        </ns0:txBody>
      </ns0:sp>
    </ns0:spTree>
    <ns0:extLst>
      <ns0:ext uri="{BB962C8B-B14F-4D97-AF65-F5344CB8AC3E}">
        <ns3:creationId val="1732723888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1BA50476-824D-4022-A8F7-D8866809FBC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595AE9C-5C5C-417A-886A-263183D3CA62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4FFDDFE-0EB2-4E23-9280-8993E143860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AF780DE-65EA-4048-9619-23610C80D00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ED0C06C-BA73-4FED-AB67-34B463EED3C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5394226-F3B8-4CDA-973A-B29AF378F03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6AF8230-946E-4DF2-B32C-982332F7426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0FF8311-A918-48A5-A994-560E9210C92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1905000"/>
                <a:gridCol w="1381125"/>
                <a:gridCol w="1285875"/>
                <a:gridCol w="1238250"/>
                <a:gridCol w="1009650"/>
                <a:gridCol w="1714500"/>
                <a:gridCol w="149542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União, estados,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públicos 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Clientes/sacados das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COMPANHIA USINA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BMP SOCIEDADE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COMEXPORT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740BC90E-92FF-4848-B276-E303A78377C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218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complemento manual, múltiplas cotas/séries ou mínimo estrutural/total; N/D = lacuna.</a:t>
            </a:r>
          </a:p>
        </ns0:txBody>
      </ns0:sp>
    </ns0:spTree>
    <ns0:extLst>
      <ns0:ext uri="{BB962C8B-B14F-4D97-AF65-F5344CB8AC3E}">
        <ns3:creationId val="884695115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8" name="">
            <a:extLst>
              <a:ext uri="{FF2B5EF4-FFF2-40B4-BE49-F238E27FC236}">
                <ns2:creationId id="{1002E388-B81B-4CC3-8830-F075C9A99E9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CACC632-0C70-40B4-9973-A6C0FF41F61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62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| Sub atual e mínimos documentais por veículo; 12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D4407DA-B524-4930-ADF5-9F48A66FB9B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7DBB334-211A-437E-844E-3A2F1442163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CAB4C74-308D-4593-B62A-7CABC02E640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97F1A77-6AC9-4234-80F2-141A8BD4ED7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mvp-summary-structural_mvp_financeiro-1">
            <a:extLst>
              <a:ext uri="{FF2B5EF4-FFF2-40B4-BE49-F238E27FC236}">
                <ns2:creationId id="{B09A3AAE-B9A3-4D9C-A838-F6C9BF97802B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15/18 CNPJs · R$ 10,9 bi de R$ 11,4 bi</a:t>
            </a:r>
          </a:p>
        </ns0:txBody>
      </ns0:sp>
      <ns0:sp>
        <ns0:nvSpPr>
          <ns0:cNvPr id="8" name="mvp-summary-structural_mvp_financeiro-2">
            <a:extLst>
              <a:ext uri="{FF2B5EF4-FFF2-40B4-BE49-F238E27FC236}">
                <ns2:creationId id="{13723420-368D-4CBC-9C81-2907BF761778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ampla · 12 pares · med. carteira 31,8% vs. mercado 30,1%</a:t>
            </a:r>
          </a:p>
        </ns0:txBody>
      </ns0:sp>
      <ns0:sp>
        <ns0:nvSpPr>
          <ns0:cNvPr id="9" name="mvp-summary-structural_mvp_financeiro-3">
            <a:extLst>
              <a:ext uri="{FF2B5EF4-FFF2-40B4-BE49-F238E27FC236}">
                <ns2:creationId id="{73A142EB-0B43-4EDE-B4F6-E1E2FDBF2FD6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na referência ampla*</a:t>
            </a:r>
          </a:p>
        </ns0:txBody>
      </ns0:sp>
      <ns0:sp>
        <ns0:nvSpPr>
          <ns0:cNvPr id="10" name="mvp-band-structural_mvp_financeiro-1">
            <a:extLst>
              <a:ext uri="{FF2B5EF4-FFF2-40B4-BE49-F238E27FC236}">
                <ns2:creationId id="{06575350-D1F8-429E-B4FC-091A65983449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1A6D3E7-35E5-4678-ADC6-021160B7FDD3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financeiro-62838025000116">
            <a:extLst>
              <a:ext uri="{FF2B5EF4-FFF2-40B4-BE49-F238E27FC236}">
                <ns2:creationId id="{56234B83-FDD2-4082-9E7B-81E04DFEAB27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ENDURANCE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R$ 2,0 bi · Sub atual 9,5%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13" name="mvp-card-structural_mvp_financeiro-50988212000105">
            <a:extLst>
              <a:ext uri="{FF2B5EF4-FFF2-40B4-BE49-F238E27FC236}">
                <ns2:creationId id="{089F07BC-1747-4D76-A075-1CBEF13BCEDB}"/>
              </a:ext>
            </a:extLst>
          </ns0:cNvPr>
          <ns0:cNvSpPr>
            <a:spLocks noGrp="1"/>
          </ns0:cNvSpPr>
          <ns0:nvPr/>
        </ns0:nvSpPr>
        <ns0:spPr>
          <a:xfrm>
            <a:off x="571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CARTÃO DE COMPRA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R$ 193,6 mi · Sub atual 7,0%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4,5%* · Estr. N/D*</a:t>
            </a:r>
          </a:p>
        </ns0:txBody>
      </ns0:sp>
      <ns0:sp>
        <ns0:nvSpPr>
          <ns0:cNvPr id="14" name="mvp-band-structural_mvp_financeiro-2">
            <a:extLst>
              <a:ext uri="{FF2B5EF4-FFF2-40B4-BE49-F238E27FC236}">
                <ns2:creationId id="{F92596A1-47E3-4DC8-9815-115D4C0BA673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E9F69401-CDAD-48CB-92C7-84CBC9894BAB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6" name="mvp-band-structural_mvp_financeiro-3">
            <a:extLst>
              <a:ext uri="{FF2B5EF4-FFF2-40B4-BE49-F238E27FC236}">
                <ns2:creationId id="{FE77C785-7EBF-49DE-B72D-C60C182504CC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50ADDFDD-C47B-402F-A534-935CB67FE10B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band-structural_mvp_financeiro-4">
            <a:extLst>
              <a:ext uri="{FF2B5EF4-FFF2-40B4-BE49-F238E27FC236}">
                <ns2:creationId id="{80F4A3BC-3A29-4F01-B5A9-1C1422E59630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6EADE06A-EA89-49CF-8F80-41D5F588490C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financeiro-57816252000100">
            <a:extLst>
              <a:ext uri="{FF2B5EF4-FFF2-40B4-BE49-F238E27FC236}">
                <ns2:creationId id="{DCE9CE7D-45E4-48A3-B0FA-AF18DDF940AB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NATURA PAY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R$ 1,0 bi · Sub atual 28,3%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25,3% · Estr. 25,3%</a:t>
            </a:r>
          </a:p>
        </ns0:txBody>
      </ns0:sp>
      <ns0:sp>
        <ns0:nvSpPr>
          <ns0:cNvPr id="21" name="mvp-card-structural_mvp_financeiro-61288838000117">
            <a:extLst>
              <a:ext uri="{FF2B5EF4-FFF2-40B4-BE49-F238E27FC236}">
                <ns2:creationId id="{06CA6CCC-550A-4E07-9EFD-510A65BD52BA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R$ 722,5 mi · Sub atual 30,3%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2" name="mvp-card-structural_mvp_financeiro-37294759000134">
            <a:extLst>
              <a:ext uri="{FF2B5EF4-FFF2-40B4-BE49-F238E27FC236}">
                <ns2:creationId id="{1263275D-638B-4B89-98A8-C09C594128EA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GALLERIA HOME EQUITY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R$ 513,2 mi · Sub atual 31,8%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4,8%*</a:t>
            </a:r>
          </a:p>
        </ns0:txBody>
      </ns0:sp>
      <ns0:sp>
        <ns0:nvSpPr>
          <ns0:cNvPr id="23" name="mvp-card-structural_mvp_financeiro-57028406000108">
            <a:extLst>
              <a:ext uri="{FF2B5EF4-FFF2-40B4-BE49-F238E27FC236}">
                <ns2:creationId id="{59E8FD8F-7AAD-4662-9917-477E34F58ECF}"/>
              </a:ext>
            </a:extLst>
          </ns0:cNvPr>
          <ns0:cNvSpPr>
            <a:spLocks noGrp="1"/>
          </ns0:cNvSpPr>
          <ns0:nvPr/>
        </ns0:nvSpPr>
        <ns0:spPr>
          <a:xfrm>
            <a:off x="61341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VI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R$ 437,4 mi · Sub atual 26,6%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2,0% · Estr. N/D*</a:t>
            </a:r>
          </a:p>
        </ns0:txBody>
      </ns0:sp>
      <ns0:sp>
        <ns0:nvSpPr>
          <ns0:cNvPr id="24" name="mvp-card-structural_mvp_financeiro-47640584000123">
            <a:extLst>
              <a:ext uri="{FF2B5EF4-FFF2-40B4-BE49-F238E27FC236}">
                <ns2:creationId id="{7800EB23-D655-4AA7-BF5A-940111002D41}"/>
              </a:ext>
            </a:extLst>
          </ns0:cNvPr>
          <ns0:cNvSpPr>
            <a:spLocks noGrp="1"/>
          </ns0:cNvSpPr>
          <ns0:nvPr/>
        </ns0:nvSpPr>
        <ns0:spPr>
          <a:xfrm>
            <a:off x="61341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SOL AGORA GREEN ESG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R$ 285,1 mi · Sub atual 30,4%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5" name="mvp-card-structural_mvp_financeiro-42462306000100">
            <a:extLst>
              <a:ext uri="{FF2B5EF4-FFF2-40B4-BE49-F238E27FC236}">
                <ns2:creationId id="{A6040E36-AA73-45EE-B6D6-2E8CC7AF4665}"/>
              </a:ext>
            </a:extLst>
          </ns0:cNvPr>
          <ns0:cNvSpPr>
            <a:spLocks noGrp="1"/>
          </ns0:cNvSpPr>
          <ns0:nvPr/>
        </ns0:nvSpPr>
        <ns0:spPr>
          <a:xfrm>
            <a:off x="6134100" y="4467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R$ 96,1 mi · Sub atual 24,7%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 · Estr. N/D*</a:t>
            </a:r>
          </a:p>
        </ns0:txBody>
      </ns0:sp>
      <ns0:sp>
        <ns0:nvSpPr>
          <ns0:cNvPr id="26" name="mvp-band-structural_mvp_financeiro-5">
            <a:extLst>
              <a:ext uri="{FF2B5EF4-FFF2-40B4-BE49-F238E27FC236}">
                <ns2:creationId id="{2BCB0C60-D86B-4A9F-81CF-A7E621604468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30B83263-9167-48A3-9B79-A04C3F6D6072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8" name="mvp-card-structural_mvp_financeiro-42154687000160">
            <a:extLst>
              <a:ext uri="{FF2B5EF4-FFF2-40B4-BE49-F238E27FC236}">
                <ns2:creationId id="{71227542-DDB2-44D4-808C-B5FDFAE6D546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MULTIPLIKE PLUS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R$ 2,1 bi · Sub atual 42,3%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29" name="mvp-card-structural_mvp_financeiro-41197066000109">
            <a:extLst>
              <a:ext uri="{FF2B5EF4-FFF2-40B4-BE49-F238E27FC236}">
                <ns2:creationId id="{5F614F18-FA1D-4DC5-AC4D-6E692E2AD105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R$ 657,1 mi · Sub atual 36,5%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30" name="mvp-card-structural_mvp_financeiro-58152340000118">
            <a:extLst>
              <a:ext uri="{FF2B5EF4-FFF2-40B4-BE49-F238E27FC236}">
                <ns2:creationId id="{03EF2A30-A270-4556-BAFF-24DBC0D1291D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MONEE II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R$ 442,2 mi · Sub atual 40,6%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ns0:txBody>
      </ns0:sp>
      <ns0:sp>
        <ns0:nvSpPr>
          <ns0:cNvPr id="31" name="mvp-card-structural_mvp_financeiro-63066147000102">
            <a:extLst>
              <a:ext uri="{FF2B5EF4-FFF2-40B4-BE49-F238E27FC236}">
                <ns2:creationId id="{1E9D99C0-D4BD-455B-A71A-91FF180141E3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INCLUSÃO CREDIÁRIA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R$ 156,4 mi · Sub atual 52,0%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12,5% · Estr. N/D*</a:t>
            </a:r>
          </a:p>
        </ns0:txBody>
      </ns0:sp>
      <ns0:sp>
        <ns0:nvSpPr>
          <ns0:cNvPr id="32" name="mvp-card-structural_mvp_financeiro-49113994000141">
            <a:extLst>
              <a:ext uri="{FF2B5EF4-FFF2-40B4-BE49-F238E27FC236}">
                <ns2:creationId id="{ED91410F-B0BE-44D0-A1D4-623E7ADFEDD0}"/>
              </a:ext>
            </a:extLst>
          </ns0:cNvPr>
          <ns0:cNvSpPr>
            <a:spLocks noGrp="1"/>
          </ns0:cNvSpPr>
          <ns0:nvPr/>
        </ns0:nvSpPr>
        <ns0:spPr>
          <a:xfrm>
            <a:off x="79883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CAP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R$ 99,3 mi · Sub atual 44,1%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14,0% · Estr. N/D*</a:t>
            </a:r>
          </a:p>
        </ns0:txBody>
      </ns0:sp>
      <ns0:sp>
        <ns0:nvSpPr>
          <ns0:cNvPr id="33" name="mvp-band-structural_mvp_financeiro-6">
            <a:extLst>
              <a:ext uri="{FF2B5EF4-FFF2-40B4-BE49-F238E27FC236}">
                <ns2:creationId id="{3F6ED776-9DCB-4377-883B-962841F142D7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BE0C84EC-E1DA-4E1A-B504-41319F272F26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5" name="mvp-card-structural_mvp_financeiro-32526025000110">
            <a:extLst>
              <a:ext uri="{FF2B5EF4-FFF2-40B4-BE49-F238E27FC236}">
                <ns2:creationId id="{2A93C82F-0D9F-49C5-A1BC-3D4EBD6294A1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COBUCCIO DE RESPONS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R$ 1,8 bi · Sub atual 75,6%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75,0% · Estr. N/D*</a:t>
            </a:r>
          </a:p>
        </ns0:txBody>
      </ns0:sp>
      <ns0:sp>
        <ns0:nvSpPr>
          <ns0:cNvPr id="36" name="mvp-card-structural_mvp_financeiro-43193260000133">
            <a:extLst>
              <a:ext uri="{FF2B5EF4-FFF2-40B4-BE49-F238E27FC236}">
                <ns2:creationId id="{9B93E1A0-98F8-4EAD-A0E1-72E44B8D547B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RESIDENCE CLUB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R$ 403,4 mi · Sub atual 69,1%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15,0%* · Estr. 50,0%*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7F62E17B-4664-476E-AFEB-D54FFED8BE81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622152685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5" name="">
            <a:extLst>
              <a:ext uri="{FF2B5EF4-FFF2-40B4-BE49-F238E27FC236}">
                <ns2:creationId id="{0CBBFEA5-6D2F-4F60-9C78-A93BF9FE6CF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ADQUIRÊNCIA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6B0EFD9-D865-44C3-9DB6-8832C5C9E19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| 2 veículos comparáveis estão até 2 p.p. acima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232CD5F-6330-4B0F-A7C3-7659C548AD0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FB9B99D-FE5F-4FBF-B136-0853FC7F073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87C9254-7790-4E87-8845-436E153FECB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7FF8C2C-4DA5-4861-9FA7-AB0E9B79DE9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mvp-summary-structural_mvp_adquirencia-1">
            <a:extLst>
              <a:ext uri="{FF2B5EF4-FFF2-40B4-BE49-F238E27FC236}">
                <ns2:creationId id="{0F15F309-1512-43A4-A142-425F8E3B2C0A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12/17 CNPJs · R$ 15,1 bi de R$ 15,1 bi</a:t>
            </a:r>
          </a:p>
        </ns0:txBody>
      </ns0:sp>
      <ns0:sp>
        <ns0:nvSpPr>
          <ns0:cNvPr id="8" name="mvp-summary-structural_mvp_adquirencia-2">
            <a:extLst>
              <a:ext uri="{FF2B5EF4-FFF2-40B4-BE49-F238E27FC236}">
                <ns2:creationId id="{0432F822-66A5-4620-849C-5294F3A4FC02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15 pares · med. agregada carteira 11,7% vs. mercado 15,5%</a:t>
            </a:r>
          </a:p>
        </ns0:txBody>
      </ns0:sp>
      <ns0:sp>
        <ns0:nvSpPr>
          <ns0:cNvPr id="9" name="mvp-summary-structural_mvp_adquirencia-3">
            <a:extLst>
              <a:ext uri="{FF2B5EF4-FFF2-40B4-BE49-F238E27FC236}">
                <ns2:creationId id="{127C4B32-6E8D-4CEA-8C9C-0EA54A252FB5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mistura risco emissor e adquirente*</a:t>
            </a:r>
          </a:p>
        </ns0:txBody>
      </ns0:sp>
      <ns0:sp>
        <ns0:nvSpPr>
          <ns0:cNvPr id="10" name="mvp-band-structural_mvp_adquirencia-1">
            <a:extLst>
              <a:ext uri="{FF2B5EF4-FFF2-40B4-BE49-F238E27FC236}">
                <ns2:creationId id="{3ABC546C-46C4-4709-970D-8EEA21EDF00D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B0C04DA4-AA83-4AF4-942C-3B96B62FA077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adquirencia-48967719000122">
            <a:extLst>
              <a:ext uri="{FF2B5EF4-FFF2-40B4-BE49-F238E27FC236}">
                <ns2:creationId id="{B8213991-9BC8-4E11-A4C5-F404C09BD94A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SOULPAY*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R$ 78,4 mi · Sub atual 6,0%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ns0:txBody>
      </ns0:sp>
      <ns0:sp>
        <ns0:nvSpPr>
          <ns0:cNvPr id="13" name="mvp-card-structural_mvp_adquirencia-31739396000117">
            <a:extLst>
              <a:ext uri="{FF2B5EF4-FFF2-40B4-BE49-F238E27FC236}">
                <ns2:creationId id="{DE9E5729-7B5F-48B0-8385-2FA5CD8CABFF}"/>
              </a:ext>
            </a:extLst>
          </ns0:cNvPr>
          <ns0:cNvSpPr>
            <a:spLocks noGrp="1"/>
          </ns0:cNvSpPr>
          <ns0:nvPr/>
        </ns0:nvSpPr>
        <ns0:spPr>
          <a:xfrm>
            <a:off x="571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LF III*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R$ 1,4 bi · Sub atual 8,0%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0,5% · Estr. N/D*</a:t>
            </a:r>
          </a:p>
        </ns0:txBody>
      </ns0:sp>
      <ns0:sp>
        <ns0:nvSpPr>
          <ns0:cNvPr id="14" name="mvp-card-structural_mvp_adquirencia-62626887000185">
            <a:extLst>
              <a:ext uri="{FF2B5EF4-FFF2-40B4-BE49-F238E27FC236}">
                <ns2:creationId id="{2107917D-06AE-4746-A108-BD0F494D928E}"/>
              </a:ext>
            </a:extLst>
          </ns0:cNvPr>
          <ns0:cNvSpPr>
            <a:spLocks noGrp="1"/>
          </ns0:cNvSpPr>
          <ns0:nvPr/>
        </ns0:nvSpPr>
        <ns0:spPr>
          <a:xfrm>
            <a:off x="571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SUMUP SMART IV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R$ 356,8 mi · Sub atual 4,0%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2,9% · Estr. N/D*</a:t>
            </a:r>
          </a:p>
        </ns0:txBody>
      </ns0:sp>
      <ns0:sp>
        <ns0:nvSpPr>
          <ns0:cNvPr id="15" name="mvp-card-structural_mvp_adquirencia-42085830000109">
            <a:extLst>
              <a:ext uri="{FF2B5EF4-FFF2-40B4-BE49-F238E27FC236}">
                <ns2:creationId id="{5DA14978-F956-4222-8557-AB5C9E0C3DA6}"/>
              </a:ext>
            </a:extLst>
          </ns0:cNvPr>
          <ns0:cNvSpPr>
            <a:spLocks noGrp="1"/>
          </ns0:cNvSpPr>
          <ns0:nvPr/>
        </ns0:nvSpPr>
        <ns0:spPr>
          <a:xfrm>
            <a:off x="5715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CLOUDWALK AKIRA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R$ 308,2 mi · Sub atual 5,3%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3,0% · Estr. 3,0%</a:t>
            </a:r>
          </a:p>
        </ns0:txBody>
      </ns0:sp>
      <ns0:sp>
        <ns0:nvSpPr>
          <ns0:cNvPr id="16" name="mvp-band-structural_mvp_adquirencia-2">
            <a:extLst>
              <a:ext uri="{FF2B5EF4-FFF2-40B4-BE49-F238E27FC236}">
                <ns2:creationId id="{51B0ECA1-8AF5-47A5-A4D6-EDC50F881F53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75EF5FDF-0D54-47A3-AAA8-4438465B82B5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card-structural_mvp_adquirencia-54083697000130">
            <a:extLst>
              <a:ext uri="{FF2B5EF4-FFF2-40B4-BE49-F238E27FC236}">
                <ns2:creationId id="{BE733325-B161-4CC2-A119-8C70BA691B5A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PERNAMBUCANAS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R$ 226,6 mi · Sub atual 10,9%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10,0% · Estr. 10,0%</a:t>
            </a:r>
          </a:p>
        </ns0:txBody>
      </ns0:sp>
      <ns0:sp>
        <ns0:nvSpPr>
          <ns0:cNvPr id="19" name="mvp-card-structural_mvp_adquirencia-45598747000121">
            <a:extLst>
              <a:ext uri="{FF2B5EF4-FFF2-40B4-BE49-F238E27FC236}">
                <ns2:creationId id="{5B88248B-A5A8-4FA8-8293-C4EC74C846EE}"/>
              </a:ext>
            </a:extLst>
          </ns0:cNvPr>
          <ns0:cNvSpPr>
            <a:spLocks noGrp="1"/>
          </ns0:cNvSpPr>
          <ns0:nvPr/>
        </ns0:nvSpPr>
        <ns0:spPr>
          <a:xfrm>
            <a:off x="24257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SUMUP SOLO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R$ 378,1 mi · Sub atual 10,2%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4,8%* · Estr. 4,8%*</a:t>
            </a:r>
          </a:p>
        </ns0:txBody>
      </ns0:sp>
      <ns0:sp>
        <ns0:nvSpPr>
          <ns0:cNvPr id="20" name="mvp-card-structural_mvp_adquirencia-50857998000113">
            <a:extLst>
              <a:ext uri="{FF2B5EF4-FFF2-40B4-BE49-F238E27FC236}">
                <ns2:creationId id="{9B712263-641A-4C87-9D8D-9D895FB4208A}"/>
              </a:ext>
            </a:extLst>
          </ns0:cNvPr>
          <ns0:cNvSpPr>
            <a:spLocks noGrp="1"/>
          </ns0:cNvSpPr>
          <ns0:nvPr/>
        </ns0:nvSpPr>
        <ns0:spPr>
          <a:xfrm>
            <a:off x="24257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LEO MADEIRAS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R$ 177,0 mi · Sub atual 12,6%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1" name="mvp-band-structural_mvp_adquirencia-3">
            <a:extLst>
              <a:ext uri="{FF2B5EF4-FFF2-40B4-BE49-F238E27FC236}">
                <ns2:creationId id="{3C525266-6A02-4352-A29D-9F3BE26C20DD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214FEF3D-3B8A-41E4-AF46-D2C951DAAF7F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3" name="mvp-band-structural_mvp_adquirencia-4">
            <a:extLst>
              <a:ext uri="{FF2B5EF4-FFF2-40B4-BE49-F238E27FC236}">
                <ns2:creationId id="{91B2AFEC-E160-4008-9443-D53FF6C14EDE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05C9E8C5-0B8D-403B-829C-A3E09FD2AC4A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5" name="mvp-card-structural_mvp_adquirencia-52271464000136">
            <a:extLst>
              <a:ext uri="{FF2B5EF4-FFF2-40B4-BE49-F238E27FC236}">
                <ns2:creationId id="{E71278E8-FA1A-4066-A583-DB4561BCE387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KIWIFY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R$ 347,3 mi · Sub atual 20,2%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6,0% · Estr. N/D*</a:t>
            </a:r>
          </a:p>
        </ns0:txBody>
      </ns0:sp>
      <ns0:sp>
        <ns0:nvSpPr>
          <ns0:cNvPr id="26" name="mvp-band-structural_mvp_adquirencia-5">
            <a:extLst>
              <a:ext uri="{FF2B5EF4-FFF2-40B4-BE49-F238E27FC236}">
                <ns2:creationId id="{69282005-CBE6-4EC6-9D63-B41EDD72257A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EDD018D1-3FE6-43CD-A44F-4361940B0DAA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8" name="mvp-card-structural_mvp_adquirencia-50473039000102">
            <a:extLst>
              <a:ext uri="{FF2B5EF4-FFF2-40B4-BE49-F238E27FC236}">
                <ns2:creationId id="{2276A49C-E8AE-43B2-91E0-7728B8618C5C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SELLER FIDC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R$ 3,7 bi · Sub atual 51,3%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9" name="mvp-band-structural_mvp_adquirencia-6">
            <a:extLst>
              <a:ext uri="{FF2B5EF4-FFF2-40B4-BE49-F238E27FC236}">
                <ns2:creationId id="{B49DEAEA-C86D-4E1C-8AB3-57039A003BBD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5CCA2AC7-1B00-41AD-916B-2DDA505AAE23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1" name="mvp-card-structural_mvp_adquirencia-28169275000172">
            <a:extLst>
              <a:ext uri="{FF2B5EF4-FFF2-40B4-BE49-F238E27FC236}">
                <ns2:creationId id="{A751DC05-8C1D-4551-BB54-2EE71CEEF08D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PAGSEGURO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R$ 6,2 bi · Sub atual 63,2%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ns0:txBody>
      </ns0:sp>
      <ns0:sp>
        <ns0:nvSpPr>
          <ns0:cNvPr id="32" name="mvp-card-structural_mvp_adquirencia-38376526000143">
            <a:extLst>
              <a:ext uri="{FF2B5EF4-FFF2-40B4-BE49-F238E27FC236}">
                <ns2:creationId id="{909DD588-9ED2-4823-984F-0072CEA4044A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HOTFUND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R$ 1,7 bi · Sub atual 76,4%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21,0% · Estr. N/D*</a:t>
            </a:r>
          </a:p>
        </ns0:txBody>
      </ns0:sp>
      <ns0:sp>
        <ns0:nvSpPr>
          <ns0:cNvPr id="33" name="mvp-card-structural_mvp_adquirencia-40919667000107">
            <a:extLst>
              <a:ext uri="{FF2B5EF4-FFF2-40B4-BE49-F238E27FC236}">
                <ns2:creationId id="{2D374283-1EC7-496D-9FC6-00833FE4B305}"/>
              </a:ext>
            </a:extLst>
          </ns0:cNvPr>
          <ns0:cNvSpPr>
            <a:spLocks noGrp="1"/>
          </ns0:cNvSpPr>
          <ns0:nvPr/>
        </ns0:nvSpPr>
        <ns0:spPr>
          <a:xfrm>
            <a:off x="98425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RECARGAPAY 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R$ 281,5 mi · Sub atual 98,0%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C269799E-47CE-46FF-8750-9E4623160122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272537012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40" name="">
            <a:extLst>
              <a:ext uri="{FF2B5EF4-FFF2-40B4-BE49-F238E27FC236}">
                <ns2:creationId id="{5E16AF3D-DE88-4A31-86BC-BEEBB60AB0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AGRO / REVENDA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38BB6C4-5172-4B15-A1EF-57A9D889B49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 | 2 veículos comparáveis estão abaixo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E8F46CA-36AC-4365-8935-A35320853F9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EF721BD-77EE-474B-A64E-B842F5EC6E8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73195C8-7DEE-49BA-BDB5-064935A8018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56CACC-97A8-49C9-9084-95AAC52BD20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mvp-summary-structural_mvp_agro_revenda-1">
            <a:extLst>
              <a:ext uri="{FF2B5EF4-FFF2-40B4-BE49-F238E27FC236}">
                <ns2:creationId id="{DDB69C0B-34F6-445B-BFE4-69FFA40A53EC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17/35 CNPJs · R$ 6,5 bi de R$ 7,1 bi</a:t>
            </a:r>
          </a:p>
        </ns0:txBody>
      </ns0:sp>
      <ns0:sp>
        <ns0:nvSpPr>
          <ns0:cNvPr id="8" name="mvp-summary-structural_mvp_agro_revenda-2">
            <a:extLst>
              <a:ext uri="{FF2B5EF4-FFF2-40B4-BE49-F238E27FC236}">
                <ns2:creationId id="{3521F4BB-D8D4-40B9-9240-C93ADE496945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ns0:txBody>
      </ns0:sp>
      <ns0:sp>
        <ns0:nvSpPr>
          <ns0:cNvPr id="9" name="mvp-summary-structural_mvp_agro_revenda-3">
            <a:extLst>
              <a:ext uri="{FF2B5EF4-FFF2-40B4-BE49-F238E27FC236}">
                <ns2:creationId id="{7ECA8CA8-9E9F-4C12-8739-381CEC01BB48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agro_revenda-1">
            <a:extLst>
              <a:ext uri="{FF2B5EF4-FFF2-40B4-BE49-F238E27FC236}">
                <ns2:creationId id="{72A779C6-DCC4-4020-8C29-A4225A67C727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0FD23D8-559D-4AD7-BFA3-49DA25D78EC3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agro_revenda-52968533000165">
            <a:extLst>
              <a:ext uri="{FF2B5EF4-FFF2-40B4-BE49-F238E27FC236}">
                <ns2:creationId id="{D859A31D-285D-4226-B39D-F6DCAF409D97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MCPO*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R$ 113,3 mi · Sub atual 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20,0%*</a:t>
            </a:r>
          </a:p>
        </ns0:txBody>
      </ns0:sp>
      <ns0:sp>
        <ns0:nvSpPr>
          <ns0:cNvPr id="13" name="mvp-band-structural_mvp_agro_revenda-2">
            <a:extLst>
              <a:ext uri="{FF2B5EF4-FFF2-40B4-BE49-F238E27FC236}">
                <ns2:creationId id="{4CF992DB-5796-408F-9E91-6DD160D48477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D0F7D21-85F3-4247-9B62-97AFDEB58492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5" name="mvp-band-structural_mvp_agro_revenda-3">
            <a:extLst>
              <a:ext uri="{FF2B5EF4-FFF2-40B4-BE49-F238E27FC236}">
                <ns2:creationId id="{1DA11091-C2FC-463F-A4BD-7FD52DAB5C21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862BA10E-1B14-4C0B-8D73-7C8B7A5919F4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7" name="mvp-card-structural_mvp_agro_revenda-57270666000187">
            <a:extLst>
              <a:ext uri="{FF2B5EF4-FFF2-40B4-BE49-F238E27FC236}">
                <ns2:creationId id="{5888F04B-3709-4B36-8EDA-7F2B48C9A447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MOBILITAS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R$ 53,0 mi · Sub atual 15,1%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18" name="mvp-band-structural_mvp_agro_revenda-4">
            <a:extLst>
              <a:ext uri="{FF2B5EF4-FFF2-40B4-BE49-F238E27FC236}">
                <ns2:creationId id="{EFF57D37-C00C-4A8C-AD05-4ED9764A118F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A3733BD3-AFBA-42A3-BF5E-F824C9537828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agro_revenda-33076242000118">
            <a:extLst>
              <a:ext uri="{FF2B5EF4-FFF2-40B4-BE49-F238E27FC236}">
                <ns2:creationId id="{1B587189-AA7E-4F53-A598-CF33764FE2B0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WORKCAP AGRO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R$ 443,2 mi · Sub atual 21,6%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20,0% · Estr. 20,0%</a:t>
            </a:r>
          </a:p>
        </ns0:txBody>
      </ns0:sp>
      <ns0:sp>
        <ns0:nvSpPr>
          <ns0:cNvPr id="21" name="mvp-card-structural_mvp_agro_revenda-47280025000150">
            <a:extLst>
              <a:ext uri="{FF2B5EF4-FFF2-40B4-BE49-F238E27FC236}">
                <ns2:creationId id="{A4B5D2B0-3F01-4553-B3A7-D6D79D7098E9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FIDC AGRO CAPITAL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R$ 522,1 mi · Sub atual 32,2%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ns0:txBody>
      </ns0:sp>
      <ns0:sp>
        <ns0:nvSpPr>
          <ns0:cNvPr id="22" name="mvp-card-structural_mvp_agro_revenda-58171340000165">
            <a:extLst>
              <a:ext uri="{FF2B5EF4-FFF2-40B4-BE49-F238E27FC236}">
                <ns2:creationId id="{9797F167-172A-48A4-BEFE-1EE736424D54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FRIMESA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R$ 357,7 mi · Sub atual 21,0%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1,0% · Estr. N/D*</a:t>
            </a:r>
          </a:p>
        </ns0:txBody>
      </ns0:sp>
      <ns0:sp>
        <ns0:nvSpPr>
          <ns0:cNvPr id="23" name="mvp-card-structural_mvp_agro_revenda-54857414000160">
            <a:extLst>
              <a:ext uri="{FF2B5EF4-FFF2-40B4-BE49-F238E27FC236}">
                <ns2:creationId id="{3ECCB885-DFE7-4998-BFCC-D1178A5E020C}"/>
              </a:ext>
            </a:extLst>
          </ns0:cNvPr>
          <ns0:cNvSpPr>
            <a:spLocks noGrp="1"/>
          </ns0:cNvSpPr>
          <ns0:nvPr/>
        </ns0:nvSpPr>
        <ns0:spPr>
          <a:xfrm>
            <a:off x="61341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INDIE MERX RAIZ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R$ 104,2 mi · Sub atual 27,5%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4" name="mvp-card-structural_mvp_agro_revenda-57752597000148">
            <a:extLst>
              <a:ext uri="{FF2B5EF4-FFF2-40B4-BE49-F238E27FC236}">
                <ns2:creationId id="{403EF48D-FD5C-43E1-87CE-5016A50DC72D}"/>
              </a:ext>
            </a:extLst>
          </ns0:cNvPr>
          <ns0:cNvSpPr>
            <a:spLocks noGrp="1"/>
          </ns0:cNvSpPr>
          <ns0:nvPr/>
        </ns0:nvSpPr>
        <ns0:spPr>
          <a:xfrm>
            <a:off x="61341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AGROMERCANTIL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R$ 68,7 mi · Sub atual 32,5%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ns0:txBody>
      </ns0:sp>
      <ns0:sp>
        <ns0:nvSpPr>
          <ns0:cNvPr id="25" name="mvp-band-structural_mvp_agro_revenda-5">
            <a:extLst>
              <a:ext uri="{FF2B5EF4-FFF2-40B4-BE49-F238E27FC236}">
                <ns2:creationId id="{04479385-FDC6-403F-BFDB-27C6674FC331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E60FD87D-9414-4B46-A34D-8394D5BA5F7D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7" name="mvp-card-structural_mvp_agro_revenda-50536324000117">
            <a:extLst>
              <a:ext uri="{FF2B5EF4-FFF2-40B4-BE49-F238E27FC236}">
                <ns2:creationId id="{1796A5F6-01F3-422C-BC42-AA4C006598A1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MAQNELSON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R$ 100,0 mi · Sub atual 49,2%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28" name="mvp-card-structural_mvp_agro_revenda-37035970000132">
            <a:extLst>
              <a:ext uri="{FF2B5EF4-FFF2-40B4-BE49-F238E27FC236}">
                <ns2:creationId id="{53F25A9B-515C-4BB0-949F-04D8BFE7AE7F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CD CASH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R$ 291,8 mi · Sub atual 46,8%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ns0:txBody>
      </ns0:sp>
      <ns0:sp>
        <ns0:nvSpPr>
          <ns0:cNvPr id="29" name="mvp-card-structural_mvp_agro_revenda-45523699000102">
            <a:extLst>
              <a:ext uri="{FF2B5EF4-FFF2-40B4-BE49-F238E27FC236}">
                <ns2:creationId id="{E5042FB8-4890-43FD-BC02-AB44B9C6CCA2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VIXTRA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R$ 233,6 mi · Sub atual 38,2%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30" name="mvp-card-structural_mvp_agro_revenda-47425750000179">
            <a:extLst>
              <a:ext uri="{FF2B5EF4-FFF2-40B4-BE49-F238E27FC236}">
                <ns2:creationId id="{7194B8E5-9EE9-45DB-8CE4-A5378F851654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CEREALIS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R$ 215,3 mi · Sub atual 53,0%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ns0:txBody>
      </ns0:sp>
      <ns0:sp>
        <ns0:nvSpPr>
          <ns0:cNvPr id="31" name="mvp-band-structural_mvp_agro_revenda-6">
            <a:extLst>
              <a:ext uri="{FF2B5EF4-FFF2-40B4-BE49-F238E27FC236}">
                <ns2:creationId id="{CAA78516-F4E6-47A4-BFDF-673F6A509676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0CEFCD30-9C2B-4A36-B4CD-A5781B81FEFE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3" name="mvp-card-structural_mvp_agro_revenda-29492605000129">
            <a:extLst>
              <a:ext uri="{FF2B5EF4-FFF2-40B4-BE49-F238E27FC236}">
                <ns2:creationId id="{FE38C0F2-C1DB-4502-9A6F-FBD8B5579123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GAZIN MULTISSEGMENTOS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R$ 2,5 bi · Sub atual 67,6%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51,0% · Estr. 51,0%</a:t>
            </a:r>
          </a:p>
        </ns0:txBody>
      </ns0:sp>
      <ns0:sp>
        <ns0:nvSpPr>
          <ns0:cNvPr id="34" name="mvp-card-structural_mvp_agro_revenda-29226654000110">
            <a:extLst>
              <a:ext uri="{FF2B5EF4-FFF2-40B4-BE49-F238E27FC236}">
                <ns2:creationId id="{370A37EC-D1D0-417B-A742-8CDD38FE0994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INVESTCRED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R$ 1,2 bi · Sub atual 79,6%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67,4%* · Estr. 67,4%*</a:t>
            </a:r>
          </a:p>
        </ns0:txBody>
      </ns0:sp>
      <ns0:sp>
        <ns0:nvSpPr>
          <ns0:cNvPr id="35" name="mvp-card-structural_mvp_agro_revenda-43866348000179">
            <a:extLst>
              <a:ext uri="{FF2B5EF4-FFF2-40B4-BE49-F238E27FC236}">
                <ns2:creationId id="{E7A552A8-2942-4EA8-8C28-84EBA3318A63}"/>
              </a:ext>
            </a:extLst>
          </ns0:cNvPr>
          <ns0:cNvSpPr>
            <a:spLocks noGrp="1"/>
          </ns0:cNvSpPr>
          <ns0:nvPr/>
        </ns0:nvSpPr>
        <ns0:spPr>
          <a:xfrm>
            <a:off x="9842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OPEA AGRO SUMITOMO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R$ 256,0 mi · Sub atual 65,4%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36" name="mvp-card-structural_mvp_agro_revenda-51554551000138">
            <a:extLst>
              <a:ext uri="{FF2B5EF4-FFF2-40B4-BE49-F238E27FC236}">
                <ns2:creationId id="{73778485-A18C-4180-87CA-0A1A32A8EDDC}"/>
              </a:ext>
            </a:extLst>
          </ns0:cNvPr>
          <ns0:cNvSpPr>
            <a:spLocks noGrp="1"/>
          </ns0:cNvSpPr>
          <ns0:nvPr/>
        </ns0:nvSpPr>
        <ns0:spPr>
          <a:xfrm>
            <a:off x="98425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CLASSE ÚNICA DO FIDC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R$ 64,5 mi · Sub atual 100,0%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37" name="mvp-card-structural_mvp_agro_revenda-47151680000108">
            <a:extLst>
              <a:ext uri="{FF2B5EF4-FFF2-40B4-BE49-F238E27FC236}">
                <ns2:creationId id="{9151DB3D-943D-43E2-8CF6-0DEF61993497}"/>
              </a:ext>
            </a:extLst>
          </ns0:cNvPr>
          <ns0:cNvSpPr>
            <a:spLocks noGrp="1"/>
          </ns0:cNvSpPr>
          <ns0:nvPr/>
        </ns0:nvSpPr>
        <ns0:spPr>
          <a:xfrm>
            <a:off x="9842500" y="40100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FARM TECH IBBA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R$ 9,4 mi · Sub atual 100,1%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20,0%*</a:t>
            </a:r>
          </a:p>
        </ns0:txBody>
      </ns0:sp>
      <ns0:sp>
        <ns0:nvSpPr>
          <ns0:cNvPr id="38" name="mvp-card-structural_mvp_agro_revenda-43616659000180">
            <a:extLst>
              <a:ext uri="{FF2B5EF4-FFF2-40B4-BE49-F238E27FC236}">
                <ns2:creationId id="{C8690E12-5EA4-4244-9A55-E0DD73F393F8}"/>
              </a:ext>
            </a:extLst>
          </ns0:cNvPr>
          <ns0:cNvSpPr>
            <a:spLocks noGrp="1"/>
          </ns0:cNvSpPr>
          <ns0:nvPr/>
        </ns0:nvSpPr>
        <ns0:spPr>
          <a:xfrm>
            <a:off x="9842500" y="4467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TALÓ 1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R$ 7,0 mi · Sub atual 100,0%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1A5C9798-79A1-484B-A268-16A0F5EDF66B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745789829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4" name="">
            <a:extLst>
              <a:ext uri="{FF2B5EF4-FFF2-40B4-BE49-F238E27FC236}">
                <ns2:creationId id="{528A2CB2-4033-42DF-99C3-E70C68A8647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RISCO CORPORATIVO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38AD39-27E6-499D-9FBD-9008DC3FEE8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Risco Corporativo | 1 veículo comparável está abaixo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EC3D120-08AC-49AF-9357-1B8AF18FC8F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FF10730-FE23-46CF-8E3A-95113437233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A1E820B-20AF-4F25-9C4F-3D96C532081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2C90B64-8ABC-4D4E-960C-207CA9E9D31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mvp-summary-structural_mvp_risco_corporativo-1">
            <a:extLst>
              <a:ext uri="{FF2B5EF4-FFF2-40B4-BE49-F238E27FC236}">
                <ns2:creationId id="{253BABB8-4B50-4019-A447-EC4D0256ED64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11/13 CNPJs · R$ 5,5 bi de R$ 6,7 bi</a:t>
            </a:r>
          </a:p>
        </ns0:txBody>
      </ns0:sp>
      <ns0:sp>
        <ns0:nvSpPr>
          <ns0:cNvPr id="8" name="mvp-summary-structural_mvp_risco_corporativo-2">
            <a:extLst>
              <a:ext uri="{FF2B5EF4-FFF2-40B4-BE49-F238E27FC236}">
                <ns2:creationId id="{424B1A4B-D680-42A9-9911-A5C9F7208AD8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ns0:txBody>
      </ns0:sp>
      <ns0:sp>
        <ns0:nvSpPr>
          <ns0:cNvPr id="9" name="mvp-summary-structural_mvp_risco_corporativo-3">
            <a:extLst>
              <a:ext uri="{FF2B5EF4-FFF2-40B4-BE49-F238E27FC236}">
                <ns2:creationId id="{705154EA-49C4-4C7B-B56A-2719C9016A44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risco_corporativo-1">
            <a:extLst>
              <a:ext uri="{FF2B5EF4-FFF2-40B4-BE49-F238E27FC236}">
                <ns2:creationId id="{1DFA2B46-9DE3-4722-A04B-80C7D5D55EEB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F4D32DB-C98A-438C-8F2F-13D95B073F67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risco_corporativo-62393829000159">
            <a:extLst>
              <a:ext uri="{FF2B5EF4-FFF2-40B4-BE49-F238E27FC236}">
                <ns2:creationId id="{AE09BAED-1C47-4784-9A1F-8892778F5FE6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MÉDICI · BRF/MARFRIG*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R$ 3,1 bi · Sub atual 5,5%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ns0:txBody>
      </ns0:sp>
      <ns0:sp>
        <ns0:nvSpPr>
          <ns0:cNvPr id="13" name="mvp-band-structural_mvp_risco_corporativo-2">
            <a:extLst>
              <a:ext uri="{FF2B5EF4-FFF2-40B4-BE49-F238E27FC236}">
                <ns2:creationId id="{DBC6D983-7C44-4070-AA52-29809F3479C4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22A7CF8-3E3D-4D0C-9E6E-82FB312231F6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5" name="mvp-band-structural_mvp_risco_corporativo-3">
            <a:extLst>
              <a:ext uri="{FF2B5EF4-FFF2-40B4-BE49-F238E27FC236}">
                <ns2:creationId id="{FEA5FA01-0A17-4260-8264-4E8DAECE30D4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50771BD7-EC8A-4AC2-8026-8016931E8CB6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7" name="mvp-card-structural_mvp_risco_corporativo-65873297000145">
            <a:extLst>
              <a:ext uri="{FF2B5EF4-FFF2-40B4-BE49-F238E27FC236}">
                <ns2:creationId id="{98AB108A-90DB-4506-A868-15E15DEC5BC8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ARCELORMITTAL*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R$ 162,6 mi · Sub atual 18,6%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12,0% · Estr. 12,0%</a:t>
            </a:r>
          </a:p>
        </ns0:txBody>
      </ns0:sp>
      <ns0:sp>
        <ns0:nvSpPr>
          <ns0:cNvPr id="18" name="mvp-card-structural_mvp_risco_corporativo-63679792000192">
            <a:extLst>
              <a:ext uri="{FF2B5EF4-FFF2-40B4-BE49-F238E27FC236}">
                <ns2:creationId id="{3871EF1A-5A43-4B9F-A541-4B3A36C86189}"/>
              </a:ext>
            </a:extLst>
          </ns0:cNvPr>
          <ns0:cNvSpPr>
            <a:spLocks noGrp="1"/>
          </ns0:cNvSpPr>
          <ns0:nvPr/>
        </ns0:nvSpPr>
        <ns0:spPr>
          <a:xfrm>
            <a:off x="42799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BLUE HEALTH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R$ 142,2 mi · Sub atual 19,3%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19" name="mvp-band-structural_mvp_risco_corporativo-4">
            <a:extLst>
              <a:ext uri="{FF2B5EF4-FFF2-40B4-BE49-F238E27FC236}">
                <ns2:creationId id="{105BCA8D-4688-42A7-A134-0832F17F23E3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D1732B0A-6E31-486B-973D-03CD89B0B993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1" name="mvp-card-structural_mvp_risco_corporativo-52100879000147">
            <a:extLst>
              <a:ext uri="{FF2B5EF4-FFF2-40B4-BE49-F238E27FC236}">
                <ns2:creationId id="{63712694-A4CC-443D-8F5A-1FBF6B86C7B5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SOTREQ*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R$ 205,2 mi · Sub atual 23,6%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22" name="mvp-card-structural_mvp_risco_corporativo-31570767000180">
            <a:extLst>
              <a:ext uri="{FF2B5EF4-FFF2-40B4-BE49-F238E27FC236}">
                <ns2:creationId id="{7859675F-5AEF-4D1D-A8A2-2B162BFCDD02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TRADEPAY VAREJO 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R$ 702,1 mi · Sub atual 23,3%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3" name="mvp-card-structural_mvp_risco_corporativo-52340225000190">
            <a:extLst>
              <a:ext uri="{FF2B5EF4-FFF2-40B4-BE49-F238E27FC236}">
                <ns2:creationId id="{71100941-0062-4864-8844-CBBB4BBCED17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INOVA CREDTECH III*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R$ 86,1 mi · Sub atual 22,2%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7,5% · Estr. N/D*</a:t>
            </a:r>
          </a:p>
        </ns0:txBody>
      </ns0:sp>
      <ns0:sp>
        <ns0:nvSpPr>
          <ns0:cNvPr id="24" name="mvp-band-structural_mvp_risco_corporativo-5">
            <a:extLst>
              <a:ext uri="{FF2B5EF4-FFF2-40B4-BE49-F238E27FC236}">
                <ns2:creationId id="{2A7C5D01-714C-4310-BDFE-A550125E4880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FEAAD187-CD38-4C54-9E57-74A53E6FFF73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6" name="mvp-card-structural_mvp_risco_corporativo-63622842000103">
            <a:extLst>
              <a:ext uri="{FF2B5EF4-FFF2-40B4-BE49-F238E27FC236}">
                <ns2:creationId id="{102FE866-D3A5-43AD-A26E-2BB89628D4B3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DESBRAVA UNO ARTIGOS*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R$ 343,6 mi · Sub atual 50,4%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27" name="mvp-card-structural_mvp_risco_corporativo-63657457000193">
            <a:extLst>
              <a:ext uri="{FF2B5EF4-FFF2-40B4-BE49-F238E27FC236}">
                <ns2:creationId id="{5C017EEA-82A8-4310-BC93-5BF4F6A11376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MSV3 RECEBÍVEIS*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R$ 311,5 mi · Sub atual 36,3%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ns0:txBody>
      </ns0:sp>
      <ns0:sp>
        <ns0:nvSpPr>
          <ns0:cNvPr id="28" name="mvp-card-structural_mvp_risco_corporativo-38658727000133">
            <a:extLst>
              <a:ext uri="{FF2B5EF4-FFF2-40B4-BE49-F238E27FC236}">
                <ns2:creationId id="{537A201C-656E-4F0A-B122-D1C69548DAFE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FORNECEDORES MADEIRA*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R$ 196,7 mi · Sub atual 46,9%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26,7%* · Estr. 26,7%*</a:t>
            </a:r>
          </a:p>
        </ns0:txBody>
      </ns0:sp>
      <ns0:sp>
        <ns0:nvSpPr>
          <ns0:cNvPr id="29" name="mvp-card-structural_mvp_risco_corporativo-58476088000100">
            <a:extLst>
              <a:ext uri="{FF2B5EF4-FFF2-40B4-BE49-F238E27FC236}">
                <ns2:creationId id="{C9D3AE8A-3B57-499A-B7EA-1C60F9EDCC55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SAGA CRÉDITO PRIVADO*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R$ 167,6 mi · Sub atual 38,7%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33,3% · Estr. 33,3%</a:t>
            </a:r>
          </a:p>
        </ns0:txBody>
      </ns0:sp>
      <ns0:sp>
        <ns0:nvSpPr>
          <ns0:cNvPr id="30" name="mvp-band-structural_mvp_risco_corporativo-6">
            <a:extLst>
              <a:ext uri="{FF2B5EF4-FFF2-40B4-BE49-F238E27FC236}">
                <ns2:creationId id="{51E44608-B729-41A4-B7A4-69C3D9CF31BF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55A6FA7A-7570-4429-B023-209642B93966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2" name="mvp-card-structural_mvp_risco_corporativo-58288437000152">
            <a:extLst>
              <a:ext uri="{FF2B5EF4-FFF2-40B4-BE49-F238E27FC236}">
                <ns2:creationId id="{A206DD51-60C4-4A73-8D3E-E6071CDAB3D7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ALTOMAX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R$ 89,9 mi · Sub atual 64,6%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ED8CB01D-5063-43F5-BD56-6FC0590D7EC8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086788430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2" name="">
            <a:extLst>
              <a:ext uri="{FF2B5EF4-FFF2-40B4-BE49-F238E27FC236}">
                <ns2:creationId id="{BC4D8BE6-5184-4F4D-8BD9-EC31E8395F5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CONSIGNADO INSS E FGTS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720865D-A960-4D59-AEE8-FD386C33F51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1523"/>
          </a:bodyPr>
          <a:lstStyle/>
          <a:p>
            <a:pPr algn="l">
              <a:lnSpc>
                <a:spcPct val="100000"/>
              </a:lnSpc>
              <a:buNone/>
              <a:def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Consignado INSS e FGTS | Sub atual e mínimos documentais por veículo; 9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CF815B6-D65A-4710-AA2C-B999DFC2D52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AAA48E2-2726-486E-9C1F-F43B3F86E0A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CAC7F29-3442-4659-87FE-4DC1F315D55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57AC893-1D43-4983-92F4-7145C6E4F8E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mvp-summary-structural_mvp_consignado-1">
            <a:extLst>
              <a:ext uri="{FF2B5EF4-FFF2-40B4-BE49-F238E27FC236}">
                <ns2:creationId id="{87DC8723-B3C3-4360-B518-7C320BB1000E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9/12 CNPJs · R$ 7,2 bi de R$ 10,5 bi</a:t>
            </a:r>
          </a:p>
        </ns0:txBody>
      </ns0:sp>
      <ns0:sp>
        <ns0:nvSpPr>
          <ns0:cNvPr id="8" name="mvp-summary-structural_mvp_consignado-2">
            <a:extLst>
              <a:ext uri="{FF2B5EF4-FFF2-40B4-BE49-F238E27FC236}">
                <ns2:creationId id="{D97C69C2-8BE3-4ED8-BF66-4466807BBDEC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INSS carteira 14,9% vs. pares 16,1% | FGTS carteira 18,3% vs. pares 17,2%</a:t>
            </a:r>
          </a:p>
        </ns0:txBody>
      </ns0:sp>
      <ns0:sp>
        <ns0:nvSpPr>
          <ns0:cNvPr id="9" name="mvp-summary-structural_mvp_consignado-3">
            <a:extLst>
              <a:ext uri="{FF2B5EF4-FFF2-40B4-BE49-F238E27FC236}">
                <ns2:creationId id="{E82145DA-F030-406D-947A-B8635BD27F6D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nos dois grupos</a:t>
            </a:r>
          </a:p>
        </ns0:txBody>
      </ns0:sp>
      <ns0:sp>
        <ns0:nvSpPr>
          <ns0:cNvPr id="10" name="mvp-band-structural_mvp_consignado-1">
            <a:extLst>
              <a:ext uri="{FF2B5EF4-FFF2-40B4-BE49-F238E27FC236}">
                <ns2:creationId id="{4B9941B6-0A48-45F5-9D39-E4B01DE05386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797F7B0-5493-4212-B0C2-656D3ADE66CE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band-structural_mvp_consignado-2">
            <a:extLst>
              <a:ext uri="{FF2B5EF4-FFF2-40B4-BE49-F238E27FC236}">
                <ns2:creationId id="{9BB4DE1B-6556-48A1-81BE-9F452A94F77F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0E67219-B326-43D6-8AE0-59148936F885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4" name="mvp-card-structural_mvp_consignado-63546406000194">
            <a:extLst>
              <a:ext uri="{FF2B5EF4-FFF2-40B4-BE49-F238E27FC236}">
                <ns2:creationId id="{80151376-87A7-4170-B8D7-53A787F512CF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PINE INSS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R$ 1,2 bi · Sub atual 14,9%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1,5% · Estr. N/D*</a:t>
            </a:r>
          </a:p>
        </ns0:txBody>
      </ns0:sp>
      <ns0:sp>
        <ns0:nvSpPr>
          <ns0:cNvPr id="15" name="mvp-card-structural_mvp_consignado-65347578000164">
            <a:extLst>
              <a:ext uri="{FF2B5EF4-FFF2-40B4-BE49-F238E27FC236}">
                <ns2:creationId id="{2B6D92C1-2975-4F19-8003-79C3B757CABA}"/>
              </a:ext>
            </a:extLst>
          </ns0:cNvPr>
          <ns0:cNvSpPr>
            <a:spLocks noGrp="1"/>
          </ns0:cNvSpPr>
          <ns0:nvPr/>
        </ns0:nvSpPr>
        <ns0:spPr>
          <a:xfrm>
            <a:off x="24257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ICRED INSS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R$ 664,8 mi · Sub atual 13,5%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2,5% · Estr. N/D*</a:t>
            </a:r>
          </a:p>
        </ns0:txBody>
      </ns0:sp>
      <ns0:sp>
        <ns0:nvSpPr>
          <ns0:cNvPr id="16" name="mvp-band-structural_mvp_consignado-3">
            <a:extLst>
              <a:ext uri="{FF2B5EF4-FFF2-40B4-BE49-F238E27FC236}">
                <ns2:creationId id="{D01F128D-3A61-43D4-91D5-ECCCC341594D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B67B5CB-66D0-4A88-B5FC-823DAD6C89F2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card-structural_mvp_consignado-65976848000104">
            <a:extLst>
              <a:ext uri="{FF2B5EF4-FFF2-40B4-BE49-F238E27FC236}">
                <ns2:creationId id="{8BE6815E-A16E-47F9-8767-1DBC2FDB1E2C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AGIBANK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R$ 3,0 bi · Sub atual 15,2%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19" name="mvp-card-structural_mvp_consignado-54810968000102">
            <a:extLst>
              <a:ext uri="{FF2B5EF4-FFF2-40B4-BE49-F238E27FC236}">
                <ns2:creationId id="{8CF5681E-068C-4730-B855-B27F0AFCC9AF}"/>
              </a:ext>
            </a:extLst>
          </ns0:cNvPr>
          <ns0:cNvSpPr>
            <a:spLocks noGrp="1"/>
          </ns0:cNvSpPr>
          <ns0:nvPr/>
        </ns0:nvSpPr>
        <ns0:spPr>
          <a:xfrm>
            <a:off x="42799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R$ 965,3 mi · Sub atual 16,1%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0" name="mvp-card-structural_mvp_consignado-54464892000100">
            <a:extLst>
              <a:ext uri="{FF2B5EF4-FFF2-40B4-BE49-F238E27FC236}">
                <ns2:creationId id="{1F34A567-F3F5-49EC-99F4-AC0B398CCF30}"/>
              </a:ext>
            </a:extLst>
          </ns0:cNvPr>
          <ns0:cNvSpPr>
            <a:spLocks noGrp="1"/>
          </ns0:cNvSpPr>
          <ns0:nvPr/>
        </ns0:nvSpPr>
        <ns0:spPr>
          <a:xfrm>
            <a:off x="42799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MT FGTS RECEIVABLES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R$ 697,5 mi · Sub atual 19,4%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3,5% · Estr. N/D*</a:t>
            </a:r>
          </a:p>
        </ns0:txBody>
      </ns0:sp>
      <ns0:sp>
        <ns0:nvSpPr>
          <ns0:cNvPr id="21" name="mvp-card-structural_mvp_consignado-55401645000128">
            <a:extLst>
              <a:ext uri="{FF2B5EF4-FFF2-40B4-BE49-F238E27FC236}">
                <ns2:creationId id="{E5D18FDA-7D9B-4C56-93ED-25D692844946}"/>
              </a:ext>
            </a:extLst>
          </ns0:cNvPr>
          <ns0:cNvSpPr>
            <a:spLocks noGrp="1"/>
          </ns0:cNvSpPr>
          <ns0:nvPr/>
        </ns0:nvSpPr>
        <ns0:spPr>
          <a:xfrm>
            <a:off x="42799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QUATÁ FDC FGTS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R$ 225,0 mi · Sub atual 17,3%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3,0% · Estr. N/D*</a:t>
            </a:r>
          </a:p>
        </ns0:txBody>
      </ns0:sp>
      <ns0:sp>
        <ns0:nvSpPr>
          <ns0:cNvPr id="22" name="mvp-card-structural_mvp_consignado-54252144000164">
            <a:extLst>
              <a:ext uri="{FF2B5EF4-FFF2-40B4-BE49-F238E27FC236}">
                <ns2:creationId id="{23D5569B-224A-4D20-9E92-384690158357}"/>
              </a:ext>
            </a:extLst>
          </ns0:cNvPr>
          <ns0:cNvSpPr>
            <a:spLocks noGrp="1"/>
          </ns0:cNvSpPr>
          <ns0:nvPr/>
        </ns0:nvSpPr>
        <ns0:spPr>
          <a:xfrm>
            <a:off x="42799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J17 FGTS FINANCEIRO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R$ 213,6 mi · Sub atual 15,0%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3" name="mvp-band-structural_mvp_consignado-4">
            <a:extLst>
              <a:ext uri="{FF2B5EF4-FFF2-40B4-BE49-F238E27FC236}">
                <ns2:creationId id="{3CAEBFA5-523E-4179-BF3A-2CC2D833A3E4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B7F6CDC3-24FD-4512-8F27-DEF3A08B1139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5" name="mvp-card-structural_mvp_consignado-53577135000180">
            <a:extLst>
              <a:ext uri="{FF2B5EF4-FFF2-40B4-BE49-F238E27FC236}">
                <ns2:creationId id="{CDC9FC39-29B5-4A79-B0E1-7BB5E909A60A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R$ 249,7 mi · Sub atual 22,0%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6" name="mvp-card-structural_mvp_consignado-53270983000142">
            <a:extLst>
              <a:ext uri="{FF2B5EF4-FFF2-40B4-BE49-F238E27FC236}">
                <ns2:creationId id="{03CF8D42-9CB0-4B86-8001-7D28F7536124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+AG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R$ 71,1 mi · Sub atual 20,2%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8,0% · Estr. N/D*</a:t>
            </a:r>
          </a:p>
        </ns0:txBody>
      </ns0:sp>
      <ns0:sp>
        <ns0:nvSpPr>
          <ns0:cNvPr id="27" name="mvp-band-structural_mvp_consignado-5">
            <a:extLst>
              <a:ext uri="{FF2B5EF4-FFF2-40B4-BE49-F238E27FC236}">
                <ns2:creationId id="{560F6FF9-52F6-465D-9AF6-87E6D3CD4CC3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189E8F56-CE44-48BC-A419-ED38042FCA7E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9" name="mvp-band-structural_mvp_consignado-6">
            <a:extLst>
              <a:ext uri="{FF2B5EF4-FFF2-40B4-BE49-F238E27FC236}">
                <ns2:creationId id="{5418210D-3E7B-41C2-8447-F4E14410B9CC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ABAA450C-D8C6-4A0E-B211-56D648A190CE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3B70C53E-BE6E-47ED-851B-456619E33C40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55569679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1B6C453F-B361-42B1-988D-52E45B827F0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FACTORING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7917BD3-86F9-49D1-82E7-5B7AF7F423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85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Factoring | Sub atual e mínimos documentais por veículo; 3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FA06C1D-2EA4-4DF5-ADDB-8EB68240579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6D9519-95CB-40F5-BC6E-C0315C4BA4A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EA58F29-1BC4-4F9A-81D3-01AF5B9FEE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E4458B8-9005-4078-8729-0DA69156612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sp>
        <ns0:nvSpPr>
          <ns0:cNvPr id="7" name="mvp-summary-structural_mvp_factoring-1">
            <a:extLst>
              <a:ext uri="{FF2B5EF4-FFF2-40B4-BE49-F238E27FC236}">
                <ns2:creationId id="{07DA45D7-1F5C-4073-A1E9-A4BC5BB10D02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3/4 CNPJs · R$ 4,2 bi de R$ 4,4 bi</a:t>
            </a:r>
          </a:p>
        </ns0:txBody>
      </ns0:sp>
      <ns0:sp>
        <ns0:nvSpPr>
          <ns0:cNvPr id="8" name="mvp-summary-structural_mvp_factoring-2">
            <a:extLst>
              <a:ext uri="{FF2B5EF4-FFF2-40B4-BE49-F238E27FC236}">
                <ns2:creationId id="{ED5950CF-D210-4D0C-8BB7-F327B758F633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 pares com Sub/PL atual</a:t>
            </a:r>
          </a:p>
        </ns0:txBody>
      </ns0:sp>
      <ns0:sp>
        <ns0:nvSpPr>
          <ns0:cNvPr id="9" name="mvp-summary-structural_mvp_factoring-3">
            <a:extLst>
              <a:ext uri="{FF2B5EF4-FFF2-40B4-BE49-F238E27FC236}">
                <ns2:creationId id="{3C1BEADE-4121-47BC-BB11-9B2B81C76C04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factoring-1">
            <a:extLst>
              <a:ext uri="{FF2B5EF4-FFF2-40B4-BE49-F238E27FC236}">
                <ns2:creationId id="{DA2AB72F-6147-497C-BC29-5BDC7C28A326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EE3D7F7-C7AA-42EA-B8E0-B0B04071B3CD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band-structural_mvp_factoring-2">
            <a:extLst>
              <a:ext uri="{FF2B5EF4-FFF2-40B4-BE49-F238E27FC236}">
                <ns2:creationId id="{57E37C32-F45E-474E-A820-11A654E84A13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463D813D-5A87-49B3-8267-BD9DE21EF369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4" name="mvp-band-structural_mvp_factoring-3">
            <a:extLst>
              <a:ext uri="{FF2B5EF4-FFF2-40B4-BE49-F238E27FC236}">
                <ns2:creationId id="{ED9D995C-2B30-4514-9287-A5F7FF773C32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71BAFD3C-5D4B-45A2-95D4-3802D12918DB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6" name="mvp-band-structural_mvp_factoring-4">
            <a:extLst>
              <a:ext uri="{FF2B5EF4-FFF2-40B4-BE49-F238E27FC236}">
                <ns2:creationId id="{FD3B2AAB-D718-45A7-9B06-707BF3F10002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5B0BA9F6-5436-43BD-A35E-F3C80F4A90DE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band-structural_mvp_factoring-5">
            <a:extLst>
              <a:ext uri="{FF2B5EF4-FFF2-40B4-BE49-F238E27FC236}">
                <ns2:creationId id="{A47A98A2-AF7A-4D9E-A0EC-41F31AF0F81B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94D32FF-5DA9-4CFF-B53D-7C6F37A51443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factoring-18185812000114">
            <a:extLst>
              <a:ext uri="{FF2B5EF4-FFF2-40B4-BE49-F238E27FC236}">
                <ns2:creationId id="{7DFE3FBD-5A8C-4B51-B38A-74B0613C1C33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GAVEA SUL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R$ 562,0 mi · Sub atual 45,8%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22,0% · Estr. N/D*</a:t>
            </a:r>
          </a:p>
        </ns0:txBody>
      </ns0:sp>
      <ns0:sp>
        <ns0:nvSpPr>
          <ns0:cNvPr id="21" name="mvp-card-structural_mvp_factoring-17468142000180">
            <a:extLst>
              <a:ext uri="{FF2B5EF4-FFF2-40B4-BE49-F238E27FC236}">
                <ns2:creationId id="{27DF95BF-6848-40FA-8E97-417D24648B43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VALOREM MULTISETORIAL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R$ 511,8 mi · Sub atual 47,1%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2" name="mvp-band-structural_mvp_factoring-6">
            <a:extLst>
              <a:ext uri="{FF2B5EF4-FFF2-40B4-BE49-F238E27FC236}">
                <ns2:creationId id="{66D63A7D-5497-48DC-88FF-FDE85046351F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A26DE24-9A6F-46EF-BBAE-269DD560A062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4" name="mvp-card-structural_mvp_factoring-11468186000124">
            <a:extLst>
              <a:ext uri="{FF2B5EF4-FFF2-40B4-BE49-F238E27FC236}">
                <ns2:creationId id="{3B6D04BB-736D-4000-A781-115C04181D2F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ATLANTA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R$ 3,1 bi · Sub atual 79,7%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7E771CD8-20E9-49BC-87D5-649921129806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841457063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D84D62E-E558-4593-B238-63F2F58FFE5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0CC7F3E-E5B8-440F-992F-1C79E26B822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94C73A4-3D0A-4E01-AF12-8BFBDC65E37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F794AE0-C67F-4B31-93EE-E61B1CB28E2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6947922-DCB6-4DC5-9DD2-5D46D5F0F84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003FCEA-D7BF-458A-B8E4-D385A6A539F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362C966-A460-4754-B7B4-2E88E8EFD95A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76CE08D-C769-492C-B34E-CA3B871FC7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d3d2ac230f6c4c9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BE5CFDF7-2168-4AA4-8955-A4F45F2921D3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804C842-E27D-482F-866A-0E22126AF05C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97f3aa060c414c8d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7e3092eded734fd9"/>
          </a:graphicData>
        </a:graphic>
      </ns0:graphicFrame>
      <ns0:sp>
        <ns0:nvSpPr>
          <ns0:cNvPr id="14" name="">
            <a:extLst>
              <a:ext uri="{FF2B5EF4-FFF2-40B4-BE49-F238E27FC236}">
                <ns2:creationId id="{27047EA7-2E03-4363-99FB-3494C3F065FE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25053C0E-2F20-48BF-97B2-E78162C95469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1350093957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B6A781F8-1A34-4E1C-A4F9-76255757B35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452A122-43FB-4AD5-B3F7-9517572AEBF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70AA405-6F05-4CE2-B8BB-2BAB5E39BFE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515ECDE-778A-44E5-91FD-1A39AF8274C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2A8ADA1-D1E4-460C-9552-1F344487754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F0892DF-A98C-445D-A533-0F4D07F63EE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18B3DF8-5F94-4298-A2C1-1693C2A3B5E1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A40EC7A-4F0F-4061-AE08-C94BB3571D81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794535555cda42c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F50EA992-999E-45A1-89E2-50C3772DB9F8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E43C998-F973-4E69-A65F-D9590AC811B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3f6f777b8b6841a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7584679-5CD8-470A-8308-C2DE922AB613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A219C553-CE62-4D0E-94E0-FB9DA6CC5BEE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273e2080c33e4251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a0edd385bbe64cf6"/>
          </a:graphicData>
        </a:graphic>
      </ns0:graphicFrame>
      <ns0:sp>
        <ns0:nvSpPr>
          <ns0:cNvPr id="17" name="">
            <a:extLst>
              <a:ext uri="{FF2B5EF4-FFF2-40B4-BE49-F238E27FC236}">
                <ns2:creationId id="{F2F242BA-68F4-405A-A059-CC755CDB516C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528F393A-4B96-407E-BCC5-D23E4341A411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5D43A6B2-C0CA-426F-A9E2-D70B7D771EA8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4E818DE-5DF7-4A95-B7B0-87CBAA85B842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7C697460-54D5-417D-8409-CFC2A9AAD12A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8662B25A-31AA-44F9-9F36-78096B9DACAC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A4EA8A07-16E3-42FE-8404-639254BA59B8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D1ABC787-345E-4F83-A62B-9D6BE30DD0FC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B6A312B6-7489-4D5A-9B07-7C57617A866B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587643266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9084068F-269F-4619-9998-7B62C41CA23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9281E3D-16CF-4453-99D4-483EF9D5B4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FCFFED0-8408-4344-82CA-E86ADFD0CAD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7FA9B79-769D-4CB7-A31C-F05FC6F8F21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AFDAE35-C9A0-4D94-B29B-DDA4CBA8828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32B83A3-5018-451B-8771-3EF01E618C5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92E0B8C-FC66-471C-A873-2605B40C7F1D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70%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C0681FD-6965-4BB4-A8D4-8A502983A4CC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2DDCFDFC-FEE1-4132-9940-3B5D2A22BEAA}"/>
              </a:ext>
            </a:extLst>
          </ns0:cNvPr>
          <ns0:cNvSpPr>
            <a:spLocks noGrp="1"/>
          </ns0:cNvSpPr>
          <ns0:nvPr/>
        </ns0:nvSpPr>
        <ns0:spPr>
          <a:xfrm>
            <a:off x="571500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571500" y="1628775"/>
          <a:ext cx="5286375" cy="1885950"/>
        </ns0:xfrm>
        <a:graphic>
          <a:graphicData uri="http://schemas.openxmlformats.org/drawingml/2006/chart">
            <c:chart ns4:id="R128c2334d5084e26"/>
          </a:graphicData>
        </a:graphic>
      </ns0:graphicFrame>
      <ns0:sp>
        <ns0:nvSpPr>
          <ns0:cNvPr id="11" name="">
            <a:extLst>
              <a:ext uri="{FF2B5EF4-FFF2-40B4-BE49-F238E27FC236}">
                <ns2:creationId id="{2D0CB233-FF5B-46E5-9320-D2F89D95592C}"/>
              </a:ext>
            </a:extLst>
          </ns0:cNvPr>
          <ns0:cNvSpPr>
            <a:spLocks noGrp="1"/>
          </ns0:cNvSpPr>
          <ns0:nvPr/>
        </ns0:nvSpPr>
        <ns0:spPr>
          <a:xfrm>
            <a:off x="6334125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2C62E3DD-F5AE-43A7-8609-8D5AC381EE50}"/>
              </a:ext>
            </a:extLst>
          </ns0:cNvPr>
          <ns0:cNvSpPr>
            <a:spLocks noGrp="1"/>
          </ns0:cNvSpPr>
          <ns0:nvPr/>
        </ns0:nvSpPr>
        <ns0:spPr>
          <a:xfrm>
            <a:off x="6334125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6334125" y="1628775"/>
          <a:ext cx="5286375" cy="1885950"/>
        </ns0:xfrm>
        <a:graphic>
          <a:graphicData uri="http://schemas.openxmlformats.org/drawingml/2006/chart">
            <c:chart ns4:id="R14ba25144e644956"/>
          </a:graphicData>
        </a:graphic>
      </ns0:graphicFrame>
      <ns0:graphicFrame>
        <ns0:nvGraphicFramePr>
          <ns0:cNvPr id="35" name="Chart"/>
          <ns0:cNvGraphicFramePr/>
          <ns0:nvPr/>
        </ns0:nvGraphicFramePr>
        <ns0:xfrm>
          <a:off x="4333875" y="3552825"/>
          <a:ext cx="3524250" cy="209550"/>
        </ns0:xfrm>
        <a:graphic>
          <a:graphicData uri="http://schemas.openxmlformats.org/drawingml/2006/chart">
            <c:chart ns4:id="R103b9c4fa82f4070"/>
          </a:graphicData>
        </a:graphic>
      </ns0:graphicFrame>
      <ns0:sp>
        <ns0:nvSpPr>
          <ns0:cNvPr id="15" name="">
            <a:extLst>
              <a:ext uri="{FF2B5EF4-FFF2-40B4-BE49-F238E27FC236}">
                <ns2:creationId id="{048F4EAD-7EE6-4ECC-9552-06CC40959E30}"/>
              </a:ext>
            </a:extLst>
          </ns0:cNvPr>
          <ns0:cNvSpPr>
            <a:spLocks noGrp="1"/>
          </ns0:cNvSpPr>
          <ns0:nvPr/>
        </ns0:nvSpPr>
        <ns0:spPr>
          <a:xfrm>
            <a:off x="571500" y="3724275"/>
            <a:ext cx="528637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70519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9819126D-9B8F-43C3-AE08-3DB2564BB076}"/>
              </a:ext>
            </a:extLst>
          </ns0:cNvPr>
          <ns0:cNvSpPr>
            <a:spLocks noGrp="1"/>
          </ns0:cNvSpPr>
          <ns0:nvPr/>
        </ns0:nvSpPr>
        <ns0:spPr>
          <a:xfrm>
            <a:off x="571500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54133C37-64D5-4C50-92F2-FD07C15EC14B}"/>
              </a:ext>
            </a:extLst>
          </ns0:cNvPr>
          <ns0:cNvSpPr>
            <a:spLocks noGrp="1"/>
          </ns0:cNvSpPr>
          <ns0:nvPr/>
        </ns0:nvSpPr>
        <ns0:spPr>
          <a:xfrm>
            <a:off x="571500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9" name="Chart"/>
          <ns0:cNvGraphicFramePr/>
          <ns0:nvPr/>
        </ns0:nvGraphicFramePr>
        <ns0:xfrm>
          <a:off x="571500" y="4171950"/>
          <a:ext cx="5286375" cy="1857375"/>
        </ns0:xfrm>
        <a:graphic>
          <a:graphicData uri="http://schemas.openxmlformats.org/drawingml/2006/chart">
            <c:chart ns4:id="R37f44b42054b4ef2"/>
          </a:graphicData>
        </a:graphic>
      </ns0:graphicFrame>
      <ns0:sp>
        <ns0:nvSpPr>
          <ns0:cNvPr id="19" name="">
            <a:extLst>
              <a:ext uri="{FF2B5EF4-FFF2-40B4-BE49-F238E27FC236}">
                <ns2:creationId id="{C907760A-DF50-41FF-B443-29ABAEA1138B}"/>
              </a:ext>
            </a:extLst>
          </ns0:cNvPr>
          <ns0:cNvSpPr>
            <a:spLocks noGrp="1"/>
          </ns0:cNvSpPr>
          <ns0:nvPr/>
        </ns0:nvSpPr>
        <ns0:spPr>
          <a:xfrm>
            <a:off x="6334125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A100BD04-0350-4EB9-9419-DAFFD480B642}"/>
              </a:ext>
            </a:extLst>
          </ns0:cNvPr>
          <ns0:cNvSpPr>
            <a:spLocks noGrp="1"/>
          </ns0:cNvSpPr>
          <ns0:nvPr/>
        </ns0:nvSpPr>
        <ns0:spPr>
          <a:xfrm>
            <a:off x="6334125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171950"/>
          <a:ext cx="5286375" cy="1857375"/>
        </ns0:xfrm>
        <a:graphic>
          <a:graphicData uri="http://schemas.openxmlformats.org/drawingml/2006/chart">
            <c:chart ns4:id="R3a1aefd2f8ef4044"/>
          </a:graphicData>
        </a:graphic>
      </ns0:graphicFrame>
    </ns0:spTree>
    <ns0:extLst>
      <ns0:ext uri="{BB962C8B-B14F-4D97-AF65-F5344CB8AC3E}">
        <ns5:creationId val="291861700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7EA48E4B-F4B6-452E-B7B4-F703C79E8A5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8530F76-8038-4DE2-8917-9A2C14C104C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CE20D1D-47E7-49C0-8648-20D85AB25FB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C1B5FE3-C706-4C75-92E2-587810BA6B7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452760C-C76F-47AE-8471-C1D9FF4315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60AEA0C-9CB0-4947-9E37-514D72C759F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9E6F059-1FAD-4643-900E-38FF84E3A41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3EBC1AD-4B5A-4969-BD6E-8D94F374DB7F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AF97F3C-686D-42D1-A14C-A0FD778FC8AC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454319560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BCA4C4D-4066-4095-B7B5-129F10C4A1A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D1D1927-CB47-455A-8A5B-1BFAC2CC3AB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6CF6770-019F-480E-9BC7-E2EC4F751C8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59FB6E9-A30B-4253-A856-0C663484B29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17E9D07-1E2C-441F-93FD-DA892524F42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2640461-CBFD-4C02-8388-16400B77644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FDC252-3EEF-4F12-BA2F-C6AE712ADDA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18A2D7D-AE95-482D-AD7C-89C697691A1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40380F7-8BEE-407D-9CC8-818D3112D96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82788486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0D3D4BB-4D08-44B0-91DC-556A0518116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7A16508-0601-4F0B-9154-2498C243A60C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1CBCE1D-033A-427D-A487-9DA6F728F81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C9C1004-4418-4AFD-82B5-91E4DA2BA9D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3E7CFEA-5DD9-4B86-AB69-D37D75F8924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81A96D7-15A6-4A60-8AEB-E1B648C6F1E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1B6579C-B422-48C1-A378-1BDC7DA2DE19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B280242-98B5-4B80-B3E2-B5D1E21A444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3D91FF1D-BC73-456C-B84C-EDEEFFEB9FDB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41373389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01448652-F2CE-4898-91BA-6AA167921AA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EC1AC39-E9B2-48F3-8606-4414EB001B4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4FD8BF7-05AA-45D9-8F35-80D1F2AFDD5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50D39F6-3B71-41C8-8129-050ECD55D1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F9320CB-C78E-4A3D-9D45-08F2C498F7F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5CEF5CB-14E8-402E-83B0-EAC27F6132D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1019641-FFE1-438E-B7A5-1BC4ACF1BA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E4EDB24-21D7-4F20-AAE2-4AAECA71B8F4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2C588A-21E0-4ED2-AEB7-BF65583001D9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2028658511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09358702-06F8-4762-9725-A78EC8A66F2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B855885-94A0-4AD5-B413-7A663A09313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58BA32A-D0B8-434F-BC7D-8F8D26962E7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50CCA6A-AD39-43E1-B01E-34B6F95C006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2031E2C-AEB1-4374-8311-8084AF4AC98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1352902-C4C5-4E86-922F-72F4E3A39FD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5570307-7923-47E4-9FCB-2030C44399D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CEA9A26-F44E-483E-92E8-381D954B21D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4FB0AF7-06A7-4F7B-9B88-13BCA923683F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749315721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71990464-C21F-44A8-B906-F2F9C7F3B6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E909A78-581B-4C95-A32B-2860B764DFD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6216EE-7D85-41D3-8507-5B00F1B84A8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3CBA876-1240-429B-98FE-3EF44F5335C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74F65C8-9C2F-43C4-B8EA-32F46ADABB6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C96CD8-0F3C-4744-9B93-4F12F40E6BA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F0D3C63-51C4-48AF-914A-10F92E130D5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4C5A2E9-2EA1-4369-A42D-19BA40BD37B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4F3344B-3844-476C-8F60-2B0E8637B7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402282629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F3088B98-E3EC-4B7D-B457-9DCA9F87E2E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ADEEE12-9715-404E-95F0-9A64CC1CFCFC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A62E2BB-E837-41E4-B355-DEAC040BB13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7439C7B-22E4-4812-8918-D0537FE422F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6F3B958-828D-444E-B71F-0D0B2364958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763F60D-DD1B-48F5-AA15-D4CA5FE42A4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9DF81EA-5FC3-45FF-9B90-9BEE32A2EAE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55956DD-DDFF-443F-98D9-893E50B50866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663475A-BC2F-49F3-9EB3-735A51466F96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1F42C7D3-B439-4E5C-8A5F-AAF0FCDFA9DA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268F5DC-E8FB-4990-B997-D6574EEABD5E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8C68732C-D15A-468C-9EAE-DF8E772D4C27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F9A492F9-2EBF-43EF-B36B-1F4A43178618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F096C064-FB5F-4786-A416-B285564E3368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3EA38E0C-7F02-480C-90DE-AC88782CA3E9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85FA8199-2220-4422-8F80-9CBDB5930AF7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F7FF8547-D5C6-46AC-A83C-67A76C8D8047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471540AE-B0F3-4D39-BA7D-C28F0E02C7FA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8BADC606-3C55-4579-8502-0FD1EA4DE3CB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12C15743-EB5F-48A8-9D62-1E1A1A65DC4F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7D48BF89-D432-4F9A-8E46-63C5897A5111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63727653-14EA-43A6-9A59-9AF8387327A2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E7FF5C7A-54CC-4532-B9A3-B60F5117DDAF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314633C4-F60D-4F37-86B9-51A5674F2097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D4A6ADF3-AADE-432B-B8F8-306183B85632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D8C0596B-612F-4F6B-8C0C-A0F30D028AF8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5EFFA58E-71CF-4C05-9343-861FFD11AEBF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366226388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EC37ADA3-A803-4275-ABF8-300B7CDBB28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1FFBD88-2BBA-4EE8-9028-2AC93B8C101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CA35601-0098-42FF-A777-5B297F85A0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6904499-87A1-4F87-99A6-3C95616F537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615F41A-BB7E-47B3-B2D6-102762832C1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2672A5F-9AB0-432A-BB99-733311518D3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5eab0827195e440d"/>
          </a:graphicData>
        </a:graphic>
      </ns0:graphicFrame>
      <ns0:sp>
        <ns0:nvSpPr>
          <ns0:cNvPr id="8" name="">
            <a:extLst>
              <a:ext uri="{FF2B5EF4-FFF2-40B4-BE49-F238E27FC236}">
                <ns2:creationId id="{12A16BED-6787-4288-AEAD-74FE2FB88964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1A38CD70-E6B3-452F-9F9D-0D1913526DC7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5755D1D7-6AB3-4C44-8DD3-D65FA9A4E015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c743280c93e945e0"/>
          </a:graphicData>
        </a:graphic>
      </ns0:graphicFrame>
      <ns0:sp>
        <ns0:nvSpPr>
          <ns0:cNvPr id="12" name="">
            <a:extLst>
              <a:ext uri="{FF2B5EF4-FFF2-40B4-BE49-F238E27FC236}">
                <ns2:creationId id="{61BFCDA6-9D3D-41CD-B759-B796BE305046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4e5e00597d7c445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6B015DE5-9E85-4C8C-AB6F-96847BCD66AD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159ea60dd54c4d7c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5B724AA-78CA-4FDC-A80A-80BBCA0F6CE3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1691da0aedfd48dd"/>
          </a:graphicData>
        </a:graphic>
      </ns0:graphicFrame>
      <ns0:sp>
        <ns0:nvSpPr>
          <ns0:cNvPr id="18" name="">
            <a:extLst>
              <a:ext uri="{FF2B5EF4-FFF2-40B4-BE49-F238E27FC236}">
                <ns2:creationId id="{EB11928F-1464-484F-AE31-14A0A7035AE4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c50093769fb14a68"/>
          </a:graphicData>
        </a:graphic>
      </ns0:graphicFrame>
      <ns0:sp>
        <ns0:nvSpPr>
          <ns0:cNvPr id="20" name="">
            <a:extLst>
              <a:ext uri="{FF2B5EF4-FFF2-40B4-BE49-F238E27FC236}">
                <ns2:creationId id="{A9A850F7-79E1-458E-BB2E-6AAC1AA8F05D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509959ccceea46d9"/>
          </a:graphicData>
        </a:graphic>
      </ns0:graphicFrame>
    </ns0:spTree>
    <ns0:extLst>
      <ns0:ext uri="{BB962C8B-B14F-4D97-AF65-F5344CB8AC3E}">
        <ns5:creationId val="261257498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9796BAFE-BB6C-4923-979A-A2222FE7A5E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AE45BB3-3BC9-4B47-95E9-DB4D91F8B7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69DF83F-DA2C-48BC-AB3C-E9B191A1B1E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0F3DE67-D6E8-44E7-82F7-9DA7F915AA1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361252D-3443-4570-86EB-1CC8582FE29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969680C-181A-4A0A-B4E1-A93AF1B5DF6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FB43679-BD80-431F-87CD-B30F087983D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AB06EF-674B-4832-B04B-9FDDBD527B00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ebdb0b73de464a1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718E05-98AB-4EC8-85F3-A95B876CAA06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B023D50-6407-46AE-8AAC-156CD2E49F59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0BD053DB-695E-442C-953E-799405DF55CB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a2038ab9f7654669"/>
          </a:graphicData>
        </a:graphic>
      </ns0:graphicFrame>
      <ns0:sp>
        <ns0:nvSpPr>
          <ns0:cNvPr id="14" name="">
            <a:extLst>
              <a:ext uri="{FF2B5EF4-FFF2-40B4-BE49-F238E27FC236}">
                <ns2:creationId id="{0AB1B814-171D-4706-830E-D7A657BAA2A0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214EE58B-62DF-4068-8619-7C0BC9CD76FE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8C870D93-4D16-44E6-AFBE-10598EE561D9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FA85BFDD-8021-4B2E-8E30-6E228B1C72F2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8C7FE455-272E-4F80-AD68-796D1E145571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61242EEE-F92B-41B5-9530-6B95E62C53F5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437D6A79-DDD9-471B-A9FD-DA5DD33D2A1D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1443714321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F484CB1F-774E-49EE-9D2D-8B16C1F050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787D500-A690-4A28-8A2E-0C667B388694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A35C48D-C3A6-416A-8CAC-871DC275ED8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D746F57-F7FF-4195-B3C0-854CE5A149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B7E05F4-4A11-4A58-A9A2-44E4E85857F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3B6BCF1-9E85-4831-BCF2-CC0670F63ED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6DEC56C-6551-4ECA-AE38-379558A535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C6D7CAE-07FB-497D-8DE2-169D99B314D7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0cbb944078b740b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BD6536C3-B3CF-4C3E-8E90-BAF672B82B49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529BCAF-1530-455B-AD65-F3D3C59A96AF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15b0cbdd013a422d"/>
          </a:graphicData>
        </a:graphic>
      </ns0:graphicFrame>
      <ns0:sp>
        <ns0:nvSpPr>
          <ns0:cNvPr id="13" name="">
            <a:extLst>
              <a:ext uri="{FF2B5EF4-FFF2-40B4-BE49-F238E27FC236}">
                <ns2:creationId id="{FA414518-4C9E-4C66-8549-1DF23882FCBD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3C34CB9-6ECF-4923-B85A-C29130558B91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fa5db9f59e714a0f"/>
          </a:graphicData>
        </a:graphic>
      </ns0:graphicFrame>
      <ns0:sp>
        <ns0:nvSpPr>
          <ns0:cNvPr id="16" name="">
            <a:extLst>
              <a:ext uri="{FF2B5EF4-FFF2-40B4-BE49-F238E27FC236}">
                <ns2:creationId id="{D1EED08C-B284-4450-B89F-3928BCCCB204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28034748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46F0A842-3399-4DFA-A829-7662CD66804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59BDADF-B57A-4D5A-A257-05307A21B44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440321E-C70B-4705-AFD0-9ABD1703A80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8486543-5FC8-4BA4-BC81-D28ED0CD069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F8C419C-6858-4C05-BC68-2A648904F91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DA0BBD1-760C-4BE9-91EE-DB499FD9885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e08ddf8ec79646d4"/>
          </a:graphicData>
        </a:graphic>
      </ns0:graphicFrame>
      <ns0:sp>
        <ns0:nvSpPr>
          <ns0:cNvPr id="8" name="">
            <a:extLst>
              <a:ext uri="{FF2B5EF4-FFF2-40B4-BE49-F238E27FC236}">
                <ns2:creationId id="{764FE178-CAF0-4129-A684-F342AB5D5AA8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34E9C65D-B89F-4662-93E4-20E8222DE910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26319129888648e9"/>
          </a:graphicData>
        </a:graphic>
      </ns0:graphicFrame>
      <ns0:sp>
        <ns0:nvSpPr>
          <ns0:cNvPr id="11" name="">
            <a:extLst>
              <a:ext uri="{FF2B5EF4-FFF2-40B4-BE49-F238E27FC236}">
                <ns2:creationId id="{1C265CB4-685A-48C1-8A41-85B5B6FC7BC8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5478CBD-3D40-41FD-945C-D99EE03F3EC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a032090a72d143e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75DFC0A2-F3C4-4B83-9DB6-6F244E6DDFDB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B6213F86-516C-425F-A8B4-9F47358CDBB4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b5887425067b4ad6"/>
          </a:graphicData>
        </a:graphic>
      </ns0:graphicFrame>
      <ns0:sp>
        <ns0:nvSpPr>
          <ns0:cNvPr id="17" name="">
            <a:extLst>
              <a:ext uri="{FF2B5EF4-FFF2-40B4-BE49-F238E27FC236}">
                <ns2:creationId id="{4ADBEDB7-3EDB-4844-8354-FD50396C1739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A7FCC81A-C076-4CF2-A1A4-B085CCEB2588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CE510E96-EAE1-4306-B991-E488B551C846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f177417595d465f"/>
          </a:graphicData>
        </a:graphic>
      </ns0:graphicFrame>
      <ns0:sp>
        <ns0:nvSpPr>
          <ns0:cNvPr id="21" name="">
            <a:extLst>
              <a:ext uri="{FF2B5EF4-FFF2-40B4-BE49-F238E27FC236}">
                <ns2:creationId id="{A623BA5D-27C0-4D4C-8B17-5C03B71AEEFF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FC5ABA5-286D-4285-A36D-F8487A5DEDD7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859972037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2026-08-04T18:30:33.2770000Z</dcterms:created>
  <dcterms:modified xsi:type="dcterms:W3CDTF">2026-08-04T18:30:33.2770000Z</dcterms:modified>
</coreProperties>
</file>