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9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4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5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6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7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8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9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0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9744dc4d4945d6" /><Relationship Type="http://schemas.openxmlformats.org/officeDocument/2006/relationships/extended-properties" Target="/docProps/app.xml" Id="R2becbdce12fc4305" /><Relationship Type="http://schemas.openxmlformats.org/officeDocument/2006/relationships/officeDocument" Target="/ppt/presentation.xml" Id="R284207e731c942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509a453c3741b9"/>
  </p:sldMasterIdLst>
  <p:notesMasterIdLst>
    <p:notesMasterId xmlns:r="http://schemas.openxmlformats.org/officeDocument/2006/relationships" r:id="Re501d01c055d4c05"/>
  </p:notesMasterIdLst>
  <p:sldIdLst>
    <p:sldId xmlns:r="http://schemas.openxmlformats.org/officeDocument/2006/relationships" id="256" r:id="R25c839fed53b4231"/>
    <p:sldId xmlns:r="http://schemas.openxmlformats.org/officeDocument/2006/relationships" id="257" r:id="R3c54984e880f4fb9"/>
    <p:sldId xmlns:r="http://schemas.openxmlformats.org/officeDocument/2006/relationships" id="258" r:id="R1d938377e4534027"/>
    <p:sldId xmlns:r="http://schemas.openxmlformats.org/officeDocument/2006/relationships" id="259" r:id="R88a4d56a1416458c"/>
    <p:sldId xmlns:r="http://schemas.openxmlformats.org/officeDocument/2006/relationships" id="260" r:id="Rd4f2b95d3d104513"/>
    <p:sldId xmlns:r="http://schemas.openxmlformats.org/officeDocument/2006/relationships" id="261" r:id="R435b5622eb494fe2"/>
    <p:sldId xmlns:r="http://schemas.openxmlformats.org/officeDocument/2006/relationships" id="262" r:id="Rb15cf7fe8c024ce6"/>
    <p:sldId xmlns:r="http://schemas.openxmlformats.org/officeDocument/2006/relationships" id="263" r:id="Rc5a4bbf726fc405a"/>
    <p:sldId xmlns:r="http://schemas.openxmlformats.org/officeDocument/2006/relationships" id="264" r:id="R7e1c5f9494db4867"/>
    <p:sldId xmlns:r="http://schemas.openxmlformats.org/officeDocument/2006/relationships" id="265" r:id="Ra90bd3c61a864278"/>
    <p:sldId xmlns:r="http://schemas.openxmlformats.org/officeDocument/2006/relationships" id="266" r:id="R058aec75a255483e"/>
    <p:sldId xmlns:r="http://schemas.openxmlformats.org/officeDocument/2006/relationships" id="267" r:id="R4ef6982f6e174366"/>
    <p:sldId xmlns:r="http://schemas.openxmlformats.org/officeDocument/2006/relationships" id="268" r:id="Rf721c9ab942f4a1a"/>
    <p:sldId xmlns:r="http://schemas.openxmlformats.org/officeDocument/2006/relationships" id="269" r:id="R9791cdef3bb64641"/>
    <p:sldId xmlns:r="http://schemas.openxmlformats.org/officeDocument/2006/relationships" id="270" r:id="R3ba4c2488b7242ad"/>
    <p:sldId xmlns:r="http://schemas.openxmlformats.org/officeDocument/2006/relationships" id="271" r:id="Rab3ecd6b60ca4d2e"/>
    <p:sldId xmlns:r="http://schemas.openxmlformats.org/officeDocument/2006/relationships" id="272" r:id="R2e4efd902557419e"/>
    <p:sldId xmlns:r="http://schemas.openxmlformats.org/officeDocument/2006/relationships" id="273" r:id="R6533039d81914bba"/>
    <p:sldId xmlns:r="http://schemas.openxmlformats.org/officeDocument/2006/relationships" id="274" r:id="R4df9b8514ce54f45"/>
    <p:sldId xmlns:r="http://schemas.openxmlformats.org/officeDocument/2006/relationships" id="275" r:id="R305bfd62c1ff4121"/>
    <p:sldId xmlns:r="http://schemas.openxmlformats.org/officeDocument/2006/relationships" id="276" r:id="Rc5ef099124304271"/>
    <p:sldId xmlns:r="http://schemas.openxmlformats.org/officeDocument/2006/relationships" id="277" r:id="Rfd1a0eee9ad14cc7"/>
    <p:sldId xmlns:r="http://schemas.openxmlformats.org/officeDocument/2006/relationships" id="278" r:id="R6e672f67b22d442c"/>
    <p:sldId xmlns:r="http://schemas.openxmlformats.org/officeDocument/2006/relationships" id="279" r:id="R6693e1b4143b4792"/>
    <p:sldId xmlns:r="http://schemas.openxmlformats.org/officeDocument/2006/relationships" id="280" r:id="Rcc077ac7f98f4bdb"/>
    <p:sldId xmlns:r="http://schemas.openxmlformats.org/officeDocument/2006/relationships" id="281" r:id="R82b5667c122f424f"/>
    <p:sldId xmlns:r="http://schemas.openxmlformats.org/officeDocument/2006/relationships" id="282" r:id="R542db122625b4918"/>
    <p:sldId xmlns:r="http://schemas.openxmlformats.org/officeDocument/2006/relationships" id="283" r:id="Rf21c9e8076694b1a"/>
    <p:sldId xmlns:r="http://schemas.openxmlformats.org/officeDocument/2006/relationships" id="284" r:id="R8b699b8b092145d4"/>
    <p:sldId xmlns:r="http://schemas.openxmlformats.org/officeDocument/2006/relationships" id="285" r:id="R7873ad21c68e4e4b"/>
    <p:sldId xmlns:r="http://schemas.openxmlformats.org/officeDocument/2006/relationships" id="286" r:id="R8a295706fae64a82"/>
    <p:sldId xmlns:r="http://schemas.openxmlformats.org/officeDocument/2006/relationships" id="287" r:id="R2ae9c0225afa42f2"/>
    <p:sldId xmlns:r="http://schemas.openxmlformats.org/officeDocument/2006/relationships" id="288" r:id="R2cdb3ef90f174794"/>
    <p:sldId xmlns:r="http://schemas.openxmlformats.org/officeDocument/2006/relationships" id="289" r:id="Rbeb308d04a304a65"/>
    <p:sldId xmlns:r="http://schemas.openxmlformats.org/officeDocument/2006/relationships" id="290" r:id="R35aaea149c5e4867"/>
    <p:sldId xmlns:r="http://schemas.openxmlformats.org/officeDocument/2006/relationships" id="291" r:id="Reb9ff3ac0ab7423c"/>
    <p:sldId xmlns:r="http://schemas.openxmlformats.org/officeDocument/2006/relationships" id="292" r:id="Rdf2bbdbf573945a7"/>
    <p:sldId xmlns:r="http://schemas.openxmlformats.org/officeDocument/2006/relationships" id="293" r:id="R2995b7c2e3ab41e8"/>
    <p:sldId xmlns:r="http://schemas.openxmlformats.org/officeDocument/2006/relationships" id="294" r:id="Rc5bc8702983c40ef"/>
    <p:sldId xmlns:r="http://schemas.openxmlformats.org/officeDocument/2006/relationships" id="295" r:id="Rc16eac403bff4ec0"/>
    <p:sldId xmlns:r="http://schemas.openxmlformats.org/officeDocument/2006/relationships" id="296" r:id="R5f31087502d64c28"/>
    <p:sldId xmlns:r="http://schemas.openxmlformats.org/officeDocument/2006/relationships" id="297" r:id="Rce3696e85bcc45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8214a3870f4776" /><Relationship Type="http://schemas.openxmlformats.org/officeDocument/2006/relationships/slideMaster" Target="/ppt/slideMasters/slideMaster1.xml" Id="Ref509a453c3741b9" /><Relationship Type="http://schemas.openxmlformats.org/officeDocument/2006/relationships/notesMaster" Target="/ppt/notesMasters/notesMaster1.xml" Id="Re501d01c055d4c05" /><Relationship Type="http://schemas.openxmlformats.org/officeDocument/2006/relationships/presProps" Target="/ppt/presProps.xml" Id="R8d0f842030924323" /><Relationship Type="http://schemas.openxmlformats.org/officeDocument/2006/relationships/tableStyles" Target="/ppt/tableStyles.xml" Id="R530159dbe3104ab1" /><Relationship Type="http://schemas.openxmlformats.org/officeDocument/2006/relationships/slide" Target="/ppt/slides/slide1.xml" Id="R25c839fed53b4231" /><Relationship Type="http://schemas.openxmlformats.org/officeDocument/2006/relationships/slide" Target="/ppt/slides/slide2.xml" Id="R3c54984e880f4fb9" /><Relationship Type="http://schemas.openxmlformats.org/officeDocument/2006/relationships/slide" Target="/ppt/slides/slide3.xml" Id="R1d938377e4534027" /><Relationship Type="http://schemas.openxmlformats.org/officeDocument/2006/relationships/slide" Target="/ppt/slides/slide4.xml" Id="R88a4d56a1416458c" /><Relationship Type="http://schemas.openxmlformats.org/officeDocument/2006/relationships/slide" Target="/ppt/slides/slide5.xml" Id="Rd4f2b95d3d104513" /><Relationship Type="http://schemas.openxmlformats.org/officeDocument/2006/relationships/slide" Target="/ppt/slides/slide6.xml" Id="R435b5622eb494fe2" /><Relationship Type="http://schemas.openxmlformats.org/officeDocument/2006/relationships/slide" Target="/ppt/slides/slide7.xml" Id="Rb15cf7fe8c024ce6" /><Relationship Type="http://schemas.openxmlformats.org/officeDocument/2006/relationships/slide" Target="/ppt/slides/slide8.xml" Id="Rc5a4bbf726fc405a" /><Relationship Type="http://schemas.openxmlformats.org/officeDocument/2006/relationships/slide" Target="/ppt/slides/slide9.xml" Id="R7e1c5f9494db4867" /><Relationship Type="http://schemas.openxmlformats.org/officeDocument/2006/relationships/slide" Target="/ppt/slides/slide10.xml" Id="Ra90bd3c61a864278" /><Relationship Type="http://schemas.openxmlformats.org/officeDocument/2006/relationships/slide" Target="/ppt/slides/slide11.xml" Id="R058aec75a255483e" /><Relationship Type="http://schemas.openxmlformats.org/officeDocument/2006/relationships/slide" Target="/ppt/slides/slide12.xml" Id="R4ef6982f6e174366" /><Relationship Type="http://schemas.openxmlformats.org/officeDocument/2006/relationships/slide" Target="/ppt/slides/slide13.xml" Id="Rf721c9ab942f4a1a" /><Relationship Type="http://schemas.openxmlformats.org/officeDocument/2006/relationships/slide" Target="/ppt/slides/slide14.xml" Id="R9791cdef3bb64641" /><Relationship Type="http://schemas.openxmlformats.org/officeDocument/2006/relationships/slide" Target="/ppt/slides/slide15.xml" Id="R3ba4c2488b7242ad" /><Relationship Type="http://schemas.openxmlformats.org/officeDocument/2006/relationships/slide" Target="/ppt/slides/slide16.xml" Id="Rab3ecd6b60ca4d2e" /><Relationship Type="http://schemas.openxmlformats.org/officeDocument/2006/relationships/slide" Target="/ppt/slides/slide17.xml" Id="R2e4efd902557419e" /><Relationship Type="http://schemas.openxmlformats.org/officeDocument/2006/relationships/slide" Target="/ppt/slides/slide18.xml" Id="R6533039d81914bba" /><Relationship Type="http://schemas.openxmlformats.org/officeDocument/2006/relationships/slide" Target="/ppt/slides/slide19.xml" Id="R4df9b8514ce54f45" /><Relationship Type="http://schemas.openxmlformats.org/officeDocument/2006/relationships/slide" Target="/ppt/slides/slide20.xml" Id="R305bfd62c1ff4121" /><Relationship Type="http://schemas.openxmlformats.org/officeDocument/2006/relationships/slide" Target="/ppt/slides/slide21.xml" Id="Rc5ef099124304271" /><Relationship Type="http://schemas.openxmlformats.org/officeDocument/2006/relationships/slide" Target="/ppt/slides/slide22.xml" Id="Rfd1a0eee9ad14cc7" /><Relationship Type="http://schemas.openxmlformats.org/officeDocument/2006/relationships/slide" Target="/ppt/slides/slide23.xml" Id="R6e672f67b22d442c" /><Relationship Type="http://schemas.openxmlformats.org/officeDocument/2006/relationships/slide" Target="/ppt/slides/slide24.xml" Id="R6693e1b4143b4792" /><Relationship Type="http://schemas.openxmlformats.org/officeDocument/2006/relationships/slide" Target="/ppt/slides/slide25.xml" Id="Rcc077ac7f98f4bdb" /><Relationship Type="http://schemas.openxmlformats.org/officeDocument/2006/relationships/slide" Target="/ppt/slides/slide26.xml" Id="R82b5667c122f424f" /><Relationship Type="http://schemas.openxmlformats.org/officeDocument/2006/relationships/slide" Target="/ppt/slides/slide27.xml" Id="R542db122625b4918" /><Relationship Type="http://schemas.openxmlformats.org/officeDocument/2006/relationships/slide" Target="/ppt/slides/slide28.xml" Id="Rf21c9e8076694b1a" /><Relationship Type="http://schemas.openxmlformats.org/officeDocument/2006/relationships/slide" Target="/ppt/slides/slide29.xml" Id="R8b699b8b092145d4" /><Relationship Type="http://schemas.openxmlformats.org/officeDocument/2006/relationships/slide" Target="/ppt/slides/slide30.xml" Id="R7873ad21c68e4e4b" /><Relationship Type="http://schemas.openxmlformats.org/officeDocument/2006/relationships/slide" Target="/ppt/slides/slide31.xml" Id="R8a295706fae64a82" /><Relationship Type="http://schemas.openxmlformats.org/officeDocument/2006/relationships/slide" Target="/ppt/slides/slide32.xml" Id="R2ae9c0225afa42f2" /><Relationship Type="http://schemas.openxmlformats.org/officeDocument/2006/relationships/slide" Target="/ppt/slides/slide33.xml" Id="R2cdb3ef90f174794" /><Relationship Type="http://schemas.openxmlformats.org/officeDocument/2006/relationships/slide" Target="/ppt/slides/slide34.xml" Id="Rbeb308d04a304a65" /><Relationship Type="http://schemas.openxmlformats.org/officeDocument/2006/relationships/slide" Target="/ppt/slides/slide35.xml" Id="R35aaea149c5e4867" /><Relationship Type="http://schemas.openxmlformats.org/officeDocument/2006/relationships/slide" Target="/ppt/slides/slide36.xml" Id="Reb9ff3ac0ab7423c" /><Relationship Type="http://schemas.openxmlformats.org/officeDocument/2006/relationships/slide" Target="/ppt/slides/slide37.xml" Id="Rdf2bbdbf573945a7" /><Relationship Type="http://schemas.openxmlformats.org/officeDocument/2006/relationships/slide" Target="/ppt/slides/slide38.xml" Id="R2995b7c2e3ab41e8" /><Relationship Type="http://schemas.openxmlformats.org/officeDocument/2006/relationships/slide" Target="/ppt/slides/slide39.xml" Id="Rc5bc8702983c40ef" /><Relationship Type="http://schemas.openxmlformats.org/officeDocument/2006/relationships/slide" Target="/ppt/slides/slide40.xml" Id="Rc16eac403bff4ec0" /><Relationship Type="http://schemas.openxmlformats.org/officeDocument/2006/relationships/slide" Target="/ppt/slides/slide41.xml" Id="R5f31087502d64c28" /><Relationship Type="http://schemas.openxmlformats.org/officeDocument/2006/relationships/slide" Target="/ppt/slides/slide42.xml" Id="Rce3696e85bcc45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00675601ba4c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e0a01f42dc46a4" /><Relationship Type="http://schemas.openxmlformats.org/officeDocument/2006/relationships/notesMaster" Target="/ppt/notesMasters/notesMaster1.xml" Id="Re47f895f6c3742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bb01a716fe435e" /><Relationship Type="http://schemas.openxmlformats.org/officeDocument/2006/relationships/notesMaster" Target="/ppt/notesMasters/notesMaster1.xml" Id="R4fd0a39d9bfe45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cffeaf1939490d" /><Relationship Type="http://schemas.openxmlformats.org/officeDocument/2006/relationships/notesMaster" Target="/ppt/notesMasters/notesMaster1.xml" Id="Reaae5d936f6c41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ddf04955ba4864" /><Relationship Type="http://schemas.openxmlformats.org/officeDocument/2006/relationships/notesMaster" Target="/ppt/notesMasters/notesMaster1.xml" Id="R59055e08b3974b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a4c153dd64b50" /><Relationship Type="http://schemas.openxmlformats.org/officeDocument/2006/relationships/notesMaster" Target="/ppt/notesMasters/notesMaster1.xml" Id="R8ce7d223a14f45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6b618d1e334370" /><Relationship Type="http://schemas.openxmlformats.org/officeDocument/2006/relationships/notesMaster" Target="/ppt/notesMasters/notesMaster1.xml" Id="R805287172c434b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276dc42ba84cd3" /><Relationship Type="http://schemas.openxmlformats.org/officeDocument/2006/relationships/notesMaster" Target="/ppt/notesMasters/notesMaster1.xml" Id="R9226b054fe464f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8b44e626934315" /><Relationship Type="http://schemas.openxmlformats.org/officeDocument/2006/relationships/notesMaster" Target="/ppt/notesMasters/notesMaster1.xml" Id="Re9bcb37c05c349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fd7b967d664cc4" /><Relationship Type="http://schemas.openxmlformats.org/officeDocument/2006/relationships/notesMaster" Target="/ppt/notesMasters/notesMaster1.xml" Id="R27e62f5ac15c49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fea0ef68a24eea" /><Relationship Type="http://schemas.openxmlformats.org/officeDocument/2006/relationships/notesMaster" Target="/ppt/notesMasters/notesMaster1.xml" Id="Rf80ee67270ca44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c87b82da48482b" /><Relationship Type="http://schemas.openxmlformats.org/officeDocument/2006/relationships/notesMaster" Target="/ppt/notesMasters/notesMaster1.xml" Id="Rf72318c6fb6c4a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e54efaf9584533" /><Relationship Type="http://schemas.openxmlformats.org/officeDocument/2006/relationships/notesMaster" Target="/ppt/notesMasters/notesMaster1.xml" Id="Rba4f255c39ae44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0661133fb64540" /><Relationship Type="http://schemas.openxmlformats.org/officeDocument/2006/relationships/notesMaster" Target="/ppt/notesMasters/notesMaster1.xml" Id="Ra992c5d61da446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2aa356b7024e87" /><Relationship Type="http://schemas.openxmlformats.org/officeDocument/2006/relationships/notesMaster" Target="/ppt/notesMasters/notesMaster1.xml" Id="Rdb46d2ed32b344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8d6a47490f4a53" /><Relationship Type="http://schemas.openxmlformats.org/officeDocument/2006/relationships/notesMaster" Target="/ppt/notesMasters/notesMaster1.xml" Id="Rfac055a6619346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24771bff3ae4134" /><Relationship Type="http://schemas.openxmlformats.org/officeDocument/2006/relationships/notesMaster" Target="/ppt/notesMasters/notesMaster1.xml" Id="Ra2fc9f0ea1a04fe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3471b35d0746e8" /><Relationship Type="http://schemas.openxmlformats.org/officeDocument/2006/relationships/notesMaster" Target="/ppt/notesMasters/notesMaster1.xml" Id="R565174aabea84a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36759d06e274ce6" /><Relationship Type="http://schemas.openxmlformats.org/officeDocument/2006/relationships/notesMaster" Target="/ppt/notesMasters/notesMaster1.xml" Id="Re21c5e0163b548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831ab09017849f4" /><Relationship Type="http://schemas.openxmlformats.org/officeDocument/2006/relationships/notesMaster" Target="/ppt/notesMasters/notesMaster1.xml" Id="R8508c090f32240d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15b09d03b5f4aee" /><Relationship Type="http://schemas.openxmlformats.org/officeDocument/2006/relationships/notesMaster" Target="/ppt/notesMasters/notesMaster1.xml" Id="R7619dd6cf30f4f6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1e6a57bccc6404f" /><Relationship Type="http://schemas.openxmlformats.org/officeDocument/2006/relationships/notesMaster" Target="/ppt/notesMasters/notesMaster1.xml" Id="R78917e1023104e0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1cc0becedef46b2" /><Relationship Type="http://schemas.openxmlformats.org/officeDocument/2006/relationships/notesMaster" Target="/ppt/notesMasters/notesMaster1.xml" Id="Rc295e4e539f246b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e7d861137bb4503" /><Relationship Type="http://schemas.openxmlformats.org/officeDocument/2006/relationships/notesMaster" Target="/ppt/notesMasters/notesMaster1.xml" Id="R238df71371bd457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82c4736ce814384" /><Relationship Type="http://schemas.openxmlformats.org/officeDocument/2006/relationships/notesMaster" Target="/ppt/notesMasters/notesMaster1.xml" Id="R68ce663ab0654c0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8038d5c1ac24586" /><Relationship Type="http://schemas.openxmlformats.org/officeDocument/2006/relationships/notesMaster" Target="/ppt/notesMasters/notesMaster1.xml" Id="Rdbcf4ea2570a4e6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6f2868467284bc8" /><Relationship Type="http://schemas.openxmlformats.org/officeDocument/2006/relationships/notesMaster" Target="/ppt/notesMasters/notesMaster1.xml" Id="R1a02232bac214cc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37211a3439440ea" /><Relationship Type="http://schemas.openxmlformats.org/officeDocument/2006/relationships/notesMaster" Target="/ppt/notesMasters/notesMaster1.xml" Id="R0282d948bd6e4e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779361250274cb7" /><Relationship Type="http://schemas.openxmlformats.org/officeDocument/2006/relationships/notesMaster" Target="/ppt/notesMasters/notesMaster1.xml" Id="R9c78fde247a24f0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d4e2e322e94457c" /><Relationship Type="http://schemas.openxmlformats.org/officeDocument/2006/relationships/notesMaster" Target="/ppt/notesMasters/notesMaster1.xml" Id="R305c036eb86f473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0d43641b5e74ea3" /><Relationship Type="http://schemas.openxmlformats.org/officeDocument/2006/relationships/notesMaster" Target="/ppt/notesMasters/notesMaster1.xml" Id="Re5834b91492c421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80794623dc64ea4" /><Relationship Type="http://schemas.openxmlformats.org/officeDocument/2006/relationships/notesMaster" Target="/ppt/notesMasters/notesMaster1.xml" Id="R503e5ff7a2ff4c9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6ae830e41d14b2d" /><Relationship Type="http://schemas.openxmlformats.org/officeDocument/2006/relationships/notesMaster" Target="/ppt/notesMasters/notesMaster1.xml" Id="R7550f9dd93494f0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4c7bc87d25a4677" /><Relationship Type="http://schemas.openxmlformats.org/officeDocument/2006/relationships/notesMaster" Target="/ppt/notesMasters/notesMaster1.xml" Id="Rb95869229d4b4fe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6237d61242e48ec" /><Relationship Type="http://schemas.openxmlformats.org/officeDocument/2006/relationships/notesMaster" Target="/ppt/notesMasters/notesMaster1.xml" Id="Rf0dcfd454840405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ddc3ece9b884c8f" /><Relationship Type="http://schemas.openxmlformats.org/officeDocument/2006/relationships/notesMaster" Target="/ppt/notesMasters/notesMaster1.xml" Id="Rf09bbcc4ce5b46c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94451b477124382" /><Relationship Type="http://schemas.openxmlformats.org/officeDocument/2006/relationships/notesMaster" Target="/ppt/notesMasters/notesMaster1.xml" Id="R4af91b8ebb034f3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fc314364c934d40" /><Relationship Type="http://schemas.openxmlformats.org/officeDocument/2006/relationships/notesMaster" Target="/ppt/notesMasters/notesMaster1.xml" Id="R6d303c2ed8f0467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c84dd9c213a49e6" /><Relationship Type="http://schemas.openxmlformats.org/officeDocument/2006/relationships/notesMaster" Target="/ppt/notesMasters/notesMaster1.xml" Id="Ra23e44c3f28b439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6c46dc2c2a4404a" /><Relationship Type="http://schemas.openxmlformats.org/officeDocument/2006/relationships/notesMaster" Target="/ppt/notesMasters/notesMaster1.xml" Id="R6d07e5f2dcdb437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c88c8a599984946" /><Relationship Type="http://schemas.openxmlformats.org/officeDocument/2006/relationships/notesMaster" Target="/ppt/notesMasters/notesMaster1.xml" Id="R49a6c8483c58444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c9f0b89b5154526" /><Relationship Type="http://schemas.openxmlformats.org/officeDocument/2006/relationships/notesMaster" Target="/ppt/notesMasters/notesMaster1.xml" Id="Rb2d51e2b55b8476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791652f247244f9" /><Relationship Type="http://schemas.openxmlformats.org/officeDocument/2006/relationships/notesMaster" Target="/ppt/notesMasters/notesMaster1.xml" Id="Rf7de7b95413746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53758564b4c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5d3d840ef84cc3" /><Relationship Type="http://schemas.openxmlformats.org/officeDocument/2006/relationships/slideLayout" Target="/ppt/slideLayouts/slideLayout1.xml" Id="Ra7003e85e6744d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003e85e6744d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5f15e81424718" /><Relationship Type="http://schemas.openxmlformats.org/officeDocument/2006/relationships/notesSlide" Target="/ppt/notesSlides/notesSlide1.xml" Id="R67cd406e470648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efd894086421c" /><Relationship Type="http://schemas.openxmlformats.org/officeDocument/2006/relationships/notesSlide" Target="/ppt/notesSlides/notesSlide2.xml" Id="Rd3752bb4afc245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3c9c3dbdb4a18" /><Relationship Type="http://schemas.openxmlformats.org/officeDocument/2006/relationships/chart" Target="/ppt/slides/charts/chart1.xml" Id="R1c65bbe914d54e47" /><Relationship Type="http://schemas.openxmlformats.org/officeDocument/2006/relationships/notesSlide" Target="/ppt/notesSlides/notesSlide3.xml" Id="Rc7f43c2c2ce14d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69a97fb7c4574" /><Relationship Type="http://schemas.openxmlformats.org/officeDocument/2006/relationships/chart" Target="/ppt/slides/charts/chart2.xml" Id="Rf1365610371a4e93" /><Relationship Type="http://schemas.openxmlformats.org/officeDocument/2006/relationships/chart" Target="/ppt/slides/charts/chart3.xml" Id="R5815dd5b77874046" /><Relationship Type="http://schemas.openxmlformats.org/officeDocument/2006/relationships/chart" Target="/ppt/slides/charts/chart4.xml" Id="R7671d24485e3406c" /><Relationship Type="http://schemas.openxmlformats.org/officeDocument/2006/relationships/notesSlide" Target="/ppt/notesSlides/notesSlide4.xml" Id="R1f11f8c41acc45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e3dd09176437a" /><Relationship Type="http://schemas.openxmlformats.org/officeDocument/2006/relationships/chart" Target="/ppt/slides/charts/chart5.xml" Id="R636ee931c1734917" /><Relationship Type="http://schemas.openxmlformats.org/officeDocument/2006/relationships/chart" Target="/ppt/slides/charts/chart6.xml" Id="R2456f27c78a34f50" /><Relationship Type="http://schemas.openxmlformats.org/officeDocument/2006/relationships/notesSlide" Target="/ppt/notesSlides/notesSlide5.xml" Id="Re47d9118f92741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ee2727e2c4b93" /><Relationship Type="http://schemas.openxmlformats.org/officeDocument/2006/relationships/chart" Target="/ppt/slides/charts/chart7.xml" Id="R1e7238167e1a4234" /><Relationship Type="http://schemas.openxmlformats.org/officeDocument/2006/relationships/chart" Target="/ppt/slides/charts/chart8.xml" Id="R648d77740d274efc" /><Relationship Type="http://schemas.openxmlformats.org/officeDocument/2006/relationships/notesSlide" Target="/ppt/notesSlides/notesSlide6.xml" Id="R9b65d1b7b66a43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2d16836fa48fb" /><Relationship Type="http://schemas.openxmlformats.org/officeDocument/2006/relationships/chart" Target="/ppt/slides/charts/chart9.xml" Id="R51b069e33cef4007" /><Relationship Type="http://schemas.openxmlformats.org/officeDocument/2006/relationships/notesSlide" Target="/ppt/notesSlides/notesSlide7.xml" Id="R13d1e52e96d147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921e0eed54d6c" /><Relationship Type="http://schemas.openxmlformats.org/officeDocument/2006/relationships/chart" Target="/ppt/slides/charts/chart10.xml" Id="R1be06544d1de4c23" /><Relationship Type="http://schemas.openxmlformats.org/officeDocument/2006/relationships/notesSlide" Target="/ppt/notesSlides/notesSlide8.xml" Id="Reef36518962e40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7c6d69ee54636" /><Relationship Type="http://schemas.openxmlformats.org/officeDocument/2006/relationships/chart" Target="/ppt/slides/charts/chart11.xml" Id="R5524a88445a84779" /><Relationship Type="http://schemas.openxmlformats.org/officeDocument/2006/relationships/notesSlide" Target="/ppt/notesSlides/notesSlide9.xml" Id="Re4c6f9abb8cd42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112f0051d464a" /><Relationship Type="http://schemas.openxmlformats.org/officeDocument/2006/relationships/chart" Target="/ppt/slides/charts/chart12.xml" Id="R844534ae3d984f86" /><Relationship Type="http://schemas.openxmlformats.org/officeDocument/2006/relationships/notesSlide" Target="/ppt/notesSlides/notesSlide10.xml" Id="R0c736b2490364f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9c17b99214964" /><Relationship Type="http://schemas.openxmlformats.org/officeDocument/2006/relationships/chart" Target="/ppt/slides/charts/chart13.xml" Id="R78bd8dd30e3040e3" /><Relationship Type="http://schemas.openxmlformats.org/officeDocument/2006/relationships/notesSlide" Target="/ppt/notesSlides/notesSlide11.xml" Id="R4e7cf10657a144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95bda3e5a4308" /><Relationship Type="http://schemas.openxmlformats.org/officeDocument/2006/relationships/chart" Target="/ppt/slides/charts/chart14.xml" Id="Re23b7129df0a4fba" /><Relationship Type="http://schemas.openxmlformats.org/officeDocument/2006/relationships/notesSlide" Target="/ppt/notesSlides/notesSlide12.xml" Id="Rcc0f4dc6f3f34d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7838e84f94e89" /><Relationship Type="http://schemas.openxmlformats.org/officeDocument/2006/relationships/chart" Target="/ppt/slides/charts/chart15.xml" Id="Rb1571edf749a43d1" /><Relationship Type="http://schemas.openxmlformats.org/officeDocument/2006/relationships/notesSlide" Target="/ppt/notesSlides/notesSlide13.xml" Id="Rb7733bd04fc94d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20604b86147bb" /><Relationship Type="http://schemas.openxmlformats.org/officeDocument/2006/relationships/notesSlide" Target="/ppt/notesSlides/notesSlide14.xml" Id="R33df005a088b46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2b3d38927a408c" /><Relationship Type="http://schemas.openxmlformats.org/officeDocument/2006/relationships/notesSlide" Target="/ppt/notesSlides/notesSlide15.xml" Id="R6c9be038735148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3974c3ca44744" /><Relationship Type="http://schemas.openxmlformats.org/officeDocument/2006/relationships/chart" Target="/ppt/slides/charts/chart16.xml" Id="Rc60e9b3647b948a2" /><Relationship Type="http://schemas.openxmlformats.org/officeDocument/2006/relationships/notesSlide" Target="/ppt/notesSlides/notesSlide16.xml" Id="R577195f297624b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c4ce60c6c409e" /><Relationship Type="http://schemas.openxmlformats.org/officeDocument/2006/relationships/notesSlide" Target="/ppt/notesSlides/notesSlide17.xml" Id="R2ec23323add5479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961fce8f94b3a" /><Relationship Type="http://schemas.openxmlformats.org/officeDocument/2006/relationships/chart" Target="/ppt/slides/charts/chart17.xml" Id="Rf2391f74d177444a" /><Relationship Type="http://schemas.openxmlformats.org/officeDocument/2006/relationships/notesSlide" Target="/ppt/notesSlides/notesSlide18.xml" Id="Raacb832c939449c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73f791d9d4511" /><Relationship Type="http://schemas.openxmlformats.org/officeDocument/2006/relationships/notesSlide" Target="/ppt/notesSlides/notesSlide19.xml" Id="R38be2acf3b9846b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0b33c7c534cbe" /><Relationship Type="http://schemas.openxmlformats.org/officeDocument/2006/relationships/chart" Target="/ppt/slides/charts/chart18.xml" Id="R13acef58256d491b" /><Relationship Type="http://schemas.openxmlformats.org/officeDocument/2006/relationships/notesSlide" Target="/ppt/notesSlides/notesSlide20.xml" Id="R823a18e9f99248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b9e70af914650" /><Relationship Type="http://schemas.openxmlformats.org/officeDocument/2006/relationships/chart" Target="/ppt/slides/charts/chart19.xml" Id="R64b7ccb2610549d5" /><Relationship Type="http://schemas.openxmlformats.org/officeDocument/2006/relationships/notesSlide" Target="/ppt/notesSlides/notesSlide21.xml" Id="R916b28fe9f6a463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cb3e4634949cf" /><Relationship Type="http://schemas.openxmlformats.org/officeDocument/2006/relationships/chart" Target="/ppt/slides/charts/chart20.xml" Id="Rb7589b02b31d4b8e" /><Relationship Type="http://schemas.openxmlformats.org/officeDocument/2006/relationships/notesSlide" Target="/ppt/notesSlides/notesSlide22.xml" Id="Re988fdfc421a40c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05f8876504d90" /><Relationship Type="http://schemas.openxmlformats.org/officeDocument/2006/relationships/notesSlide" Target="/ppt/notesSlides/notesSlide23.xml" Id="Ree8cbbd920f7420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9fbff8cb84477" /><Relationship Type="http://schemas.openxmlformats.org/officeDocument/2006/relationships/notesSlide" Target="/ppt/notesSlides/notesSlide24.xml" Id="R550abc458382446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b24ba03ce4991" /><Relationship Type="http://schemas.openxmlformats.org/officeDocument/2006/relationships/notesSlide" Target="/ppt/notesSlides/notesSlide25.xml" Id="Ra4afe681d9be4cd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ff823695544dd" /><Relationship Type="http://schemas.openxmlformats.org/officeDocument/2006/relationships/notesSlide" Target="/ppt/notesSlides/notesSlide26.xml" Id="Radd2b73317c3469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212a817e34ccb" /><Relationship Type="http://schemas.openxmlformats.org/officeDocument/2006/relationships/notesSlide" Target="/ppt/notesSlides/notesSlide27.xml" Id="Red4883ec47be4ba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4929a732a4b84" /><Relationship Type="http://schemas.openxmlformats.org/officeDocument/2006/relationships/notesSlide" Target="/ppt/notesSlides/notesSlide28.xml" Id="Ra3c05519bf584df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498a6263f4a43" /><Relationship Type="http://schemas.openxmlformats.org/officeDocument/2006/relationships/notesSlide" Target="/ppt/notesSlides/notesSlide29.xml" Id="R161760d9edc04ee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695a5ae4e4312" /><Relationship Type="http://schemas.openxmlformats.org/officeDocument/2006/relationships/notesSlide" Target="/ppt/notesSlides/notesSlide30.xml" Id="R08cbc8e40f904a2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df663e19c4026" /><Relationship Type="http://schemas.openxmlformats.org/officeDocument/2006/relationships/notesSlide" Target="/ppt/notesSlides/notesSlide31.xml" Id="R64b0b4c834a84f7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85a59221347b7" /><Relationship Type="http://schemas.openxmlformats.org/officeDocument/2006/relationships/notesSlide" Target="/ppt/notesSlides/notesSlide32.xml" Id="R87b3305fb8d54cf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6114dbd52422a" /><Relationship Type="http://schemas.openxmlformats.org/officeDocument/2006/relationships/notesSlide" Target="/ppt/notesSlides/notesSlide33.xml" Id="Rb5247dcd4c6740e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f94330e0e4044" /><Relationship Type="http://schemas.openxmlformats.org/officeDocument/2006/relationships/notesSlide" Target="/ppt/notesSlides/notesSlide34.xml" Id="R54bb0fe8a1b3419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ddfb6d7dc4c65" /><Relationship Type="http://schemas.openxmlformats.org/officeDocument/2006/relationships/notesSlide" Target="/ppt/notesSlides/notesSlide35.xml" Id="R791ec973aa6246c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8136ff0a741f3" /><Relationship Type="http://schemas.openxmlformats.org/officeDocument/2006/relationships/notesSlide" Target="/ppt/notesSlides/notesSlide36.xml" Id="Rbba8d1fa88b8482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8c2c49b2b44f2" /><Relationship Type="http://schemas.openxmlformats.org/officeDocument/2006/relationships/notesSlide" Target="/ppt/notesSlides/notesSlide37.xml" Id="Rc0384bd1c7a64d6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8fa13fdfe4492" /><Relationship Type="http://schemas.openxmlformats.org/officeDocument/2006/relationships/notesSlide" Target="/ppt/notesSlides/notesSlide38.xml" Id="R666c0804af7d4f7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1deac98484593" /><Relationship Type="http://schemas.openxmlformats.org/officeDocument/2006/relationships/notesSlide" Target="/ppt/notesSlides/notesSlide39.xml" Id="Rb2797d5f1c294d7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78c6b062d4724" /><Relationship Type="http://schemas.openxmlformats.org/officeDocument/2006/relationships/notesSlide" Target="/ppt/notesSlides/notesSlide40.xml" Id="Rfe6817bb0182418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026dedaa149cf" /><Relationship Type="http://schemas.openxmlformats.org/officeDocument/2006/relationships/notesSlide" Target="/ppt/notesSlides/notesSlide41.xml" Id="R1e1d471e1499480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4a826379e42c1" /><Relationship Type="http://schemas.openxmlformats.org/officeDocument/2006/relationships/notesSlide" Target="/ppt/notesSlides/notesSlide42.xml" Id="R1095600740bd4cb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682.8970336474499</c:v>
              </c:pt>
              <c:pt idx="10">
                <c:v>833.2150781579601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61.546</c:v>
              </c:pt>
              <c:pt idx="9">
                <c:v>148.582</c:v>
              </c:pt>
              <c:pt idx="10">
                <c:v>387.19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Fundos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R$ 0 "bi"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371.21778332714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0.11020759160542686</c:v>
              </c:pt>
              <c:pt idx="1">
                <c:v>0.09567733252200807</c:v>
              </c:pt>
              <c:pt idx="2">
                <c:v>0.0980629620914757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0.20002924913728382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0.2597205593931026</c:v>
              </c:pt>
              <c:pt idx="1">
                <c:v>0.2462447241924814</c:v>
              </c:pt>
              <c:pt idx="2">
                <c:v>0.25638322607631897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0.3722161304801373</c:v>
              </c:pt>
              <c:pt idx="1">
                <c:v>0.3830169168708714</c:v>
              </c:pt>
              <c:pt idx="2">
                <c:v>0.4455245626949216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Valor reportado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9"/>
              <c:pt idx="0">
                <c:v>Financeiro</c:v>
              </c:pt>
              <c:pt idx="1">
                <c:v>Comercial</c:v>
              </c:pt>
              <c:pt idx="2">
                <c:v>Cartao de credito</c:v>
              </c:pt>
              <c:pt idx="3">
                <c:v>Industrial</c:v>
              </c:pt>
              <c:pt idx="4">
                <c:v>Servicos</c:v>
              </c:pt>
              <c:pt idx="5">
                <c:v>Setor publico</c:v>
              </c:pt>
              <c:pt idx="6">
                <c:v>Acoes judiciais</c:v>
              </c:pt>
              <c:pt idx="7">
                <c:v>Agronegocio</c:v>
              </c:pt>
              <c:pt idx="8">
                <c:v>Imobiliario</c:v>
              </c:pt>
            </c:strLit>
          </c:cat>
          <c:val>
            <c:numLit>
              <c:formatCode>General</c:formatCode>
              <c:ptCount val="9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0.1921481957490722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0.0821568644070054</c:v>
              </c:pt>
              <c:pt idx="11">
                <c:v>0.0838037713753016</c:v>
              </c:pt>
              <c:pt idx="12">
                <c:v>0.0698478283500979</c:v>
              </c:pt>
              <c:pt idx="13">
                <c:v>0.0744667595338645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0.0870992102420862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0.0623927376795385</c:v>
              </c:pt>
              <c:pt idx="11">
                <c:v>0.0628976432870273</c:v>
              </c:pt>
              <c:pt idx="12">
                <c:v>0.0502587784704449</c:v>
              </c:pt>
              <c:pt idx="13">
                <c:v>0.053707529589567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1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Top 5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0.546781938609278</c:v>
              </c:pt>
              <c:pt idx="1">
                <c:v>0.2465795674522321</c:v>
              </c:pt>
              <c:pt idx="2">
                <c:v>0.5778895228573634</c:v>
              </c:pt>
            </c:numLit>
          </c:val>
        </c:ser>
        <c:ser>
          <c:idx val="1"/>
          <c:order val="1"/>
          <c:tx>
            <c:v>Top 10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0.7151066140353635</c:v>
              </c:pt>
              <c:pt idx="1">
                <c:v>0.36766640840870624</c:v>
              </c:pt>
              <c:pt idx="2">
                <c:v>0.7547789916458992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0.11169040991708132</c:v>
              </c:pt>
              <c:pt idx="1">
                <c:v>0.025894161159955437</c:v>
              </c:pt>
              <c:pt idx="2">
                <c:v>0.033791770822604296</c:v>
              </c:pt>
              <c:pt idx="3">
                <c:v>0.6782288909657513</c:v>
              </c:pt>
              <c:pt idx="4">
                <c:v>0.03832253399562839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0.13911439969535766</c:v>
              </c:pt>
              <c:pt idx="1">
                <c:v>0.14767176701651383</c:v>
              </c:pt>
              <c:pt idx="2">
                <c:v>0.1742857477209881</c:v>
              </c:pt>
              <c:pt idx="3">
                <c:v>0.00853697289547971</c:v>
              </c:pt>
              <c:pt idx="4">
                <c:v>0.11075041034836137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0.0146284471171011</c:v>
              </c:pt>
              <c:pt idx="1">
                <c:v>0.041270786663910444</c:v>
              </c:pt>
              <c:pt idx="2">
                <c:v>0.5457606010866323</c:v>
              </c:pt>
              <c:pt idx="3">
                <c:v>0.009628803751058946</c:v>
              </c:pt>
              <c:pt idx="4">
                <c:v>0.07467230522157335</c:v>
              </c:pt>
              <c:pt idx="5">
                <c:v>0.05332681468905191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0.08411087662512612</c:v>
              </c:pt>
              <c:pt idx="1">
                <c:v>0.007005382560631518</c:v>
              </c:pt>
              <c:pt idx="2">
                <c:v>0.0610869554386318</c:v>
              </c:pt>
              <c:pt idx="3">
                <c:v>0.00609982380777658</c:v>
              </c:pt>
              <c:pt idx="4">
                <c:v>0.15763751445028337</c:v>
              </c:pt>
              <c:pt idx="5">
                <c:v>0.056173453204667684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0.06006244592998339</c:v>
              </c:pt>
              <c:pt idx="1">
                <c:v>0.08490933618506084</c:v>
              </c:pt>
              <c:pt idx="2">
                <c:v>0</c:v>
              </c:pt>
              <c:pt idx="3">
                <c:v>0.022538326374193954</c:v>
              </c:pt>
              <c:pt idx="4">
                <c:v>0.14032557823494832</c:v>
              </c:pt>
              <c:pt idx="5">
                <c:v>0.008966586126067731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0.04526127761725884</c:v>
              </c:pt>
              <c:pt idx="1">
                <c:v>0.053874809198227784</c:v>
              </c:pt>
              <c:pt idx="2">
                <c:v>0.1394826982194387</c:v>
              </c:pt>
              <c:pt idx="3">
                <c:v>0.001429043867244126</c:v>
              </c:pt>
              <c:pt idx="4">
                <c:v>0.12666422087037557</c:v>
              </c:pt>
              <c:pt idx="5">
                <c:v>0.014872402212669795</c:v>
              </c:pt>
            </c:numLit>
          </c:val>
        </c:ser>
        <c:ser>
          <c:idx val="7"/>
          <c:order val="7"/>
          <c:tx>
            <c:v>Itaú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0.06796180124171905</c:v>
              </c:pt>
              <c:pt idx="1">
                <c:v>0.02499746122923079</c:v>
              </c:pt>
              <c:pt idx="2">
                <c:v>0</c:v>
              </c:pt>
              <c:pt idx="3">
                <c:v>0.00933655721473216</c:v>
              </c:pt>
              <c:pt idx="4">
                <c:v>0.0006615413000011562</c:v>
              </c:pt>
              <c:pt idx="5">
                <c:v>0.019592753435779917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0.0390829589841954</c:v>
              </c:pt>
              <c:pt idx="1">
                <c:v>0.02169992330718947</c:v>
              </c:pt>
              <c:pt idx="2">
                <c:v>0.001870486008363785</c:v>
              </c:pt>
              <c:pt idx="3">
                <c:v>0.030858425703110606</c:v>
              </c:pt>
              <c:pt idx="4">
                <c:v>0.0003689936710498954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0.02562630166182149</c:v>
              </c:pt>
              <c:pt idx="1">
                <c:v>0.0015011088108333604</c:v>
              </c:pt>
              <c:pt idx="2">
                <c:v>0.0003149004667158257</c:v>
              </c:pt>
              <c:pt idx="3">
                <c:v>0.004274383168474836</c:v>
              </c:pt>
              <c:pt idx="4">
                <c:v>0.08235622024321929</c:v>
              </c:pt>
              <c:pt idx="5">
                <c:v>0.08783980456105017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0.41246108121035563</c:v>
              </c:pt>
              <c:pt idx="1">
                <c:v>0.16540061318277355</c:v>
              </c:pt>
              <c:pt idx="2">
                <c:v>0.043406840236625346</c:v>
              </c:pt>
              <c:pt idx="3">
                <c:v>0.22906877225217778</c:v>
              </c:pt>
              <c:pt idx="4">
                <c:v>0.26824068166455944</c:v>
              </c:pt>
              <c:pt idx="5">
                <c:v>0.2872176650623242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0.050102279675970876</c:v>
              </c:pt>
              <c:pt idx="1">
                <c:v>0.14558217301351994</c:v>
              </c:pt>
              <c:pt idx="2">
                <c:v>0.16788759587615418</c:v>
              </c:pt>
              <c:pt idx="3">
                <c:v>0.0012525310364153782</c:v>
              </c:pt>
              <c:pt idx="4">
                <c:v>0.046242786859410315</c:v>
              </c:pt>
              <c:pt idx="5">
                <c:v>0.07267183014790035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0.001967196500585201</c:v>
              </c:pt>
              <c:pt idx="1">
                <c:v>0.02932940282930295</c:v>
              </c:pt>
              <c:pt idx="2">
                <c:v>0.5093321216980754</c:v>
              </c:pt>
              <c:pt idx="3">
                <c:v>0.0007064273322275776</c:v>
              </c:pt>
              <c:pt idx="4">
                <c:v>0.04813163606288525</c:v>
              </c:pt>
              <c:pt idx="5">
                <c:v>0.031940930611053894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0.046958466725287265</c:v>
              </c:pt>
              <c:pt idx="1">
                <c:v>0.052244556627068776</c:v>
              </c:pt>
              <c:pt idx="2">
                <c:v>0</c:v>
              </c:pt>
              <c:pt idx="3">
                <c:v>0.022538326374193954</c:v>
              </c:pt>
              <c:pt idx="4">
                <c:v>0.13797818999762712</c:v>
              </c:pt>
              <c:pt idx="5">
                <c:v>0.008966586126067733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0.021976262192616603</c:v>
              </c:pt>
              <c:pt idx="1">
                <c:v>0.04214110631501068</c:v>
              </c:pt>
              <c:pt idx="2">
                <c:v>0.057365095195433674</c:v>
              </c:pt>
              <c:pt idx="3">
                <c:v>0</c:v>
              </c:pt>
              <c:pt idx="4">
                <c:v>0.10813338781290266</c:v>
              </c:pt>
              <c:pt idx="5">
                <c:v>0.001403042412808438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0.006029748905583717</c:v>
              </c:pt>
              <c:pt idx="1">
                <c:v>0.002560974651739022</c:v>
              </c:pt>
              <c:pt idx="2">
                <c:v>0</c:v>
              </c:pt>
              <c:pt idx="3">
                <c:v>0.2254813570077575</c:v>
              </c:pt>
              <c:pt idx="4">
                <c:v>0.0024475116853231067</c:v>
              </c:pt>
              <c:pt idx="5">
                <c:v>0</c:v>
              </c:pt>
            </c:numLit>
          </c:val>
        </c:ser>
        <c:ser>
          <c:idx val="6"/>
          <c:order val="6"/>
          <c:tx>
            <c:v>Itaú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0.045090594823762195</c:v>
              </c:pt>
              <c:pt idx="1">
                <c:v>0.009820823982451661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0.02589779542760947</c:v>
              </c:pt>
            </c:numLit>
          </c:val>
        </c:ser>
        <c:ser>
          <c:idx val="7"/>
          <c:order val="7"/>
          <c:tx>
            <c:v>Solis Investimentos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0.020591783446047868</c:v>
              </c:pt>
              <c:pt idx="1">
                <c:v>0.0059307389081476826</c:v>
              </c:pt>
              <c:pt idx="2">
                <c:v>0.013019299341063032</c:v>
              </c:pt>
              <c:pt idx="3">
                <c:v>0.03534889901201657</c:v>
              </c:pt>
              <c:pt idx="4">
                <c:v>0.01702363006887814</c:v>
              </c:pt>
              <c:pt idx="5">
                <c:v>0.000662439605290169</c:v>
              </c:pt>
            </c:numLit>
          </c:val>
        </c:ser>
        <c:ser>
          <c:idx val="8"/>
          <c:order val="8"/>
          <c:tx>
            <c:v>XP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0.012417629144276238</c:v>
              </c:pt>
              <c:pt idx="1">
                <c:v>0.05290986086569754</c:v>
              </c:pt>
              <c:pt idx="2">
                <c:v>0</c:v>
              </c:pt>
              <c:pt idx="3">
                <c:v>0</c:v>
              </c:pt>
              <c:pt idx="4">
                <c:v>0.007021413216474521</c:v>
              </c:pt>
              <c:pt idx="5">
                <c:v>0.0642625485190267</c:v>
              </c:pt>
            </c:numLit>
          </c:val>
        </c:ser>
        <c:ser>
          <c:idx val="9"/>
          <c:order val="9"/>
          <c:tx>
            <c:v>Integral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0.005668570397389499</c:v>
              </c:pt>
              <c:pt idx="1">
                <c:v>0.04155218434632173</c:v>
              </c:pt>
              <c:pt idx="2">
                <c:v>0.0012332691701552481</c:v>
              </c:pt>
              <c:pt idx="3">
                <c:v>0.005831187864489241</c:v>
              </c:pt>
              <c:pt idx="4">
                <c:v>0.0067039718840054795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0.7886210748811571</c:v>
              </c:pt>
              <c:pt idx="1">
                <c:v>0.18985982596053624</c:v>
              </c:pt>
              <c:pt idx="2">
                <c:v>0.25116261871911855</c:v>
              </c:pt>
              <c:pt idx="3">
                <c:v>0.7080646257107251</c:v>
              </c:pt>
              <c:pt idx="4">
                <c:v>0.6263174724124935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0.000576393307323454</c:v>
              </c:pt>
              <c:pt idx="1">
                <c:v>0.0022937018145308395</c:v>
              </c:pt>
              <c:pt idx="2">
                <c:v>0</c:v>
              </c:pt>
              <c:pt idx="3">
                <c:v>0.0007766456621747266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0.13861684067487498</c:v>
              </c:pt>
              <c:pt idx="1">
                <c:v>0.14767176701651383</c:v>
              </c:pt>
              <c:pt idx="2">
                <c:v>0.1742857477209881</c:v>
              </c:pt>
              <c:pt idx="3">
                <c:v>0.0027057850309904685</c:v>
              </c:pt>
              <c:pt idx="4">
                <c:v>0.11075041034836135</c:v>
              </c:pt>
              <c:pt idx="5">
                <c:v>0.26902850838068604</c:v>
              </c:pt>
            </c:numLit>
          </c:val>
        </c:ser>
        <c:ser>
          <c:idx val="1"/>
          <c:order val="1"/>
          <c:tx>
            <c:v>QI Tech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0.11107904978220721</c:v>
              </c:pt>
              <c:pt idx="1">
                <c:v>0.025926383451058688</c:v>
              </c:pt>
              <c:pt idx="2">
                <c:v>0.030437287476287503</c:v>
              </c:pt>
              <c:pt idx="3">
                <c:v>0.6759918612944976</c:v>
              </c:pt>
              <c:pt idx="4">
                <c:v>0.03829419533595484</c:v>
              </c:pt>
              <c:pt idx="5">
                <c:v>0.20298201232770252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0.03674494120284592</c:v>
              </c:pt>
              <c:pt idx="1">
                <c:v>0.09960013418247259</c:v>
              </c:pt>
              <c:pt idx="2">
                <c:v>0.546252381494844</c:v>
              </c:pt>
              <c:pt idx="3">
                <c:v>0.0271351674898152</c:v>
              </c:pt>
              <c:pt idx="4">
                <c:v>0.07467230522157334</c:v>
              </c:pt>
              <c:pt idx="5">
                <c:v>0.028528677770074496</c:v>
              </c:pt>
            </c:numLit>
          </c:val>
        </c:ser>
        <c:ser>
          <c:idx val="3"/>
          <c:order val="3"/>
          <c:tx>
            <c:v>Daycoval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0.0901488026631768</c:v>
              </c:pt>
              <c:pt idx="1">
                <c:v>0.019460683742917862</c:v>
              </c:pt>
              <c:pt idx="2">
                <c:v>0.0610869554386318</c:v>
              </c:pt>
              <c:pt idx="3">
                <c:v>0.006099823807776582</c:v>
              </c:pt>
              <c:pt idx="4">
                <c:v>0.1662834134085645</c:v>
              </c:pt>
              <c:pt idx="5">
                <c:v>0.05617345320466769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0.42577465068567283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0.06006244592998339</c:v>
              </c:pt>
              <c:pt idx="1">
                <c:v>0.06416346334012579</c:v>
              </c:pt>
              <c:pt idx="2">
                <c:v>0</c:v>
              </c:pt>
              <c:pt idx="3">
                <c:v>0.01707803013100813</c:v>
              </c:pt>
              <c:pt idx="4">
                <c:v>0.13996682000660185</c:v>
              </c:pt>
              <c:pt idx="5">
                <c:v>0.03376472304504516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0.03417437638043767</c:v>
              </c:pt>
              <c:pt idx="1">
                <c:v>0.053080989865237994</c:v>
              </c:pt>
              <c:pt idx="2">
                <c:v>0.08383620185695936</c:v>
              </c:pt>
              <c:pt idx="3">
                <c:v>0.0014290438672441262</c:v>
              </c:pt>
              <c:pt idx="4">
                <c:v>0.12666422087037554</c:v>
              </c:pt>
              <c:pt idx="5">
                <c:v>0.014872402212669798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0.07667097097859363</c:v>
              </c:pt>
              <c:pt idx="1">
                <c:v>1.0924046097481734E-05</c:v>
              </c:pt>
              <c:pt idx="2">
                <c:v>0</c:v>
              </c:pt>
              <c:pt idx="3">
                <c:v>0.0001847304557319017</c:v>
              </c:pt>
              <c:pt idx="4">
                <c:v>0.001344122467268427</c:v>
              </c:pt>
              <c:pt idx="5">
                <c:v>0.04755010294129416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0.0390829589841954</c:v>
              </c:pt>
              <c:pt idx="1">
                <c:v>0.02169992330718947</c:v>
              </c:pt>
              <c:pt idx="2">
                <c:v>0.001870486008363785</c:v>
              </c:pt>
              <c:pt idx="3">
                <c:v>0.030858425703110613</c:v>
              </c:pt>
              <c:pt idx="4">
                <c:v>0.0003689936710498953</c:v>
              </c:pt>
              <c:pt idx="5">
                <c:v>0</c:v>
              </c:pt>
            </c:numLit>
          </c:val>
        </c:ser>
        <c:ser>
          <c:idx val="9"/>
          <c:order val="9"/>
          <c:tx>
            <c:v>Itaú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0.052920205772212146</c:v>
              </c:pt>
              <c:pt idx="1">
                <c:v>0.009820823982451661</c:v>
              </c:pt>
              <c:pt idx="2">
                <c:v>0</c:v>
              </c:pt>
              <c:pt idx="3">
                <c:v>0.009336557214732161</c:v>
              </c:pt>
              <c:pt idx="4">
                <c:v>0.000661541300001156</c:v>
              </c:pt>
              <c:pt idx="5">
                <c:v>0.01959275343577992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0.34971032928390944</c:v>
              </c:pt>
              <c:pt idx="1">
                <c:v>0.09375306817634622</c:v>
              </c:pt>
              <c:pt idx="2">
                <c:v>0.10216946951485831</c:v>
              </c:pt>
              <c:pt idx="3">
                <c:v>0.21582175827648173</c:v>
              </c:pt>
              <c:pt idx="4">
                <c:v>0.3392248921194762</c:v>
              </c:pt>
              <c:pt idx="5">
                <c:v>0.32694895300537913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0.010789078347563411</c:v>
              </c:pt>
              <c:pt idx="1">
                <c:v>0.03903718820391548</c:v>
              </c:pt>
              <c:pt idx="2">
                <c:v>6.147048906722112E-05</c:v>
              </c:pt>
              <c:pt idx="3">
                <c:v>0.013358816728611634</c:v>
              </c:pt>
              <c:pt idx="4">
                <c:v>0.0017690852507729056</c:v>
              </c:pt>
              <c:pt idx="5">
                <c:v>0.0005584136767011111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0.6782288909657513</c:v>
              </c:pt>
              <c:pt idx="1">
                <c:v>0.283124051445349</c:v>
              </c:pt>
              <c:pt idx="2">
                <c:v>0.1474752222341588</c:v>
              </c:pt>
              <c:pt idx="3">
                <c:v>0.033791770822604296</c:v>
              </c:pt>
              <c:pt idx="4">
                <c:v>0.0691691486679833</c:v>
              </c:pt>
              <c:pt idx="5">
                <c:v>0.03832253399562839</c:v>
              </c:pt>
              <c:pt idx="6">
                <c:v>0</c:v>
              </c:pt>
              <c:pt idx="7">
                <c:v>0.025894161159955437</c:v>
              </c:pt>
              <c:pt idx="8">
                <c:v>0</c:v>
              </c:pt>
              <c:pt idx="9">
                <c:v>0.2264353570509752</c:v>
              </c:pt>
              <c:pt idx="10">
                <c:v>0.09189086895149072</c:v>
              </c:pt>
              <c:pt idx="11">
                <c:v>0.04738126493051712</c:v>
              </c:pt>
              <c:pt idx="12">
                <c:v>0.2029820123277025</c:v>
              </c:pt>
              <c:pt idx="13">
                <c:v>0.11169040991708132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0.00853697289547971</c:v>
              </c:pt>
              <c:pt idx="1">
                <c:v>0</c:v>
              </c:pt>
              <c:pt idx="2">
                <c:v>0.1724312817966186</c:v>
              </c:pt>
              <c:pt idx="3">
                <c:v>0.1742857477209881</c:v>
              </c:pt>
              <c:pt idx="4">
                <c:v>0.019509226492863265</c:v>
              </c:pt>
              <c:pt idx="5">
                <c:v>0.11075041034836137</c:v>
              </c:pt>
              <c:pt idx="6">
                <c:v>0.010229219476651917</c:v>
              </c:pt>
              <c:pt idx="7">
                <c:v>0.14767176701651383</c:v>
              </c:pt>
              <c:pt idx="8">
                <c:v>0.007016887832675239</c:v>
              </c:pt>
              <c:pt idx="9">
                <c:v>0.06362207926227652</c:v>
              </c:pt>
              <c:pt idx="10">
                <c:v>0.035203945093276526</c:v>
              </c:pt>
              <c:pt idx="11">
                <c:v>0.039122769414220215</c:v>
              </c:pt>
              <c:pt idx="12">
                <c:v>0.269028508380686</c:v>
              </c:pt>
              <c:pt idx="13">
                <c:v>0.13911439969535766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0.009628803751058946</c:v>
              </c:pt>
              <c:pt idx="1">
                <c:v>0.21018770764489808</c:v>
              </c:pt>
              <c:pt idx="2">
                <c:v>0.38180166759441697</c:v>
              </c:pt>
              <c:pt idx="3">
                <c:v>0.5457606010866323</c:v>
              </c:pt>
              <c:pt idx="4">
                <c:v>0</c:v>
              </c:pt>
              <c:pt idx="5">
                <c:v>0.07467230522157335</c:v>
              </c:pt>
              <c:pt idx="6">
                <c:v>0.21701087133300273</c:v>
              </c:pt>
              <c:pt idx="7">
                <c:v>0.041270786663910444</c:v>
              </c:pt>
              <c:pt idx="8">
                <c:v>0.33382984355945267</c:v>
              </c:pt>
              <c:pt idx="9">
                <c:v>0.026811780511833694</c:v>
              </c:pt>
              <c:pt idx="10">
                <c:v>0.10267201124202216</c:v>
              </c:pt>
              <c:pt idx="11">
                <c:v>0</c:v>
              </c:pt>
              <c:pt idx="12">
                <c:v>0.05332681468905191</c:v>
              </c:pt>
              <c:pt idx="13">
                <c:v>0.0146284471171011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0.0009580650024143642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0.00609982380777658</c:v>
              </c:pt>
              <c:pt idx="1">
                <c:v>0.0314129103166632</c:v>
              </c:pt>
              <c:pt idx="2">
                <c:v>0.05779183746299311</c:v>
              </c:pt>
              <c:pt idx="3">
                <c:v>0.0610869554386318</c:v>
              </c:pt>
              <c:pt idx="4">
                <c:v>0.05185729779868456</c:v>
              </c:pt>
              <c:pt idx="5">
                <c:v>0.15763751445028337</c:v>
              </c:pt>
              <c:pt idx="6">
                <c:v>0.056350228860127576</c:v>
              </c:pt>
              <c:pt idx="7">
                <c:v>0.007005382560631518</c:v>
              </c:pt>
              <c:pt idx="8">
                <c:v>0.09584022391933276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0.07750298422457572</c:v>
              </c:pt>
              <c:pt idx="12">
                <c:v>0.056173453204667684</c:v>
              </c:pt>
              <c:pt idx="13">
                <c:v>0.08411087662512612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0.022538326374193954</c:v>
              </c:pt>
              <c:pt idx="1">
                <c:v>0</c:v>
              </c:pt>
              <c:pt idx="2">
                <c:v>6.263745965616525E-05</c:v>
              </c:pt>
              <c:pt idx="3">
                <c:v>0</c:v>
              </c:pt>
              <c:pt idx="4">
                <c:v>0.4931230015075813</c:v>
              </c:pt>
              <c:pt idx="5">
                <c:v>0.14032557823494832</c:v>
              </c:pt>
              <c:pt idx="6">
                <c:v>0</c:v>
              </c:pt>
              <c:pt idx="7">
                <c:v>0.08490933618506084</c:v>
              </c:pt>
              <c:pt idx="8">
                <c:v>0.15449379296984633</c:v>
              </c:pt>
              <c:pt idx="9">
                <c:v>0</c:v>
              </c:pt>
              <c:pt idx="10">
                <c:v>0.029577187597399704</c:v>
              </c:pt>
              <c:pt idx="11">
                <c:v>0.001237735997136165</c:v>
              </c:pt>
              <c:pt idx="12">
                <c:v>0.008966586126067731</c:v>
              </c:pt>
              <c:pt idx="13">
                <c:v>0.06006244592998339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0.001429043867244126</c:v>
              </c:pt>
              <c:pt idx="1">
                <c:v>0.09544344901749335</c:v>
              </c:pt>
              <c:pt idx="2">
                <c:v>0.012022850366317735</c:v>
              </c:pt>
              <c:pt idx="3">
                <c:v>0.1394826982194387</c:v>
              </c:pt>
              <c:pt idx="4">
                <c:v>0</c:v>
              </c:pt>
              <c:pt idx="5">
                <c:v>0.12666422087037557</c:v>
              </c:pt>
              <c:pt idx="6">
                <c:v>0.08015211948357462</c:v>
              </c:pt>
              <c:pt idx="7">
                <c:v>0.053874809198227784</c:v>
              </c:pt>
              <c:pt idx="8">
                <c:v>0.02240288274257332</c:v>
              </c:pt>
              <c:pt idx="9">
                <c:v>0.09473636719057991</c:v>
              </c:pt>
              <c:pt idx="10">
                <c:v>0.05172805190934439</c:v>
              </c:pt>
              <c:pt idx="11">
                <c:v>0.016357722390635356</c:v>
              </c:pt>
              <c:pt idx="12">
                <c:v>0.014872402212669795</c:v>
              </c:pt>
              <c:pt idx="13">
                <c:v>0.04526127761725884</c:v>
              </c:pt>
            </c:numLit>
          </c:val>
        </c:ser>
        <c:ser>
          <c:idx val="7"/>
          <c:order val="7"/>
          <c:tx>
            <c:v>Itaú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0.00933655721473216</c:v>
              </c:pt>
              <c:pt idx="1">
                <c:v>0.12273932008156462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0.0006615413000011562</c:v>
              </c:pt>
              <c:pt idx="6">
                <c:v>0.08105817344283782</c:v>
              </c:pt>
              <c:pt idx="7">
                <c:v>0.02499746122923079</c:v>
              </c:pt>
              <c:pt idx="8">
                <c:v>0</c:v>
              </c:pt>
              <c:pt idx="9">
                <c:v>0.10137438583132788</c:v>
              </c:pt>
              <c:pt idx="10">
                <c:v>0</c:v>
              </c:pt>
              <c:pt idx="11">
                <c:v>0</c:v>
              </c:pt>
              <c:pt idx="12">
                <c:v>0.019592753435779917</c:v>
              </c:pt>
              <c:pt idx="13">
                <c:v>0.06796180124171905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0.030858425703110606</c:v>
              </c:pt>
              <c:pt idx="1">
                <c:v>0.0011602353362383175</c:v>
              </c:pt>
              <c:pt idx="2">
                <c:v>0</c:v>
              </c:pt>
              <c:pt idx="3">
                <c:v>0.001870486008363785</c:v>
              </c:pt>
              <c:pt idx="4">
                <c:v>0</c:v>
              </c:pt>
              <c:pt idx="5">
                <c:v>0.0003689936710498954</c:v>
              </c:pt>
              <c:pt idx="6">
                <c:v>0</c:v>
              </c:pt>
              <c:pt idx="7">
                <c:v>0.02169992330718947</c:v>
              </c:pt>
              <c:pt idx="8">
                <c:v>0.006171581910291545</c:v>
              </c:pt>
              <c:pt idx="9">
                <c:v>0.1183666540018785</c:v>
              </c:pt>
              <c:pt idx="10">
                <c:v>0.17457233362764468</c:v>
              </c:pt>
              <c:pt idx="11">
                <c:v>0</c:v>
              </c:pt>
              <c:pt idx="12">
                <c:v>0</c:v>
              </c:pt>
              <c:pt idx="13">
                <c:v>0.0390829589841954</c:v>
              </c:pt>
            </c:numLit>
          </c:val>
        </c:ser>
        <c:ser>
          <c:idx val="9"/>
          <c:order val="9"/>
          <c:tx>
            <c:v>BRL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0.004274383168474836</c:v>
              </c:pt>
              <c:pt idx="1">
                <c:v>0.07198935614355861</c:v>
              </c:pt>
              <c:pt idx="2">
                <c:v>0.010458498849890686</c:v>
              </c:pt>
              <c:pt idx="3">
                <c:v>0.0003149004667158257</c:v>
              </c:pt>
              <c:pt idx="4">
                <c:v>0.001335303633509722</c:v>
              </c:pt>
              <c:pt idx="5">
                <c:v>0.08235622024321929</c:v>
              </c:pt>
              <c:pt idx="6">
                <c:v>0.07294854289853062</c:v>
              </c:pt>
              <c:pt idx="7">
                <c:v>0.0015011088108333604</c:v>
              </c:pt>
              <c:pt idx="8">
                <c:v>0.05337803454548256</c:v>
              </c:pt>
              <c:pt idx="9">
                <c:v>0.008346171773396204</c:v>
              </c:pt>
              <c:pt idx="10">
                <c:v>0.05603863565385725</c:v>
              </c:pt>
              <c:pt idx="11">
                <c:v>0.1334346139421968</c:v>
              </c:pt>
              <c:pt idx="12">
                <c:v>0.08783980456105017</c:v>
              </c:pt>
              <c:pt idx="13">
                <c:v>0.02562630166182149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0.22906877225217778</c:v>
              </c:pt>
              <c:pt idx="1">
                <c:v>0.18394297001423482</c:v>
              </c:pt>
              <c:pt idx="2">
                <c:v>0.21795600423594794</c:v>
              </c:pt>
              <c:pt idx="3">
                <c:v>0.043406840236625346</c:v>
              </c:pt>
              <c:pt idx="4">
                <c:v>0.365006021899378</c:v>
              </c:pt>
              <c:pt idx="5">
                <c:v>0.26824068166455944</c:v>
              </c:pt>
              <c:pt idx="6">
                <c:v>0.4812927795028604</c:v>
              </c:pt>
              <c:pt idx="7">
                <c:v>0.16540061318277355</c:v>
              </c:pt>
              <c:pt idx="8">
                <c:v>0.32686675252034564</c:v>
              </c:pt>
              <c:pt idx="9">
                <c:v>0.1411084314958586</c:v>
              </c:pt>
              <c:pt idx="10">
                <c:v>0.37311936595733436</c:v>
              </c:pt>
              <c:pt idx="11">
                <c:v>0.6849629091007186</c:v>
              </c:pt>
              <c:pt idx="12">
                <c:v>0.2872176650623242</c:v>
              </c:pt>
              <c:pt idx="13">
                <c:v>0.41246108121035563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0.0012525310364153782</c:v>
              </c:pt>
              <c:pt idx="1">
                <c:v>0</c:v>
              </c:pt>
              <c:pt idx="2">
                <c:v>0.16251275483844052</c:v>
              </c:pt>
              <c:pt idx="3">
                <c:v>0.16788759587615418</c:v>
              </c:pt>
              <c:pt idx="4">
                <c:v>0</c:v>
              </c:pt>
              <c:pt idx="5">
                <c:v>0.046242786859410315</c:v>
              </c:pt>
              <c:pt idx="6">
                <c:v>0</c:v>
              </c:pt>
              <c:pt idx="7">
                <c:v>0.14558217301351994</c:v>
              </c:pt>
              <c:pt idx="8">
                <c:v>0</c:v>
              </c:pt>
              <c:pt idx="9">
                <c:v>0.011278286178837136</c:v>
              </c:pt>
              <c:pt idx="10">
                <c:v>0.0314890119720235</c:v>
              </c:pt>
              <c:pt idx="11">
                <c:v>0.004893272841642075</c:v>
              </c:pt>
              <c:pt idx="12">
                <c:v>0.07267183014790035</c:v>
              </c:pt>
              <c:pt idx="13">
                <c:v>0.050102279675970876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0.0007064273322275776</c:v>
              </c:pt>
              <c:pt idx="1">
                <c:v>0.03998787541836179</c:v>
              </c:pt>
              <c:pt idx="2">
                <c:v>0.27871022517918453</c:v>
              </c:pt>
              <c:pt idx="3">
                <c:v>0.5093321216980754</c:v>
              </c:pt>
              <c:pt idx="4">
                <c:v>0</c:v>
              </c:pt>
              <c:pt idx="5">
                <c:v>0.04813163606288525</c:v>
              </c:pt>
              <c:pt idx="6">
                <c:v>0.12679150905733896</c:v>
              </c:pt>
              <c:pt idx="7">
                <c:v>0.02932940282930295</c:v>
              </c:pt>
              <c:pt idx="8">
                <c:v>0</c:v>
              </c:pt>
              <c:pt idx="9">
                <c:v>0.002956713808689537</c:v>
              </c:pt>
              <c:pt idx="10">
                <c:v>0.009027852800078359</c:v>
              </c:pt>
              <c:pt idx="11">
                <c:v>0</c:v>
              </c:pt>
              <c:pt idx="12">
                <c:v>0.031940930611053894</c:v>
              </c:pt>
              <c:pt idx="13">
                <c:v>0.001967196500585201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0.022538326374193954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0.41161967613768097</c:v>
              </c:pt>
              <c:pt idx="5">
                <c:v>0.13797818999762712</c:v>
              </c:pt>
              <c:pt idx="6">
                <c:v>0</c:v>
              </c:pt>
              <c:pt idx="7">
                <c:v>0.052244556627068776</c:v>
              </c:pt>
              <c:pt idx="8">
                <c:v>0</c:v>
              </c:pt>
              <c:pt idx="9">
                <c:v>0</c:v>
              </c:pt>
              <c:pt idx="10">
                <c:v>0.02957718759739971</c:v>
              </c:pt>
              <c:pt idx="11">
                <c:v>0</c:v>
              </c:pt>
              <c:pt idx="12">
                <c:v>0.008966586126067733</c:v>
              </c:pt>
              <c:pt idx="13">
                <c:v>0.046958466725287265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0.010658675110026593</c:v>
              </c:pt>
              <c:pt idx="2">
                <c:v>0</c:v>
              </c:pt>
              <c:pt idx="3">
                <c:v>0.057365095195433674</c:v>
              </c:pt>
              <c:pt idx="4">
                <c:v>0</c:v>
              </c:pt>
              <c:pt idx="5">
                <c:v>0.10813338781290266</c:v>
              </c:pt>
              <c:pt idx="6">
                <c:v>0</c:v>
              </c:pt>
              <c:pt idx="7">
                <c:v>0.04214110631501068</c:v>
              </c:pt>
              <c:pt idx="8">
                <c:v>0</c:v>
              </c:pt>
              <c:pt idx="9">
                <c:v>0.005450294547657093</c:v>
              </c:pt>
              <c:pt idx="10">
                <c:v>0</c:v>
              </c:pt>
              <c:pt idx="11">
                <c:v>0</c:v>
              </c:pt>
              <c:pt idx="12">
                <c:v>0.001403042412808438</c:v>
              </c:pt>
              <c:pt idx="13">
                <c:v>0.021976262192616603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0.2254813570077575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0.0024475116853231067</c:v>
              </c:pt>
              <c:pt idx="6">
                <c:v>0</c:v>
              </c:pt>
              <c:pt idx="7">
                <c:v>0.002560974651739022</c:v>
              </c:pt>
              <c:pt idx="8">
                <c:v>0</c:v>
              </c:pt>
              <c:pt idx="9">
                <c:v>0</c:v>
              </c:pt>
              <c:pt idx="10">
                <c:v>0.011586971777698546</c:v>
              </c:pt>
              <c:pt idx="11">
                <c:v>0</c:v>
              </c:pt>
              <c:pt idx="12">
                <c:v>0</c:v>
              </c:pt>
              <c:pt idx="13">
                <c:v>0.006029748905583717</c:v>
              </c:pt>
            </c:numLit>
          </c:val>
        </c:ser>
        <c:ser>
          <c:idx val="6"/>
          <c:order val="6"/>
          <c:tx>
            <c:v>Itaú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0.10287865304134623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0.08105817344283779</c:v>
              </c:pt>
              <c:pt idx="7">
                <c:v>0.009820823982451661</c:v>
              </c:pt>
              <c:pt idx="8">
                <c:v>0</c:v>
              </c:pt>
              <c:pt idx="9">
                <c:v>0.10041634488496823</c:v>
              </c:pt>
              <c:pt idx="10">
                <c:v>0</c:v>
              </c:pt>
              <c:pt idx="11">
                <c:v>0</c:v>
              </c:pt>
              <c:pt idx="12">
                <c:v>0.02589779542760947</c:v>
              </c:pt>
              <c:pt idx="13">
                <c:v>0.045090594823762195</c:v>
              </c:pt>
            </c:numLit>
          </c:val>
        </c:ser>
        <c:ser>
          <c:idx val="7"/>
          <c:order val="7"/>
          <c:tx>
            <c:v>Solis Investimentos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0.03534889901201657</c:v>
              </c:pt>
              <c:pt idx="1">
                <c:v>0</c:v>
              </c:pt>
              <c:pt idx="2">
                <c:v>0.07278088032085028</c:v>
              </c:pt>
              <c:pt idx="3">
                <c:v>0.013019299341063032</c:v>
              </c:pt>
              <c:pt idx="4">
                <c:v>0</c:v>
              </c:pt>
              <c:pt idx="5">
                <c:v>0.01702363006887814</c:v>
              </c:pt>
              <c:pt idx="6">
                <c:v>0</c:v>
              </c:pt>
              <c:pt idx="7">
                <c:v>0.0059307389081476826</c:v>
              </c:pt>
              <c:pt idx="8">
                <c:v>0</c:v>
              </c:pt>
              <c:pt idx="9">
                <c:v>0</c:v>
              </c:pt>
              <c:pt idx="10">
                <c:v>0.0047678128094529185</c:v>
              </c:pt>
              <c:pt idx="11">
                <c:v>0.00025069337000514297</c:v>
              </c:pt>
              <c:pt idx="12">
                <c:v>0.000662439605290169</c:v>
              </c:pt>
              <c:pt idx="13">
                <c:v>0.020591783446047868</c:v>
              </c:pt>
            </c:numLit>
          </c:val>
        </c:ser>
        <c:ser>
          <c:idx val="8"/>
          <c:order val="8"/>
          <c:tx>
            <c:v>XP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0.08886167767878078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0.007021413216474521</c:v>
              </c:pt>
              <c:pt idx="6">
                <c:v>0</c:v>
              </c:pt>
              <c:pt idx="7">
                <c:v>0.05290986086569754</c:v>
              </c:pt>
              <c:pt idx="8">
                <c:v>0</c:v>
              </c:pt>
              <c:pt idx="9">
                <c:v>0</c:v>
              </c:pt>
              <c:pt idx="10">
                <c:v>0.01113103397079861</c:v>
              </c:pt>
              <c:pt idx="11">
                <c:v>0</c:v>
              </c:pt>
              <c:pt idx="12">
                <c:v>0.0642625485190267</c:v>
              </c:pt>
              <c:pt idx="13">
                <c:v>0.012417629144276238</c:v>
              </c:pt>
            </c:numLit>
          </c:val>
        </c:ser>
        <c:ser>
          <c:idx val="9"/>
          <c:order val="9"/>
          <c:tx>
            <c:v>Integral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0.005831187864489241</c:v>
              </c:pt>
              <c:pt idx="1">
                <c:v>0</c:v>
              </c:pt>
              <c:pt idx="2">
                <c:v>0.00740732403714662</c:v>
              </c:pt>
              <c:pt idx="3">
                <c:v>0.0012332691701552481</c:v>
              </c:pt>
              <c:pt idx="4">
                <c:v>0.3970784801516898</c:v>
              </c:pt>
              <c:pt idx="5">
                <c:v>0.0067039718840054795</c:v>
              </c:pt>
              <c:pt idx="6">
                <c:v>0</c:v>
              </c:pt>
              <c:pt idx="7">
                <c:v>0.04155218434632173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0.005668570397389499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0.7080646257107251</c:v>
              </c:pt>
              <c:pt idx="1">
                <c:v>0.7576131187514845</c:v>
              </c:pt>
              <c:pt idx="2">
                <c:v>0.47852617816472187</c:v>
              </c:pt>
              <c:pt idx="3">
                <c:v>0.25116261871911855</c:v>
              </c:pt>
              <c:pt idx="4">
                <c:v>0.19130184371062922</c:v>
              </c:pt>
              <c:pt idx="5">
                <c:v>0.6263174724124935</c:v>
              </c:pt>
              <c:pt idx="6">
                <c:v>0.7921503174998232</c:v>
              </c:pt>
              <c:pt idx="7">
                <c:v>0.18985982596053624</c:v>
              </c:pt>
              <c:pt idx="8">
                <c:v>0</c:v>
              </c:pt>
              <c:pt idx="9">
                <c:v>0.803030339883502</c:v>
              </c:pt>
              <c:pt idx="10">
                <c:v>0.9024201290725484</c:v>
              </c:pt>
              <c:pt idx="11">
                <c:v>0.9948560337883527</c:v>
              </c:pt>
              <c:pt idx="12">
                <c:v>0.7941948271502433</c:v>
              </c:pt>
              <c:pt idx="13">
                <c:v>0.7886210748811571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0.0007766456621747266</c:v>
              </c:pt>
              <c:pt idx="1">
                <c:v>0</c:v>
              </c:pt>
              <c:pt idx="2">
                <c:v>6.263745965616525E-05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0.0022937018145308395</c:v>
              </c:pt>
              <c:pt idx="8">
                <c:v>0</c:v>
              </c:pt>
              <c:pt idx="9">
                <c:v>0.07686802069634603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0.000576393307323454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0.0027057850309904685</c:v>
              </c:pt>
              <c:pt idx="1">
                <c:v>0</c:v>
              </c:pt>
              <c:pt idx="2">
                <c:v>0.1724312817966186</c:v>
              </c:pt>
              <c:pt idx="3">
                <c:v>0.1742857477209881</c:v>
              </c:pt>
              <c:pt idx="4">
                <c:v>0.019509226492863265</c:v>
              </c:pt>
              <c:pt idx="5">
                <c:v>0.11075041034836135</c:v>
              </c:pt>
              <c:pt idx="6">
                <c:v>0.010229219476651917</c:v>
              </c:pt>
              <c:pt idx="7">
                <c:v>0.14767176701651383</c:v>
              </c:pt>
              <c:pt idx="8">
                <c:v>0</c:v>
              </c:pt>
              <c:pt idx="9">
                <c:v>0.06362207926227652</c:v>
              </c:pt>
              <c:pt idx="10">
                <c:v>0.035203945093276526</c:v>
              </c:pt>
              <c:pt idx="11">
                <c:v>0.03912276941422022</c:v>
              </c:pt>
              <c:pt idx="12">
                <c:v>0.26902850838068604</c:v>
              </c:pt>
              <c:pt idx="13">
                <c:v>0.13861684067487498</c:v>
              </c:pt>
            </c:numLit>
          </c:val>
        </c:ser>
        <c:ser>
          <c:idx val="1"/>
          <c:order val="1"/>
          <c:tx>
            <c:v>QI Tech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0.6759918612944976</c:v>
              </c:pt>
              <c:pt idx="1">
                <c:v>0.283124051445349</c:v>
              </c:pt>
              <c:pt idx="2">
                <c:v>0.1466570436987101</c:v>
              </c:pt>
              <c:pt idx="3">
                <c:v>0.030437287476287503</c:v>
              </c:pt>
              <c:pt idx="4">
                <c:v>0.06916914866798328</c:v>
              </c:pt>
              <c:pt idx="5">
                <c:v>0.03829419533595484</c:v>
              </c:pt>
              <c:pt idx="6">
                <c:v>0</c:v>
              </c:pt>
              <c:pt idx="7">
                <c:v>0.025926383451058688</c:v>
              </c:pt>
              <c:pt idx="8">
                <c:v>0</c:v>
              </c:pt>
              <c:pt idx="9">
                <c:v>0.15108008674139792</c:v>
              </c:pt>
              <c:pt idx="10">
                <c:v>0.09189086895149072</c:v>
              </c:pt>
              <c:pt idx="11">
                <c:v>0.04738126493051712</c:v>
              </c:pt>
              <c:pt idx="12">
                <c:v>0.20298201232770252</c:v>
              </c:pt>
              <c:pt idx="13">
                <c:v>0.11107904978220721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0.0271351674898152</c:v>
              </c:pt>
              <c:pt idx="1">
                <c:v>0.24815741689426804</c:v>
              </c:pt>
              <c:pt idx="2">
                <c:v>0.38276962164959966</c:v>
              </c:pt>
              <c:pt idx="3">
                <c:v>0.546252381494844</c:v>
              </c:pt>
              <c:pt idx="4">
                <c:v>0.01404111034854808</c:v>
              </c:pt>
              <c:pt idx="5">
                <c:v>0.07467230522157334</c:v>
              </c:pt>
              <c:pt idx="6">
                <c:v>0.24489714143429886</c:v>
              </c:pt>
              <c:pt idx="7">
                <c:v>0.09960013418247259</c:v>
              </c:pt>
              <c:pt idx="8">
                <c:v>0</c:v>
              </c:pt>
              <c:pt idx="9">
                <c:v>0.026811780511833694</c:v>
              </c:pt>
              <c:pt idx="10">
                <c:v>0.10267201124202216</c:v>
              </c:pt>
              <c:pt idx="11">
                <c:v>0</c:v>
              </c:pt>
              <c:pt idx="12">
                <c:v>0.028528677770074496</c:v>
              </c:pt>
              <c:pt idx="13">
                <c:v>0.03674494120284592</c:v>
              </c:pt>
            </c:numLit>
          </c:val>
        </c:ser>
        <c:ser>
          <c:idx val="3"/>
          <c:order val="3"/>
          <c:tx>
            <c:v>Daycoval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0.006099823807776582</c:v>
              </c:pt>
              <c:pt idx="1">
                <c:v>0.0314129103166632</c:v>
              </c:pt>
              <c:pt idx="2">
                <c:v>0.05779183746299311</c:v>
              </c:pt>
              <c:pt idx="3">
                <c:v>0.0610869554386318</c:v>
              </c:pt>
              <c:pt idx="4">
                <c:v>0.05185729779868455</c:v>
              </c:pt>
              <c:pt idx="5">
                <c:v>0.1662834134085645</c:v>
              </c:pt>
              <c:pt idx="6">
                <c:v>0.056350228860127576</c:v>
              </c:pt>
              <c:pt idx="7">
                <c:v>0.019460683742917862</c:v>
              </c:pt>
              <c:pt idx="8">
                <c:v>0</c:v>
              </c:pt>
              <c:pt idx="9">
                <c:v>0.2191987728818734</c:v>
              </c:pt>
              <c:pt idx="10">
                <c:v>0.18941613853630263</c:v>
              </c:pt>
              <c:pt idx="11">
                <c:v>0.07750298422457572</c:v>
              </c:pt>
              <c:pt idx="12">
                <c:v>0.05617345320466769</c:v>
              </c:pt>
              <c:pt idx="13">
                <c:v>0.0901488026631768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0.42577465068567283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0.01707803013100813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0.49312300150758126</c:v>
              </c:pt>
              <c:pt idx="5">
                <c:v>0.13996682000660185</c:v>
              </c:pt>
              <c:pt idx="6">
                <c:v>0.12844824536830682</c:v>
              </c:pt>
              <c:pt idx="7">
                <c:v>0.06416346334012579</c:v>
              </c:pt>
              <c:pt idx="8">
                <c:v>0</c:v>
              </c:pt>
              <c:pt idx="9">
                <c:v>0</c:v>
              </c:pt>
              <c:pt idx="10">
                <c:v>0.029577187597399704</c:v>
              </c:pt>
              <c:pt idx="11">
                <c:v>0.0012377359971361653</c:v>
              </c:pt>
              <c:pt idx="12">
                <c:v>0.03376472304504516</c:v>
              </c:pt>
              <c:pt idx="13">
                <c:v>0.06006244592998339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0.0014290438672441262</c:v>
              </c:pt>
              <c:pt idx="1">
                <c:v>0.09544344901749335</c:v>
              </c:pt>
              <c:pt idx="2">
                <c:v>0.012022850366317735</c:v>
              </c:pt>
              <c:pt idx="3">
                <c:v>0.08383620185695936</c:v>
              </c:pt>
              <c:pt idx="4">
                <c:v>0</c:v>
              </c:pt>
              <c:pt idx="5">
                <c:v>0.12666422087037554</c:v>
              </c:pt>
              <c:pt idx="6">
                <c:v>0.08015211948357462</c:v>
              </c:pt>
              <c:pt idx="7">
                <c:v>0.053080989865237994</c:v>
              </c:pt>
              <c:pt idx="8">
                <c:v>0</c:v>
              </c:pt>
              <c:pt idx="9">
                <c:v>0.09322361680381121</c:v>
              </c:pt>
              <c:pt idx="10">
                <c:v>0.05172805190934439</c:v>
              </c:pt>
              <c:pt idx="11">
                <c:v>0.01635772239063536</c:v>
              </c:pt>
              <c:pt idx="12">
                <c:v>0.014872402212669798</c:v>
              </c:pt>
              <c:pt idx="13">
                <c:v>0.03417437638043767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0.0001847304557319017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0.001344122467268427</c:v>
              </c:pt>
              <c:pt idx="6">
                <c:v>0</c:v>
              </c:pt>
              <c:pt idx="7">
                <c:v>1.0924046097481734E-05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0.04469898015324619</c:v>
              </c:pt>
              <c:pt idx="12">
                <c:v>0.04755010294129416</c:v>
              </c:pt>
              <c:pt idx="13">
                <c:v>0.07667097097859363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0.030858425703110613</c:v>
              </c:pt>
              <c:pt idx="1">
                <c:v>0.0011602353362383175</c:v>
              </c:pt>
              <c:pt idx="2">
                <c:v>0</c:v>
              </c:pt>
              <c:pt idx="3">
                <c:v>0.001870486008363785</c:v>
              </c:pt>
              <c:pt idx="4">
                <c:v>0</c:v>
              </c:pt>
              <c:pt idx="5">
                <c:v>0.0003689936710498953</c:v>
              </c:pt>
              <c:pt idx="6">
                <c:v>0</c:v>
              </c:pt>
              <c:pt idx="7">
                <c:v>0.02169992330718947</c:v>
              </c:pt>
              <c:pt idx="8">
                <c:v>0</c:v>
              </c:pt>
              <c:pt idx="9">
                <c:v>0.1183666540018785</c:v>
              </c:pt>
              <c:pt idx="10">
                <c:v>0.17457233362764468</c:v>
              </c:pt>
              <c:pt idx="11">
                <c:v>0</c:v>
              </c:pt>
              <c:pt idx="12">
                <c:v>0</c:v>
              </c:pt>
              <c:pt idx="13">
                <c:v>0.0390829589841954</c:v>
              </c:pt>
            </c:numLit>
          </c:val>
        </c:ser>
        <c:ser>
          <c:idx val="9"/>
          <c:order val="9"/>
          <c:tx>
            <c:v>Itaú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0.009336557214732161</c:v>
              </c:pt>
              <c:pt idx="1">
                <c:v>0.12273932008156462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0.000661541300001156</c:v>
              </c:pt>
              <c:pt idx="6">
                <c:v>0.08105817344283782</c:v>
              </c:pt>
              <c:pt idx="7">
                <c:v>0.009820823982451661</c:v>
              </c:pt>
              <c:pt idx="8">
                <c:v>0</c:v>
              </c:pt>
              <c:pt idx="9">
                <c:v>0.10137438583132788</c:v>
              </c:pt>
              <c:pt idx="10">
                <c:v>0</c:v>
              </c:pt>
              <c:pt idx="11">
                <c:v>0</c:v>
              </c:pt>
              <c:pt idx="12">
                <c:v>0.01959275343577992</c:v>
              </c:pt>
              <c:pt idx="13">
                <c:v>0.052920205772212146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0.21582175827648173</c:v>
              </c:pt>
              <c:pt idx="1">
                <c:v>0.21796261690842347</c:v>
              </c:pt>
              <c:pt idx="2">
                <c:v>0.22826472756610458</c:v>
              </c:pt>
              <c:pt idx="3">
                <c:v>0.10216946951485831</c:v>
              </c:pt>
              <c:pt idx="4">
                <c:v>0.3523002151843396</c:v>
              </c:pt>
              <c:pt idx="5">
                <c:v>0.3392248921194762</c:v>
              </c:pt>
              <c:pt idx="6">
                <c:v>0.39790680693178815</c:v>
              </c:pt>
              <c:pt idx="7">
                <c:v>0.09375306817634622</c:v>
              </c:pt>
              <c:pt idx="8">
                <c:v>0</c:v>
              </c:pt>
              <c:pt idx="9">
                <c:v>0.1494546032692548</c:v>
              </c:pt>
              <c:pt idx="10">
                <c:v>0.32268718117643935</c:v>
              </c:pt>
              <c:pt idx="11">
                <c:v>0.7736985428896693</c:v>
              </c:pt>
              <c:pt idx="12">
                <c:v>0.32694895300537913</c:v>
              </c:pt>
              <c:pt idx="13">
                <c:v>0.34971032928390944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0.013358816728611634</c:v>
              </c:pt>
              <c:pt idx="1">
                <c:v>0</c:v>
              </c:pt>
              <c:pt idx="2">
                <c:v>6.263745965616525E-05</c:v>
              </c:pt>
              <c:pt idx="3">
                <c:v>6.147048906722112E-05</c:v>
              </c:pt>
              <c:pt idx="4">
                <c:v>0</c:v>
              </c:pt>
              <c:pt idx="5">
                <c:v>0.0017690852507729056</c:v>
              </c:pt>
              <c:pt idx="6">
                <c:v>0.0009580650024143642</c:v>
              </c:pt>
              <c:pt idx="7">
                <c:v>0.03903718820391548</c:v>
              </c:pt>
              <c:pt idx="8">
                <c:v>0</c:v>
              </c:pt>
              <c:pt idx="9">
                <c:v>0.07686802069634602</c:v>
              </c:pt>
              <c:pt idx="10">
                <c:v>0.002252281866079749</c:v>
              </c:pt>
              <c:pt idx="11">
                <c:v>0</c:v>
              </c:pt>
              <c:pt idx="12">
                <c:v>0.0005584136767011111</c:v>
              </c:pt>
              <c:pt idx="13">
                <c:v>0.010789078347563411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B5A23-BA1F-4D77-BDE0-C486DBFE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3896D-3F45-41BC-9F92-E00E5660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FBE5B-0297-4B68-B6A2-EF44D15C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0736E-6862-4843-96C4-FF08D9FE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236D0-DA80-4858-9BAF-0CA4D8B2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17AF4-C88F-4599-B656-E5490717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A458D-CE5D-49FE-A849-C901D7B8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0303307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2E0D8-F119-4E36-8CEC-0E1F6CEB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268F6-9301-40BB-A154-8BE88240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17A86-5106-436E-BF71-35E01241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94314-D28F-42B8-AD1D-2BA97B93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71EAD-624D-4663-956E-0616BAEE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D957B-7A2C-4062-BFA2-3385D9F3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8465B-9E1B-4079-8E11-52CF1FCE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B9E93-4007-48BF-A047-D83BCE62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B0138-92E7-40C6-A86D-8A963A8C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R$ 81,1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16310B-2692-4190-81DD-9845C98A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A3073-3C99-45A5-94B9-E15B236C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F381-B175-4AC4-B7AD-232C7278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702FC-CDF5-40EF-BB19-ED918B67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A2C1D-0493-4AF9-A023-615DC36A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DE9C18-8063-416D-BEB7-E784A6B2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5715C-F39B-48DE-8DB3-F4D9EE05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E16743-59C1-4633-B70A-2E964C4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9F804-827C-4C69-9EE5-5F628B43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25026-CF2B-47FD-9664-9E556909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1DAF4-9A87-4E8E-ABF0-DCB35545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677D5-CC9D-4CE8-B3D3-1E40163E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5409620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CDABB7-F0C8-4925-9CAE-8B85F158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BFF72-46F3-471A-8417-4572068D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C43C3-92CD-4713-BF02-0FCB7CC2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634C5-B187-4A06-B9A4-1C02A05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8857A-CC77-4396-B0AE-CA10DF1B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4B6A7-6D94-41ED-8524-8ADE09F3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65bbe914d54e4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394D1-F749-463F-B042-9C885257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481BF-A3D1-4DCF-915C-ED0D7338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2ABA2-5DA4-487C-B73C-491E7CDC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2E98A5-A1AC-4E73-B038-E09333B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7CBBC0-FA5A-4F89-8097-0E44336B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44CA92-D438-44FC-9567-94DC6659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036275-3BED-495B-9664-F49B5A44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46D9E-B5D9-4C6B-8631-C176716A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B2F69-8798-4357-A05F-ED9690DA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8F03FD-0CC9-4345-B74B-C1F762B0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72076-1EA9-410F-B6B9-6D709F7D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6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9EEA6D-F977-4E8A-A66C-DFF5AF0F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1CC76-6339-4B16-AA4B-4B734EB9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0B2E9-EEAE-4D81-88AF-B44AC2B7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89D8F-D499-4086-AE10-F869C3B3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3C387C-46D7-474C-BB04-7F1375BD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F14F5A-AAA8-4914-9997-B2ED02B1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2A528B-6995-44B2-A796-68980CC5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A13C10-0D74-4980-97F0-94A7B218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56EFC8-ADD1-4D70-BFCB-75C83E13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71FB01-E522-43AC-9C36-ABF1CA99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F08472-FF70-4BA8-A939-87801C9C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2318793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03BF60-2A6C-4FDB-AEBB-F3AD191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26529-C6D5-44C4-BB6A-6C6212C6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D534E-FA0E-4354-894B-4D3E37F2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E86ED-D572-4934-B6FA-0EBEAB02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DBBE7-F987-4C82-AEFE-95FED89F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DB0E8-DACC-4F79-A0B8-AC011AF2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1A3CE-0CF7-41CF-84E0-C68A3B1F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9AF72-87E2-412B-A330-8A0868B7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365610371a4e9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FB5AD-50CB-45FF-87AF-1F3B63A1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BEACB-9BA0-461D-A203-FD3DAB35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8F56F-5DE3-4EDF-859A-1BBA7112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28DB6-5A99-4F01-9E2C-13577217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A5750F-15F1-41DB-8389-3427418F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5820F-091E-478A-9EBE-B48344C7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538F5-00DD-4644-BC84-545EF54B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15dd5b7787404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09CC81-F13E-49DF-B807-FD3BC6BF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E9350-C397-4C48-AAAD-CE5F0240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378AC-182D-4F44-955A-5A7DA4D4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6F86E3-F639-4BBD-A1AF-E63DF412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CF5F9-7941-40B4-B02A-BE540ED0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1EAD54-F552-4A80-BF2E-D4864EB7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DFF618-850F-4C88-9820-B24FA9A1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71d24485e3406c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220769-F05A-47E9-A296-DB58FA8B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7580276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DE290-4551-4247-A3FF-9EA289B5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63F648-39C7-4587-AD18-E4187980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58% dos fundos acima de R$ 200 mi têm até 10 contas e concentram 59%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AC042-9DBA-4967-A35A-49AF41D9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0833A-78DB-4F2F-AA5C-FF861149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5F908-6980-4B7F-B580-4820A274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Universo: 784 fundos e R$ 733,1 bi de PL; contas por classe/série.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DA499-BED1-4C8D-816F-DBF302D7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FEDEF-611D-4E78-A43C-A820B2A8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06032-DEE8-4110-B5AF-013804D5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6ee931c173491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111DE-07E3-4037-B8C4-79A0765A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77F3D6-65CB-459E-AABC-2ED4E9CD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56f27c78a34f50"/>
          </a:graphicData>
        </a:graphic>
      </p:graphicFrame>
    </p:spTree>
    <p:extLst>
      <p:ext uri="{BB962C8B-B14F-4D97-AF65-F5344CB8AC3E}">
        <p14:creationId xmlns:p14="http://schemas.microsoft.com/office/powerpoint/2010/main" val="1287578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396DA-0345-4E13-86FC-281FE2CE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OFICIAL + CURADORIA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5BD2DA-17AE-459C-9C0E-680D110F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soma R$ 365,1 bi antes de decisões aprovadas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4FD5F-184D-4414-B709-E93CFC0C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DE3EB-EFAE-4882-8029-44220F24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A4808-0826-407F-993F-532E5BB8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O último período incorpora o ledger aprovado; N/D permanece dentro de Outros na visão editorial.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B5849-1190-4217-9FBE-FB007898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AE80A-BDB2-425D-B3AE-A9B68FA4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BBC95-893B-4D31-98C6-A6C13E37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7238167e1a423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410D0-EF30-450F-8FF7-41CB67A2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0FFFDB-00EB-4AB7-A0AA-47E1AFE5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8d77740d274ef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B70AC-5622-447A-845B-4AD34EC2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E566B-F96D-4184-B278-B7C0BA41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A7884-CACA-48BE-A2A3-22EF61DA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FA680-AC56-4EF9-925B-0CEE0A33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02E36-8809-42BF-A965-C418A5D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205703-F5AA-4EB1-9A66-B1478B4B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C80BEA-B93C-4F98-9483-C65E6BD6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40408-4448-4A6B-A261-5E08D8E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3D6E0B-4999-469F-BAFF-42EC2C33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oficiais permanecem preservados por fundo. A camada analítica aprovada reduz Outros em R$ 0,0 bi; rascunhos não entram no gráfico.</a:t>
            </a:r>
          </a:p>
        </p:txBody>
      </p:sp>
    </p:spTree>
    <p:extLst>
      <p:ext uri="{BB962C8B-B14F-4D97-AF65-F5344CB8AC3E}">
        <p14:creationId xmlns:p14="http://schemas.microsoft.com/office/powerpoint/2010/main" val="14417016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5A3A8-4960-4011-A494-F3C1F2D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E4634-4DC9-46D7-A4C0-75096BF4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abertura por recebível soma R$ 737,4 bi, R$ 60,4 bi acima da carteira da Tabela 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31338-E186-4ED9-B1C3-EECBF3B1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B0DE5-26D2-452B-A834-955A5509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90ECF-6E17-4CD7-A77A-616FEF86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Tabelas I e II, mai/26. Categorias não foram forçadas a reconciliar.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81EBB3-7C25-4DB9-8CBB-B92B022C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14375" y="1428750"/>
          <a:ext xmlns:a="http://schemas.openxmlformats.org/drawingml/2006/main" cx="1062037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b069e33cef4007"/>
          </a:graphicData>
        </a:graphic>
      </p:graphicFrame>
    </p:spTree>
    <p:extLst>
      <p:ext uri="{BB962C8B-B14F-4D97-AF65-F5344CB8AC3E}">
        <p14:creationId xmlns:p14="http://schemas.microsoft.com/office/powerpoint/2010/main" val="3282317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B0CC34-DACB-49E3-ACC6-AE7E1B42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78BF9-EA91-4C4E-9154-F1DD321F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4281C-6A72-4D18-8115-F8995F8C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2C400-0B77-47B8-A792-5FC35881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34BCA-5CBC-42CD-98FC-14D3110B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EC85E-9508-4C3B-AF97-31BA8F11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54A1E-9B80-46EB-AF74-C5C057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F569A-9F1B-497B-B926-5B79775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e06544d1de4c2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ED30C-9D55-4306-A1FF-25843263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68CDE-BEFE-4ED8-8C0D-F3925E1C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5981C-1D5F-4EE3-8576-EE04BB4C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204EE-BA0C-467D-A645-04F396F6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C8AC7-3BBA-4121-9497-159E4A29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B94D98-77A8-47F6-A846-EFDBACF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5BDB7-73CF-4971-9127-E5DA4456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CBA9E3-6D89-44DC-B619-734FAE87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B2FCD0-E174-436E-B211-44D308FE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FD084-547E-409B-8D32-D99A90F6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6EC888-8DF2-4721-A620-17213995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8AD18-90B5-4B94-9FB2-80A9AA55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541D9A-FD48-4E84-ADC2-8B5312BA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9CAFC0-E954-4571-A0D8-13E8E2A9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F048A-85D3-4469-ADA0-986A8E03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787FA4-B4E1-4D41-BAC1-CFDF0094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D48636-83AD-43D6-A6A3-240C1484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53F65E-88A0-4AE2-966B-184A85D9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DE7356-7F78-45A0-867E-83CD0392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181072-BA45-47D3-9D3F-23DD6312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CADB43-390C-4BC8-B18C-B4C71713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112,6% da Tabela I e não reconcilia; gap de R$ 6,89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12207232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8B244C-8406-443E-8EC5-F1F973B0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E2A6A-8E52-4903-BD38-263EA9C3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explica R$ 16,7 bi da queda de excesso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08E1D-B182-4505-B9BD-3F42514D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2D733-1924-4254-8EF9-8D9AB563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822B5-3BD0-4BEE-9ECD-DC0D0706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 versionado. Jun/24 e jul/24 não preservam flags brutas de campo; mudança de reporte não é separável.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0E68B-A070-40C5-A8AE-1D4B280D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2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24a88445a8477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6D65F-7AB3-4349-B7F3-7110F6AE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877CA-A6A5-4B87-A60B-B0D1C562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373F2-F993-4892-872E-4CE87FB2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C7486-F249-4347-8EB1-3EEAF040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6A655-5D9A-4479-AC93-167BD354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53FB1-784B-485C-B7AE-2F0221A4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9D525-6A96-4487-B2A1-E9147EC8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4F031-6075-4104-BE34-D153E3CF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890E6E-0B57-49CF-B787-5209FF7A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12294-74D1-4E5D-B070-A1BB8971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2028A-CD2A-49BE-9D28-A7613467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88FD48-8137-4514-AFBA-6DDEE1F9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30923-F2DA-4295-AA77-54F745C3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B69AED-2BED-4DA7-A567-9E5D44AF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E2CAB-F645-4A67-AE06-27F30DA5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0517E3-6CF6-4D46-B636-AD638D92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F64F08-4741-4968-9D87-7A9B0A4A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128AAC-DDD8-4462-9719-8C551DE9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BAD71-5B49-4916-9CEC-DF184F4E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D6D459-8EE2-4BAA-837C-4C433984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60C59-D392-45F8-BAC4-C79E0762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D6643E-DC65-4473-BAFC-CFCDCF52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B7E7C3-48F2-4CD3-9064-CFF161B7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AAE590-7717-4CB1-BD22-7BE59731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F34095-A343-4762-98C4-08F445D3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503635-66BE-45C4-8A07-472546E6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B981BD-570D-45BD-9825-3EABA8ED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A334C2-084C-43C0-847C-264A8846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364D8F-7488-47FA-AF26-C081916C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A3DC4F-D7DB-44D3-9409-858F53DC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89D805-46CE-41FE-8666-A7BDB74B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238F94-8729-4CF0-86E8-9B664548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7238C1-250A-42C1-8AAE-5172EAAD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A72F7D-DD5B-4ED1-AEDC-A6BC6286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C0B77A-69D6-480D-9977-45E61DEC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A94223-8ED0-43AA-9828-7264C0A5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E6C162-F5A1-49B7-A8AC-3098C317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6207A1-F1B6-46A0-9F3C-D034ED64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9123575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A1EAEF-4F3D-4D03-B110-A34F5C87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46973-CEC9-4DAF-9765-EC736C94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10: 37% em gestão, 72% em administração e 75% em custódia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63C88-6346-45C2-9682-694F1F20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8F4A5-9F8A-49D7-9018-77E6E473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BCFAE-F4BC-42B5-86C9-E573640E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mai/26. Shares sobre PL total; prestador não informado permanece no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DD094-1A2D-4A1C-AE09-0845B8E6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096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4534ae3d984f8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BB593-78EF-4DC0-B9E3-EDF9D515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57750"/>
            <a:ext cx="542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0152B-6CBE-47D0-B1F8-0149C97D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7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MAIORES POR FUNÇÃO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B2827-3D37-48B4-9168-0C463506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4307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89F0F-DAB0-4400-8536-5B3F00DF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57375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B3819-4A8A-4A87-A181-9A9DB530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859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10C8D-25B9-4428-AEF5-F3A1E2B9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8595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Prestador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EDD0A1-603F-4FAE-9F1A-FFF2A70C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1885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C34887-8CD3-4D9F-8DA8-22B6367B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812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301FE-ADB7-469E-9DED-B04E4608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479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E3CFC-8A0C-48EA-9CF2-4159EE5C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098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E6D8CF-92C8-4B90-84B5-48D3852C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98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DADF0-C941-4919-84ED-2F407F9A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098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C0F6D-F32B-47A5-94CD-E919B4F8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746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3A38B8-E457-4227-882C-F16044BA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2417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4AE153-9A5A-4260-8296-4AF0DB03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8603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F8D70-B438-4E44-9D41-47C9BD84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8603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E18CF7-7BD4-404E-9070-F3D15362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58603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14,7%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60470F-CD78-42F8-B7F5-381A6216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3370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40C0DB-1A22-497E-ACB7-BAB801A3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041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A8039-7D41-41CC-BC18-A39FE29A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6227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D4945A-BFC5-42DF-82C8-E97CC89E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6227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5BBB9-40C0-4D0C-BECE-17804FF0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96227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5A7DE0-802D-4D7E-A30C-EEF9C5D3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993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6CDEFD-8EDE-4B81-B804-87706898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C34415-95CF-432E-AAB7-D5595AF4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3851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E95461-65CD-455C-8503-95C7A58E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851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SERVICER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AF0EDB-7673-487C-998F-881561D3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33851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683119-1E87-4776-8894-11684FE0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8617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374DDC-7CB9-4C03-9480-F0E5B5C8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288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23C6FA-5CFE-48DB-9E83-6B09C8A6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DDDC94-BC4A-4156-A85B-744B307C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1475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 GESTAO DE RECURSOS S.A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947863-0F54-428B-B58E-857F0A3A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71475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75DE92-8BE5-469C-847A-55E864D2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6241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7A478D-797A-4FE7-A9E4-1104AD5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2912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7C7F3D-C4F1-43F5-A787-B545782F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098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1BC5C1-C8FB-4E5A-83FE-931C7630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9098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S.A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928049-1FC7-4EE2-8527-649142B3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9098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98C7C7-F2EA-4886-AA6F-7FA47561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3865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F45A4E-FE4B-4A19-A02A-44352352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0536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2EE0FE-A17A-4BED-B607-609211B6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6722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C36279-2D9B-4F0F-B4E4-A8D67FA9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6722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58949B-F810-4E30-A0D0-F8A40640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6722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78938E-B72C-4FDA-A0DC-34085760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488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445A70-F20E-482B-9B81-C01F641F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8160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DB898C-31E8-44EE-BB3D-AC344A17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4346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91B502-091D-4123-829A-E869EC6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4346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831B6A-748C-401F-A53D-3CF1A785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84346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14,7%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D54BE52-7107-45BA-A445-438660E0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911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D3E728-E20A-4B56-B9CB-D98F0C0E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578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21A9CF-41A8-4C5A-8A28-47C996B5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197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48E074-B6F4-4744-83B5-7F3101D8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720CDED-1DEF-4D64-A8D7-1D87592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197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12,6%</a:t>
            </a:r>
          </a:p>
        </p:txBody>
      </p:sp>
    </p:spTree>
    <p:extLst>
      <p:ext uri="{BB962C8B-B14F-4D97-AF65-F5344CB8AC3E}">
        <p14:creationId xmlns:p14="http://schemas.microsoft.com/office/powerpoint/2010/main" val="1821258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C36C27-08ED-47B8-A51E-CC1FA45B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0E3E9-BF19-416A-B842-3D5C15FF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BB tem 47% de Recebíveis Comerciais;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38534-1B23-4171-91CC-B06DABBE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C1681-C563-4BBF-902B-775A4415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B0B97-EDA9-4704-AE3F-96E4C3C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E3F58-DCCE-4F2F-B1A3-454765D0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bd8dd30e3040e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BDAB0-BA2F-4DA1-9CDA-7033CBDC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67E16-5913-4809-B280-2A47B94C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7F1E31-F053-4C73-A0E6-D0099308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FDEAF-077E-4216-9FB3-527F86D8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3E58F-5716-4C12-8DDE-859390A3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6BB65-96D2-496E-BD0D-D2F7DCFA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86ECC-5517-4655-B73E-E9580562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B8515A-256A-49C7-93C9-948E81D3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84C8E-41D0-40AA-B1D9-AEDDE073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EFF481-6302-4B18-B95E-B163EC4F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4756C-FFE9-4049-9A50-71B50A95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488FD7-0C29-4009-AB72-65F8F2DD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ED197-45B8-4183-8A21-C7D40CAE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80436D-F1AE-4E07-B93B-490A9EE7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9B595D-9B07-4CAB-9D48-15C3314B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A860B3-F79D-4998-95E2-507F793E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D9F0A2-C039-414D-B49F-B7B74AF0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352E65-7216-4DD9-8DF0-FB89DA83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B403CF-6E70-407A-B888-59C2E10E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34B01-DE5B-4112-8386-5BDC60F6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BRL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990E62-D11C-4775-B73D-02ED10C6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6B388A-16E0-4A9C-9F98-4C83DA94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8CA0FC-4A5B-4606-8607-2FD15201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DC63EE-8702-4312-8B25-99AC946D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1D7BE-1B0C-429B-B5E2-7BCAAD34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8067549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79CFED-75BC-4147-9A41-EDF031EF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95FA9-A57B-4A25-A267-7FE46B66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Top 10 cobre 15% de Poder Público e 30% de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137A6-137F-420F-A946-F4FFBB79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72F0B-9EE6-40AF-814B-04669F5D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00F42-2FFE-417F-AE76-4BB3DDA6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38E43-6518-47D7-8441-542CB6C2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3b7129df0a4fb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B8E8F-893B-4546-8130-CC575E9C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99994-2824-431D-94E5-0553BB48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187ABE-3FC3-456C-8F84-37710E7F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F2023-43D6-4568-8419-EDD1610E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2198D-3420-4094-9DB6-3DB3B21A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BB0C5-6EC5-4894-8B2C-350BBFDC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6DE87-A357-47AA-9793-1B7BD8B7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FD638C-EE29-404B-92A2-359B9ACC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9CE82F-7E6C-4C62-90B6-06D5162E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9376D-CEB0-4567-8938-F15F3E3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35D535-DC27-403A-8661-DB2BC843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69FAD-61B4-4756-A647-DA19DCFA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CC1EEB-216C-4B54-A7B3-1F3CF400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4391CF-88F8-4906-902C-D08550D1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D5AFD7-9E61-4E26-8C1F-CE9FA39A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004275-5017-4DDC-BB63-484FBC64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4E4A7F-4219-4FE7-A8FF-88A5D6D4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DB5BA-430F-441A-B185-BFE734C2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64DCC6-70BC-4A3F-AFDF-899DE4E9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2DE212-0A39-482D-A14A-432D2330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Integral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E2CDE-DE0D-42EE-B813-13C0FCA4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AD93EE-FEC2-4053-AD9C-10BDB17B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9D775B-DA25-4E05-AF05-D7658BBE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691560-03B9-4025-8B79-807DC567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701C77-2A02-418F-BF12-A9507DD6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9926619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87CB60-6342-4790-8D58-3E6BF90B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93866-D023-4B99-A6B7-C46DADCA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Oliveira Trust tem 54% de Crédito Pessoal;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F2265-CFF5-4762-B844-0C5C4B01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D2588-735E-4A94-852A-7D5D9026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6BF02-458A-4086-AB6D-3C5C264E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01A4A-01DB-4ED1-9F15-A58AD5BD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571edf749a43d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5BAAD-030A-4282-A454-B157953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89F6FC-50E2-4F97-AF75-BDC7D6465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FD79D-8234-487E-97F6-D599E557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C0821-5C02-4A84-80C1-A9A7070E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08614-6FFE-4A7B-84B7-8136313E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0C5B6-C5A5-4576-9865-F303ADEE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C0A33-40E1-4815-BA2C-9AA6C35B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48DDDB-6936-4F96-B6E6-0FED3AEC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9C1378-3213-43AB-A3F3-BCB09FCE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A464B6-E1C6-4D96-B937-B03FAA33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213E0-244C-41AB-A95E-BA37C800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DE4017-1926-4E23-841F-3AF6CAB4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C3408B-0DCA-4E18-8946-14F5105C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33DBF-620A-490B-919B-8A18D5E4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CC1C67-194A-45FD-96F8-7A755A4C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F210FE-5373-4571-8DBC-3D61378A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E78342-DAF0-427B-81D7-52490FB4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6A75DE-E2D6-4F4D-83F4-E0241EAF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C00A14-96F6-47E7-87B3-724A88A2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E028FB-F6DD-4BA8-BA5D-E106FF2B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2B04D3-6691-4A85-A330-0AAA340B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B2A387-A5D6-43E6-8C63-301D3999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88241-3CC7-4B7E-8B81-48B02A85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8719C9-6883-4767-8260-A85BD32D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20A6CE-9F3F-49DF-9516-FFD7B1A8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87,0%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363373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2D1060B-941A-4B87-9C68-99C6782E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553AE-27DE-4BB5-94CE-7A79709B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BC9AD-1A4F-42EA-A6E9-E479C9D9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4A634-76DA-4C75-81E8-2E9A458C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925F0-AFD6-4B58-A260-7FAE71F2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2CFF8D-1AA1-4AE3-9658-E5AD8E13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C8122-22E0-49F6-B572-24B86A9A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9A5423-0C3E-49E1-8964-EB345276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A0CF3-2853-4E95-B637-3434DAD3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6B1809-1F61-4DE1-9467-AE013F34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39BBC-92A2-4273-BEED-2D99A1E6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FAE742-EF31-433C-9526-9EE3193B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DEB08-C41C-4828-AA2D-0A2D00BB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A5DE2-2E0E-433D-B45E-B56330FA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B747C-8E8A-4462-9054-1F9AD90C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13EC8-DE92-453D-B03E-C166BFA7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BFF30-6FA9-4987-8133-4422C7EA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7C26C-3598-4E56-94AB-AA3FA792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CDD466-8938-4C42-8F11-52359769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7B045-E42E-46DE-A460-9D0B0349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54DE6-E4C4-4BF0-A756-2D1761BC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09A913-20EF-4F82-A1E7-7A56D1FC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EC275-228D-47B8-A55B-C34E568C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C802E3-B579-46A7-8B29-ED3D509F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B01D7E-8068-4618-8A03-77AE20F8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4C7ED7-1061-4B4A-AE8D-9A1CD2F6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C331A5-26D4-4BF4-9ABC-5F16EEB2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ECAC16-126B-4C54-8763-B62E4537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B5C9F9-14A4-4814-9686-102F7087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0F4D18-7E0C-4F20-9FB0-E1B23737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5FBC01-2C91-4099-8A22-6185D4B6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E33004-9D67-41E0-8C9D-72B6F139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CA5164-F49A-4DDA-81A7-A6517038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995B58-08E1-4BA2-81DD-3CEB9A2C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51477F-94BA-4F44-A550-3BB784CB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010204-08D3-4FCC-943F-E92D47F3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0194A1-34A6-4377-9662-02EE1CEC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36DC7F-EAC8-40B7-91AD-D2B2C277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ED64EE-DC42-4136-B73F-8D55E2B2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96EB35-AB86-4F05-BA17-2EDD45E4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E81436-D42E-4C81-8D19-336A3460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3E88E8-2CDF-4388-BBF9-AD1A24BF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A466DF-046C-401C-994A-5178E973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B64E72-A901-42C8-8116-131626BC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AC82A5-AE1E-4CE8-B6B1-1E4D41E1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7A3A14-DF45-4234-B540-BD2BA9B4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757178-01EA-47BA-9CC9-52A149AD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F791AA-4013-4F21-9BFC-3A77F390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39E4E2-FD24-460A-9F6D-CED4311B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FEFE16-151F-4521-9B40-E1FAB038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F4FEC7-B427-4F2C-985A-96B50482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E0D908C-E9E3-41E2-93DD-6B3A26D8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AA4276-264B-43B1-BD73-C158A67B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3EA76B-1B48-4A9C-B96F-353A4DC1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51F5CA-83A4-4DB5-AC2B-487B198D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296D116-4B80-4B12-A9C9-80940B74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BB41EF-76A1-4279-BACE-1AFB4D52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8DB77A-E56A-4EAA-B512-25B1BDE5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06B468E-16FB-4EF6-891C-70AEB047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61BB7E-F0E1-4C3D-ACAC-126375FF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9216F80-C7E1-4784-B4E5-ED4B1987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5711E9-1AD7-44C9-BBB8-1DF33CF8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741B85-31A9-4070-805F-373E2427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02A9F5-A6CB-4954-94BB-652B6FA4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824D1E9-FE53-4AD3-9E62-5FE96EB3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5264CF9-6C7E-44BD-A362-A02010BA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6A3710-51A8-4A4E-82A0-1548891C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58AF47-2330-4404-806A-1161DACE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17669B6-9E84-4C75-8B4F-FF4993D3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73C862-0CAE-4A19-AB3A-E9C6DC6A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B4B7B8-337A-4C5B-9255-C030BF67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66B4673-5A41-44C7-A3D6-D4798DD1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AA40C88-9131-4A84-91EC-9B4C99E4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B55BFBC-2AA8-4CBC-ABA2-9A803D49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B32A3B-0546-4EAD-9592-1FFECDE3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FA86374-5233-40F4-8D88-BC845FC0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1113A8C-3C8E-42E4-9BA2-0249E62B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96C2A26-B715-4E2E-95AB-98B71719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75A8DF9-472F-4F9A-8EB5-D3E56A69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2E51B8-F66A-4ACA-8C1E-016A50D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03BC76B-DEE4-47CC-879F-F99797DE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2FCA112-2B9E-4445-8590-17AD2618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70FC80C-3464-4D89-B3C2-6EFDEEC2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3D28F5D-264E-45E2-9466-9847EC77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7AA0BEF-A1D0-4AD9-9ACA-830B1E2B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3A4C209-EA71-4076-AC42-A6CFA44F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D36E842-586F-41F6-A7AB-326FE4F6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60D9F43-5BBE-44BB-BB59-ED1756FC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50EAEFA-26CB-41E6-B357-61CE141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E6A9648-39BF-4CDE-A354-6FC98150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A1F4387-E51D-4AFC-A414-D1CD7550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AA17D0F-6B44-446B-90A3-CFE8062F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FAAD16B-F875-4259-B021-AC333D70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CBF20DA-DC60-418A-BB09-E70A1108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E171BB7-9FD3-48C2-854F-781C5A38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FCAD06-B931-4A34-BE94-92A2D92A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474CC8F-924A-4330-A4FC-A0865B31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F9E2B29-128B-4F9C-A92A-A2832F9D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4BCB024-6370-4464-86C6-ED2A964D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68D0641-695E-47D3-A923-D8DEADB3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F2ED210-38AC-449B-B3A2-BE2F0E65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9F527C5-5B22-4142-BE44-34038027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EEC186D-12EE-40B5-9504-C1702BD2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B531B81-5AFE-4A50-9446-9CA71A75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74D9AE5-A021-4F90-98DF-0CDA45AD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92F53D1-5D8C-490C-8295-5A55E769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4C4288D-381B-43D6-B140-235F5680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6673D17-7455-4B47-9CD9-63E8B45F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D2C7F26-5B93-474E-ABB5-52ADB290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7E9D039-A4AD-4E72-B4FB-12BFF75A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F51A873-AB30-4044-B765-001F8293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F233BEB-F481-4457-9873-F733BD17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AF18D79-B07E-4679-A0F9-3BFD530C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3C21B90-35DC-46D6-87BF-B58A5D67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66817BF-D7C9-418D-9425-B2E589BB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B0F1544-8428-4C89-ACC4-EB5F3837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CF0E3D1-01C1-491D-8A05-3A9C14A9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13AB3FA-F45E-443F-8DC9-209F6FFE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C1C8760-D269-42AB-90FE-A4C00785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9006B3FB-0956-47A0-A27E-506C6C6E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B3938CA-015D-4576-BEBC-CB445A2C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4059474-3593-47F5-A3FE-FC43C5A3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776FE8B-F890-4D5B-B581-2FA052EC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CF35C5C-BBDC-46E3-B9A5-58E5EC54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EDB4B0-2E7C-4BCF-8AC4-2E890728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4CF3182-B580-4A40-ADE3-15ACB9F7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B78B4E7-B463-42D8-B19C-08853875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F091799-5A2F-421F-9518-9A0DE4FA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9BA5099-27A8-44A1-A552-63B78149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9CABDDB-8E93-4BFA-BD78-CC708C1C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8706246-105A-432F-8FFD-6BBFF282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C4B588F-FFDA-43A6-B5B4-B19F86A7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A7D6400-1ABB-4ABE-BAF6-2383F2F2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D936F56-F556-4658-9577-90B43404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5863951-D515-4607-A96B-459DEA67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B994FAC-27EB-4BB3-9856-2B57C4A4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E8D61CE-8E65-4963-85A1-D9BFD4AD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8ABFBF5-60CD-43D5-AE1F-75325BEF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5256036-6927-4D07-9E37-CE7B5FCB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2B28EE4-0D28-41C9-8A42-713ACBFA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AF7F72F-3E87-4D89-AB3F-84EE6EDF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603FBC0-05A7-41AA-BDB1-F6CB39EA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C0F5323-4680-4070-BAEA-2BE83B20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38040EC-DE02-4378-96C6-EAE7B3E8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076AAF7-37DD-4DE9-B9B0-328CD924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77B01E39-9138-4DE4-91B1-5ED66520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502E41C-E13C-474A-B30D-473EF17F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76BDAAA-34BF-45E1-BE72-87880A98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C6EBDCA-946E-4FD5-B291-80FDE59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933CA86-472E-4385-90AC-75542F7F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4C5B3AA-8125-492B-B1AA-595D0CDA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3895B87-4ADF-4ECC-BDAB-535FEDE2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7C1B60B-D264-4D7C-8E1B-5F121127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7CC083F-474A-4341-A4BE-5F30ADFA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C0D6A39-33EA-4CDD-87A3-7DAD3EF1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A909C1A-13F8-4289-A6E9-DCE8A762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2466015-4604-4E1C-B96C-E5ABC526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FFC05B5-F2B3-41F4-A264-1CC692D9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C1A6C15-4139-4428-9F68-6FEA26E6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C37B4D1-D169-43AB-8D01-D9D4D094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57D9E59-EBD4-40ED-A4D9-096EA9D7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08C2ECC-016B-4D47-A55D-41E3F4B2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2A92760-BB64-421D-8B6D-2056387E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1E57B81-51F0-4103-8D62-4CD5D9A6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B5C32C9-C040-42D0-828D-BDC2FF4D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CA81E15-5B27-4862-AC10-F0EB2B46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F5F8EE9-CE98-473D-A8C8-3BA2DFDF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8EF7BBE-89EB-490A-AE0D-3FC95343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4B9E27B-82AA-49C2-A202-2E8B5F51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A6DEB65-A235-489E-805C-618966AB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8DA8021-3A23-4C94-9B07-FDF7F631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08EA82C-7BC3-4764-858E-6EE329F5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9DAAAB5-FBD0-44FD-A48E-D6937676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3EA8411-40E9-4576-BE13-EA0F48DD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C973F41-B534-4AF8-AA59-D09D62A5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F34447B-8EC9-4B35-92F0-B7C57984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494B383-90FE-42BA-8DAB-80A8419F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8783AE7-FFF2-4B10-88BE-E207B028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696C1C2E-61A2-4CB2-B4D7-7D07E260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15490CF-A499-4448-A1C9-9E8F8A41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8426582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CD0868C-652A-4F61-A16F-2BB99502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22559-19BB-4DB3-A586-FDDDE629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6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do bucket oficial; nenhuma decisão de reclassificação foi aprovada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6E295-34C3-4461-A0F3-E6DC6DF0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6B987-D510-4195-9F11-8405D30C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87CA3-8E82-4672-9C59-B0C00AFC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ANBIMA, ledger de curadoria e documentos primários locais.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0B330-D940-41F6-99F0-BB808AD8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E5DB2-C4E0-46FF-86BF-A3E2F809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BB7C8-1DF4-4D6B-B3B3-82A8DDC0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D95AA-8415-49AD-94CF-52DF3670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89AF9-CA8E-4FE4-AA96-2ED232B9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A1269-D39D-4AF6-9E83-3D722EBE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281FF-C4CD-4AC2-AA7E-E4C99919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doc.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79DF2-9873-4BA9-BA84-93D52DF2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Decisão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D2092-F237-41DE-816D-9F8515F9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698C1B-903F-482A-905D-08F35144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1078B-7200-428B-B238-14F1D309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36DB8-E873-4A6E-A60D-BB4D47E3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90711-B28F-42F0-88D1-F9634393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48740-4679-4B83-92FC-F05BF0C6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FB33AE-DBC4-4C7B-B180-13332044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|…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DF8C32-7584-44CE-852A-BAC74A17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54CC98-8C0D-4119-9ABA-A8DE095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DACA58-11E2-41EB-AB38-07895D5C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CE014C-B141-4763-BD53-A8DD8B02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11E438-CBD1-49FD-BBED-7DC732BB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289EB2-75A2-4FC7-B796-3D7D9793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E9E72C-CC00-466D-8326-0EC0457F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A10860-5CAF-4232-B970-9DA9C2BE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|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A16D79-007C-45C1-930C-CFD015BE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75BBA7-9CA6-4DB4-B6DA-17F6BEC3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3CDC30-F7E5-4281-AA46-80DD7B2C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70BA1D-B73D-428D-B156-5EA29B5B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38CB2B-ED60-4757-92F8-C381C2EF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AEB881-1DDF-4E3B-8291-E3351703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387842-0AD1-4E70-BD43-1FE4B52D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F8165C-3634-4FAA-8997-39476955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|…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16AC4-9313-438A-B5C5-CC160B83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585693-22FD-4CE6-BBC5-204785EE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5057B1-CC28-4F4E-9DE2-283BC283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7CF55C-576F-4183-9D84-07960C52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AAA84D-9FA0-47F6-8D28-3C901C41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FB5370-D945-4EE6-87C9-1F3BF0DE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34F0B8-27F1-4ED1-BA33-A9616AD3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3F337A-C093-4F4F-9A8A-226FA3C0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|…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2DC5B6-0761-4E08-AE50-A2C2335F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E79C04-776A-4885-BEF3-F071E2A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0D750BB-B336-45C8-9554-4ED15A4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4B9296-B81A-4B3E-A8E1-CA412632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E7FC44-798B-46EC-871B-5DCE7D1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52D2B7-697C-4076-95A5-E0D43C9B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F8E858-C00D-4540-B828-94E8F997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1B3D92A-BA9E-44BE-B028-8E573570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|…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D929C9-7E55-46C0-BFAF-9F9F5FB9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172BB6-6144-4143-99DA-16E6EABC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6A9B4C-F47F-4C02-995F-F41F3E7C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EC6814F-BC44-4F2C-A6C4-20F9E4C7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3FD2BA-DF50-4CA3-9AD1-E94A15F5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0346522-C468-4418-BE38-F81F70E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1C1E1E-8E83-48F2-A31D-C00FE75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A6891E-1F01-4130-BAB1-17EC9BFA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|…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E2DC515-77D4-432A-A153-DC53DDFE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|…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B8BA20-C135-4871-8747-5521518B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58C87CB-C9D6-4020-AE6C-E1F30E90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3D0B2BA-F51F-4B48-B7D7-FBB51C32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4B10B45-E04F-4810-B8FF-084F4AD6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A496021-1A74-4498-914A-334A261A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6E7B2A5-B30A-4F73-AEC4-7DB1FC6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6F3CCB-97EC-4DEF-B418-9DDEA4F1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2FA253C-9607-4878-84B6-4E5E9347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9944F28-BED1-41C5-80C9-4E22F52F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19B5D80-DD87-4085-8744-622A2230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2326439-1035-4BCE-A29C-898E5BCB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42DFD07-A921-4A5C-ACEA-A44543F4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E199D19-0DB9-4BD0-885F-E9FF8537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8131712-CBE2-44E8-94AF-BBE62153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25786B5-9E60-4866-97F8-126736B1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76DE35A-179E-4D44-B8B9-654855C3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94B6FAE-932E-4FB4-B6FE-61459A0C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214016A-CA28-45CA-90E4-B2444971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B3687F1-0E71-458A-9553-FF805137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01D3B7E-9F8B-437A-9ADF-C09FE853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7CDD3D8-E451-4292-BC34-616F1AFC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67BDB1-FA6B-4210-9F8F-60E0661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3CD6F4A-623C-4507-8490-A75ECFD0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30F3070-4CAB-45AC-84FA-37B584EE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52317CD-F2F1-4E5A-992A-DCDEB863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B8ACDEF-770D-4033-ABF0-BB2FD4B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4779970-DC49-4DE2-99AE-7E9C6F14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900DA29-E950-406F-A827-12716135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FC1E167-31BF-4469-A306-24A7DC07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D868C-6E32-49EC-977D-407E72D4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8DB8294-0835-4560-8A2C-C5FEF3B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FCA66EE-6188-44AE-813F-1637112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ECC56C8-7126-4397-8FC2-41C441A7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6A834A9-0D3E-4699-B1B7-874D26AD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B1D8F6B-DF7F-4739-97E2-5BB7B3AF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F245E2A-7FB6-4379-B0F8-A3F56F87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2E0703F-453D-40A6-B48A-57C721C9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7BAD032-90B2-4C94-8A88-A04378ED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doc.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5D98B89-D3A9-4D62-9229-EB1A80C0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Decisão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5AB85F3-59DA-4BCE-8A01-60F4F9D3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A07FB15-A409-49FB-A670-5038DEFA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22B0E93-17E0-4541-9E3B-C9FC6DFB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F4EEC9B-645C-4E7C-ACFE-D47C4173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9BC14BC-913F-4A7A-9C29-C55F35D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58A91A1-49FD-45E5-B2BC-CFC8E776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B17AEB2-8676-48CF-910B-B142910E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C2BF1CF-EEDC-45D6-B6E0-79B90E25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16CD477-A49D-41CC-833F-B87E169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10B9860-138B-440F-98EA-7ABA3438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938DDEF-15F0-4F67-B160-A180DD2D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1A31E53-CC16-408E-B656-B6969796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CA23DD8-991F-4580-A19E-62F37374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8FF64B-048A-42E4-8F9D-23A3AD1A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CD21737-9F07-4918-86D3-FAB898F7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8B4D594-DA82-4EC5-B1C0-979E041F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2C496F5-0ACD-4703-9DC4-4C15DB6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7C977C2-EBC7-474C-978E-4688C275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2084EFB-E429-4433-9F23-E87B62E0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D5FC263-7A4E-46A5-9931-F76F96A8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D97615E-7C38-4337-998E-8B2452CA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986D63-E8DF-4B72-AD61-3DB854C5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BB2F60B-7AD1-4CA6-9ADF-C703FCF1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88AFFB6-FC36-4139-A8CA-88D9BED3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BFA5ED7-9D49-41F1-BF46-06F2AEC3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A6F7BE25-7B31-4B1F-87E7-8F7CBB64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A3DC6A5-8575-459E-9A94-A16D20F0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A4674AA-46D1-4369-8C1E-DD205E97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51A6943-1C4E-4E6E-AC7D-21948C89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E763A29-9B1F-46FE-91EC-06B5F708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9BC4F11-20F3-4381-93DA-D99CC9E6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0421573-53DC-4824-B0E7-EB2D7E3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663AFBA-19E5-4D42-A036-63944FDA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04D101C-5F1A-4E80-B52A-510D9CFC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54CD684-1190-482D-8B9A-68E8E926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1E6467C-2C1B-42C0-822E-F17A2702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09477A6-86DA-46A8-869A-A623D40F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104D149-2C2A-44AF-AE6D-675C3EB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F60CE0F-C4E1-45E3-9F25-05928000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7D8C3ACB-4778-447B-B188-A7B09BB6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00E41D2-A63A-4E7A-A76E-2FF971A6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9B81B3E-9463-4643-B9BD-F0A41ED3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F6E1AB1-3155-470C-8A38-E838EC89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951D9FD-9E74-4D96-9817-159FA488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D2C1689-BB07-4D63-852A-68BB4581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D26DC82-BA9E-40DD-B458-8AE4A816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9B1451A-6B81-41B2-BEA2-E6A2526E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0E7C354-F66D-49A6-AE8E-8EC6DD39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5A9A3C0-0C3C-4969-AA34-38378E39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5144D80-EEFF-4D50-9587-88F1550C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3C21C0D-E593-4AF0-BFDF-915F0CD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7BCB431-9342-4CE6-8090-137C2651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F5AB046-52C3-4D8C-B05C-2F2FC155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5A94AE4-8579-4266-AFAD-C6102ECC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B768615-47B9-42C3-9D1F-523D1B97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4B14DE3-725A-46B3-98BD-25B97D79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1F0CA7-E5F6-4F7F-97FE-C24500DE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AC41763-2681-414C-B104-58E15897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3652F68-0028-4549-8817-75FA7219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F2AFFE6-D455-4F15-93F3-8C6B4A26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CB9F70C7-002D-4AC2-A6CF-A13A5D33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155E562-9976-4660-82B0-6BD014B1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0419233-320F-4EC5-B571-AF8516EC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9A71F19-FCB1-47AE-8D97-6884592B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AFF52B3-B10D-40A7-A3CA-00EE724E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7184731-F10A-4477-957B-D34FB8F2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9FB53A25-AFD9-4B32-9E79-1866AB35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71A7AD3-E289-4EF2-B43E-CF446EDF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90A62AA-DC5B-4738-B797-CE4C73F5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C3087AB-8776-42CE-9AD7-A56F66E3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724B2C2-C871-4181-8371-9B58EF66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53F35C4-66D4-44D2-B12C-F75A932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4AA9CF1-A324-4BA1-8D8E-E7F7F555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57225C6-4043-40DB-80E4-EF104E41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D0FA46A-96D8-46EA-99A3-AC59491F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A6A7052-FDD2-4728-971E-57826AD0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97FDA5CA-D243-4729-8EB9-84698521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0E1C889-757D-4128-962E-233F12B2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71A5FA94-33FC-435F-BA91-5E093419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647A701-A942-47D3-8857-DF5B87FF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5311002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3550E2-56C5-4B51-A497-C591DFA6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F2645-0F5A-488A-8519-959066F0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C9F90-8E4E-4160-BAE4-5E566D3C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72BD7-5493-46DD-8B5C-99A76BC2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339DB-E73B-490B-BDE4-A869C78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09687-4E80-4E7E-9FC0-8327DDC1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0e9b3647b948a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1D8C7-7EDB-41C5-A33E-8413E0A4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A7921-90BE-4AC4-972D-D7E820FC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DF7D8-BD4A-4B7E-AE8C-3B907C5C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67E7F-59B5-4AA7-AAB8-BCF3F540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7C807-2C42-4AD5-BC6D-2A98FD0F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93D62-61EC-4407-B119-A8B9DFAD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B32B58-A01E-48E5-92CC-67D34CF7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33EC-DA1B-4959-A3B8-34580BA5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1C1CF-CD25-4F0B-AE54-2B0C0AE9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7845C-2205-425E-ADA5-3476F19C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7E7468-D776-46EE-A7AB-60F9666A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BDAD7C-5D39-435E-A4FB-3FD2D0EB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F10890-11F7-412C-8B4B-8F03008C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45B459-C466-435C-8308-1C1B987A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2FAB5-9C85-47B7-9532-59F99F82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689717-F8D0-41F4-9F2F-5B207DA4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3D01B6-A9F6-400B-83A4-5339F8F7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BF2CF-2357-4EFA-935B-4BD5B1B5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EC8DF9-5174-48B9-8D79-B1A5DB2D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1C617F-FB4D-46C6-B919-9797E2EB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508332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B9CF3B-4DDE-4126-9A64-1A94A5F0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2BF29-8049-4883-A7B6-64851E65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EC27C-EB1D-4963-A53E-C868427D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D36AE-4D40-483A-BB98-44E24B49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DB41B-238B-4655-90F7-9CDAC976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886A2-CECE-42F9-87BD-5C52F73A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77444-7150-4BE7-8725-2C5D2256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B3DD2-6BA2-4B34-9E4E-5740BE0E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1D5BD-D56D-4E3F-8EC1-5257157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6ED27-DD84-44FC-BFFA-2F13095E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4636B-9238-4D2C-9742-01EE842D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08251-F0D8-408F-BFFE-5F1C608B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E68DE-374D-43CA-85C0-357967CA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5974B8-383D-4B73-9BE3-F510C846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4943AD-4793-478A-BE7D-BCEBAC05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9B36B-6599-4BB6-849D-2431BA70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AE43C-AD20-4D9A-9C17-10F3D9A3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5A8ED-B3F0-4CDA-AB0D-07722A0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D86D8-E443-428D-BC2D-4E691A8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28F6A3-27BB-48B7-A351-60D8C6E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2CBDCE-3ED5-4923-94B1-287AF081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529B6C-326D-4EE9-9F96-A7A74770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34707C-B655-4DF4-83BE-29224EB1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A1FA73-721C-45F1-87C0-9C2B64F2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CAF6B5-C432-4065-99D7-360BBD3F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34A17F-F4AD-4DBA-9ADB-C279D962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1B690D-D554-4420-A4DA-3D223FBE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7D0B08-6933-4654-9BBA-89645B34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5E2CD8-4E2D-470C-9939-B9880CBC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7BF0DA-597A-48A0-A81D-61E80AD8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81F8A9-5B3B-4E4B-B761-D518FCB5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B0951A-4E73-4ACC-9046-3AD9D9CA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EF3C47-5C7D-4DB5-ADBD-58E55D71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C06A33-8EC1-44F9-89FC-A47D65ED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CAED38-ABC7-4D9B-865C-046FA517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31CAA-F59E-4DA2-8DC5-8983CE28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532300-82F3-4E4B-8753-52FB92B0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7E9F64-277A-4E06-9EB8-C62D4F89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F065EF-E9D6-4403-8532-9ED00A86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5CA55D-5FED-4EDB-9954-2C1C8C6E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F9453C-C509-4F1B-8612-88058632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134FED-FB72-40F9-BA12-CF411171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25EEDA-4116-47AE-A65B-2C18FB74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3FFA40-7F4F-4989-A8FB-63660D14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D3FEEB-2128-4666-9645-B3B666F5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46DA93-CC20-4996-9043-960F76F7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8FFDCD-903D-4121-830C-79C9499D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FA17100-1FFD-4562-B7C2-76978234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F46AD5-132B-4B23-9B3B-9864051A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65B0F4-792B-4BC2-9496-0BDFBEED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231FFA-E794-4DCE-BE30-D7CD2B07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84D45AA-779C-4C93-8748-70D9CDE5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21F41AB-CAE8-474F-892B-F723937E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51485-6BD6-4190-A324-BB463BC7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33DB02-B5A5-44F8-93F3-F5CCC78C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9593C7-D7C5-49DD-A198-240CEC7E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D993E70-87EB-4DFF-85C5-9520FC71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18747E-FB09-44F8-AD3D-B3AB8454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8990D5-7436-4DF9-95FF-3B27E629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8B51E0-5032-4FCB-94B2-6352C7DE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ED96CE-924E-4D2C-A4AA-B78DF25C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4E5607-F1BE-45F0-8E38-83C79216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01C12D5-D424-43E5-8F63-C40E5B77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971803C-DBEC-4C3F-9185-B84B7366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2A5D35-67F6-4542-84D8-5200205C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D3DF59-3213-4C28-8066-1CD382E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C309571-FBA0-4B0C-9E25-90562C98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A97C8A5-B758-4622-9ABA-860652FE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94D54E3-AE5B-42E3-9F79-877B4602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B098D-5790-4E34-BA62-69BFBDA9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4610760-1078-4278-AA72-4496410D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0BF5824-1B26-445D-B562-ED9451D4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8042622-1DEC-4209-8767-F7C874BE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D2841FC-EE51-40D4-BDA9-3E97CAA2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ACD0FED-E128-41C0-AF5A-AF4C1F98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F3B18F7-30C0-4675-B159-5D46E29F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77EAB46-4266-4E40-9FC6-957C667A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355F93-AF2A-4236-82A1-BFE62F99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2080330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53A96B-DE24-494A-9462-904C7E98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51FD4-2EC1-4576-98BC-8D6E9FE7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5CFBF-F109-45BA-9109-5FA878EC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17141-1877-40A0-952D-F89188E5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C8C67-F755-417B-841F-A21CC9CE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30 de junho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7A658-86A2-4762-815E-DC764BF3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76D1A-4FAB-44B9-8CF8-1A51AC88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7DC76-D5D4-44EB-8CA6-1A887686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391f74d177444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DA69D-DDDD-4AB5-9DE5-685EB335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F52ED-C335-47FA-AF05-7030625E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14DE3-7559-4427-9AF4-3891162B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467022-4640-4458-886C-5A31A0DC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CE64C7-82CC-4232-9F71-A7699F0F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E1C57B-840E-41BA-A40C-79289260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CC239-6663-4A53-A07C-25764656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5392A-5D4C-466A-952F-AA7CFDB7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D2C50-9C1C-426E-A5A5-E6B133B9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818172-426C-4F15-85CB-3B156C72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A8040-F084-49B8-ADB5-53A65804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CF173-D343-4E9E-8F29-7A7EB080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E102B5-0A82-4F04-85AC-6B2C4D0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43E2F6-C81A-4671-85FA-0E267C46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435B1B-297C-47F2-808F-AA77999D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262B77-52F4-4D7D-91FF-18B4BCEB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44537-7735-4BA6-8BAB-107995B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078C40-E36D-4AB7-8C86-39B0C630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3D2073-CFD4-4C46-A5F0-093F5C58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557A54-6C04-4D9D-8EBB-B7C25509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DA2552-7AA4-4829-AE31-81B5B7E3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19699793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E64106-548F-41E5-8B19-27795231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3E816-7097-4B78-BB90-6A62A8E0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A07B2-E2AC-4032-96B8-E9EDA93F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8F732-48DB-42F7-9946-C0E92B47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2A3BF-6574-49BB-AD59-2B40ECBB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459B9-63C4-4439-B121-872D1183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CF661-10A7-483F-8227-11DFA929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C29B9-762E-4DF0-B6EC-714426BD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C77EF-8B16-45D0-99CE-C941FE49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683D8-932B-4913-9B55-6099024A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20855-68B9-4165-AB69-61C387FC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69E50-6FFF-47E1-88DF-1D6C55CA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E5359-906A-4D7E-AE91-5DEA9473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31ACC-B7CB-407B-9396-9AA3BDBD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B3AEB-6A45-4079-9868-53EFE0A2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B9623-3616-4A84-9AC2-754CDB22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1F316-43BF-44F1-9AC0-0D115DB5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EF119-3851-49A0-BA15-C9FD1504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77F4F0-5C12-4201-8767-C46C3A6A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B37870-9078-4D95-B208-FC09C667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52783-078A-408A-BF96-29A7ECA9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E8FA98-62F2-4DF7-910D-2C92CEE0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701248-8DD6-456D-B2E2-86232EC2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85B015-1011-487A-89A8-1037C326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9EAFB6-39C5-447E-BDB8-9F244ACF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C97D8F-5BDD-468E-ABCF-6CE455B8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09AB55-1BCC-45A9-B829-47A0F216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984AF7-2999-44C9-B4CC-4E75490E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64DD4D-9995-4061-8E98-C2AD00E8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BFE24-3C23-46DC-B900-6FFE0B05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54E15D-39EA-45BC-ACCA-04D67616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A3E32B-D530-49E4-821B-AE1F2D4F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D019F4-2DBB-483D-B23A-9AFB3090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4E9B8-DDBD-49A2-BE99-6EFE8FD1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341EB8-3868-41BF-86B3-F148F330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6B7C32-0ADB-4E23-8CCA-8AF9BFAA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4FC1FA-0EDF-4F18-BA16-1FF3D4EF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097899-DBD1-4234-83CE-FEA435C9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4FAE30-97B5-4569-AF39-DAF715FD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94E8E1-FE44-4293-95AD-E02A0078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52944237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0140CB-9BE6-40A5-9B42-3A24798A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4622A-8DC4-42E3-977E-80BA2D8C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1668-1CD6-448B-AA1A-2696C96D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425B6-7961-4317-9331-846A9A9B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CD83C-891E-4934-A7A9-F0C2F1C5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182FA-13B8-4697-9805-D1B22D04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acef58256d491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D3180-D990-4EB1-BDD9-D2A221FF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52750-DD25-4D05-9A45-9D5FD24A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95995-A35F-448F-9A23-1937B782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193A8-8557-4847-9500-70921D37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5EE7C-EE89-4A3C-8595-8C284DA5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C4BCB-887B-45DD-90E1-AA219603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2B743-A13A-418F-AC46-4A9231F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8815F-C0A0-4C23-B615-972A5DB1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E6202-2760-440E-A186-790836EB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A4697A-8A60-4D5D-9B7B-402A1159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5BE84-A3DC-402C-BDD9-5F6D00D8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C717E-627C-497B-BEED-E99C1D70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1F505F-2C94-4FB2-999D-108F3401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9C28B-47A2-4F53-ADBF-FF49B02C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D52A7D-0185-414B-9DA3-D4E7CE5E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28A30-9E52-4797-B4E7-B0936D3B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960F6-157D-4A32-B84A-56A2DE78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7E3667-6BF4-4BE0-A727-96819910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D71D-FE21-471A-BE9B-A73F7058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FFE76C-CEEC-4CF2-8916-E75C38FE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BRL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D06276-A5E9-415A-8D79-95D05748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F5B0D4-5728-45FC-8247-40AB07A1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85558B-B6F8-43C9-9EBA-82A886C1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B346E6-37B6-4A05-A77F-29B09A46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6921BF-A7E5-4845-9959-DE1DD68B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 registros com PL negativo (R$ 64,5 mi) foram excluídos da normalização positiva e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651497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6D07F0-5D9F-4F91-A0E9-3385AB0C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1101F-AA41-4B55-8A0F-B29EE5D7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840C8-3297-4AF1-9844-2BDDE320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4956B-2013-454C-8A40-8C33C1D4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2AE3A-6348-42B3-BD58-A5AAED61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4BA3D-A0DB-4314-A2AD-BADD8E32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b7ccb2610549d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019E1-F078-4EDF-A130-AB3E60C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204A6-7F2D-48FB-8FAB-C9CCE41C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03723-4431-41CD-A1AB-F55FA00D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18559-ED54-403D-862A-0EEBFEDD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60426-D60F-4F6F-BFA1-85479C7B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F8EA7-D36D-41B8-B04D-0435B46C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61236-C011-4F1E-A150-81CA17C9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4F39D-377C-4675-A33F-159A091E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5D8BE-0FA6-498A-946F-4D461EB6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FD3E54-A210-43D9-9488-E38BB2A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C8849-D81D-48CE-8282-6EC2B932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B0C65-BE74-4088-BD6D-C9272C63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BC6E61-93E0-44DD-B050-7CB0D339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D6019-AB77-4A09-AEA3-4EA07A43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D83EE8-5F52-409E-84D7-F4CF1904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C64627-CAAE-4436-AE0F-438A1DD0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B4C4B-34AF-42AC-8594-AE69C09F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F9185B-4B8E-463C-880E-09DDC28E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1CA095-C011-44D7-BBDB-DA7020E1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72DFA-A6FC-49E6-9CFD-0FFCD8C7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Integral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7B5F6D-8232-4A65-9AB2-3D59EF85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AE22E-C659-4454-BAF8-7B0ACBCE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8CAB3B-B122-476D-9763-830079EB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D01D87-6160-4CB1-AB6A-EAFF77B3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A300FA-1D11-43A9-B27E-502A04A3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R$ 64,5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7718475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7C9EDB-42BD-4A96-9455-5070BA58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E2235-9F73-485A-98FF-9209857F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82F94-CAA8-400B-8800-28430E9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ACCC7-6E0A-4D12-819C-739A1CE5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E70DD-F122-41D2-9C14-8CBF8A9D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5A86D-A420-424E-8CEF-38FA4D9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589b02b31d4b8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B5351-A33D-4E29-B871-4A57510A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7937D-AC7B-4C82-9283-9C14A880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E2CF5-1B7C-48BD-BB8A-DBCF6C92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75A3D2-1BF0-4548-9CA8-FA1E59A2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CFA011-0834-45B3-89BF-EA1E9A67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17195E-3776-412A-8D83-01292E42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79F7E-2B81-4687-A4DD-51C2FA08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848A4-179F-4089-8F41-D6F01545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1F102-6D65-4B0F-B50C-A8B8C6E2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DD1C4D-FBB3-45D5-BAC3-E72A5A18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0910D-BF66-406E-A82C-2A4D8765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D080E-88E7-48BF-9C24-7D499426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F3FE6-77FA-4BA4-A280-330CAFA7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73983-34F8-4E3A-937E-DEADC32E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A9505-F9B1-47CE-A85D-7926B142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C52C87-5749-4888-A536-684BEC59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FF092F-CF33-4221-9ACE-85E81057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78864-1307-4A5E-AF34-21C4614E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7159E2-EDCA-4A9E-A746-20C674C3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34C0D8-F3C1-43FF-BFD2-F45544CB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FCE926-BCF8-43E0-950E-8EBA495B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9241F4-34F1-4D46-8AB8-A32B32EF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2B31A9-5B9C-4045-A61C-65548649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DE52CE-18A2-451F-BBEF-4433FA5C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2C6DF6-06CA-4035-906B-0637F306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R$ 64,5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61335963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5123CF-75E1-447A-B2CA-F9C37218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1E5E0A-71ED-484B-A8CF-C699251F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B17F76-28E5-4369-8A98-77093332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B81DE-2BEB-4E2A-8023-FEA41668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A4DB0-297E-4472-BE10-5A414D4C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EC65B-2949-4DA3-AB45-E3FA57DB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AEED4-E71A-47DE-BAC2-6FBDC017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89601-F6BE-4C36-B1CB-722F4F60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0926D-859D-4F11-96C3-E4A52D29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268C1-5E3D-4F52-A430-461DB35E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007C7-E40F-486F-98B6-EA79CAB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2F43F-35A6-413B-840F-AA05ED03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75F13-DF0D-425D-879B-DC03789D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69F3A9-3014-4FE8-88DF-F0BC3974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1B1BE-05D8-4C93-82CA-E74FE403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CB2BB-6794-46D4-94C2-9149F1CA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F2FECA-5281-41A1-8C84-F7576B01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80D1EE-9C10-490F-8A0D-E4EA75AC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A1FED-2198-4625-B2F8-9387D15F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276247-39EB-4230-BD4D-5E2BDC86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73143E-35D3-44F4-9E4C-F3F92EF2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793DCF-17BD-49C3-B27D-3E473BE3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DE2D0A-9838-4842-8ED1-742993C9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AC4D2A-782F-4564-8775-61F671F1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AEECD4-917A-470D-BC92-AFC432BC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FCF19-B9C5-4701-B9CB-C087364C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ECEAA1-AA7C-4502-97BF-987B7E62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7C773D-5167-4311-8088-9E1203D6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51B9F6-6CF9-4DC8-9693-71C02216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72096790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1C3FF1-4A10-4DBC-9807-0EF6A89D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4F8BD-A478-4C93-8251-85F7BE34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3F61E-63A4-463C-A623-D5031EF5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25DDB-4E49-4B9E-9820-40247788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DA4F2-4935-40E3-AD79-0EFF31AC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AEE4F-E4B7-42F9-B6DC-173615E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12614-2ECC-4CB0-ACC3-C56C354B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C638D-4034-49F5-B1F0-89C71541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B1183-6617-4819-B2A8-38496823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FFBE1-239A-4B75-8BA7-67E143AA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3CAEE-AC0A-423B-9480-2249BDCF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3C70B-F22F-4EE6-B12E-4F5E311E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B582C-D5F5-454D-A831-54F8484C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10655-B603-4497-89EF-5550B8E3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D00CA-CF74-4D55-A551-F48CD07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8108C-6DC1-4116-A8DE-C22B1BA6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DB7966-B410-4390-AE59-50552D1F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E90B5-B8FE-4C21-8D6B-0DFB453F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AA17CE-40BD-4963-8677-5C3EEFD4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C0C98C-1A12-4B64-9521-2210B093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23575A-D45A-4225-9D70-ACD9A17B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19CF37-EA13-4D67-8478-8A89236A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39D80A-7640-4122-9F5E-3FC43C83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10C436-3999-43FC-8D24-D93A4D9B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44773-B62E-400D-9918-959ECC58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D43E1B-E5A8-40FA-8415-53822C44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0DD8AF-D5F3-4234-9591-68F2F729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7E5267-91E4-44F8-8567-D9CCB682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0A1A99-BCCD-4CDC-ADB5-BB05047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35932471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CCF8B1-A559-48FE-AF61-C92E31D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3E118-D4E7-4CE0-A3DF-E4C0A7A8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DFFD7-CDD5-491E-B3C7-93DDB838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710ED-4E60-4B78-9A57-7AB4D672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C21C3-C9F0-4678-B522-7F372EF7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A93EA-AC9D-4F40-A580-E34DE7C7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28E11A-1AA3-454F-A01F-9F0023D0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86646-6381-49B8-9A03-704762B8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64EB7-8733-47E3-8FB7-BF74B4BF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F38D1-A8D7-4128-8992-84D12033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798F2-88C3-4FDE-9700-B5127108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38C4A-8725-41D7-9EA4-C49A7D07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AB198-9D57-44C4-82E9-B73931D1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F48EC-F295-4E25-A322-412ECB32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D867C-3514-4C51-981B-4B469262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9C4CE0-F54F-4F65-994B-604CC6B0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8FD1D8-6FC8-4010-BD8D-F95658B6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3DCCF-80D4-40DD-8065-2D8EEEFC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C09B27-F352-49F1-B8AC-5259E1CD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D8DE0A-F3C8-40BF-8393-2D2080E0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79889-05E3-44F4-BAE5-C70027CE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187021-5925-455C-811E-8B0F58DC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686E2-ECE6-4DF8-A8A9-7EF735F8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96C74C-AF01-4726-8F37-DEED8710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6B4C7D-4729-4ED1-8C0D-9291BCC1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29F9BE-2D78-4317-A596-468AB9F8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BE9192-F9EF-458B-BADD-E69A2819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C47C1D-6529-4FB8-AF1D-7269D18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C61A52-12D7-4F59-B7B0-834373AE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45338170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684907-B4A8-4C88-95E1-B10C6BCC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C9791-A5DC-4140-9F59-29626CF0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C9049-B72E-4E6D-A172-B04BBA7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02FE07-5027-4DC9-B8AB-2A43064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058D6-FEE0-4EFA-AE1A-FBACFD9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8F440-DC8B-4E49-A4C7-20D8BF34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21AD8-8C92-49FD-9773-4669D12B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7A1160-A0D3-482D-B8A4-719C31F6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F0C62-B287-4A3C-92C2-FCF31992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5CA75-D943-4354-9B07-9FA8BCD7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B29E5-8466-4C53-BE8C-8D9D1E6C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C8C23-4669-4FD8-9A30-A52537C9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8B3E9-C284-4EE9-AF23-3DEF26C1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7A9D8-139B-466F-B4CB-E89C72D7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E920ED-A2FB-42D9-BA40-EEB30178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60679D-6ADF-4B02-867E-2A13BFF4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4FD54C-6C21-479E-BA3E-57288A71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DDAF18-A060-488F-BB60-A5A304C6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DDC461-D901-44F4-B57D-E7ED1942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B3D2F-7B89-42AA-8770-E651F557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7C6BB5-49BD-4C07-A553-E9B3E814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ADEE2-24DA-4A3E-A7F5-B8AC687E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D51054-0449-4610-A59B-00C89092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3BDA0-5FBC-44D2-AD3E-6CD9CD66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C23118-BDF2-4830-AC04-E7C63A5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C4791-C00E-4517-AD4F-DB43F5E8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EEE3A3-A336-438B-8C09-0B8847A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184257-6531-48E8-8404-26693A39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B09DC6-B4B9-45F0-B840-F7D5E0C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9357852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FEAA0E-90E7-443C-A5BE-83FB8BE0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3ED76-2F21-4E60-8ECB-C3F92CA2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235E4-FB00-4B9E-BE75-47029321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B80E1-172D-45EB-AD69-BFDC368E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E2C5D-EE5C-4047-9408-450DB744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508CC-540A-4B43-B575-5F39BCFA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702CF-725F-4EDA-AC2F-2CB591A6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5078C-4604-4514-847E-BF743B36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8AE65-8273-4670-9DE2-46C3E23F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BD6C9-A8FF-4909-BC36-82861553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3A39-DA0A-4976-B3CE-021F6B7B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682D5-BD3B-4D5F-A388-53E64B5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08328-602B-4E62-B063-0314C1D5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88B0F-3F5E-4813-82C3-C27DDE1F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2398E3-2E84-46DF-A08E-CFCB7DDE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12AD86-CA30-4AB3-8321-72B8663C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F277CB-3F9E-4BB9-8084-F497BBF8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79A85-DBF2-4B9F-A64D-5D5ABBC7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FB4076-800B-4E4B-B246-4773F8FF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A2291-68E4-4DA6-BD75-74695F6A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8BD0B9-DB69-42D3-8FA8-4B58D8B1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7399B-7E54-46EB-9868-B9078B00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B07D8-5E14-4F93-9999-F5581670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43067-7D36-4B6D-BE45-86B93412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A931DA-E0A3-49EA-BDCF-C0F849CF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6D9931-8576-4E51-B6FC-57223FFC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76309E-4B3D-44FE-91B1-CCE1F819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0CBAA-09E1-49CC-927F-98181215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0A30BF-A557-42A0-A0D4-854332A5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5637099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84DE23-95ED-4301-B258-FFE06BB7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0624C-010B-4E13-95B6-33811870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6C0C6-E61F-48C6-B6A9-C472DC87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160E3-88D3-4BE0-9A6B-74C6D058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F38C0-FEB0-49A7-BC84-7F4D0D7F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9AAAA-9E50-49A2-9E12-411AC81E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74F5F-3AF5-4025-BDD4-5867E94E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3301E6-E217-44ED-A7F1-7C219F37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9F074-5C8A-4D74-9CA8-6F6F3058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83330-846C-4433-A505-166D7FA8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B06FC-CA36-4A2C-A420-431BF10F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E4E26-BFA1-4F4A-AAAD-9634E468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4EF80-E79C-458B-A8CA-77ADBE3F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72447C-3ADF-4687-A76A-361BDC7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2BB08-F739-40CC-86E2-ADA45636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3DA449-507E-4D15-B13C-EC11A9E6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25C8C-3BE3-45B1-8859-C031D5C2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4D939A-D02F-441A-AF98-F195F1E4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40EE5-BB92-4EF8-8688-B3BE4969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3E3D07-2DA5-46AF-90D7-1C985028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72F519-5B26-4A65-843D-15E35997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73C38-ED11-47E8-B3CE-ED520877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2F486-76FE-40EE-BCCB-42654ADB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0DAB4F-202E-4BBD-98D7-9D153D9F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A0F4A0-5F9A-49AE-A736-FC3FD584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BA59B-A1A9-4861-ABA7-B7B75DB2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F1C9F3-D122-442A-B603-89B0E0FA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84756D-422D-4CA5-9FA5-1689A351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AC253A-04D7-44EE-93B1-0C2B3FF3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5895677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5681A0-037E-4E53-981F-C2B8ABC6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8C49E2-C16A-4326-895A-69BFD99C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123EB-AB6E-4C03-A9BA-7DA6A796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4C72D-5130-4B31-BAAF-9DBE0198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D5BB-6F9E-498D-9C4B-D6CB7CCC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7F1A3-D40A-479D-8A9E-E7A4DA56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B6D796-EEE6-43C5-8AC2-920A18B1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CB209-550F-4D74-9DE1-0430BD1A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20D72-5DA9-4D18-9730-99F7450E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6B78F-8DE9-4726-8EE6-F4BE071E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70A50-735B-413B-BB42-034CC690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907E6-CA44-4697-98F9-0B64CE7E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EEC27-B984-4B2F-B8DC-CF12A5B1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A10A0-0AD6-4EF3-B0C8-298B07DB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E06F9-BA2B-4906-A2F9-51D99495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113EB3-4A92-4070-9A05-680952F0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EC0C68-963C-4D0F-BEE2-57BD7FA0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956F4-0164-4BE7-BD30-EA1E526A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E8EF9-B710-4BC6-B8D1-2BAAD961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D5542-C8F4-4265-9062-80B14FE2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F1C48B-B00F-4BF3-948C-861CDAAC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F3B3D2-AF86-4FA4-B65F-6B08539D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A6DE73-7267-43C2-8CEC-0CC84566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623E14-D953-4687-BC17-556D91B3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8CC1D2-DD30-455E-9684-355DC0D7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E2344-BB0D-49B7-8523-C5A12A77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BAAE53-2BA1-4439-A404-93FEBAFC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C38F3-1349-4DF5-8084-55BF90C8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9F38C1-8EFB-4E3E-8CCB-298B7738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72446641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3A7E2C-2C87-455D-AFE0-1C9B1A9A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20788-796A-429A-B2B3-7C9FB788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2C2FD-D121-4919-B747-34304B85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85F83-8254-4483-B24A-4DAD44EC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A3A8C-7FA7-4EA1-8558-3CD31471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7EB47-E47F-4989-AF96-989CA166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3D4A2-E57B-4D1A-BB37-A1C69A86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14DEF-2BBD-4EF3-A5C7-A42B3FE8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67120-D8CA-4BF7-8769-D206AB13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443B4-581B-4C0F-8551-92BDF70F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920C9-C687-44DD-8A2C-0914E675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09EEBB-49E7-45D7-B86E-64D2DE73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0D617-4DAA-4B29-940A-62D1F0EE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0F2A2F-47DD-4C25-BC8A-82A4DF20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C74D8-F4C7-46EB-990F-B742A88D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C06660-331B-4E1C-A90A-467B7375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FD5B3-AF3C-4BEC-A0AC-4F9CED3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EF2CA-7BA9-4F83-A3C5-050D9F0F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DA2F8C-50B6-4B48-8B55-7DC0FC35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36856-1583-4A72-A71D-476058B7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B0F0CE-13BA-4E07-BFC1-4B359999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A2BB61-C6B7-4E3B-98E1-32FD8D48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39CF41-D933-46FF-9D85-CB8DA65C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EA8EA2-411B-433D-8F6D-87647C11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FBC672-7726-4B13-A9E8-65A7B4E3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998D23-C595-48B3-A789-6B3BD8E6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4F85E6-F03D-4771-96C7-0B9178A9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5437F3-0F85-48FE-9C31-6CB0891E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CD0015-094B-4F7D-990F-58D0BFD5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41667375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81B18C-3B92-4289-B97F-3CE01155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FE968-1DDB-4E5D-BBCE-0807904A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6C1FC-DDAD-4A81-89F0-92876805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1B2E3-5EBF-4E64-805D-8F1AB94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73B33-7DE0-4786-A4BB-ED4CF537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7911A8-E5FC-4784-808B-FA2C6BF6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95987-47DF-4BC1-A777-BD47D77E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5EACA-91E3-4A4A-BCA8-FBE43CA5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0ED526-F3CA-467D-8196-E14A7AB9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48D8E-9076-4102-B08D-0298F186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55CF5-26E3-4FDA-B67A-D79070B8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2F5E4-DA16-48CB-A5CF-46E1E373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01F6B-BABD-47F1-98A8-0C15F100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C14D0-F280-4AF2-B1F4-8C1CC7C1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6014A2-F988-4309-91BF-F9480275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6CFB8-7ADE-4C4A-8EB7-22129202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43F69C-6E52-4FBC-94E9-383B6907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8D94A-5BCD-4541-BC60-DA7F5418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89B402-09D9-40D3-81A3-1E91BB6E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15D9A-CA25-46BC-9479-0E1F215B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280B9F-AC2C-4BBB-86D5-60564E5B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F70A35-23AD-4C14-BC26-3E5C1822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2F806-876F-4845-989C-B90A54EE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11C33B-5BEA-4D98-B499-087461E7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08AC43-2EB5-42C6-A57B-B1779EAE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22D00-3AE7-4504-B59D-ADE1A43E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84EA08-4484-4954-A95B-ACDFFB97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AF47E3-00AD-46E0-9F7E-F4B267D2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534176-63F6-4B1B-93D1-6459F579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0432966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D3DBA5-7772-428A-BA6A-84107371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C4A5F-D78A-44A2-ACB7-0F007F3A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C54FA-3895-494D-A943-41E0FE20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ABD73-9910-4D6E-9154-77B79B96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B0C35-DF75-45A3-8A8A-DF7C9FA5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79813-3388-40A5-88B7-214D79FA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B576F-0D7F-4357-9A90-FFA29AC4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6872D-197A-417C-9BDC-5CE281BB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21989-B204-4086-BB77-A4BFB96B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96E439-D025-44E0-9E3A-00348169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8D461-836A-4DA2-925F-1A854667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45D99-92E2-4950-AD0F-0E10A288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1E112-1863-4ECE-88BC-8B47DEF7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DE3EF-9AA6-4E8F-80CE-AE81511E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C9D211-36F6-40F9-985B-9401DABB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CF807-C9B7-4C26-93DA-8FCE4EE8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163EB-8551-4FBB-BA8E-FCE7D349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8E8A8A-90BC-4E4D-8D4D-5D4449AA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980F1-C22E-491B-983C-D668D0AE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36CB35-081C-426D-9FDB-453E93F2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C4E53-AF59-4534-870F-0F647DA4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88FE7B-A569-4638-8C5D-514857D6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76FA50-7BF7-4CAE-9456-2FC7A83D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0DCE7-2F1E-49DF-8EC0-3A279F58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1AA358-8867-4E5A-8BE5-E8A990EE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790BE1-1B1A-4F7B-A600-13A90944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3F194D-3671-4857-A258-B42055A9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84D0F6-0DFF-4B18-899F-CD7BB7DD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CAE704-42DD-44BB-B33A-1F2C3B8C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37967518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62C658-EB53-4D96-859B-2867CB77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EAE5D-F459-4D53-BE15-0F7B2A35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E0EE5-7D17-4131-82FB-6518C074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5893D-F0CE-452B-A83A-9F6195BF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79179-5699-44DC-8221-310AEEB4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56EEB-5306-4A59-ABA1-35C62F71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D5DEF-EA31-45C0-AC58-922BFAF4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CFE03-9280-438B-8341-52D34B2A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D09838-06F0-4107-9908-7D5809FC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A905A-05E8-42A9-BE08-7974EF9E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AF01A-311A-4967-9453-EE814B7B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758A3-C76E-44BC-B991-4DBE5E44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9D1D0-D5B2-4A1E-ACB3-6C5DEDF3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1F8CE-E2D1-4B59-8F60-D0D59BC8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529CC-AEDE-401A-8A9F-F6F9E8D6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DF074-66BF-46C9-87D5-6513E09B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466EC4-DBD8-4656-BED2-27A293E5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A58C5D-09B7-420D-BA36-0887B3D4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28103-D2A0-4194-9D7C-E4C27722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BB7BDC-1A81-45BA-B426-5933CE49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605CE-7307-4766-B160-16BBD786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DEEA7C-C8B8-4EFA-81F1-15A32D9B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F3EF77-5CCB-4FFF-9187-01752030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1F9667-82AC-4D03-9FBE-CCF106FF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582A11-1562-4097-BEB6-D09EAC1D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80D881-685F-469B-863C-D9DF3D47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664193-6D7E-48A4-9C37-1CB8C00F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B11BC7-5726-4FE3-B883-A3DD6C6E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F92C98-AD22-4C3E-98F1-D628FCFE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0364812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13FCE1-18E6-46FC-A94F-EA738104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E6DB2-BC2C-498A-8657-CE141C16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DAE5B-FC68-4396-8460-A02914D5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5FDAF-5A86-48E1-9022-DE7B0C9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17F57-B4FD-43CA-B048-7CCB6680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2BE64-2DBE-4B2F-B641-805C6392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7AD8B-1CD4-4CAD-919B-CA5A24A5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877CC-AC8D-4B03-86E3-14F9D051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7C2E4C-9039-4FF6-9408-98D21128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83545-CE0A-482F-862F-64C964EA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3CA05-2334-4DDE-876B-1E4D1801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2E2E44-5218-4A86-8999-EF24A367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98D040-650E-4BCF-9B59-C5318B6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AF2FD8-290A-4550-8D3D-232BA3A4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9C4EE8-8E80-493E-9131-E5E0CC78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87056-9B9F-4EE4-AC95-D46B738B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0817EA-3E10-45B1-A501-9DCF33F3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21FB0-BF16-476F-BB29-F84A9120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BB1FE7-947C-4FF5-856B-FD954E5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84B2E8-1D58-4638-92E5-7ECBD780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C49F28-B090-4C78-927E-A1EC35C7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630B49-C1B7-41A8-92EB-95273E14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892A0-1618-4D20-80B3-285BBD0B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270B4-4C69-4191-B37D-533655EC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CEB697-FA00-400F-A258-18DAC0FA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D714D2-329A-4E58-8AE7-7F553C32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1BFF1-5579-4201-B6DB-26F9D5ED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C25090-0149-450B-9112-EBB0D08E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36279B-3953-4C95-89A2-8511042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12505903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1FDF42-AB66-453E-9B83-EFDE0CAB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663C5-5520-4876-93BF-6F802190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39681-109F-4325-BB74-C6705BAA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D85B3-E90D-4EF1-934F-E6BACE54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A0D4D-2835-454D-A8DB-6A53199B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EC0E-AE7C-4340-B02B-51BB26B9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9E469-7FEA-410C-BA65-01BC4C1C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45149-4D9F-4667-9387-6408FEE5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721FA-C3EE-4E54-942D-BB4B9B26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728F3-A12A-4263-A97D-74A45DC9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7D863-847E-4EFC-AEF6-2011C516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DC2C4C-DF9D-4DA6-8746-B16F524C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D791B-EAD2-4868-BF91-AE06C3C2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CD469-B148-49E0-858C-C83D4EDF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85363-DEAC-41DC-A105-3DD31FCF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8D1A0E-D8A3-4A52-8CCD-98C1CDCC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094B4-AB00-4D8F-BA2B-32DA8165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C045F-E669-4056-B461-597BD42F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A6E306-EEEB-4D4A-8430-4F00224D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DD27F-BEF2-4C3E-B53F-139A5F3C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08244-F951-4B21-832C-3C888AC9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0FCE8-986B-4103-BB85-613DC0D4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654DA4-AD13-4702-BC06-2D9F4DAA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694138-F134-40B0-BF72-6706E729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B528A8-7CEB-47D3-B9EB-F97F7B22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CAD4A-1DA0-4A5B-80C1-92BE73D2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CC24B4-F245-439D-BBC3-0D72C6BB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4FDF0C-D8DE-43AC-8826-4B9C4461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76423-760F-4EBD-AA5B-7ED6F835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13615538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332042-4F31-4B7A-9871-9BED3E1E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4BEE87-52F5-4394-8528-A3D3BFF5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08C07-A6E1-4671-BCB2-4A28CB5F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0EFBB-51E0-4F98-B74D-89A2D381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DE55C-3ACA-45F5-8678-79F794FF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1894C-E90D-464E-A9B2-A56475D0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6EE36-E9D7-40A3-9DBB-F30D6907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4471B-375B-4348-8B83-EFDEC4EF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215F5-174C-49EC-8456-7DCD3CC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9E5E5-914F-4E99-8F3C-C46A123D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82845-4C89-44CC-AC39-FC807F8D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93628-F418-467C-81FA-371BF750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C7DCB-D978-446F-AAAE-D5832A38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A8ECF6-A859-4DD3-B32B-9B1894DF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969C3-20BE-467D-9B53-F9A37758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56CAA8-5EA3-4D5C-BCE1-B6C5546B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C0E7A9-E1AB-4580-94F9-65B3C80A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BA0040-B2A4-4AA3-AFC2-09DDD481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C7A907-4EB5-4E91-B401-CA6682AC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B9224-4FED-4623-8825-55C5A793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0C02C1-6467-41AC-90E0-DD0954D3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4D9208-B265-42DC-89F3-9D9A35EF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D6AB8F-BBBC-42CF-95BC-11147885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B62CD6-5C5C-4EF0-BB8F-91A69E75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C39A8E-B4B2-486D-9CFE-29FAEC69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51FD5E-28F7-4B45-A181-A7A85CA7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2CC581-F165-49B2-8874-A1F1F80C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F124D4-E021-4DAA-8F33-1D002A70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EB663F-8E9E-4FD6-8017-5702A387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4020649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2B9CE5-CF71-4591-8C37-2121FE86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326DEC-22B4-40B3-8365-C6B3390D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C45DA-D5F2-451D-97C7-4A077F4E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FD8E6-B205-4B08-A4C6-AB9D3F32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FD3ED-156E-46E0-A7BA-78FA5CD2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D0DE4-3E31-472E-A64B-C81B11CC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DE9D2-7F58-4315-934E-FF3B2549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3FDE6-E8F8-4DD6-A1EA-A632D58D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49BC7-90EB-4A44-830E-26E63919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E3A8AD-4E57-4995-AB8F-B9447D82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445513-32DA-4BCF-B830-483E1B39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E2992-FE59-4AE2-BF2C-18DDE812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0ECA7-FDA0-4F67-A029-EA59032D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90EC0-CAD8-4EBF-B061-7236483E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251BF-93F7-4FA0-91E6-4602D69A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68455-FC43-48D3-8EEB-2C5CA562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7D972F-000A-4540-B046-5E76F28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CCC16-A88D-4C8C-8D80-6F846BE6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C9D76-566B-431E-AEBD-F9047ED1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5030CF-3093-43F2-83B2-334B1746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3FA234-5953-4981-830C-8048F0CD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1F1719-AB91-4B9C-BC3E-C13576DB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9C1A7E-ECE3-4788-8607-E66C18E7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439AEE-5ED7-4C12-9C02-6C0D0FE3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6E48D5-454D-4821-9362-52E579E3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27C43D-C292-421A-9AD5-DAB4E6B5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2D677B-AB62-426A-962D-880D4E4B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4C9DB2-7D52-468F-806D-160F1DA6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5911BF-CF52-488E-B310-F0A79CFA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720880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82AF14-0A5E-417E-8FD6-A99E1D16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E8C80-F2DC-42BB-8932-0926B491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D2A70-89F6-41F5-AD88-FF3E0EE1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79FDF-88ED-494A-8B8B-D5B38070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EF09D-A029-4A76-B792-2998E38B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41057-F999-4763-89FE-FC92C877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93DFE-0024-4B94-B828-69308266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5BB98-223F-4476-964A-8EFE6FB7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2785F-EADC-4396-82A5-BE445E31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4F9A2-03D3-409E-97B2-227D6352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D7D8E-1CF9-46AF-BDB8-AE9FA948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08339-457E-4568-96BD-4B6D4DE4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A6C17-2E79-4878-B9AD-885EF364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5092B-5AA7-44D8-9B80-DC7494E1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FED84-C1C3-43D0-AA21-8DB7218E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88C9F-D984-4673-ABA3-7F16F4BE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C833E4-643B-4CF2-8538-D48537ED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7F574-E93D-4AB2-AB4E-0A86E80B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7D7C0-F6DC-4AF3-A8C8-694CB5CB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888BED-7910-4139-A570-C158E4CF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F0EC1-0022-4B3F-BE5E-29310095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F221AB-CFB6-4FFA-B99C-FB9D2F32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7B2AC-9E02-4DB2-8A43-E7696EE0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DBE4ED-A91B-46B3-9488-61FCA2D2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BB7126-C135-4B0D-8527-AAC203BA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74415E-7FA0-4A0C-A174-3BE9B5F5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5EBDC-2B30-45D9-BEA3-565492D9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9F6D0D-A972-44C5-823F-C92154C8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5E8377-FFE7-4111-B2F7-91CE634D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99507889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A5BD13-E995-4A97-ACB6-125EFC36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FB013-571D-407A-9D89-D6C57DBC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48D70-C12D-4E0F-9008-95A342AC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EB393-B10C-46CE-9323-7F31490D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FFB6D-8ECC-41B3-8200-956E48DA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2F41D-6138-4AF5-83E9-3976EB5B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A2B24-A8D3-41A1-838F-9EAF4436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14C2B-2C6C-4DA7-A181-3F8F1048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22601-19EE-4CEB-8887-29253BF2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DDE73-A2B7-4DB1-A0AD-0A065376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A6390-E355-4C36-8B83-27957CC4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288AB-26EC-43F1-9464-8A3F62F0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3095A-B1D4-4EB2-A8D8-78733598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A70E0-5754-40CF-AAB9-0C757D34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D9FEE-D226-4AC1-A8BD-2125FEC8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92E00-1002-4A0C-9AFA-E930FFE1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9BFE4-A50E-4712-B5E3-D0BF1801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A84A90-276E-4E34-A308-2C59AA78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3A9072-81E0-4A0A-9E88-59A6D9A8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77F5C7-46D8-4CAD-BEDA-ED735504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47FFF-6542-4ED8-B1B7-10A56774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5E5F9A-E10E-48CC-9AE9-6A725224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B92202-A7B9-433A-965C-60757BA6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329C3C-2542-4D58-A7B2-45BDAF42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5FBBCA-168E-484C-BA24-953CA64D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587E7-3CAF-4605-A3D6-170B2B89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1EB36B-126C-41D3-A233-EE8530E9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4B2C7-41D4-4897-B0DA-A1C4999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1220C4-DA98-44E9-8532-ACABFE2E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98015010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16C7AA-8FE7-4E83-915A-B389D9AE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8B79E-F248-4802-A656-F234FFA6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BD13B-3264-4C49-9C90-B5E98414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4DE15-7D0F-4F62-81CA-6F7A474D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42626-3E61-4859-83EC-9B273900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B2E553-7845-41A3-ABD5-D2B265AA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DFF89-6459-4F7B-93C0-F020C76D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5E7F6-F0DF-4ACC-8111-44D15C14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4AD23-AC1F-424E-A849-D4C14227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268F8-E478-4CA0-B9AC-AD25F142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6D125-A84C-4222-822E-0747B9D2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4C155-8080-47DF-AEF7-A6C00554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C07AF-F4B6-471A-ADB7-4CE1CEE0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73565-3602-401E-8976-CEF2755C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53AB6-BC88-4396-86BE-1DCC18F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1BF9A-45C7-484D-8BCC-3C348263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5C5B44-64DE-4522-A7ED-3E44ED02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F42F7-C516-4B35-9619-7B7591D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31B3E5-7056-4A51-B040-D1ABBEC7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AB8CB-6B07-48D7-8530-D073258B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88CFA-1D98-497D-960E-86ABFB9A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9A0206-5873-4EA5-8F45-20AF2367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37511-9DEA-4F0A-A57A-1BE446CC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F97554-642E-441E-9EE1-514D4AE2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508D8B-8C8C-4914-819F-95B2D1AA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0D397-3D31-46AE-9672-2941E40A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23CA35-3398-49B9-8A8D-C88336AD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EAECD5-E1C0-4F1C-8987-CA334B9D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686B5-D444-4D98-A72C-E5E1D080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33296015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C846E-CFF3-4C5E-88F6-9377416A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2C64E-3E93-4D98-9719-99D4C880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A8B54-622F-4D23-A664-3EE3C6FC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F9BF6-4338-406C-9810-9E9AB9A0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1BF0E-E99D-477C-A365-DF592095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75F42-AFCA-40C0-9AC9-2AC5F61B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3391B-808C-4471-9854-D0210D0E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9FF1B-7B2C-4A66-AD9E-F4016771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FF338-5104-4C70-A91A-DD88002B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73D2F-7D8E-4B39-B127-F0247579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EF83A-F16C-4658-9005-B2933EBD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F12C6-C4E3-4647-82D1-5ED68014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2BCF2-5627-4589-94C0-75124DFF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993BE3-2EC5-4FFA-9956-C77CD6DD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FF0C60-6F52-446F-84E4-9F8F0662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43374460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E13EED-F618-48D9-8382-81E15ED1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EB728-70EB-4DD3-808A-72096E57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25267-AC5C-43BC-8258-3872D4A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09CB9-BE28-4CC0-967B-B7087630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65A75-83B6-4710-AF29-05A697C9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526DC-2DCA-43CC-95DA-F625F0EB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32691D-834D-40FC-98A6-B56040D7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274E81-0B25-472E-A379-E41DEAE2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8B94F-1337-4361-8D39-23961A8E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583DF-6AF0-4018-9D62-E2AB24EA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0ECF68-BFA1-4B3A-B83F-5DBEDE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02D676-E8C6-44FC-AEB8-220724F2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EA5898-D958-41F2-AF64-584E5931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B47B3-A264-4ECE-A06E-153C4FBC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0EFD1E-D19D-440F-870B-F5A844AD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922B2-E5B0-4E9B-A5F9-7A01A2A3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DD4521-00A6-4EC2-902C-D6CEB02C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9467A-448C-4234-8BE2-97341B10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A61E81-51D6-4EDE-AEFB-0CF7082F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D51E4-2846-4A7B-8182-28B6A573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A17247-633A-4B63-9B3C-C994AE89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832DC9-2806-429B-9EC8-6BFFD61C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BAE3E4-3A5D-4C39-AD48-9089AE2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D3BE84-1D09-47B5-A30F-7F2103B0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D6A355-8DEF-4BA0-8713-2092996F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D852AD-F2EF-4DA1-A4D5-3830B16B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506E73-0CAB-48E8-8A51-6D5DC35F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0876FA-BFBE-4B95-BC2F-E00B32A5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2ECCE-CDF7-4DF5-9522-61D35FBB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526586003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2026-07-27T21:51:36.4040000Z</dcterms:created>
  <dcterms:modified xsi:type="dcterms:W3CDTF">2026-07-27T21:51:36.4040000Z</dcterms:modified>
</coreProperties>
</file>