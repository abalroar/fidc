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5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6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7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8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9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a5bda33fb4422c" /><Relationship Type="http://schemas.openxmlformats.org/officeDocument/2006/relationships/extended-properties" Target="/docProps/app.xml" Id="R3de78ce942354881" /><Relationship Type="http://schemas.openxmlformats.org/officeDocument/2006/relationships/officeDocument" Target="/ppt/presentation.xml" Id="R78f9ff81ee2b48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d25e6269064b86"/>
  </p:sldMasterIdLst>
  <p:notesMasterIdLst>
    <p:notesMasterId xmlns:r="http://schemas.openxmlformats.org/officeDocument/2006/relationships" r:id="Rf5755ec0d94c4972"/>
  </p:notesMasterIdLst>
  <p:sldIdLst>
    <p:sldId xmlns:r="http://schemas.openxmlformats.org/officeDocument/2006/relationships" id="256" r:id="R7169f63b6a384503"/>
    <p:sldId xmlns:r="http://schemas.openxmlformats.org/officeDocument/2006/relationships" id="257" r:id="Rf85e7f17c6a34982"/>
    <p:sldId xmlns:r="http://schemas.openxmlformats.org/officeDocument/2006/relationships" id="258" r:id="R90eef813a06c4eb3"/>
    <p:sldId xmlns:r="http://schemas.openxmlformats.org/officeDocument/2006/relationships" id="259" r:id="Rad2015578225483a"/>
    <p:sldId xmlns:r="http://schemas.openxmlformats.org/officeDocument/2006/relationships" id="260" r:id="R8d75ba6f37a040f6"/>
    <p:sldId xmlns:r="http://schemas.openxmlformats.org/officeDocument/2006/relationships" id="261" r:id="R6d6af150ab594ba8"/>
    <p:sldId xmlns:r="http://schemas.openxmlformats.org/officeDocument/2006/relationships" id="262" r:id="R06d94160e8ae499a"/>
    <p:sldId xmlns:r="http://schemas.openxmlformats.org/officeDocument/2006/relationships" id="263" r:id="Rc54003ef8bfd475a"/>
    <p:sldId xmlns:r="http://schemas.openxmlformats.org/officeDocument/2006/relationships" id="264" r:id="Rce6d7812d4cc4997"/>
    <p:sldId xmlns:r="http://schemas.openxmlformats.org/officeDocument/2006/relationships" id="265" r:id="R4c474217d3164057"/>
    <p:sldId xmlns:r="http://schemas.openxmlformats.org/officeDocument/2006/relationships" id="266" r:id="Rd166af9dc4d24d2c"/>
    <p:sldId xmlns:r="http://schemas.openxmlformats.org/officeDocument/2006/relationships" id="267" r:id="Rb6f9064f981545cc"/>
    <p:sldId xmlns:r="http://schemas.openxmlformats.org/officeDocument/2006/relationships" id="268" r:id="R6a6969d2bfba4cce"/>
    <p:sldId xmlns:r="http://schemas.openxmlformats.org/officeDocument/2006/relationships" id="269" r:id="R119aa733d5524741"/>
    <p:sldId xmlns:r="http://schemas.openxmlformats.org/officeDocument/2006/relationships" id="270" r:id="R4b640f1c9bfa433c"/>
    <p:sldId xmlns:r="http://schemas.openxmlformats.org/officeDocument/2006/relationships" id="271" r:id="Rcb8a5f02f32d438f"/>
    <p:sldId xmlns:r="http://schemas.openxmlformats.org/officeDocument/2006/relationships" id="272" r:id="R00f99374fc25457c"/>
    <p:sldId xmlns:r="http://schemas.openxmlformats.org/officeDocument/2006/relationships" id="273" r:id="R5b084b0737c44081"/>
    <p:sldId xmlns:r="http://schemas.openxmlformats.org/officeDocument/2006/relationships" id="274" r:id="R9d68b3a5d7cb4182"/>
    <p:sldId xmlns:r="http://schemas.openxmlformats.org/officeDocument/2006/relationships" id="275" r:id="R8a408ab09e254a91"/>
    <p:sldId xmlns:r="http://schemas.openxmlformats.org/officeDocument/2006/relationships" id="276" r:id="R2aefc43290c54f2b"/>
    <p:sldId xmlns:r="http://schemas.openxmlformats.org/officeDocument/2006/relationships" id="277" r:id="Rdb6e87f3e0db487e"/>
    <p:sldId xmlns:r="http://schemas.openxmlformats.org/officeDocument/2006/relationships" id="278" r:id="R0292b7b6a9bf4e92"/>
    <p:sldId xmlns:r="http://schemas.openxmlformats.org/officeDocument/2006/relationships" id="279" r:id="R0b62de1c92734363"/>
    <p:sldId xmlns:r="http://schemas.openxmlformats.org/officeDocument/2006/relationships" id="280" r:id="Reeed0dbcdd0d40ec"/>
    <p:sldId xmlns:r="http://schemas.openxmlformats.org/officeDocument/2006/relationships" id="281" r:id="Rd90917d8edc04ba6"/>
    <p:sldId xmlns:r="http://schemas.openxmlformats.org/officeDocument/2006/relationships" id="282" r:id="Rfe53bed4f8cd4cf4"/>
    <p:sldId xmlns:r="http://schemas.openxmlformats.org/officeDocument/2006/relationships" id="283" r:id="Rdd1733a9449f4665"/>
    <p:sldId xmlns:r="http://schemas.openxmlformats.org/officeDocument/2006/relationships" id="284" r:id="R9a42d8575cf141b7"/>
    <p:sldId xmlns:r="http://schemas.openxmlformats.org/officeDocument/2006/relationships" id="285" r:id="R32ce59b83c284f17"/>
    <p:sldId xmlns:r="http://schemas.openxmlformats.org/officeDocument/2006/relationships" id="286" r:id="R8e35c8b37ddf41f0"/>
    <p:sldId xmlns:r="http://schemas.openxmlformats.org/officeDocument/2006/relationships" id="287" r:id="R800d6886ef254a43"/>
    <p:sldId xmlns:r="http://schemas.openxmlformats.org/officeDocument/2006/relationships" id="288" r:id="R1626a1a4f5bd4831"/>
    <p:sldId xmlns:r="http://schemas.openxmlformats.org/officeDocument/2006/relationships" id="289" r:id="Rda9a1aaedb3b48ee"/>
    <p:sldId xmlns:r="http://schemas.openxmlformats.org/officeDocument/2006/relationships" id="290" r:id="R719eff268882440f"/>
    <p:sldId xmlns:r="http://schemas.openxmlformats.org/officeDocument/2006/relationships" id="291" r:id="R18657605909e4743"/>
    <p:sldId xmlns:r="http://schemas.openxmlformats.org/officeDocument/2006/relationships" id="292" r:id="R0dfe9dcda9954e97"/>
    <p:sldId xmlns:r="http://schemas.openxmlformats.org/officeDocument/2006/relationships" id="293" r:id="Rb1705383689f4291"/>
    <p:sldId xmlns:r="http://schemas.openxmlformats.org/officeDocument/2006/relationships" id="294" r:id="Ra82e46a331764e17"/>
    <p:sldId xmlns:r="http://schemas.openxmlformats.org/officeDocument/2006/relationships" id="295" r:id="R844a7a4233634758"/>
    <p:sldId xmlns:r="http://schemas.openxmlformats.org/officeDocument/2006/relationships" id="296" r:id="R76058424ebb74521"/>
    <p:sldId xmlns:r="http://schemas.openxmlformats.org/officeDocument/2006/relationships" id="297" r:id="Re354be3c1721415c"/>
    <p:sldId xmlns:r="http://schemas.openxmlformats.org/officeDocument/2006/relationships" id="298" r:id="R2d02191c57384fde"/>
    <p:sldId xmlns:r="http://schemas.openxmlformats.org/officeDocument/2006/relationships" id="299" r:id="R7837b2c4d4214f95"/>
    <p:sldId xmlns:r="http://schemas.openxmlformats.org/officeDocument/2006/relationships" id="300" r:id="Ra7d80c1cbf7a4ec9"/>
    <p:sldId xmlns:r="http://schemas.openxmlformats.org/officeDocument/2006/relationships" id="301" r:id="Rc0d1ea8ee19042c8"/>
    <p:sldId xmlns:r="http://schemas.openxmlformats.org/officeDocument/2006/relationships" id="302" r:id="Rba7c998bfa6843b2"/>
    <p:sldId xmlns:r="http://schemas.openxmlformats.org/officeDocument/2006/relationships" id="303" r:id="R2fd67715a09e498c"/>
    <p:sldId xmlns:r="http://schemas.openxmlformats.org/officeDocument/2006/relationships" id="304" r:id="R439fd49d70fb4305"/>
    <p:sldId xmlns:r="http://schemas.openxmlformats.org/officeDocument/2006/relationships" id="305" r:id="R22c5b0eb23c645df"/>
    <p:sldId xmlns:r="http://schemas.openxmlformats.org/officeDocument/2006/relationships" id="306" r:id="R0741be508d134713"/>
    <p:sldId xmlns:r="http://schemas.openxmlformats.org/officeDocument/2006/relationships" id="307" r:id="R69d47113bd9e4dc3"/>
    <p:sldId xmlns:r="http://schemas.openxmlformats.org/officeDocument/2006/relationships" id="308" r:id="R6d5b94813db9420b"/>
    <p:sldId xmlns:r="http://schemas.openxmlformats.org/officeDocument/2006/relationships" id="309" r:id="R86929c22cf764d73"/>
    <p:sldId xmlns:r="http://schemas.openxmlformats.org/officeDocument/2006/relationships" id="310" r:id="R5fb2c1d28d7a4154"/>
    <p:sldId xmlns:r="http://schemas.openxmlformats.org/officeDocument/2006/relationships" id="311" r:id="Rfff17b3ffb9749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dd6198bf3a4cdd" /><Relationship Type="http://schemas.openxmlformats.org/officeDocument/2006/relationships/slideMaster" Target="/ppt/slideMasters/slideMaster1.xml" Id="R1fd25e6269064b86" /><Relationship Type="http://schemas.openxmlformats.org/officeDocument/2006/relationships/notesMaster" Target="/ppt/notesMasters/notesMaster1.xml" Id="Rf5755ec0d94c4972" /><Relationship Type="http://schemas.openxmlformats.org/officeDocument/2006/relationships/presProps" Target="/ppt/presProps.xml" Id="Re48313f04d594685" /><Relationship Type="http://schemas.openxmlformats.org/officeDocument/2006/relationships/tableStyles" Target="/ppt/tableStyles.xml" Id="Ra7815330f08f4f47" /><Relationship Type="http://schemas.openxmlformats.org/officeDocument/2006/relationships/slide" Target="/ppt/slides/slide1.xml" Id="R7169f63b6a384503" /><Relationship Type="http://schemas.openxmlformats.org/officeDocument/2006/relationships/slide" Target="/ppt/slides/slide2.xml" Id="Rf85e7f17c6a34982" /><Relationship Type="http://schemas.openxmlformats.org/officeDocument/2006/relationships/slide" Target="/ppt/slides/slide3.xml" Id="R90eef813a06c4eb3" /><Relationship Type="http://schemas.openxmlformats.org/officeDocument/2006/relationships/slide" Target="/ppt/slides/slide4.xml" Id="Rad2015578225483a" /><Relationship Type="http://schemas.openxmlformats.org/officeDocument/2006/relationships/slide" Target="/ppt/slides/slide5.xml" Id="R8d75ba6f37a040f6" /><Relationship Type="http://schemas.openxmlformats.org/officeDocument/2006/relationships/slide" Target="/ppt/slides/slide6.xml" Id="R6d6af150ab594ba8" /><Relationship Type="http://schemas.openxmlformats.org/officeDocument/2006/relationships/slide" Target="/ppt/slides/slide7.xml" Id="R06d94160e8ae499a" /><Relationship Type="http://schemas.openxmlformats.org/officeDocument/2006/relationships/slide" Target="/ppt/slides/slide8.xml" Id="Rc54003ef8bfd475a" /><Relationship Type="http://schemas.openxmlformats.org/officeDocument/2006/relationships/slide" Target="/ppt/slides/slide9.xml" Id="Rce6d7812d4cc4997" /><Relationship Type="http://schemas.openxmlformats.org/officeDocument/2006/relationships/slide" Target="/ppt/slides/slide10.xml" Id="R4c474217d3164057" /><Relationship Type="http://schemas.openxmlformats.org/officeDocument/2006/relationships/slide" Target="/ppt/slides/slide11.xml" Id="Rd166af9dc4d24d2c" /><Relationship Type="http://schemas.openxmlformats.org/officeDocument/2006/relationships/slide" Target="/ppt/slides/slide12.xml" Id="Rb6f9064f981545cc" /><Relationship Type="http://schemas.openxmlformats.org/officeDocument/2006/relationships/slide" Target="/ppt/slides/slide13.xml" Id="R6a6969d2bfba4cce" /><Relationship Type="http://schemas.openxmlformats.org/officeDocument/2006/relationships/slide" Target="/ppt/slides/slide14.xml" Id="R119aa733d5524741" /><Relationship Type="http://schemas.openxmlformats.org/officeDocument/2006/relationships/slide" Target="/ppt/slides/slide15.xml" Id="R4b640f1c9bfa433c" /><Relationship Type="http://schemas.openxmlformats.org/officeDocument/2006/relationships/slide" Target="/ppt/slides/slide16.xml" Id="Rcb8a5f02f32d438f" /><Relationship Type="http://schemas.openxmlformats.org/officeDocument/2006/relationships/slide" Target="/ppt/slides/slide17.xml" Id="R00f99374fc25457c" /><Relationship Type="http://schemas.openxmlformats.org/officeDocument/2006/relationships/slide" Target="/ppt/slides/slide18.xml" Id="R5b084b0737c44081" /><Relationship Type="http://schemas.openxmlformats.org/officeDocument/2006/relationships/slide" Target="/ppt/slides/slide19.xml" Id="R9d68b3a5d7cb4182" /><Relationship Type="http://schemas.openxmlformats.org/officeDocument/2006/relationships/slide" Target="/ppt/slides/slide20.xml" Id="R8a408ab09e254a91" /><Relationship Type="http://schemas.openxmlformats.org/officeDocument/2006/relationships/slide" Target="/ppt/slides/slide21.xml" Id="R2aefc43290c54f2b" /><Relationship Type="http://schemas.openxmlformats.org/officeDocument/2006/relationships/slide" Target="/ppt/slides/slide22.xml" Id="Rdb6e87f3e0db487e" /><Relationship Type="http://schemas.openxmlformats.org/officeDocument/2006/relationships/slide" Target="/ppt/slides/slide23.xml" Id="R0292b7b6a9bf4e92" /><Relationship Type="http://schemas.openxmlformats.org/officeDocument/2006/relationships/slide" Target="/ppt/slides/slide24.xml" Id="R0b62de1c92734363" /><Relationship Type="http://schemas.openxmlformats.org/officeDocument/2006/relationships/slide" Target="/ppt/slides/slide25.xml" Id="Reeed0dbcdd0d40ec" /><Relationship Type="http://schemas.openxmlformats.org/officeDocument/2006/relationships/slide" Target="/ppt/slides/slide26.xml" Id="Rd90917d8edc04ba6" /><Relationship Type="http://schemas.openxmlformats.org/officeDocument/2006/relationships/slide" Target="/ppt/slides/slide27.xml" Id="Rfe53bed4f8cd4cf4" /><Relationship Type="http://schemas.openxmlformats.org/officeDocument/2006/relationships/slide" Target="/ppt/slides/slide28.xml" Id="Rdd1733a9449f4665" /><Relationship Type="http://schemas.openxmlformats.org/officeDocument/2006/relationships/slide" Target="/ppt/slides/slide29.xml" Id="R9a42d8575cf141b7" /><Relationship Type="http://schemas.openxmlformats.org/officeDocument/2006/relationships/slide" Target="/ppt/slides/slide30.xml" Id="R32ce59b83c284f17" /><Relationship Type="http://schemas.openxmlformats.org/officeDocument/2006/relationships/slide" Target="/ppt/slides/slide31.xml" Id="R8e35c8b37ddf41f0" /><Relationship Type="http://schemas.openxmlformats.org/officeDocument/2006/relationships/slide" Target="/ppt/slides/slide32.xml" Id="R800d6886ef254a43" /><Relationship Type="http://schemas.openxmlformats.org/officeDocument/2006/relationships/slide" Target="/ppt/slides/slide33.xml" Id="R1626a1a4f5bd4831" /><Relationship Type="http://schemas.openxmlformats.org/officeDocument/2006/relationships/slide" Target="/ppt/slides/slide34.xml" Id="Rda9a1aaedb3b48ee" /><Relationship Type="http://schemas.openxmlformats.org/officeDocument/2006/relationships/slide" Target="/ppt/slides/slide35.xml" Id="R719eff268882440f" /><Relationship Type="http://schemas.openxmlformats.org/officeDocument/2006/relationships/slide" Target="/ppt/slides/slide36.xml" Id="R18657605909e4743" /><Relationship Type="http://schemas.openxmlformats.org/officeDocument/2006/relationships/slide" Target="/ppt/slides/slide37.xml" Id="R0dfe9dcda9954e97" /><Relationship Type="http://schemas.openxmlformats.org/officeDocument/2006/relationships/slide" Target="/ppt/slides/slide38.xml" Id="Rb1705383689f4291" /><Relationship Type="http://schemas.openxmlformats.org/officeDocument/2006/relationships/slide" Target="/ppt/slides/slide39.xml" Id="Ra82e46a331764e17" /><Relationship Type="http://schemas.openxmlformats.org/officeDocument/2006/relationships/slide" Target="/ppt/slides/slide40.xml" Id="R844a7a4233634758" /><Relationship Type="http://schemas.openxmlformats.org/officeDocument/2006/relationships/slide" Target="/ppt/slides/slide41.xml" Id="R76058424ebb74521" /><Relationship Type="http://schemas.openxmlformats.org/officeDocument/2006/relationships/slide" Target="/ppt/slides/slide42.xml" Id="Re354be3c1721415c" /><Relationship Type="http://schemas.openxmlformats.org/officeDocument/2006/relationships/slide" Target="/ppt/slides/slide43.xml" Id="R2d02191c57384fde" /><Relationship Type="http://schemas.openxmlformats.org/officeDocument/2006/relationships/slide" Target="/ppt/slides/slide44.xml" Id="R7837b2c4d4214f95" /><Relationship Type="http://schemas.openxmlformats.org/officeDocument/2006/relationships/slide" Target="/ppt/slides/slide45.xml" Id="Ra7d80c1cbf7a4ec9" /><Relationship Type="http://schemas.openxmlformats.org/officeDocument/2006/relationships/slide" Target="/ppt/slides/slide46.xml" Id="Rc0d1ea8ee19042c8" /><Relationship Type="http://schemas.openxmlformats.org/officeDocument/2006/relationships/slide" Target="/ppt/slides/slide47.xml" Id="Rba7c998bfa6843b2" /><Relationship Type="http://schemas.openxmlformats.org/officeDocument/2006/relationships/slide" Target="/ppt/slides/slide48.xml" Id="R2fd67715a09e498c" /><Relationship Type="http://schemas.openxmlformats.org/officeDocument/2006/relationships/slide" Target="/ppt/slides/slide49.xml" Id="R439fd49d70fb4305" /><Relationship Type="http://schemas.openxmlformats.org/officeDocument/2006/relationships/slide" Target="/ppt/slides/slide50.xml" Id="R22c5b0eb23c645df" /><Relationship Type="http://schemas.openxmlformats.org/officeDocument/2006/relationships/slide" Target="/ppt/slides/slide51.xml" Id="R0741be508d134713" /><Relationship Type="http://schemas.openxmlformats.org/officeDocument/2006/relationships/slide" Target="/ppt/slides/slide52.xml" Id="R69d47113bd9e4dc3" /><Relationship Type="http://schemas.openxmlformats.org/officeDocument/2006/relationships/slide" Target="/ppt/slides/slide53.xml" Id="R6d5b94813db9420b" /><Relationship Type="http://schemas.openxmlformats.org/officeDocument/2006/relationships/slide" Target="/ppt/slides/slide54.xml" Id="R86929c22cf764d73" /><Relationship Type="http://schemas.openxmlformats.org/officeDocument/2006/relationships/slide" Target="/ppt/slides/slide55.xml" Id="R5fb2c1d28d7a4154" /><Relationship Type="http://schemas.openxmlformats.org/officeDocument/2006/relationships/slide" Target="/ppt/slides/slide56.xml" Id="Rfff17b3ffb9749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8724dd18204f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c37c9fb0094286" /><Relationship Type="http://schemas.openxmlformats.org/officeDocument/2006/relationships/notesMaster" Target="/ppt/notesMasters/notesMaster1.xml" Id="R2630cfeaeb684a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65a9d2b72944dc" /><Relationship Type="http://schemas.openxmlformats.org/officeDocument/2006/relationships/notesMaster" Target="/ppt/notesMasters/notesMaster1.xml" Id="R2367c8ef52da4e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269f8b0c864b41" /><Relationship Type="http://schemas.openxmlformats.org/officeDocument/2006/relationships/notesMaster" Target="/ppt/notesMasters/notesMaster1.xml" Id="Rc454c8ea7d164f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2f3b199bb54ae9" /><Relationship Type="http://schemas.openxmlformats.org/officeDocument/2006/relationships/notesMaster" Target="/ppt/notesMasters/notesMaster1.xml" Id="R97f23c644c5a48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d30ff89b3840d5" /><Relationship Type="http://schemas.openxmlformats.org/officeDocument/2006/relationships/notesMaster" Target="/ppt/notesMasters/notesMaster1.xml" Id="Rc0dc2659a53042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2473ee389f4bb7" /><Relationship Type="http://schemas.openxmlformats.org/officeDocument/2006/relationships/notesMaster" Target="/ppt/notesMasters/notesMaster1.xml" Id="R506699044cc344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6cb132fb574fcb" /><Relationship Type="http://schemas.openxmlformats.org/officeDocument/2006/relationships/notesMaster" Target="/ppt/notesMasters/notesMaster1.xml" Id="R3dca4080e1a340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3b864b8b7349e7" /><Relationship Type="http://schemas.openxmlformats.org/officeDocument/2006/relationships/notesMaster" Target="/ppt/notesMasters/notesMaster1.xml" Id="Rfbb251ea3ab248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57cf6dce534233" /><Relationship Type="http://schemas.openxmlformats.org/officeDocument/2006/relationships/notesMaster" Target="/ppt/notesMasters/notesMaster1.xml" Id="R49feb061739f40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7681ae082a448a" /><Relationship Type="http://schemas.openxmlformats.org/officeDocument/2006/relationships/notesMaster" Target="/ppt/notesMasters/notesMaster1.xml" Id="R9968a02eb94a49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91a45aa6ef4055" /><Relationship Type="http://schemas.openxmlformats.org/officeDocument/2006/relationships/notesMaster" Target="/ppt/notesMasters/notesMaster1.xml" Id="Rb561fffe21de42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b66b5ff2534194" /><Relationship Type="http://schemas.openxmlformats.org/officeDocument/2006/relationships/notesMaster" Target="/ppt/notesMasters/notesMaster1.xml" Id="Rd71a88012cc84c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3095f46d4249f0" /><Relationship Type="http://schemas.openxmlformats.org/officeDocument/2006/relationships/notesMaster" Target="/ppt/notesMasters/notesMaster1.xml" Id="R545f8d9e0399477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d79cd5af5744b2" /><Relationship Type="http://schemas.openxmlformats.org/officeDocument/2006/relationships/notesMaster" Target="/ppt/notesMasters/notesMaster1.xml" Id="R6f63935ec7e8497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81864a3a9440ff" /><Relationship Type="http://schemas.openxmlformats.org/officeDocument/2006/relationships/notesMaster" Target="/ppt/notesMasters/notesMaster1.xml" Id="Ra54e6661d7094a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165416b12614ca7" /><Relationship Type="http://schemas.openxmlformats.org/officeDocument/2006/relationships/notesMaster" Target="/ppt/notesMasters/notesMaster1.xml" Id="Rda74a7903129400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74455edaf424d63" /><Relationship Type="http://schemas.openxmlformats.org/officeDocument/2006/relationships/notesMaster" Target="/ppt/notesMasters/notesMaster1.xml" Id="Re671f1c7ece84b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160f38034354d9a" /><Relationship Type="http://schemas.openxmlformats.org/officeDocument/2006/relationships/notesMaster" Target="/ppt/notesMasters/notesMaster1.xml" Id="R014e74dcf00b45f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89bdb36a2a4bd8" /><Relationship Type="http://schemas.openxmlformats.org/officeDocument/2006/relationships/notesMaster" Target="/ppt/notesMasters/notesMaster1.xml" Id="R9caf013197584e6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82df0839fe14c7d" /><Relationship Type="http://schemas.openxmlformats.org/officeDocument/2006/relationships/notesMaster" Target="/ppt/notesMasters/notesMaster1.xml" Id="Rdc69def7c6ff49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822e267c94846dc" /><Relationship Type="http://schemas.openxmlformats.org/officeDocument/2006/relationships/notesMaster" Target="/ppt/notesMasters/notesMaster1.xml" Id="Rfe58b08f05c64f8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c045b6b0bd14a3a" /><Relationship Type="http://schemas.openxmlformats.org/officeDocument/2006/relationships/notesMaster" Target="/ppt/notesMasters/notesMaster1.xml" Id="R18bca537e7014a3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389d0fa514a488e" /><Relationship Type="http://schemas.openxmlformats.org/officeDocument/2006/relationships/notesMaster" Target="/ppt/notesMasters/notesMaster1.xml" Id="R8d18eae2b7c64bc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0596771fed64117" /><Relationship Type="http://schemas.openxmlformats.org/officeDocument/2006/relationships/notesMaster" Target="/ppt/notesMasters/notesMaster1.xml" Id="Rc3dfe988896b400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7f868cd2428450a" /><Relationship Type="http://schemas.openxmlformats.org/officeDocument/2006/relationships/notesMaster" Target="/ppt/notesMasters/notesMaster1.xml" Id="R97dbdf6ac15149b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13e82899d2343c0" /><Relationship Type="http://schemas.openxmlformats.org/officeDocument/2006/relationships/notesMaster" Target="/ppt/notesMasters/notesMaster1.xml" Id="Re643980b21b14d8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fd44d16a8cc4b79" /><Relationship Type="http://schemas.openxmlformats.org/officeDocument/2006/relationships/notesMaster" Target="/ppt/notesMasters/notesMaster1.xml" Id="R1fd8d201d85b4e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be6fd4281d24d32" /><Relationship Type="http://schemas.openxmlformats.org/officeDocument/2006/relationships/notesMaster" Target="/ppt/notesMasters/notesMaster1.xml" Id="R7550f6061f064ed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4a1e06916834863" /><Relationship Type="http://schemas.openxmlformats.org/officeDocument/2006/relationships/notesMaster" Target="/ppt/notesMasters/notesMaster1.xml" Id="Rc9dd5e9fc7d74de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b0b573a83984b67" /><Relationship Type="http://schemas.openxmlformats.org/officeDocument/2006/relationships/notesMaster" Target="/ppt/notesMasters/notesMaster1.xml" Id="Rd7d14b00c722485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dfc8ceba55140fa" /><Relationship Type="http://schemas.openxmlformats.org/officeDocument/2006/relationships/notesMaster" Target="/ppt/notesMasters/notesMaster1.xml" Id="R4bd2d306051f4bc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e0e21c417674d4a" /><Relationship Type="http://schemas.openxmlformats.org/officeDocument/2006/relationships/notesMaster" Target="/ppt/notesMasters/notesMaster1.xml" Id="Rb5db420973a847b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874abf5d24e4b25" /><Relationship Type="http://schemas.openxmlformats.org/officeDocument/2006/relationships/notesMaster" Target="/ppt/notesMasters/notesMaster1.xml" Id="R259c4a360c47439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91d18a1deb9405c" /><Relationship Type="http://schemas.openxmlformats.org/officeDocument/2006/relationships/notesMaster" Target="/ppt/notesMasters/notesMaster1.xml" Id="Ra58a8bec82524db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e64b7c354004f6a" /><Relationship Type="http://schemas.openxmlformats.org/officeDocument/2006/relationships/notesMaster" Target="/ppt/notesMasters/notesMaster1.xml" Id="Ra0f8f79f1481425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a23464f17d247c1" /><Relationship Type="http://schemas.openxmlformats.org/officeDocument/2006/relationships/notesMaster" Target="/ppt/notesMasters/notesMaster1.xml" Id="Rb4059ac8998a4e3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e58aa9918d24adf" /><Relationship Type="http://schemas.openxmlformats.org/officeDocument/2006/relationships/notesMaster" Target="/ppt/notesMasters/notesMaster1.xml" Id="Ra1613cd61a1e4d0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927a85612db4116" /><Relationship Type="http://schemas.openxmlformats.org/officeDocument/2006/relationships/notesMaster" Target="/ppt/notesMasters/notesMaster1.xml" Id="R068a79586ac748f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c75c56c61fb4fe9" /><Relationship Type="http://schemas.openxmlformats.org/officeDocument/2006/relationships/notesMaster" Target="/ppt/notesMasters/notesMaster1.xml" Id="R8b5685dac386427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6b12ef2d7d64db4" /><Relationship Type="http://schemas.openxmlformats.org/officeDocument/2006/relationships/notesMaster" Target="/ppt/notesMasters/notesMaster1.xml" Id="R1e626213530147a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5c5806320624368" /><Relationship Type="http://schemas.openxmlformats.org/officeDocument/2006/relationships/notesMaster" Target="/ppt/notesMasters/notesMaster1.xml" Id="R5a90a113f586473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1cf4a6ecd424ed2" /><Relationship Type="http://schemas.openxmlformats.org/officeDocument/2006/relationships/notesMaster" Target="/ppt/notesMasters/notesMaster1.xml" Id="R639a8034eea0448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2a6b249f02c4984" /><Relationship Type="http://schemas.openxmlformats.org/officeDocument/2006/relationships/notesMaster" Target="/ppt/notesMasters/notesMaster1.xml" Id="Rf110171ca60d446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6d16a2c7db14264" /><Relationship Type="http://schemas.openxmlformats.org/officeDocument/2006/relationships/notesMaster" Target="/ppt/notesMasters/notesMaster1.xml" Id="R57c3b84222f6482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c95d6af27c248bf" /><Relationship Type="http://schemas.openxmlformats.org/officeDocument/2006/relationships/notesMaster" Target="/ppt/notesMasters/notesMaster1.xml" Id="R439260e112154569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3593e3c251d42ea" /><Relationship Type="http://schemas.openxmlformats.org/officeDocument/2006/relationships/notesMaster" Target="/ppt/notesMasters/notesMaster1.xml" Id="R710eda122bbe4b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ad0b7f26c9c84003" /><Relationship Type="http://schemas.openxmlformats.org/officeDocument/2006/relationships/notesMaster" Target="/ppt/notesMasters/notesMaster1.xml" Id="R5ce0e8bd2caa49f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5e4d61fb828482a" /><Relationship Type="http://schemas.openxmlformats.org/officeDocument/2006/relationships/notesMaster" Target="/ppt/notesMasters/notesMaster1.xml" Id="R28a8c17a8799406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3aa9cad419d4bc8" /><Relationship Type="http://schemas.openxmlformats.org/officeDocument/2006/relationships/notesMaster" Target="/ppt/notesMasters/notesMaster1.xml" Id="Rd9c131773274422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1f076a110be4f13" /><Relationship Type="http://schemas.openxmlformats.org/officeDocument/2006/relationships/notesMaster" Target="/ppt/notesMasters/notesMaster1.xml" Id="Rf3110ba9c2e241b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c0dc62ebaaa41e8" /><Relationship Type="http://schemas.openxmlformats.org/officeDocument/2006/relationships/notesMaster" Target="/ppt/notesMasters/notesMaster1.xml" Id="Rcb86858a9bc7488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dce7b389c6a40a7" /><Relationship Type="http://schemas.openxmlformats.org/officeDocument/2006/relationships/notesMaster" Target="/ppt/notesMasters/notesMaster1.xml" Id="R27cc8ba21d4c48b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1cabc71acfc4de5" /><Relationship Type="http://schemas.openxmlformats.org/officeDocument/2006/relationships/notesMaster" Target="/ppt/notesMasters/notesMaster1.xml" Id="R9d32779f633544c4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0d30bd8317b48a7" /><Relationship Type="http://schemas.openxmlformats.org/officeDocument/2006/relationships/notesMaster" Target="/ppt/notesMasters/notesMaster1.xml" Id="R49ddd3ff1f6e4697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e98f8671609441d" /><Relationship Type="http://schemas.openxmlformats.org/officeDocument/2006/relationships/notesMaster" Target="/ppt/notesMasters/notesMaster1.xml" Id="R7b50267ab8f1443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9a5b5dd4e1449ca" /><Relationship Type="http://schemas.openxmlformats.org/officeDocument/2006/relationships/notesMaster" Target="/ppt/notesMasters/notesMaster1.xml" Id="Rc39879ca28264a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d787c12f148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a9b559d0b94dd7" /><Relationship Type="http://schemas.openxmlformats.org/officeDocument/2006/relationships/slideLayout" Target="/ppt/slideLayouts/slideLayout1.xml" Id="R6caac8836bc141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aac8836bc141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baabe33c04158" /><Relationship Type="http://schemas.openxmlformats.org/officeDocument/2006/relationships/notesSlide" Target="/ppt/notesSlides/notesSlide1.xml" Id="R10586a6e94fe47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6fdd65dd714cea" /><Relationship Type="http://schemas.openxmlformats.org/officeDocument/2006/relationships/notesSlide" Target="/ppt/notesSlides/notesSlide2.xml" Id="R408f12ef198e45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f8cab329f4873" /><Relationship Type="http://schemas.openxmlformats.org/officeDocument/2006/relationships/chart" Target="/ppt/slides/charts/chart1.xml" Id="R9a16e6f523484a54" /><Relationship Type="http://schemas.openxmlformats.org/officeDocument/2006/relationships/notesSlide" Target="/ppt/notesSlides/notesSlide3.xml" Id="Ra226627f5aa94b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cba0e62384e19" /><Relationship Type="http://schemas.openxmlformats.org/officeDocument/2006/relationships/chart" Target="/ppt/slides/charts/chart2.xml" Id="R29490edee18f4510" /><Relationship Type="http://schemas.openxmlformats.org/officeDocument/2006/relationships/chart" Target="/ppt/slides/charts/chart3.xml" Id="Re56113b560e045e5" /><Relationship Type="http://schemas.openxmlformats.org/officeDocument/2006/relationships/chart" Target="/ppt/slides/charts/chart4.xml" Id="R393f8649f43b49ce" /><Relationship Type="http://schemas.openxmlformats.org/officeDocument/2006/relationships/notesSlide" Target="/ppt/notesSlides/notesSlide4.xml" Id="Rfd5e2ba7b30a4d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7d03878154b72" /><Relationship Type="http://schemas.openxmlformats.org/officeDocument/2006/relationships/chart" Target="/ppt/slides/charts/chart5.xml" Id="R0afb7999e5b84a40" /><Relationship Type="http://schemas.openxmlformats.org/officeDocument/2006/relationships/chart" Target="/ppt/slides/charts/chart6.xml" Id="R59c2076889ce4f9e" /><Relationship Type="http://schemas.openxmlformats.org/officeDocument/2006/relationships/chart" Target="/ppt/slides/charts/chart7.xml" Id="Rcec5e3c8535a4ffa" /><Relationship Type="http://schemas.openxmlformats.org/officeDocument/2006/relationships/chart" Target="/ppt/slides/charts/chart8.xml" Id="Rf90eff8758974b00" /><Relationship Type="http://schemas.openxmlformats.org/officeDocument/2006/relationships/notesSlide" Target="/ppt/notesSlides/notesSlide5.xml" Id="R4cdb2bda1e3748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302cffb834173" /><Relationship Type="http://schemas.openxmlformats.org/officeDocument/2006/relationships/chart" Target="/ppt/slides/charts/chart9.xml" Id="R5e5fb3ea25204410" /><Relationship Type="http://schemas.openxmlformats.org/officeDocument/2006/relationships/chart" Target="/ppt/slides/charts/chart10.xml" Id="R1630187b41904e25" /><Relationship Type="http://schemas.openxmlformats.org/officeDocument/2006/relationships/notesSlide" Target="/ppt/notesSlides/notesSlide6.xml" Id="R83ed298172d04e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db51ac8c547e7" /><Relationship Type="http://schemas.openxmlformats.org/officeDocument/2006/relationships/chart" Target="/ppt/slides/charts/chart11.xml" Id="R1b34a262693b4a85" /><Relationship Type="http://schemas.openxmlformats.org/officeDocument/2006/relationships/chart" Target="/ppt/slides/charts/chart12.xml" Id="Rae1abbd9d1e64ab9" /><Relationship Type="http://schemas.openxmlformats.org/officeDocument/2006/relationships/notesSlide" Target="/ppt/notesSlides/notesSlide7.xml" Id="Rbe54e1a369894f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3f78975aa4288" /><Relationship Type="http://schemas.openxmlformats.org/officeDocument/2006/relationships/chart" Target="/ppt/slides/charts/chart13.xml" Id="R7fed503c0a7f4404" /><Relationship Type="http://schemas.openxmlformats.org/officeDocument/2006/relationships/chart" Target="/ppt/slides/charts/chart14.xml" Id="Ra0641a26e2674609" /><Relationship Type="http://schemas.openxmlformats.org/officeDocument/2006/relationships/notesSlide" Target="/ppt/notesSlides/notesSlide8.xml" Id="Rc7579e4038cf4f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e436fc4f14645" /><Relationship Type="http://schemas.openxmlformats.org/officeDocument/2006/relationships/chart" Target="/ppt/slides/charts/chart15.xml" Id="R96d22f1bf6e94583" /><Relationship Type="http://schemas.openxmlformats.org/officeDocument/2006/relationships/notesSlide" Target="/ppt/notesSlides/notesSlide9.xml" Id="R8b31057b040c40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5848a46164771" /><Relationship Type="http://schemas.openxmlformats.org/officeDocument/2006/relationships/chart" Target="/ppt/slides/charts/chart16.xml" Id="R04591404cc4c4400" /><Relationship Type="http://schemas.openxmlformats.org/officeDocument/2006/relationships/notesSlide" Target="/ppt/notesSlides/notesSlide10.xml" Id="R28aa24aec0aa44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936b6c0934554" /><Relationship Type="http://schemas.openxmlformats.org/officeDocument/2006/relationships/chart" Target="/ppt/slides/charts/chart17.xml" Id="R6599a641d90b4465" /><Relationship Type="http://schemas.openxmlformats.org/officeDocument/2006/relationships/notesSlide" Target="/ppt/notesSlides/notesSlide11.xml" Id="R2cbb0872aa1b426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41bca3c2d414b" /><Relationship Type="http://schemas.openxmlformats.org/officeDocument/2006/relationships/chart" Target="/ppt/slides/charts/chart18.xml" Id="Re22a6aa4ebe64dd7" /><Relationship Type="http://schemas.openxmlformats.org/officeDocument/2006/relationships/chart" Target="/ppt/slides/charts/chart19.xml" Id="R6538e430003e446d" /><Relationship Type="http://schemas.openxmlformats.org/officeDocument/2006/relationships/notesSlide" Target="/ppt/notesSlides/notesSlide12.xml" Id="R8af48e7b511141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5d9b759624694" /><Relationship Type="http://schemas.openxmlformats.org/officeDocument/2006/relationships/chart" Target="/ppt/slides/charts/chart20.xml" Id="Radd2a6606bbe4dcb" /><Relationship Type="http://schemas.openxmlformats.org/officeDocument/2006/relationships/notesSlide" Target="/ppt/notesSlides/notesSlide13.xml" Id="Rca295a64d67742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948e1514a4638" /><Relationship Type="http://schemas.openxmlformats.org/officeDocument/2006/relationships/chart" Target="/ppt/slides/charts/chart21.xml" Id="R6ac8914842a24eca" /><Relationship Type="http://schemas.openxmlformats.org/officeDocument/2006/relationships/notesSlide" Target="/ppt/notesSlides/notesSlide14.xml" Id="R3a7c1097dae94e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b8e0356e546be" /><Relationship Type="http://schemas.openxmlformats.org/officeDocument/2006/relationships/chart" Target="/ppt/slides/charts/chart22.xml" Id="Rb2681cc9ea4c46b8" /><Relationship Type="http://schemas.openxmlformats.org/officeDocument/2006/relationships/notesSlide" Target="/ppt/notesSlides/notesSlide15.xml" Id="R5acee84b5e274e5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bd04e2b0b442e" /><Relationship Type="http://schemas.openxmlformats.org/officeDocument/2006/relationships/chart" Target="/ppt/slides/charts/chart23.xml" Id="R2e247d17fed148bc" /><Relationship Type="http://schemas.openxmlformats.org/officeDocument/2006/relationships/chart" Target="/ppt/slides/charts/chart24.xml" Id="R5707c70ec134447f" /><Relationship Type="http://schemas.openxmlformats.org/officeDocument/2006/relationships/chart" Target="/ppt/slides/charts/chart25.xml" Id="R648314d362bf4ce4" /><Relationship Type="http://schemas.openxmlformats.org/officeDocument/2006/relationships/notesSlide" Target="/ppt/notesSlides/notesSlide16.xml" Id="R6efb5a7ef5df448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801c6af644692" /><Relationship Type="http://schemas.openxmlformats.org/officeDocument/2006/relationships/chart" Target="/ppt/slides/charts/chart26.xml" Id="Rd576798fb1744d37" /><Relationship Type="http://schemas.openxmlformats.org/officeDocument/2006/relationships/chart" Target="/ppt/slides/charts/chart27.xml" Id="R0e4f39680d1f4db1" /><Relationship Type="http://schemas.openxmlformats.org/officeDocument/2006/relationships/chart" Target="/ppt/slides/charts/chart28.xml" Id="Ra82c6123626648bd" /><Relationship Type="http://schemas.openxmlformats.org/officeDocument/2006/relationships/notesSlide" Target="/ppt/notesSlides/notesSlide17.xml" Id="Rcbaa7ae89cb04c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fa4543c994379" /><Relationship Type="http://schemas.openxmlformats.org/officeDocument/2006/relationships/chart" Target="/ppt/slides/charts/chart29.xml" Id="R7dafad7a213b4f51" /><Relationship Type="http://schemas.openxmlformats.org/officeDocument/2006/relationships/notesSlide" Target="/ppt/notesSlides/notesSlide18.xml" Id="Rb0a6275f90ed479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2760dc0d5470e" /><Relationship Type="http://schemas.openxmlformats.org/officeDocument/2006/relationships/chart" Target="/ppt/slides/charts/chart30.xml" Id="Rcc0b894c48f14da1" /><Relationship Type="http://schemas.openxmlformats.org/officeDocument/2006/relationships/chart" Target="/ppt/slides/charts/chart31.xml" Id="R028d8136673b4893" /><Relationship Type="http://schemas.openxmlformats.org/officeDocument/2006/relationships/notesSlide" Target="/ppt/notesSlides/notesSlide19.xml" Id="Ra80cdb0408e546a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6d552dd5c4a8d" /><Relationship Type="http://schemas.openxmlformats.org/officeDocument/2006/relationships/image" Target="/ppt/media/image.png" Id="Ra8acb72d013a43e6" /><Relationship Type="http://schemas.openxmlformats.org/officeDocument/2006/relationships/notesSlide" Target="/ppt/notesSlides/notesSlide20.xml" Id="Ra406f904cd5e40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b4ecad41e4d2c" /><Relationship Type="http://schemas.openxmlformats.org/officeDocument/2006/relationships/image" Target="/ppt/media/image2.png" Id="R1e6d454557d24f24" /><Relationship Type="http://schemas.openxmlformats.org/officeDocument/2006/relationships/notesSlide" Target="/ppt/notesSlides/notesSlide21.xml" Id="Rca4b15f236f540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8e8ab8bcd4bc6" /><Relationship Type="http://schemas.openxmlformats.org/officeDocument/2006/relationships/image" Target="/ppt/media/image3.png" Id="R725e412c1ff345a9" /><Relationship Type="http://schemas.openxmlformats.org/officeDocument/2006/relationships/notesSlide" Target="/ppt/notesSlides/notesSlide22.xml" Id="R746034a90d564bb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21ec5f90e47e4" /><Relationship Type="http://schemas.openxmlformats.org/officeDocument/2006/relationships/image" Target="/ppt/media/image4.png" Id="R6cd207cfd70b4420" /><Relationship Type="http://schemas.openxmlformats.org/officeDocument/2006/relationships/notesSlide" Target="/ppt/notesSlides/notesSlide23.xml" Id="R7bdb5fa8f02b4f6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7efb9383e4226" /><Relationship Type="http://schemas.openxmlformats.org/officeDocument/2006/relationships/notesSlide" Target="/ppt/notesSlides/notesSlide24.xml" Id="R817d1ee8928b459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8deb411f94ab1" /><Relationship Type="http://schemas.openxmlformats.org/officeDocument/2006/relationships/notesSlide" Target="/ppt/notesSlides/notesSlide25.xml" Id="R434c1fa77434430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8b8297e314d71" /><Relationship Type="http://schemas.openxmlformats.org/officeDocument/2006/relationships/chart" Target="/ppt/slides/charts/chart32.xml" Id="R8dc6f5584b4046d0" /><Relationship Type="http://schemas.openxmlformats.org/officeDocument/2006/relationships/notesSlide" Target="/ppt/notesSlides/notesSlide26.xml" Id="R596ab0c2faab487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75e13a9924b43" /><Relationship Type="http://schemas.openxmlformats.org/officeDocument/2006/relationships/notesSlide" Target="/ppt/notesSlides/notesSlide27.xml" Id="R278e672bcbac45a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39bf9a005494b" /><Relationship Type="http://schemas.openxmlformats.org/officeDocument/2006/relationships/chart" Target="/ppt/slides/charts/chart33.xml" Id="R9947361e7e2444f5" /><Relationship Type="http://schemas.openxmlformats.org/officeDocument/2006/relationships/chart" Target="/ppt/slides/charts/chart34.xml" Id="R49b643200a1146b6" /><Relationship Type="http://schemas.openxmlformats.org/officeDocument/2006/relationships/notesSlide" Target="/ppt/notesSlides/notesSlide28.xml" Id="R0d3052c219c743f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1d056e5f74149" /><Relationship Type="http://schemas.openxmlformats.org/officeDocument/2006/relationships/chart" Target="/ppt/slides/charts/chart35.xml" Id="R31c2cfc135874afc" /><Relationship Type="http://schemas.openxmlformats.org/officeDocument/2006/relationships/notesSlide" Target="/ppt/notesSlides/notesSlide29.xml" Id="Rb4daae32b7fd462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4bf4dcbe548b8" /><Relationship Type="http://schemas.openxmlformats.org/officeDocument/2006/relationships/chart" Target="/ppt/slides/charts/chart36.xml" Id="R58fc4fced52e4370" /><Relationship Type="http://schemas.openxmlformats.org/officeDocument/2006/relationships/notesSlide" Target="/ppt/notesSlides/notesSlide30.xml" Id="R29ca789d935e428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f776e2cfb431c" /><Relationship Type="http://schemas.openxmlformats.org/officeDocument/2006/relationships/notesSlide" Target="/ppt/notesSlides/notesSlide31.xml" Id="R19df156f799b467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e3d19a4594e15" /><Relationship Type="http://schemas.openxmlformats.org/officeDocument/2006/relationships/notesSlide" Target="/ppt/notesSlides/notesSlide32.xml" Id="R31e9d928605b4b6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c9e22ea864727" /><Relationship Type="http://schemas.openxmlformats.org/officeDocument/2006/relationships/chart" Target="/ppt/slides/charts/chart37.xml" Id="R0a619dccae3b49e6" /><Relationship Type="http://schemas.openxmlformats.org/officeDocument/2006/relationships/notesSlide" Target="/ppt/notesSlides/notesSlide33.xml" Id="R90dbb0ebf9924e4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5dd97e6aa4b62" /><Relationship Type="http://schemas.openxmlformats.org/officeDocument/2006/relationships/chart" Target="/ppt/slides/charts/chart38.xml" Id="R52002729d4e949e1" /><Relationship Type="http://schemas.openxmlformats.org/officeDocument/2006/relationships/notesSlide" Target="/ppt/notesSlides/notesSlide34.xml" Id="Rb9b536a177cd459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a1df30cd14cf5" /><Relationship Type="http://schemas.openxmlformats.org/officeDocument/2006/relationships/chart" Target="/ppt/slides/charts/chart39.xml" Id="R2a4a77cc83c641c2" /><Relationship Type="http://schemas.openxmlformats.org/officeDocument/2006/relationships/notesSlide" Target="/ppt/notesSlides/notesSlide35.xml" Id="Raf2d0cf2d73d4f1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afcf89b5d4cf3" /><Relationship Type="http://schemas.openxmlformats.org/officeDocument/2006/relationships/notesSlide" Target="/ppt/notesSlides/notesSlide36.xml" Id="Rc60802229f0a4da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664719abf4113" /><Relationship Type="http://schemas.openxmlformats.org/officeDocument/2006/relationships/notesSlide" Target="/ppt/notesSlides/notesSlide37.xml" Id="Rb9df61134cf84a8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ddaba40364a07" /><Relationship Type="http://schemas.openxmlformats.org/officeDocument/2006/relationships/notesSlide" Target="/ppt/notesSlides/notesSlide38.xml" Id="R430cc7b3e53043e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8d70ffe9643a4" /><Relationship Type="http://schemas.openxmlformats.org/officeDocument/2006/relationships/notesSlide" Target="/ppt/notesSlides/notesSlide39.xml" Id="R113f6faf558246a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99612d41e42c5" /><Relationship Type="http://schemas.openxmlformats.org/officeDocument/2006/relationships/notesSlide" Target="/ppt/notesSlides/notesSlide40.xml" Id="R6f82cf610f434ef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067e828d64ef2" /><Relationship Type="http://schemas.openxmlformats.org/officeDocument/2006/relationships/notesSlide" Target="/ppt/notesSlides/notesSlide41.xml" Id="R185d1e69212f456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933b1b96645f9" /><Relationship Type="http://schemas.openxmlformats.org/officeDocument/2006/relationships/notesSlide" Target="/ppt/notesSlides/notesSlide42.xml" Id="R715e5672dd8a4bd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d3c5bf7d441e7" /><Relationship Type="http://schemas.openxmlformats.org/officeDocument/2006/relationships/notesSlide" Target="/ppt/notesSlides/notesSlide43.xml" Id="R25ebf445c05c481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b8eb22abd4c4e" /><Relationship Type="http://schemas.openxmlformats.org/officeDocument/2006/relationships/notesSlide" Target="/ppt/notesSlides/notesSlide44.xml" Id="Rf70874fc5817484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939e58c5a4e23" /><Relationship Type="http://schemas.openxmlformats.org/officeDocument/2006/relationships/notesSlide" Target="/ppt/notesSlides/notesSlide45.xml" Id="R43aed430db6d4ea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3679234c4485d" /><Relationship Type="http://schemas.openxmlformats.org/officeDocument/2006/relationships/notesSlide" Target="/ppt/notesSlides/notesSlide46.xml" Id="Rcb041204a756436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daeffe8c64241" /><Relationship Type="http://schemas.openxmlformats.org/officeDocument/2006/relationships/notesSlide" Target="/ppt/notesSlides/notesSlide47.xml" Id="R23ca8b676d674be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de9083b57432e" /><Relationship Type="http://schemas.openxmlformats.org/officeDocument/2006/relationships/notesSlide" Target="/ppt/notesSlides/notesSlide48.xml" Id="Rbd83ab5407f7466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064e012f64128" /><Relationship Type="http://schemas.openxmlformats.org/officeDocument/2006/relationships/notesSlide" Target="/ppt/notesSlides/notesSlide49.xml" Id="Rb55b3db71c2841e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a0420b4e34c81" /><Relationship Type="http://schemas.openxmlformats.org/officeDocument/2006/relationships/notesSlide" Target="/ppt/notesSlides/notesSlide50.xml" Id="Rc0cd08f2c301472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e5dcf2a8a4f34" /><Relationship Type="http://schemas.openxmlformats.org/officeDocument/2006/relationships/notesSlide" Target="/ppt/notesSlides/notesSlide51.xml" Id="Rb156e20cdabc4c73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9a551a6744bd4" /><Relationship Type="http://schemas.openxmlformats.org/officeDocument/2006/relationships/notesSlide" Target="/ppt/notesSlides/notesSlide52.xml" Id="Rf5aee22bafa94cb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b7819fabc4e29" /><Relationship Type="http://schemas.openxmlformats.org/officeDocument/2006/relationships/notesSlide" Target="/ppt/notesSlides/notesSlide53.xml" Id="R856e5c883308455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4e1c28c994833" /><Relationship Type="http://schemas.openxmlformats.org/officeDocument/2006/relationships/notesSlide" Target="/ppt/notesSlides/notesSlide54.xml" Id="Re5dcb6b7bb4044e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1e3879efd4c45" /><Relationship Type="http://schemas.openxmlformats.org/officeDocument/2006/relationships/notesSlide" Target="/ppt/notesSlides/notesSlide55.xml" Id="R1dfc3661e34e4c33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dec4632eb47fb" /><Relationship Type="http://schemas.openxmlformats.org/officeDocument/2006/relationships/notesSlide" Target="/ppt/notesSlides/notesSlide56.xml" Id="R2422fb22004c4c8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7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Verdecard</c:v>
              </c:pt>
              <c:pt idx="4">
                <c:v>Creditas</c:v>
              </c:pt>
              <c:pt idx="5">
                <c:v>MRV</c:v>
              </c:pt>
              <c:pt idx="6">
                <c:v>Bayer</c:v>
              </c:pt>
              <c:pt idx="7">
                <c:v>Lavoro</c:v>
              </c:pt>
              <c:pt idx="8">
                <c:v>PagSeguro</c:v>
              </c:pt>
              <c:pt idx="9">
                <c:v>ICred</c:v>
              </c:pt>
              <c:pt idx="10">
                <c:v>PicPay</c:v>
              </c:pt>
              <c:pt idx="11">
                <c:v>Banco Pine</c:v>
              </c:pt>
              <c:pt idx="12">
                <c:v>Mercado Pago / Mercado Crédito</c:v>
              </c:pt>
              <c:pt idx="13">
                <c:v>Solfácil</c:v>
              </c:pt>
              <c:pt idx="14">
                <c:v>Banco Volkswagen</c:v>
              </c:pt>
              <c:pt idx="15">
                <c:v>Agibank</c:v>
              </c:pt>
              <c:pt idx="16">
                <c:v>CloudWalk</c:v>
              </c:pt>
            </c:strLit>
          </c:cat>
          <c:val>
            <c:numLit>
              <c:formatCode>0.00</c:formatCode>
              <c:ptCount val="17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0.45</c:v>
              </c:pt>
              <c:pt idx="4">
                <c:v>0.45</c:v>
              </c:pt>
              <c:pt idx="5">
                <c:v>0.57</c:v>
              </c:pt>
              <c:pt idx="6">
                <c:v>0.7</c:v>
              </c:pt>
              <c:pt idx="7">
                <c:v>0.73</c:v>
              </c:pt>
              <c:pt idx="8">
                <c:v>1</c:v>
              </c:pt>
              <c:pt idx="9">
                <c:v>1.169268</c:v>
              </c:pt>
              <c:pt idx="10">
                <c:v>1.25</c:v>
              </c:pt>
              <c:pt idx="11">
                <c:v>1.25</c:v>
              </c:pt>
              <c:pt idx="12">
                <c:v>1.5</c:v>
              </c:pt>
              <c:pt idx="13">
                <c:v>1.5055</c:v>
              </c:pt>
              <c:pt idx="14">
                <c:v>2</c:v>
              </c:pt>
              <c:pt idx="15">
                <c:v>2.5</c:v>
              </c:pt>
              <c:pt idx="16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1B80B-5843-4EF3-AA2F-AA73F137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3A6E4-6F5C-4980-AA4D-36B42C09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5C6AD-7F40-4DC9-B1A6-BD3C84D6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A36FE-8AD2-45EA-9C7F-76DE1B54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67EB6-4730-4665-BC8C-3139DEB5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45214-2C0E-46F0-8788-7C7732C9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53A2A-77E8-498F-92C5-CA22B644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946060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0158DB-5205-46EA-97DD-32A21079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3496-6FA1-4B85-94EE-4138D309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C671F-810E-4648-B602-11A4B8A3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91BB4-1BA4-492D-9907-03D04CBD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DCAA7-C2D3-41D4-B599-3BE0AF10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F6738-C436-433A-A17F-F6E25CCB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7730BF-0132-4F2C-B557-95DA915A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D0B10-EC90-4F9B-BC2E-E2337D07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F353A-1106-4DF4-9144-21FC7A31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011954-2C69-4AC3-BEC3-989FA11A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C3EBD-4F78-40B5-84CF-040C69DE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433800-0A77-4F20-8DA3-41480470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8B5D7-E2E3-45AF-9D72-87785EDE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5FEA7-1826-44CB-921D-FA227C3F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80A3F5-F78B-4DF6-B9C9-5D510768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575C4-EB6B-4640-B3DA-1678AEFC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2302F-64AB-4B73-81F9-9571E003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638A1F-A3DD-4820-AE70-638D9368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4F6111-AB8B-434F-96E4-D01115D8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8C2CF-ED9B-4A01-B2F9-ADCAD2DA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03C1C6-C8FE-4731-87BE-6403EAF3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8195144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0B1C0F-A217-4178-A255-C954C2BE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8C2A1-C838-4F41-BE7F-99844DD7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67991-BABF-4389-B89A-50E3C49B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45C95-D55A-4030-85D3-CF3B3418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88E92-F47C-412B-B4D2-45BDAEFF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5750D-8C0E-4EB9-B6CC-9D531997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16e6f523484a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9E0F5-001D-4A94-BA0E-5F962C1D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38F71B-F1CB-4843-8534-BDC1B40F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E4E8B-91C5-49C3-BF32-2C22B4C6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AAB4D-02A3-42EA-8C6D-21F2D0FA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545EE-A601-4B46-AD5C-1622C5D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81BE9-1A82-4376-969A-CB136876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851C16-0181-4225-B70B-5EE3603A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7CF65-B241-4E3E-A567-17578596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031E1-52C9-4806-967E-5BD3C4A6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93AF42-A898-45E7-AF22-9B375CEC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86EF1-0692-4DE5-A56E-F172F6E0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757C0C-0BAD-472A-92CF-2AE8CCC2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83686D-5AF2-429B-8573-DA2B1542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3" y="4421157"/>
            <a:ext cx="18002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127CEA-ACFD-486D-84B9-4E61C2DA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3507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18,7% a.a.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91AA3E-9150-49ED-B62C-21D28A13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468782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2015–2018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C4F3CB-CDD0-4482-A622-7A948C51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338" y="3245281"/>
            <a:ext cx="3000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96F3B7-DF08-4E89-BACB-F225DCEE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7631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27,9% a.a.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5209C0-2B99-4460-9279-96AA957F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292906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2018–2023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620A35-DD69-4271-B830-EDD515FC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09750"/>
            <a:ext cx="990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84C71A-4A30-430E-8518-9DE475D8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621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 a.a.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66054C-B80C-4AD8-8263-55F54AB1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857375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2024–2025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545F5C-5554-48F4-AD24-55251B7C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6A12AD-961E-4BBA-8D69-434B1E38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213DCD-74AE-49D4-A109-59DFD86E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C7E55E-EC6E-45BE-B3E4-A4B2A56F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A5FFAB-53C0-4F6A-89E8-A27C10B6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DBCCFC-73A2-488D-AB0A-69B81E80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89504A-A857-4CC7-86EA-AD317744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7730F4-8B55-4D50-B415-089AFA02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F6E8AE-85C5-49B0-8CB4-F7067B64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72975C-CB98-4AF1-8AFD-F6B79F78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CAGRs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14677941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470512-4E02-47AB-B183-7F014F08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9AF88-F7A6-45DE-9F1E-8E0DB96D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059C2-8025-464F-9E9A-28D0FAF5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5ED57-1869-4433-A458-112E1A19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5D5BB-1BC1-4CE2-8778-D6D73C27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FE8C6-4358-4AB4-8488-84024345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3CD2E-9B36-4A3B-BFEF-D235BCD5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20DD2-3B63-4FDC-9E84-F11FCDB6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490edee18f451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D96F0-E93B-4892-BCC1-C55F1EC1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DF44B-7C7C-4B68-91E3-21D7FEB5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71F43F-EEB4-423F-9CCD-0952F350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11917A-C351-44A6-A8B8-E12503E7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313FA-6ABD-492D-93A9-04CFB310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73859-BACF-4BEA-A9AD-6783C774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ABB65E-D2F2-414B-9805-654FAC17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6113b560e045e5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E7AC0-7CE0-4871-9EBB-AFF4CD58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A3DD55-AC7A-468D-92DB-C0FC7FF8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9F59D-1AD8-48D5-AC2A-279ACDF5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06C58A-A6EF-44EB-B5B8-92A2490E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4DAE3D-2BAB-4663-A419-99EC896A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EADF80-1608-436C-9A73-ECC094F5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B04568-F052-43FC-AA5C-10EB6D7E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3f8649f43b49ce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7E402F-B4EC-4271-8186-3B6681EE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2439770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0A84D6-6304-4387-8CA3-A8A5D9BA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31A5E-A5DE-44C0-A6E8-91A7CC07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A8261-A2EC-439A-8D17-F88CF7C5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CB2CF-FDE1-42F7-99C7-DB63C13D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6E3B1-9663-4B70-BF45-90E504DB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415B50-CE6E-4153-87CA-D7788C7A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E77A7-7E9A-462D-BCAF-4448940F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5F6EE-AEC0-4513-834E-2862AB8D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61F7D-B24A-495B-B40F-0183AC3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7027E1-3E0F-4AEF-885F-E460A4B6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25575-403F-4588-AEE8-6AC13593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70BE9-D824-415F-A465-B41F6312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fb7999e5b84a4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32870-CE34-4D00-B515-47EC9689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16FDAE-13AD-4E27-A726-730D210E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c2076889ce4f9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43E9F-9346-45FC-91FE-CBB2C775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D548F0-0B2A-4F39-ABD2-D6430534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c5e3c8535a4ffa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756747-5078-489F-BD44-D533FBCA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A73FCC-8410-47B9-BB08-46CE4644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4E595D-2BEB-48D4-A9D2-30201E5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0eff8758974b00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D19D5C-F1EA-4548-9906-91B33B8A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1C52CB-39B3-47E3-98AF-165E46FA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6205199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835211-8A3C-462E-ABE9-5422111B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58EFD-E3B5-4981-89C6-B4482552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 Outros representam 68,7%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7C536-5C9C-459B-ABC9-9C22EDCA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0D15F-5EF3-4C4A-98D0-8645A1E3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5BCE0-67D9-408B-B914-362407F4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Fotografia ANBIMA de dez/25 aplicada às competências; N/D incorporado em Outros.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7B523-FDB1-443B-97B3-DE899375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7D814-759C-462F-9948-BA572F7E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428982-DA63-46E7-87DC-73607185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5fb3ea2520441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FD72C-E46D-44E8-8EFE-33A37918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7ACB4-B63C-42E3-A55F-0EE734BB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30187b41904e2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1BC41-F53B-4E8F-9468-E88DFAC5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A72D0-CB75-4810-AFD7-DDA5C905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E4555-F771-4909-B738-A8AFFECE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14537-D54D-4085-9771-3306ECC9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AD17F1-04EC-4ABD-944C-F516E47A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00ACF3-04CA-4D38-8AFA-31489197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C5D4A1-FB05-4BA9-9041-BBAC6ACC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D5CD6D-01F1-42CA-8619-47334E4F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531045-399E-4840-ABAF-56328F87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ANBIMA são campos distintos. Evidência documental e proxy CVM complementam os fundos sem correspondência oficial; a origem permanece identificada por fundo.</a:t>
            </a:r>
          </a:p>
        </p:txBody>
      </p:sp>
    </p:spTree>
    <p:extLst>
      <p:ext uri="{BB962C8B-B14F-4D97-AF65-F5344CB8AC3E}">
        <p14:creationId xmlns:p14="http://schemas.microsoft.com/office/powerpoint/2010/main" val="973466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B2034-9C76-426D-98BF-0D93D82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E0C66-93B6-4AB5-83D6-44C60E83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F7A72-CEF9-48F3-9D44-6F42DCBC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40B2A-FD59-4846-89C6-3108C58B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762352-5C23-405D-81DF-849C34D8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96555-034A-406A-AF12-15390BF9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5C80A-2D29-49EB-8484-E6F0986E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C51A61-D324-4B40-A9B3-FDAAD084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34a262693b4a8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F00D1-475E-4E60-B28F-AF2F1A9A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C4DD6-FA07-4E4E-ADE0-6C082221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1abbd9d1e64ab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1A626-FD3E-43FD-B3D9-EA686FD6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718C3-9572-4FA6-B210-4CDA884B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40035B-87A7-4149-A140-E8D6013E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05BF48-5334-4448-AE57-4A7AD103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A1205-9228-4714-AB04-5ACF6842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9784021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ACF09C-C04C-42C0-B841-35C9A757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8739A-0610-4627-8F8D-C9A617FE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013BA-526D-4D41-A707-F5203D7A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11101-64EE-49B9-920B-F74E5300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27ADA-EBEF-44D3-980E-CDE6A994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9FF18-D3AE-46EB-961C-A128459A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8BC82-58AE-40EA-932F-29069A93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E9F82-1275-4B80-BF1E-11AE89F2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ed503c0a7f440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317F06-D9D8-4C36-BAD9-467F64BC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836AE-D236-4FE8-9B19-8AAE9E82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641a26e267460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E3EB6-F1EF-4143-A70C-A9C67FC5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CF5BB5-7689-42CC-B02B-C9168DFD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240EF4-37F5-4673-A2A3-4919BE5F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228E74-7C9E-4197-8E0C-F266767E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E14CE4-CC81-4344-BEF5-FAAF6CC9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CE9B04-E290-4A6F-8E9F-D66893A4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F892A7-6FA8-48A1-B8B7-2B5F9D87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EFE146-04CA-4F8C-96B0-A6C4AE0C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D0F7C9-9387-41B3-AE48-F7645D1A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FF77B5-D891-4EFE-B51D-BC9A7E10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2914723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973230-C7BB-4067-89EC-36ABF349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935BF-078F-4A10-9672-D8FD3136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AD0BE-6E56-4735-962B-347390E5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01E53-0C61-4713-AB50-4E2F6760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AB3EB-F014-4969-A37A-AE5FAFFD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257A9-DE9B-4D89-A409-E4720CFD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BB17B-3DDC-4F1F-B9BC-08DA41E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E61B2-9030-48D2-A821-F929D05D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d22f1bf6e9458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48451-7E78-46BA-A862-1DBFF196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ACA06-6922-4FF2-B9FF-41F4A2D3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2E11A4-03A5-4FC7-83E1-61CF2585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E3E2E5-B57C-4D7E-B1AB-109F5AEA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22E58B-7E56-4173-9A8B-223D8162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19074D-5C7B-4BF8-9112-FD48BB1A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08AA3-05E0-4556-A088-ED2689B9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E927B-D76B-4759-99D8-498E7EF8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807B09-D289-4A40-BEF5-21A742FB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6AC3FE-7622-4ECE-B40A-0F9DB769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BD310-991D-41FB-A72A-30775194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3F26D3-2AB7-4639-9D28-B15E6ED9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4653C2-0788-4671-88F2-244A514A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F6423-F0F4-4D6B-94B7-FF0B9B1F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C17FCD-3230-49E7-AA39-1AB33702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A30CF9-0687-475C-8C1E-94C4A62F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294638-AAF0-47F3-A1A9-22AD1AA2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F4438D-1643-445F-806A-B5EE40D8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BA4601-5DEF-4FF8-A5F0-10B386AC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2AB8EE-BAEB-4F21-9A9D-AA7359C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E58E34-02DD-43A7-974E-E16315F8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9348243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586130-E4A5-49DE-A8EC-9E50B62C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98AAB-C1D0-48AA-988B-9EF21679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FFEAC-6FE1-46D8-BE29-574D669C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1765E-881B-423A-A185-9E1976CA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370CA-9516-4168-9F43-8EFCA58A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6A95D-E417-478E-BB50-3DD33549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C9497-BE14-4902-83BA-DC034E46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A56E1-EC82-461A-BD49-C2A458AB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591404cc4c440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99440-10F2-402E-9BFD-006892B9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8DAA4C-E629-4C50-8825-8FDBB32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91B8F-5169-4C6B-9B64-037062E2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ABCDAC-112A-44EA-8C9A-37708C82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77DFE-333E-4A12-9354-CCE120A3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1DF1E-5098-4106-968E-F4EF88D2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CE6904-EC76-4372-9DA2-42B1526F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81656A-6AF0-465F-A686-05E1ABE4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0423FD-FBDF-424E-9A91-BE20DC80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5412A5-C65E-4ED2-8ACC-A43AE3D2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CF382-5296-4510-AC80-CD2A0831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10E8B0-1C58-4D4C-BB1A-D0308F70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97F29B-273E-412F-9F5D-F6B02505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928FE5-2356-4BB7-8CB0-CC738AF1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9E19F-2AA1-46F5-981B-05049809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041CD0-B8BD-492C-8837-FB0CA813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9514581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CC0830-59CC-43C4-BEE3-7F8DAB27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58E75-E731-4BE9-A13C-3A1FF9AA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83C43-3E01-46A1-9C21-53385F8F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6C665-F1DA-4211-AC3C-6650B3C2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061F2-0635-4F3A-B62F-DD5E91EA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0CD2D-A620-4492-A6B4-0A14DF71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0663E-091F-4842-B2E0-D3777A27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E979D-2F55-499B-9BB5-A2CB06DA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99a641d90b446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2560C5-BF20-4F3F-8B9E-921631EA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A2972-7D12-414A-BE09-546F82D6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DB4786-20BE-47F2-A0D6-6A1722EE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663B8-628B-48BC-B704-D2D544A0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4EE36-6084-4F8C-9AC7-2A2E3FBA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FDB643-A2BF-4A4D-9786-98B663A9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4333AD-CF9C-4CDE-8062-CFC9A3D3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6D32E-3C89-4ECA-A5FD-F8FFA9D3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223032-A7CB-4594-B92C-E299065A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3ED5E0-1690-49F5-AA99-24CE289C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9EC73-09A2-471C-A559-FC4C69FB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549079-50F3-468E-B3D4-4218BC1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2CFD11-5ED9-456B-BBFC-D08B51A0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7FC019-FF4E-4F52-B1DB-0844D1FC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16E575-FC69-4A87-8E3D-D6BF1574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E578C2-B85E-4615-944C-FAF3AD76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9A74FE-00AA-433D-9A65-CEC59145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46F4E4-3567-4DA2-ABB8-74C64ED0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752FCD-BB77-4BFB-9DF0-E78707CA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CDEFAB-11F7-48A2-A281-EBBADE65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C81851-3603-4B01-A2FC-791A8EE6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C15687-0FC4-4B71-B0BD-EFE5DAC5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40EEEE-E166-4619-9C8F-5D7BDAAF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8A68EA-27AE-42C6-B22E-8582DF10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7DB6DF-72DE-47F7-9B37-BB52E296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2AEF25-E60C-428A-B758-AB52E261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0123F8-8398-4A34-B2BC-B2A11E85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6FE2CD-93C6-4FCC-9F39-7C684A5D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69A917-C2FF-40FB-94EA-C2D45097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CE5898-A26C-4E8D-A6EC-A8828F33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6F5135-BB82-4B99-81D7-01F2D5E1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F1ADBD-5940-4B75-A879-3694E341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057246-3B7A-42E5-A0C4-ABDEA694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4C57FC-B765-4668-8409-3E26490B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1363485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58FFF4-4020-4747-A297-17E9E77F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87AC0-5638-4836-AD9F-ACAC1D0F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EE4F1D-40A6-48C2-901B-E2D3A82E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40620-B863-4962-9E80-A5B2AC41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97643-C95A-42FE-8DFD-0269BF8A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DE493D-F9BB-40F9-8B24-87ED09A5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397CBF-77C9-41CE-9876-CD794240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5C7F7-9ED7-407C-9F83-A754C3C9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2a6aa4ebe64dd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842D08-A940-4ABB-A028-6D66FA3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A81F9-6490-4315-9709-A43C7307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0E203-F723-4D70-8C16-3B96ABC8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38e430003e446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B6D97F-78BA-4BA8-B258-774FFC3A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15A66-B367-4093-A8DD-474D84AA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DB4AE-EC8D-43F8-92AB-17F9FB30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F8326B-16D9-4CD7-BF7F-B4C66EAA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74E89-9914-4456-98F2-E320E127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9C7A1-95D8-42B1-A10B-89CF1A9E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B40CC6-A0BE-497A-8ED4-8980F8FA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5481980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4D621-8ACB-41F2-A1DB-BD0A7BF0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C7E81-D4E2-4891-B972-7537EE66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BF3F1-F24F-488E-8BFA-371B6EF7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2B8FC-5F2D-49D4-AFB1-1E2B8093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72FC5-33A6-4C28-8E2D-8A8AA2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F05D08-CD06-46A9-8C8D-3D7C6B16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d2a6606bbe4dc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2839C-DFBF-4D56-AC14-5D18E068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6678497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41C6F-3FFE-4682-BC31-5068DD1E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DBAB8-0BF9-4622-BBBC-B25C5BD9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3BB87-60DB-45DE-9747-45BEE3A8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851BB-67B0-4318-9CF7-2CBC1AF4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5AF74-DA68-4917-84CF-58CF90B1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E304D-A972-48B7-83C6-2FC58917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c8914842a24ec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518ED-E223-4F22-8ADE-2A845CF3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6692277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DC779-FC0A-41F7-A55A-B8FC3EE8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3BA04-B922-4EF3-B025-619995A9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8CEFD-D46E-4238-9644-C75B19FD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AD0D1-E063-4B33-B8F3-6099D362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A3F2D-FE18-473A-B377-495DEA24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8AEA4-B456-42A6-A7B5-BA4EA3EA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681cc9ea4c46b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6D56D-BE52-4583-BA27-24CD284A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9603041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97CED0-9C8C-4A99-A696-B44CC141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DC965-35B4-40C7-8B8A-7F915B89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fica em #2 na administração e custódia; na gestão, o cenário sem a coorte bancária muda a posição de #1 para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D8EFF-493C-4BEE-85E3-8637819C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E2D5B-3108-4D8A-A4F8-54A24524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7F232-44F2-428C-ABF5-8BED0F27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FIDCs.xlsx, aba BTG. PL ex-FIC; Sistema Petrobras e TAPSO excluídos. Na gestão, o cenário retira 22 FIDCs e R$ 51,3 bi; o recorte não atribui controle societário.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08CE0-9707-4D06-93FD-ADEEC9D1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B3C9D-2DD6-49E8-9BD4-7297EAEB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FF126-7592-41FA-8139-CD62C7B0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123,3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2 · 72,0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58,1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50,5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28,6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E0832-1AB3-4D7A-B680-96A06314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247d17fed148bc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76928-FE32-4363-9208-B5458071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24CFC-3586-441C-B8DC-C2BE685B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79,1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27,8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18,9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4D96F-8951-46A6-9629-D3488FFE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07c70ec134447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3CC09E-F56E-4023-81A3-98FF8B34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DC51F-00CE-4775-BD50-19471A5C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71,3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31,3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35,6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 · 21,9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4D19D3-58B9-4654-BC1D-B39E5683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8314d362bf4ce4"/>
          </a:graphicData>
        </a:graphic>
      </p:graphicFrame>
    </p:spTree>
    <p:extLst>
      <p:ext uri="{BB962C8B-B14F-4D97-AF65-F5344CB8AC3E}">
        <p14:creationId xmlns:p14="http://schemas.microsoft.com/office/powerpoint/2010/main" val="8507377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2F889F-5FB0-471E-9B48-8CB28F46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554F10-B1EA-47B9-9C94-953D03BC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R$ 124,1 bi e R$ 122,3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D2549-FAC4-4898-80DA-6CC5C3B1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BB323-626F-4CDC-943C-DB89533C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AF0A4-C482-4098-AD11-E91B3DC5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679B4-EEEA-4F37-9C0E-518DD29B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A07F1-AE7C-417A-88E9-C0B174FA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72700-283E-408A-9ED6-7ACBBE53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3/8 · 22,4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16F34-5828-4BE0-996E-25AA3BCA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76798fb1744d37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E9E49-83FF-4FC9-B5D7-C1EDEEAE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5CFCC-7A39-4070-B0F0-636C90AC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5/16 · 10,2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6/24 · 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67EB9-700A-465D-816F-9AE5201C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4f39680d1f4db1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357BC-3BD9-4AA1-A2E2-6E94A3DA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45E37A-3825-4E7E-BD6D-14D96FE0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1/2 · 122,3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11,5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7/12 · 18,2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EBA65A-01CC-40B8-8830-E6157577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2c6123626648bd"/>
          </a:graphicData>
        </a:graphic>
      </p:graphicFrame>
    </p:spTree>
    <p:extLst>
      <p:ext uri="{BB962C8B-B14F-4D97-AF65-F5344CB8AC3E}">
        <p14:creationId xmlns:p14="http://schemas.microsoft.com/office/powerpoint/2010/main" val="114834694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CF845-B2ED-4A0B-81D1-E688126D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BCFC2-1EDD-4A48-84C1-D4CD3838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29609-F0F4-42F1-858A-06B76D4A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170F4-DA00-4B62-967F-6E281C42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E6288-6727-4388-A568-887D1A78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C2ADD-BBEA-4EA7-8A0F-5C4F39E9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F60B4-3B52-44FA-9249-F66AC8AD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A2DB4-9AE3-428E-A763-D338258C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afad7a213b4f5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49A4B2-B0B7-4FD6-8C42-7133FAFD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D7A01-9B52-45C9-8F02-73E90E70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4D60BA-0B57-45E6-BF9E-05E64087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85342D-F811-4B90-99F1-D0C149DE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62388945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E3EF1-2EF3-4F8F-A04B-E0154C4A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7F3E8-0456-46E3-ADA8-15CAC849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DA0CB-D6D5-42D0-8E15-6ECBE880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04885-9F80-4688-83F0-37D55A30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FEA11-A06A-4FFF-A5F1-6DDC3018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485C0D-A09C-4D6A-9F09-81A23427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02112-F307-4D0E-8365-357095FC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2C33E-039D-426D-A41E-ACCAF333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0b894c48f14da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ECE92-4417-4828-95C4-C21DC4FB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6EF82-8EFF-4048-91F1-2E363D5F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12F9C-A2CC-4CA8-97D6-B04362D2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080BB-D1DC-4DC2-A0C8-CEEADDCC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8d8136673b4893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2B6E1-A14D-4BC3-B277-9944B6AE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C6FB57-A6A2-42D1-89CC-CA72171E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E630C8-F9B4-41E6-B489-D3B212C4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16289004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39B75-56DE-4A3C-A302-0A0FFA36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40F58-B910-4652-9868-20A12A82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84BAB-D7CA-45F4-A170-DE4A9116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6F926-7B39-417E-BDD9-3524FF1D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41833-ADFE-4BBB-8A21-E84D0936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F8AB9A-651A-4BFA-A002-DF38C81D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cb72d013a43e6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4646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A2D9E-94B8-41A8-9D6E-42633C42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A89A6-57D2-4B92-BA18-E365C60D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F4F59-C93F-49D2-9D0F-70E0D405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FD8DF-A723-4E80-BC06-29E750E6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3CEAE3-04D3-4ED1-9A40-18C3F4B6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D3CFE-843F-46F1-92F7-71909D2E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d454557d24f24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755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2E90FE-49E2-4E97-9E35-61771B57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1E492-D290-4AA2-9A02-2DB4E0E7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1A5AB1-80F6-46C8-93D7-7BB5BC27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65125-B7B6-4D3F-93DD-06AC7BD2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9F2E5-B4B1-4E90-9D7B-DA70811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76C1A-F91C-4D6E-83E8-350238A1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5e412c1ff345a9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86572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566E4-92CA-433B-8254-F91843FB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8919D-2AAB-4A22-BFA6-E1656EA3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54CD1-CD14-4576-AA1D-B7F366EF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944FB-C430-478B-B1DB-3FD4BDD7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C0CF4-70A0-4974-86C2-B2EB2D7E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EDEBC1-406C-40A8-805C-CFA3178E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207cfd70b4420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03540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D6A3B559-6C4A-4C3C-9F28-21279C47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F7F49-4159-4FCA-A606-20CE016D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DC97A-CD19-4DCC-A1E7-0BDB2FC5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12B50-25EA-426E-930A-787F78C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38C2D-9BDC-4B63-AF41-26FABC52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5E0F9-0134-4B24-A7FA-7C832883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424B8-831E-4D68-A529-56B5BCC9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B75BD-7246-4C40-8688-E422DBED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978FA-825D-4BF5-BC1A-3A4746C1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D7B2A-A3EA-4074-AA5C-037FFEC2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00628-21F8-40F8-80BC-D5675866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6D64FF-C5FF-47DE-B9FF-9E3DE118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FF78C0-5692-42DE-9ADC-0ADC5488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09767B-BE61-48A8-8A23-92C69E18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038DA3-A6BB-4E44-BDB2-2C928DD1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19E49A-EEBA-406C-833B-94AD73B4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10B2D-00A9-452B-97BA-8760AAE3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B04FF6-9923-4D52-AEB9-1E1A5B46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F564A1-B56A-4CB6-BE4B-4BEFC4D0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BF3652-7514-4E60-9097-469DA29B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A14F0C-5EA4-485F-BDCA-2A80EF41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7A1A9-A6C5-44A3-8105-AC95FA56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0AFA0B-3EA3-49BB-AF3F-4996D849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A7F227-6F66-4F76-A2AD-02994489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164FDB-994D-40CE-ACC2-E50F298D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22B955-7E30-447A-AAC9-0E8176DB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9876DF-C945-4520-ADA4-72326169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FF422D-DDC0-41E4-BA7B-BC855BE3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BB5FA-7E88-4B43-826A-191A727D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ACAC81-2C38-427F-8F69-1BD5CE40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81B970-3F20-40FF-92B3-49B18CC6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87EFB2-7BDA-457B-986A-92A6DC97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818F3D-3E24-4C6D-8933-B4AB49EC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95085D-330D-45E7-A2D8-F05E54E3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A11234-A01E-4C8B-8B49-99BD1B02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F5A3E3-C923-449C-B92E-2B601844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C91EF1-FBF5-407A-93BF-9F07FB3E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E6AA60-000C-4F77-B1D6-B5151D80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6AA48C-9FFD-4F63-9885-7DCB2D2D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868A36-CA17-4706-8DD3-1AD0EC19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5DC6F-841B-4AB9-9CC7-1C8C4AE6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3B9B28-0945-400B-AACC-CAC2A95A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659D8C-CF4C-4BA3-AA27-AAE8F8C9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2A5659-0BEB-4C37-8B1C-5D391F46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304AEB-10B4-4C23-BA71-16D44267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3977B4-18B6-4808-A633-C1B351B5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5D517A-77C8-493D-AC7B-B7993586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AF878E-57D2-4ADC-9FA1-A998E8F3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A24B11-155C-41C7-838F-C2A21F64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EE7195-F628-4BAF-8CB6-630858FB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301AB51-5C29-47F5-967D-5E7D42F9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EE7F50-59FA-40F7-A94F-E01F1BC4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D19671-3C4D-4D3F-AC0B-C3F03AB6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A921F50-BFB5-4F27-8E19-E3C307DC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4E288FE-F8C6-48A3-8408-129E071A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1E1FB5-5936-4DBD-BC3E-0664DDEC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F69A198-4898-4308-B726-F5C36970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78A885-A079-410E-95F7-7B4AEA1F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677DFA-4C7A-4ED4-A790-0647F359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DB5AC76-64E7-4A10-B862-CF17D7AA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7E61C5E-D9E5-4695-B8BB-8789C42F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B4B0D7A-17AD-4173-BCA1-E24DBC18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E60F321-AD92-43C7-A76E-E21723E6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9E0EBEF-6107-406B-B04E-37F493E2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4FF88B-F433-427B-96DE-2CD83845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303312B-8FFD-4693-B227-781AA3E2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0A1ADE-9E85-4831-BE0F-EF73DC8A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292411E-D05E-475C-8D80-617619CE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043086E-9CAF-4E33-998B-852D8A9F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A6CF749-4D3C-405B-999A-65E2B431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8D276C1-E488-4478-BFF6-D297F969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741D7F7-FF16-47BB-8B87-99D3FF25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2C0F392-B712-4493-ABF0-945282C6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36C8887-92CD-4C78-A2C8-69003C22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C0EE3E8-D847-4E89-84DC-5ABF3CD0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9D24A2-2955-46AD-A1DF-A6295363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A909614-3068-4F59-8DC9-9763DE62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613223B-9661-47FC-B866-B5ECF33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DE99B0A-DFBF-4258-A046-C60E0482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0B3B42D-E79E-47C6-B050-ACD6A5C0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D7FADB2-49D1-4115-A1E7-C4117223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3C49429-3BF8-48B8-B1F4-F726E4E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2EE27B6-4AAE-40F2-BF6C-7C0E6083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8B7F80D-DA79-47FA-BBDD-D46E6A12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5D0B726-BD90-437D-B28D-41588BE5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A5B9A86-7CF1-4418-A678-CBE5A495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FF58483-1265-4403-8C39-68375981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7736C57-A208-4CCB-9D25-872E59F7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6DE3EAE-A45F-423C-8BD4-2334EE7B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954D8D6-DBCE-48D5-A4C8-E83FF91F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1AC0EE-C35A-4F36-8935-6264F2E6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A120281-4703-4B2A-9367-717BCF70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6EA33FC-A117-451C-855B-5F3D145F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FE2C73E-F66C-48CF-A708-75D1BD66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EBC5F75-5B9A-401B-98AE-8121A8C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6C17B81-70F9-4B0B-ABFC-E461DE8B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0D63946-3599-40A9-85E5-59C0BA8A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D5EBB91-DED2-44CB-A3AB-ABEFC286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676B663-1154-4B13-8FC3-B47EF9A4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7612F40-09B3-4AFC-BC4F-795B79E7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659AEC8-A061-47DC-AD1F-2FCC78BE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C5BECA9-DDD5-4013-B99F-61B70C4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ADCC0DE-9853-4B3E-8AAF-EA60530D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725430F-396F-4379-B4A4-4DCF58FC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B8EB802-3152-40FE-A79B-CFB92F95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8C93951-11D5-4FB3-9746-B34D3DC9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233EA6C-DF31-458F-8FE2-A542623C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3F498BE-F893-48CA-862A-125DAB5A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05EBA50-8628-425D-BD99-14DB7031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B0A4A4B-9EBC-40F3-B8E2-761A53A5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888D856-E97A-43E0-A31D-C614C955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AE3AC7E-B487-4FD9-9E16-2A6BAB70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2AAD7FA-2F33-48F0-A740-636FA52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45527D7-586D-4318-BCCD-7E7FC8B1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D7F4F09-6CFD-422A-AF67-39173DC9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9B22580-F782-4B67-95D8-670E246B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D978D8B-F66C-4F6A-86EF-E2E44D48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D5F598C-B679-4BF9-ABE2-5FBB5280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01EA2F1-E120-4474-90B5-F5734BAE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DC354A7-17D9-46AF-AC76-D587A343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0E2D90B-6369-43F3-AFDF-500C2273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C1CA61F-9870-4A91-9F7E-DBE6B266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8C565B7-B4AE-42C9-98B4-8FC34EFF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CEF5FAD-8461-49E8-9211-E10B34FA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69801D5-934A-48B6-B8A7-444346E1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B9F1A1A-B7BA-4DC5-87F1-D3881B2F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2684CDA-C05D-447F-A00F-F7C2E191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4B52FC8-7210-4618-8895-7594CEE8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C23D1F0-B0F3-492D-B4E4-91187E48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6E8DDE4-E1FD-498C-AE07-ED757DF1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FF33A1C-133F-4BD7-8951-EA809688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6019AC4-410B-4B9B-B1E8-5E8230F5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E244862-55B4-42F8-B519-D039D767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6475F32-E72F-417B-B2F3-682D0AC5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5C3124B-DAFB-474E-9224-4D1B4701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09A5D1B-E95E-4C70-BCC2-D5D15FD2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61F71EA-0A50-4BD2-8268-D2793F19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53B1AE6-6550-47E5-A64D-73DA7EEF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03B92CEC-AFF4-4BDB-BA4D-68810165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B309547-C27E-4E27-B6B1-DDA85E6D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26E0089-FAD9-4E1F-B5F8-EACCB451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F3E9D6B-4A04-4402-BCB5-61E8EBEA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765270C-C84A-49FC-9ABB-1CF7A99D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10D8868F-8937-41E8-8684-E0464789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DDCFD02-0D7E-404F-8AE8-FB705217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0D0B349-858C-4ED7-864F-2EA2CFD2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D285AD1-8073-43AB-A1D6-251CE4DA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FCA3900-4290-49D4-885B-92933E2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66967C99-F977-4152-BD93-5DC7D166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4B235EE-4F5A-4AE1-B7AB-2FEDB9D2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59745B6-5111-4031-BD21-17571E37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7FCC0C2-4F33-4A7E-A65D-13F53E76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80F9506E-A6BB-4B65-9665-0C95E67B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DB563B25-0280-4287-BF77-E3024E33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17710B2F-3653-4D53-9A34-780B4FC9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53C595C-5C11-4E25-BFD0-F5137655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6422D57-A784-4123-9575-EB423131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A63F7DB-04BF-403E-AAA7-4B0307D0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BADC48A-9469-4F1A-8E8C-AC1E5AF5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0003DFF-2757-4DC2-9EA2-0111FCCA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D70E77D-F390-444F-ABE2-4D8514A0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C146212-7453-482F-A875-C6DD1351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FA55249-63F4-45CD-B2C4-F71890C0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E85DC3D-AAF2-47D8-9894-02E0F7D2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3FB3CBF-D69D-4A42-977F-C9EEDF0A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325DE61-AEBD-4EE4-B270-5703475C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B4303E6-2DBD-4C32-927C-81A382C2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F5FE6D9-1D14-4F6D-9A02-B3A17E73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2DF7C48-1663-4B48-A018-FF2784BC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62B3B52-A537-4BCF-A6D8-A32BA28F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67CC290-01F8-4898-921E-842CC2AC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9AB3F45-209F-415A-A75E-71AAE9A1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85D6C11-A524-44CA-94A1-D7C506B5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E6E32DC-D7E7-4107-890A-36FC0F18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D7F8C6A-F625-44F0-95AD-74AC7577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AA92807B-F072-4CFC-9B11-DDACDBF1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A1BC087-DEA5-4602-A3C0-458E8692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7A79B3E0-EAB7-42D8-98ED-B4A5C829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94DA211-8433-4D8B-8074-297F34BA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D47875BB-53DD-4A64-89F8-2023714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8838323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AFA996B-DC11-4C21-A66A-0ABF586C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DD3B8-0840-4DB9-8F9E-20E67EF9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C5845-82B3-4A40-A68A-9868531E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80058-FD3D-4A5B-B775-AF20EC7E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95A5F-630A-4051-BEDE-059C4186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926A1-5E61-42BA-BF65-F12027CC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72828-AD0E-4775-BD87-9F4320EF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7EEE10-DB15-4EE3-8A9D-7CDAE624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E8D6F-9BB4-47E3-8B0F-80344836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1960C0-FA48-4DB1-AA9C-0B2F220D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7082D7-FBB1-4615-8357-8246D0F0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91C55-1F41-48CF-84B5-C296FA8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F4333-BAAD-4FD1-B63E-930C6F20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212F4-CA39-4FC2-A567-71D0407A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865E3-68DE-4974-AD7A-665FC4F7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01E2E-7D73-4BE1-A5EA-5E0F7BE2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F1D40-51B0-4D76-AA14-78116A0B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A3666B-E58F-4050-BF6C-E4E47BB3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A59B2-7052-4F42-995E-A779D2D1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4B90D5-9796-40A2-9382-F7AF7AB1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3AF75B-2E75-434D-8A12-3BBC9970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FF36E4-DD01-497B-B808-31218950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DFC3FC-A38B-48F5-89A4-BE685AE0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01E45D-BA11-43E1-857F-48DC5FE3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1DA144-8BA2-43C2-9829-05622EB5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876DE5-34A3-4BB0-8048-8FE1DC9C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E4CBBB-25CC-4539-BA7D-06883B52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01CA39-C7E6-49BD-8993-85067F0B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86904-16D7-4696-8C89-1816F9E4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E2D76F-B163-4766-8B29-896B01F8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350335-C4E7-486F-90EC-1ED41512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D6962D-3EAC-4574-BB65-13A27BE0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00AB8F-2E45-413C-9309-879AB55F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8C5BB7-7FD8-4EC3-9DFB-A4B55CB3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FD0D27-4F9A-486B-9C73-03393887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63B247-6FD7-4F4E-A513-DD724D43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C56D08-9562-4CCF-AF3A-AF2ADED5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B5B7BA-BE1F-4934-AE0E-455A9A0C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4D1467-3022-4C9B-B615-9E9375B9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C3E92A-AFA0-471D-825D-51629B7C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E5C27C-E46E-401A-9324-96170B9E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FA36E0-39EE-474C-99E1-A35EBDE3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ADC662-C012-4D85-BADA-412F1179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49234B-5BE4-485A-81A6-673BF6E5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EE016C-7A9F-4ACE-9A6B-762ACFCA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95FF73-9287-438D-A3D8-63D5D7D3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1FC5DA-26FB-4E9C-9ED2-E92144EC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7EABC1-0EFA-48BE-BC75-2F4BF176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D61BD-EB14-4817-B740-2E2327B4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028754-E7F8-49F6-AA20-0B4C4687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AE6E14-34D5-466D-8986-31DF29F3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749CA5-2E74-45D9-A97C-DE74C356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98E0689-B00F-4428-86DD-EA197F20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610216-52B4-4B76-B8CD-C6081E8A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8D7BAB2-8461-4871-B399-96A87776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95DB3B-39CC-4205-8FE3-881A6901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CE7BDC-3BD0-468E-9767-28967ED1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FE509E-3BD2-423E-9C3E-EE07E2F7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F67A04-1922-4A9D-B941-68B94102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BAA6A1F-69BE-467D-B787-D401B66A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E6EAFF-67B0-488C-91D7-4FD8FCFB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055012-DE01-4B58-A30C-C0CEA92D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6E67387-1EA9-4A21-AED2-47EED9DD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17C093A-B505-405D-884E-5960884F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EB8CBDC-33FF-4576-99F5-581FF8B2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3A114AE-E22A-4286-921E-01905590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0EC160E-C97D-4CC2-9827-7CEA2F8B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AE75FD1-DC43-45EA-9EFA-2EB922D0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FDA081A-19D3-402C-AC4B-87CBCACC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26527FC-F999-41F9-B30B-B22C571F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A308EE9-224A-48A9-87A6-DC1CBE2E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DAE0B8-8819-452F-843E-1F7095E7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8736804-F76F-40BC-9ADA-3942B136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A1A78EE-F72A-4422-8AC4-99C9C67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3898417-F820-4057-B763-109B560D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B008259-9131-4A50-BE62-82C1AD88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E27E57D-A482-43EE-9183-8ED06159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4603CAC-3E35-4138-B89C-835BDAD9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F832A2-464E-4399-A837-C0CD3723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FE0E33C-8728-4E5D-BDDE-50018D9D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F470D55-1022-46EB-AA87-A55087E5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A304D93-E403-432F-BCEF-A6BC87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E80F8F2-6068-4133-9C84-0C68FBA4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0C37ADA-CFF5-486A-A8F8-7E0A35A5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D8098A3-5E39-4AD9-BAD7-D45F2034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8C2E6BE-2244-4DF0-B6CA-80FAC7B9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FCB6FB3-3A63-4D6B-AE6F-5D3ED28D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02C74BE-2303-42D3-B3EF-74163CA0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691CE7F-8675-4116-B1EC-A5BEC930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45DB7E7-7F4B-4146-88F6-34C747EB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767D3CE-FC91-4A7C-A093-0D294C26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74026A8-66B9-4100-A3EA-FD04C556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3351879-AF0E-42AF-863B-5B0F861B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843864B-AFF7-4616-8C0A-CD5C9FA0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E39CB61-910E-4E18-9F87-9480F136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07E7ABA-6BFA-43F2-8231-386C52C3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E52454F-EFD8-41F8-A11F-E4BE91B3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828048B-8A7C-4353-B445-53EE8DFC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7B76106-72CE-4DBB-883A-7E492239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1232B9D-8592-4A5F-A33D-DD130D6E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3F92284-4A34-4507-9B62-73FD2030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92EF5C1-19DB-4A83-9DF6-24339EFF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CFD8F6E-8786-459F-87D1-58D912AE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E6490DF-91CD-44D3-A022-A8DB514A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3993D24-666F-4FD8-90FE-8576885F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722726F-EEC5-46F2-88D2-2BDD363D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FD85B0A-5D42-4E23-8569-9AED82B8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8D2886D-9965-412A-8697-DCCF3C42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D74E4FD-83D2-423F-A9CC-A4E3D6E7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4356242-C007-49C5-8EC7-A22A73EA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9D14004-43D2-41D0-8F7C-6E9EBB84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C5CAE41-7C18-4323-A5A5-486C2FEE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945C7A8-A86F-4ED8-8965-3EB5B8A8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04B1450-25DA-4B82-92C1-C650E788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7DE856A-7776-4494-BE12-6116E9F0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90BF650-D105-4576-AA0E-8A3960BB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1F2AF70-23ED-41F2-ADD8-5AD5FC81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EF785EA-8E22-4A5B-B4B6-6D021A9F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DE4060E-3379-4636-9618-581F5DBC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6BF776A-DB7E-4B4B-88AC-3D132630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9BBAFED-F15B-4BFD-90B8-9BF9C508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8CCEBA9-DB07-4F2D-9082-A89D54E2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31ED454-6DF5-4B8F-A605-C5FB4F43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F648D94-986B-44FF-8A52-7593F46E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CBF0DCB-52A8-4697-84D7-A68DBF29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66405DC-FA33-4B91-A3B0-2839A42C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198D478-AE77-4148-A2FA-D75EC438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E51776B-3A5A-4A48-9FD0-F136D293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842F414-6740-4826-B257-0DEDD302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06ECD88-9291-4BE8-A96B-14735B6E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570EF9E-30B2-4B67-B6D2-9B158175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A0252B8-5591-411C-9A7B-68C266AF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4DA0D94-589A-4D9B-81DB-E5F23F71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4A04D5D-F95C-46C5-B599-E7E08BCC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C8FA939-E25B-4C9F-9A3E-27FD755F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89B0E50-0219-4DF3-AA57-230E996C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0034F7C-F6E3-474E-AE63-2F90A25B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E2E3B23-1365-4B1B-A6D1-C5071EB2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33ACB3B-FF3D-45CB-9525-8C450CC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BFA1284-265E-4625-B217-CB970160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4C400B1-820B-4334-A7F5-514AC5B6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E4FD1F6-5C0B-4E0C-8004-F0525B87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944C19A-4CB8-4B09-B8BB-16AB210C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B45C4C4-BB45-45AC-BD44-65FE76A6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99EED326-6232-4169-8BD3-86E4C8F3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ACB58DE7-0589-40B9-95BA-90666AA6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8D17A05-F9EC-480E-A23E-4FCE4752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50BF08F-FB40-4672-99D7-A298A557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34800DC-59E4-4692-93B1-2C4B4CC7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DEDB7EF-B252-45EB-899B-8292659F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18EC24E-371D-488D-82EF-9EEE556B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2562B3E-3596-48D4-8F0E-0D3253E9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2723E37-086A-484F-96C3-D5267A6B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1012B2B-D8BF-417D-A3B8-29D25F50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FE507D6-CEDD-4F56-B9E6-EC9DF510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4C62DF9-C8EF-4C1D-AAFB-D7A0610E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5145DF-4F80-451C-8DD9-868194E6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AC95110-9DC5-439E-93BB-02F4EC81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579EF77-3AE4-4F63-9E6F-0617F86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F6588D2-0173-43D1-A204-49E01D41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22AD0EA-89FC-4CE8-BF72-FA6D79A3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A6A07DA5-1148-42C1-AF0E-A975D087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5510B4E-A1D8-4686-B93C-D097B0A1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E964929-E3C0-4529-AE70-8C4E66C8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D72E10E-66E2-40F8-B9B0-606B239D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91D6B5D-00FC-4E11-99B3-C38F470A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D7ED41B-E0BF-4A18-B2F6-77FB9B9F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97C4BC2-B16E-4DEE-8CC0-A34DA3ED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AF9B72E-8287-4845-AAF1-D1710BAB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AA37591-9A82-4BC5-9A57-49CDB32C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19F6D12-241E-49FD-8D58-57E8F0CC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E63D766-FB1E-4E43-B3C0-242B206D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D974C56-15EB-4AE4-BA9D-A74C37F6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989E5B6-E806-41A5-AB58-E73DB9B8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6D39CD86-4FDC-466D-84CF-B094C268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E6E631F-B375-48CB-8864-19AE3875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C3F45609-45B2-4C31-82D9-639F19F0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D753579-B095-4BFC-967D-77833988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F5011CB4-147A-40D2-9C1D-6A8F7B54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1B00957-E5B9-4D37-81F7-36BCFCAD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2952455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E7769C-6F40-4D66-951E-70FDE7FD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A5484-E2E7-4AB5-8E15-ABCB083A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1EBB7-4705-45BA-B656-F263A8C3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981CC-171A-45DB-A34F-CD5FAA82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F2FFC-907F-4989-87A0-632A6325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143B3-38D5-4731-9B1A-21CF31DC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c6f5584b4046d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1FC1C-8657-4CAD-8EEE-EEACD7E1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8CDE34-84E8-4E1E-BC35-99B6194C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1E39CF-83CF-49D5-83F6-CBC7E8F5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E7F70-DE1F-459E-8AE3-A8F78F3B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EA81B0-1C41-4292-A201-807E6B56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9EB0B-C0BF-421E-9E9C-5FE65620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253EC-44C4-45BC-AACF-78AEFBF2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BBBAB-A109-4AED-B5E8-7BD1EE49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2EA6F4-B7F9-43BB-9E6B-26EC4013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863543-C9D9-4F6C-9AB3-2949BE71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2A67C1-8AA7-4050-9ECA-99328895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E28F5-F342-4F6C-8076-6DDDFBDC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6C0BAB-23FC-407D-9E12-99C71485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79E9DA-4F39-4228-B4D1-8D3001D9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49B332-4BA5-44F6-8279-CEFD7B07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A1E1F4-8DE8-4964-8B2A-1D6A06CB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31DA0-4CE8-4CB0-B8C4-5DD2A106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7DFC1F-6FC2-4417-A304-16FA0D31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ECF856-578B-4BD3-818A-31E5D357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5BE9AD-EB26-47B9-928E-019D0CE2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5127559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9510DC0-C86C-496E-A095-788A142E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80D05-36F4-4613-965E-53966248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469D3-28BE-4198-87C5-4049C035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B7CE6-508B-44EE-8A19-DEB8573D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FE865-2BBD-42FA-A79C-7CAF5E73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B20C0-34E0-453B-8BA3-4C7268AF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2A0A4-986F-4334-AE5B-93C4ED95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479736-6190-465E-953F-AC67A715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B762B-BB28-4506-A1C4-FF8DD9BF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016C2-C8B6-406B-B349-F269B2A8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B63997-FC0D-4E39-A907-6A040DCB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E9F7D-53CD-46F3-8758-80795314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52BCFC-BE3D-42F7-A1B2-E21887B3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07B4C-2158-4141-9352-4CB5348E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DE3B83-4463-4C0C-AB90-D2C4909F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0526E-67A8-4379-8B2A-C0D204AD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14ED1-09A7-4A1C-8337-C096AA8E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268689-F64B-4D77-BF06-1C9B063E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C2C855-ED59-49EE-AD30-55FD652E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FEAFC3-7317-43D2-9D50-3F9BF64E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2239C-FAA6-45DF-9A50-F1339E6F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43F7F-9BBA-4F45-8507-DE57F8ED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9430EB-462B-41F8-8574-295C6CB7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308F47-18B9-4DB1-B6DD-9B7B4136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D34614-F289-426D-B174-72225A30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45CCDF-93D2-4299-A0DD-E44E562E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1BE469-5725-4789-A09C-0964E17D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1C73FA-6D2E-4A33-BE30-AAF038B4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F55D00-0102-4DB8-8E0D-EFA19DB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A0EFAC-A391-4061-8440-0444A41E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F8FDBC-B5B6-4D67-9F86-9E7DF086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C0B30A-EA3D-4284-9C45-3D4152B3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7694C2-E030-4CCD-A1DE-6E1D240F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EE5408-7B01-4AEA-8991-B3D5275A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1C7F80-5391-4C9F-8A0D-28538861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B134F0-F41E-4984-B079-2B31458D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02C0E2-85E7-424F-A198-BC9A58CD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C3F3D5-19F1-4C60-BF8E-C8EFC059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66B59A-6F67-431B-AF04-0FF775E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6AB8A1-7182-4001-A2BF-1AA20DB2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A353F9-1C93-4280-B9E8-87E60CDD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DE8B3D-203D-4E83-9E9B-ABBF94C4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A06EF1-FFF5-4CB0-8181-0C967AC1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692573-E308-4F50-8789-0B858E85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1C74D0-5B9B-4347-8B44-79576DFF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0AD4BD-90C4-4CD1-821D-5313E6F6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62E9A6-E5EF-4B90-828F-A0F9DE16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1C29D2-F84F-424C-9D88-01C4FE5A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8268575-048F-4006-93F4-ACA70042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84B0DD-E73D-4647-A24A-66E75733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96473B-B94C-4B25-9179-03FC57A2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E582DCE-6B25-41B1-95EE-2774C9BB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F038D9-0908-4168-BE12-E64FF3A1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E42CE44-478B-450A-8B7D-D1F9E49A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3DF3BA-862D-4BF6-B4D4-99BA0E75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E93E73-ED50-4D62-85F8-4B28A725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115462-2F74-468E-BB1D-9BD1580D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785BDE-3DBD-4CA3-936B-07E64A4B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DBCC754-3BDA-4098-8189-23A03E0B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594BFC-14FF-4427-ABD1-49BE2235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958FA7-8678-42D3-BC5F-3615A0CA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B7A0A6B-80E6-4B19-80EC-0BA3F6B9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E7FDE7A-E57C-4E46-80F5-C1F40C1E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DD77148-0C05-448B-A8F3-F99D076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E9B7914-D9D9-4851-81DB-3030E3F5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6A37B4C-E983-45CB-BE8D-A4067A84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E500992-57F9-441E-8218-8304E54E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2A700E-CBAE-4068-B532-2C3920A7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6148673-6590-4797-AE5E-D9BEB4E5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62331B8-8C6F-42E3-85BF-8323F227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CBE345-7BDE-4B39-B51D-CA9559B6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502691F-6461-448F-9FEB-2CE21B26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929F8CA-9515-490F-BA2E-AD781395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866D23-D098-4EC6-9755-3E4AE104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9F00E7A-A074-43DA-9CB4-8FAB824C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DE25349-520D-4580-8113-E3547F87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67BC12D-735F-43B0-B671-93A01386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AC150CD-A9BA-45BE-A5D4-53BCD9A5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54654806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D96918-B907-49E2-98DA-9AA5D602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E6A69-588F-4237-A4A7-27610E8C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70197-2131-4D85-86AB-2BF3588B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A4DEC-6F1E-49CA-8683-0BA06739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88DEC-B704-4BEF-BE98-36D5EDFB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12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Cotas de FIDC, oferta primária, status literal “Oferta Encerrada”, Data de Encerramento até 30/jun/26 e Valor Total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861BC-C41C-44F6-BB04-678C39F3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8969B-5E81-44AE-BBD0-C1FD37E4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047E66-A775-4FD0-A993-442088A0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47361e7e2444f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30CE8-6BEF-4424-B134-C66B39B0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5D71C-33D2-47DB-8228-D7D31DD0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b643200a1146b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2FA3C-C106-430F-92DB-4E447E6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5F7B5-B97F-4103-82F5-144786B5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917BE-5504-4330-BA99-8A7CE3FB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A6120-9641-4A9B-9B25-AA1C5E16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1FF4A2-6630-4DBB-B680-11582BB3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EF9C34-00FB-4059-B96E-31EF9A9A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F9D6B2-1BFE-4B7B-B26E-DC954D1E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E4F2D0-9D02-4BB3-BC7C-03CA8BD1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6B4F9F-DC28-46A5-944A-332E69A5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6F557-CA20-4E32-87BE-C372247E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625095-A60C-4062-A9FA-500E3469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2AA5E-1EED-4276-B754-AC457FDD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836AB7-59C9-4182-9188-123A4B34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12182297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4DB8E-E9CC-41E8-A05B-0FDF7089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4D347-7620-463D-B7A7-03BA4EEA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R$ 22,5 mi; 22 ofertas acima de R$ 500 mi concentram 42,2%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65DF5-755E-4D33-9AF1-BA616159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8C9D3-2427-46C5-BB82-922B076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05748-592B-4328-866B-48E705C3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5D3E7-BB62-41B3-9B85-89921D35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B91C9-D2C6-4C40-9C55-F6E84D2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C3BEC-D7A9-443D-977E-FE874FCF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c2cfc135874a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A4A5E-F304-4E98-AF74-3DA9738F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83AF3-05C8-45D1-899C-8258DC90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60954-6F14-472A-B4F0-D70231C0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42,2%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660D93-CA7A-4305-B5D2-C5927BF5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1803E-A90B-4FD2-A190-F47E6FA1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ficou em R$ 84,9 mi, enquanto a mediana recuou de R$ 30,0 mi em 2024 para R$ 22,5 mi em jan–jun/26.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150027785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F0D03-58F0-49D4-AF5D-76C0A590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042AB-A0F7-43A0-9594-C4CBD6A0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 originadores identificados somam R$ 21,1 bi em 2026; cobertura nominal de 32,2%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72967-FE94-4924-8914-D35E3F9D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B07C9-D82D-45B1-BD00-DC87BB35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67D90-1C8A-46D3-9822-595B92D2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coorte do slide 28. Origem = primeiro match nominal em emissor, ativos-alvo, lastro ou devedores.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4A0CA-2475-42BB-B857-42C0F5D7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3C9B2-3EB4-4238-8A31-BCD073D4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38066F-0BD1-4D4E-8571-B9E2185C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fc4fced52e437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39ECB-7257-4A48-B557-DE69884C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C3E0D-2417-4BEA-A9AD-461FF06D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2713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838973-B2D9-49E3-AF43-6EEF34EC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6187F-88F5-40AA-9370-56117D37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9807C-E037-4386-9226-495A4741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C9D89-30D3-43DE-933B-841F8F38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EC9B4-9216-4884-B2A3-9398E539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4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1AF47-7818-4744-A915-0CADDF2C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1CB99-CD93-47B9-8E14-9105F226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88230-761C-4E42-BF4D-3E2511BC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D751D-EE06-437E-B6CF-92B55815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2C7297-9CB6-479E-BB4F-F7BC6D07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2ED95-F1B8-4B33-8169-DC6E89DD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517FC-E019-4D45-B5A7-C9CC7312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97F73A-8C1B-436F-A085-33BA2470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796C9-6863-4546-909A-587485C4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B0B006-7F29-4E46-9B56-35E8AC48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517CC-BEE4-44F2-B162-04787D20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012E8-B13C-44DC-8A15-0FFC251C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7A181E-CD69-4BD6-B8AC-2CD0B613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3FE50D-63E7-4E5E-902B-120A856F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DEBA37-5713-4E8B-9345-9604973B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5D0ADF-CE98-44EB-89FC-B01BAE88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BB6333-F2D3-4C0B-8BB2-5DE45955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DB858F-6919-48A6-85A8-0C33EBA6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27250D-1C9F-45CB-BFCD-40F21B15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5796E3-DC3C-4448-869C-DE9CF345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57D40D-7E78-4F69-9001-82EBE0E1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4B377B-FDCA-45E4-A14A-C09EE14A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181545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4E7DE2-AEB2-4A35-8E5B-E31DB4F2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3F858-6447-4ECB-BBDB-765710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F63A9-A030-4C1D-9938-EC91A079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13F6D-8D58-4CE3-922E-E5650F9B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EA4D2-8C63-4B59-BE1B-2DAEE920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B83BD-C399-4D8B-B1F7-1D4165F3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80715-55B3-4AC7-A6A3-DF23ED54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F1380-D020-40B8-A592-C8C9712C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E0525C-0076-4DDC-AFC7-1B489BF2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58E56-E92B-4366-BC96-C8241C74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460FE5-73BD-4EFB-A478-CDA9FD49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96ADC-D8CB-40E5-A895-7AE572A3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319B5-4D10-49EA-B7AB-DDD707B9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54FC7-28CD-4EA5-987E-09DDE7F2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DAB694-4FA5-4505-AC85-46DE22B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B9751-086B-4508-A01C-58AFF82D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FB9F55-D35A-463D-A730-19408CAB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D47AB-C2BF-469D-B7E0-063CDCB4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D8369-A1BB-41E4-88D4-0525E6A6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0E2F25-44BF-4831-A0D8-BDDD9BFB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788DE4-05F1-46E1-BFBE-AE8DB464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5476B9-CD44-4BFB-B311-BF5CEB96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0C2D4A-4085-4548-B5EA-19248334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2B4F43-CCB4-4AB5-B7E1-C6C010A9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E44D9C-FDCC-49AA-9185-961461B2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AFAE7-2BD5-4190-ADD8-1DE1DA56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A3B8FF-F888-4810-A256-6E88B688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F90FE8-A51D-4B71-B867-C2E796BB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FA3418-8633-4563-ACC0-35128E46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3C91DA-8D5C-4E12-A559-E6A08D49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33CFF9-A7F3-45F7-BA9C-57ACEB10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E7F9A2-5096-436E-987E-DD0810B4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FE96A8-9136-4989-8AD2-92AEDC0A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0A30AB-1BEA-4578-A715-92228763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42743A-CFBD-4E1F-853D-6BB30619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40E2C4-6D80-4D03-A1A5-31112D1A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31950B-C2C0-4187-9CAD-20568BB0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ACC24D-86AF-4545-9BF7-B247710D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DADD3F-16A5-4D28-BB6D-90CF3B46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FC2F9B-E599-4108-82EC-FF1FB16F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68870613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38B42-BF62-43D8-ADF0-3AD95FF98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AFEB6-FB23-4CE5-856F-3906875F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6F93F-2F0C-4A8E-B784-CB2319A3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3AA07-9DCB-46C9-8214-9BE10D91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B0589-D938-4BDD-BA2E-A88344A7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55EE7-394A-43DE-9BC7-619A5252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619dccae3b49e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818DF-A815-4807-AEBA-1EA53744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99452-25ED-4883-B552-1D9153FE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5601859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A4B43-F0D8-4140-92BA-F54652A1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DA081A-A413-4FC4-AFEA-68CD0AD9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10FB2-2F4C-495F-994B-D063691E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6DFCD-FF9F-4D6A-8792-3DF64D4F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52D2F-11EB-480B-9970-96435C9F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ABF31-6F16-4CEF-A6E1-45F32C75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002729d4e949e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03BB4-FEB3-4546-B4E7-F5224582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FD9EE-913B-4E33-9109-1F1E59D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879639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77335-F335-473E-AA92-394086FA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3D3D2-9CB6-4D7F-8F7F-AAE8766A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C4A29-3B69-4B8B-91E6-E0FEF846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DC18B0-4B76-4623-843A-25401A70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BEC8B-94F6-4DEF-AE78-5FF6E989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97EB4-7A6F-4388-9D51-F041F050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4a77cc83c641c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E921C-E4CE-4289-9FB7-F4B857F1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D88F87-1401-422D-99BE-51800A59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5431224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40E86E-7F6A-486E-BCD7-34CFD321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D95EE-DBB2-4DF0-ACCF-90D2CF6C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26864-8488-4B8F-8C15-B8A8A3C8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AD2A3-CF4A-40C2-A5AB-E67CC150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07B7F-B571-4B98-8B17-0595A2A5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CA7D7-295E-47C3-8381-F63B3952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E40B06-8C51-4292-A8EA-8E9B5F6C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5D074-D152-47F7-A6AE-BC40C938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7F66F-7E15-4872-9EEE-5D46E6CF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312965-A18B-4043-8C23-22E02F67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65C261-5E9E-4167-86A7-7419CEBD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45E822-66CA-4E28-B2D4-41516155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97B71-D0AF-4287-B4ED-80F09D5C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8FED6-9DF4-4D6A-A4CD-6F6908D5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01966B-3FDA-4CF2-8D22-9D606247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64632D-4F18-47C9-AF99-082C7CFB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B21E9-B50C-4111-A386-4769194D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F800A7-3FBA-4518-8717-34AEA3F1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47E6D5-B60B-4837-8B65-8723B9E9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007169-6389-453E-AF47-257B5852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B51456-2E99-4154-911D-08575BB9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8FD0E7-33F5-4200-BB5D-6186768E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2E4FF0-A400-4F0B-B57F-28B838C1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EE6641-F907-4EA1-9E90-43A06DC6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F5E427-01B3-4A04-B223-6ADD2647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1D3D8B-E8CC-419E-9D22-47517A2F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A1904C-DE70-4768-BC09-E2E28467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4AE685-C987-4C9F-94C9-B402886B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8E1A46-BD98-4CFB-8CFF-CFA9241B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204704172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8C0F8A-995E-49BB-816E-98097BD7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99D10-5A06-4D91-8DB5-907EFE41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12D21-8E27-47C3-9BEF-C9220475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4620A-BC69-4B40-BEB6-7613687F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D490A-B227-42CE-A6D3-7B3D2250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A5581-05F3-4B78-9BF7-D1A654C6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7D8E8-6548-4754-81F4-D55EDD6B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1465D-E49B-43D9-85EA-32994F8B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AB3D50-B389-4F43-8874-C796EAB0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A25B22-B67E-4EC8-8CB4-72C65469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749E65-EB92-49BA-8A80-8882363A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903A7B-955A-4822-9E5A-B8D00B28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96FE8-44E7-4171-A424-507058EC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1A40F3-C800-4FC5-A039-9EC048F2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0977AF-DD71-427B-A86A-5A854CA2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A58CA0-1F40-4DB2-B05A-D3346162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A9D4B-B812-4D8D-A40D-B89F450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B7B53E-433A-4C4E-979E-78098787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6B38C7-CAFB-48BD-979A-964E83EC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2FAE6-0742-49B6-862C-0E92DCD8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A9EC08-C75C-4E41-B834-FF46692D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912B17-8569-45DB-8BBE-1CD02EB9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740390-D259-4919-9B59-EC2C489A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0383C-B16C-42B7-9E56-C4034F7B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7C969-6008-4904-ADA8-90A9411A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E15C14-2AD1-4D3F-BC7F-13BBDAE1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586500-613D-49B4-92EF-E5A1140E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873D49-DF4D-4BAE-8924-C9306C13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89ED36-D7B8-4935-B4E3-5771B1CC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76777689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5FCC14-0A84-4556-B07D-56DC8820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285B6-6C63-4788-9BE8-54113DD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39A73-C2FA-4780-AB96-9001DAF6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C16C5-3C7A-48B6-86DC-024833A7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B8008-AEC8-4CBD-8A1F-8EE8FA46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69A09-7C87-4565-9DA0-5BA030CC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3D434-9A61-4D74-B2B7-5C9BD4EA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BE230-4F22-4E00-AAF2-0AA96333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2F1C1-2EA9-48C6-ADCC-ECE8E628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826D7-C595-449E-B9F8-667A8CFD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C7CB84-FA2F-4B13-9CA7-EB474232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B05C0-3885-402D-98DF-EA640760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A883D-83B9-464C-BE8E-70E1168B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0B140E-4F61-407D-B72B-BA3810E7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A7BF15-1DB4-411C-BF2C-0B112D77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91FB75-C8AC-4C24-A6A5-B3E3C2DD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B2D55A-D576-48FB-9634-7E7DF843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22B8F7-0B70-4058-B847-13325A11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876FF3-2696-465A-B3FE-6901E837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21A6C-8329-4F0B-BB22-70BA82D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E028A1-A29E-4957-9DB8-65A4B790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E7A520-B632-48EE-A761-4898E6CF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AFA6FD-8FC8-4393-A874-A9E3E165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743B47-1556-4F29-8A46-867B79C2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932779-6B52-4995-B97D-83B00C15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8C29C2-F525-4A38-A459-4B95A0CF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56099A-CF0D-4267-BFA6-B2654B4A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F7CF7B-E45F-471C-A23A-298C024C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818EF8-ACB2-40CA-8C40-CE4680B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98269037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73ADE1-091C-49EF-916E-B958F85D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D2B89-38A7-48E1-8416-3AB45CBF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D71B5F-9E85-4BF9-B142-B98EE984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5ACDB-5DBD-42AE-8FB0-4B6420A2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0AAD2-4E5D-4831-A864-F9D1C78E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B39BA2-7B42-48A0-8A00-AED7D8FB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1BBB2-4887-4BAD-B4EF-35056B40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B5167-F514-4595-B9D1-8E4C10AE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DF0D9-77A3-45C6-9209-D5D5D15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73528-B9A9-4296-9B35-9C4786BF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F3719-FB8B-46FE-BBE0-890B645C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2AEBE-34B1-428C-99F2-38999EF3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BBFF5-BAB0-40C9-B895-799FADC7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DF82A-0B19-4D04-9AE8-78101A12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CDCFF8-5378-4A4D-8D27-83082C3E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A5C26-CE2B-4F04-ABB0-4E6BCBBD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B5F6F-3093-43CC-B01A-537472F5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BFD93-BD2A-476B-B3FD-0FDA18CC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5DD90-3EA2-47B6-A336-262A006D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74CD96-0C23-4A6D-93CB-4D80BED2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AA07E7-B45B-46AB-89C8-03E3F516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B72E3B-022D-4AB1-802A-CAB4957D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CE973B-A5E1-464A-B0A2-6749DAB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684380-58AD-40B0-B691-0C52483A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585E23-E013-4704-99DD-4F9370AA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C7B3EF-4772-40C6-8B04-961D8ACE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767E1E-DDB7-499D-ACAF-B16F801C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85E908-1217-4B0E-B490-1FDEF672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CC477A-05A8-4EC8-8352-763F9D08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6873533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0C9118-ABB6-48B1-9FC6-CF70B071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BA6EE-0C5E-4755-BD77-00E565C1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35197-7957-4DB5-BAB6-3536426B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83DC2D-2312-4C67-9E8E-5C4B1F08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DC98A-137D-4F46-ADB1-418E262D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FA2C0-4E54-4894-BB71-A41D3B30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D9461C-F9D6-488E-93D5-110A3BD9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DFAF42-2D0C-43BB-BF1E-3D26BF52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F907B1-8B37-450C-BD63-057A1158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17399-6481-47CF-941F-7837DB61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12640-DCB4-46D3-92AD-A87D2EEB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638F3-CB5D-4EF4-A358-703CA00C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127F2-2CB5-4AA8-8649-C17BE115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0B49B-A426-4BC8-9C28-039D1558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C39B7D-C35D-45EC-A848-A9E9B3D7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E60C39-1ABE-479C-831F-2576AEA0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60BF5-D304-4D0F-AD5C-662A9CFA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60283D-D76C-4EDB-B434-FB0E6BF7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E96E16-FA0A-4F3A-A640-912F5BFA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C2586C-392A-43A5-ADA8-05965EB1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BF188-BBB8-4909-B5EC-1CBB2696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1DCCFC-883B-4B24-81B6-8CF3D2FD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9809A-2426-422A-94E9-A086946E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5E77F-B22A-4683-A65B-B83FC5C8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C4DDB-380E-4D74-884F-5C7B1FE5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46B956-4313-471D-89C1-671E459F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2C4944-0C4E-483C-87D7-9C6B9557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32B7AD-AB87-490D-95AA-603A9470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BCFBDB-13C4-4345-BA9B-B9C62E9A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26895209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1DCC90-09AD-425F-AD3F-A4856020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F3A95-D462-4902-94F7-C7AF7808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1A407-823E-475B-81C8-DDB565CE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85342-7975-40EC-A1F4-224235B8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C34E7-B786-42D7-A6B2-F18645A4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F949E-715A-49BE-80EE-EA649B6A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19D43-48F9-4771-BF6B-4A52E1EF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AC768-713A-4F6C-94DE-012E26CE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81BC1-678E-4E58-B0A9-670CFB83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748A5-7B04-474D-8E89-6DD7373E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80181-FD42-42A1-8A43-3DD3BBCE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B7863-549A-49A5-B912-85FE8B26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BC559-972B-4BF5-AB8C-FD03E83C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013DA-D77A-4158-B87C-EF8AC90A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C226FA-B2A3-44B4-84E3-3DB59276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AF6F1-B5DB-4774-83A6-E5521037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ED755-F3C9-4D60-87BF-6F7292EC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C2A4B-93FD-4C42-B687-D71B698E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4CB9E-E4AA-4D6A-8C87-71CFEB91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C9B36E-E65D-40EE-98D1-3224991B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F183BC-1573-4A63-853C-E0A04328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E1905-1F93-4E60-8859-E3BE5941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2552AA-2BA1-4A42-B423-DB24EB12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6C5E40-B18C-4B6B-8CC4-74E13B7F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99752D-1B4D-4367-B49D-C73ABCDD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7A42D7-6259-4FCB-AEC6-AA7F9C0C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D9BC3E-B008-4931-8C5B-EC37A67F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BF14A3-16AA-4F15-9ADC-9D32F3F0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E27299-3B43-4DE2-B4AF-CA3B39A3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69907256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E5B4F1-26DB-445D-B41F-36249040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3EE53-280F-4740-9C4B-958B4319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374714-CFF2-49AF-BB69-AD397019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9ECD3-5EB9-4D32-96BD-82A437F9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5A9DE-BDEE-47A5-9171-3B9CB4B5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7687C-9FE7-4FE4-9863-EEA683EF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C7B95-6AC9-41B4-85EC-5108BFC6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C6A76-AD8F-444A-801E-C04F48C4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AA18EC-4AB8-4208-A555-B1A68FE1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37ACA-851D-4C1C-AA24-380B8517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9F434-602A-4298-B710-3C8F9CAF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CDF345-AB65-4902-8CE2-65DB92AD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B2DB8-8083-4882-86F9-D667C6A1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86E9C-6408-4ABE-8BC4-C8902F89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6F598-1A25-4697-AE4A-6BB4F935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51BC7E-0591-46CC-A2D0-9B6E1511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83CF12-6257-414A-812A-F0BA2D16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925558-018D-468D-9FF3-67AE974E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2CE2A5-0DEA-4BC7-BEC2-638E872A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70785C-020B-4CAE-9190-8E46B57A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637E8A-3A33-4CCF-AC6F-6F7A7DD2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246BC-BC06-4039-BF92-972DE9B9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51A278-1698-4C34-9AA9-34E1AE91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0B7138-0CA0-4C9E-B239-3EDE4A35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322263-906E-4701-8A7D-396DF024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724867-1D6D-4A59-81F5-1C9C9450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12E016-F0EC-40F8-8A22-1B7DD4C0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14BCC3-3102-4DAB-9437-F29FAC4D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6DFA9E-E8FB-4C26-A370-F2C0F68F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89373671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1009C8-89C8-4C02-A0D2-BE84DE94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2E2A7-E7C5-48A0-9AB9-6C382516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E015C-4160-485C-A6ED-813FE413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A6B7F-EFE2-4D22-B939-0F728B91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C9DA3-48B5-4F99-A8A6-32219DC4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B47C4-2E8E-4C4E-AD2B-1D84463D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96BE5-D3F5-40D5-B061-99CC7142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0C54B-E8DE-48C0-8321-F638EA8C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490CB-292C-42AC-91D7-261F3846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785684-FADA-4871-99D9-F46D609D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72D717-328F-47B8-82E9-A4487A99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77677-ECC0-445A-8759-9861E43D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9488B-A028-414A-952D-022337BF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BA299-53B2-4B80-8C90-7441334E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6FD69-6F1B-4EB2-8CC8-B805B796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BA1F7-C64A-4121-8A65-915596D8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5E0AC5-4BFD-46BB-AB12-2D3D0861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F56A4-9BAB-4DFE-A319-67BDE422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DFA51-B5EB-4A21-9358-72B278A6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98DF1-33BF-4DDE-ADFB-6BD55830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ACBFD3-BD9B-492A-9A5C-F2C5481E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48BFF-97F5-4F94-9CF0-C491AC26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A8FA3D-870A-492F-BB78-3D01CF11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CE58CA-8926-4585-9831-C718BF4C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A13F6D-8061-4195-82AB-F8BB120B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D595A5-C2C3-4C8B-95F9-336C331C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5A8B90-3C98-4C65-908A-074C45AD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189A12-DC67-4F83-9118-030224C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744473-BA78-4743-A6F6-10350278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91401979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6587-4B18-4B2F-8ECA-2E558501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676A6-9BB1-4095-8937-E7BCE4DF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5810A-2F10-4BA7-9FC2-6C0B5EE2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60948-BF06-4D97-B0D2-50BC3CD1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5FFB-6AC1-4905-9FE6-D5D7AA01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46AC9-1C99-4F8E-8044-BBB178D2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642FF2-D1ED-461C-AEB7-64DE074A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5CD74-5E35-40ED-ABE8-364841F8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E9854-0E63-41A2-AC4C-C092CB4C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699FA-29F7-4866-9209-7D8E344A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D13C8-9700-4382-8E26-4DB388B3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C9016-4E24-4BAB-9E2D-2D22ED36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97364-5C6D-4481-A489-5D692A53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46D6B-E9C5-4359-A886-DD49984F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5FB7D-43D2-46AA-98B8-ED940391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BE067-1BC7-405E-8A22-C475EE7B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91AD64-9733-4339-A124-2BE917FB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8689EC-A931-4A00-AF46-C37E9022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0D71C1-1B93-4F26-B144-10978BA5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377D1-A5FF-4BA2-A6F9-76618AB3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47013D-7EED-4D41-B6DC-ABA1C1A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D2558-275A-414D-95F4-D65EE01A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1BC99-8C08-4C57-A93D-479C4C15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D434F1-E205-4329-A9B1-8E3A65E2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E28EF9-E3A0-4B9E-B3A0-0A204042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A6D99A-992B-473C-B1A4-4F78717C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E838A5-0869-46B5-95E3-44E84F49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F7860A-1EAB-4B5E-AD07-495FD6EC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D3C146-ACC5-4EC0-98B1-8F98F6FD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6030985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9802A1-B954-4194-B01D-CBDCCAD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A0B8A-2A18-4FE7-9F4A-8DAD97D9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3D710-1BFB-4E06-9179-DDAAB2BB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AE1DE-D6D7-4D75-A192-9C075344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9BF2F-63C5-4548-8EB9-20727233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6D80D-0FA7-4C73-BE7C-22AED0A0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26A41-AB3A-4C9C-A38C-AF2D1E18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F790D-1BA9-4BFA-9BA3-78598490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D2223E-9A59-4A02-92FF-CCF6A9EB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33C478-2893-46D4-9057-514494A8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DF87E-04F1-4FC4-9EB3-66708A4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3454C-7105-4C94-9B8A-69D332D1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66EDE-1EDA-45FF-8367-E0151130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12746E-5E6C-4B5A-9F6F-D3494792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E47D8-902E-4850-8B1A-B70856CD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D3B9A7-97BE-4448-899E-2E6082FE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F30B0-0E00-4207-B961-2FB41217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091785-A882-42B0-89A8-8BCE46B5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6A1583-7CFD-42E9-B515-93B63CF1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21C67-3719-4D84-86DA-15EA9ED4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4B982-30CF-45F8-B153-B0B2AE00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45FA07-B76A-4F33-BAF7-9E682D36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6269C-176C-473E-882B-222F1E82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96DAFA-C189-4035-AAE3-4FA7FB61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7ED698-8BAA-4987-B570-510FADEE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CA602C-68C5-468C-ADD1-F3469ABD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630E5-FB58-4BDB-BC34-3B3E71FA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C00DD0-458D-422D-83B6-62C14A38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DD1AA9-BA38-4FB1-A375-A414650D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53049490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0536AD-D94C-40EB-856E-A4320C19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B9E64-2D45-4095-9220-0E80FBC8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D94BA-A799-4092-AA2F-57A76238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BB0CA1-0BA1-467B-9019-0268F612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08FBD-423F-48AC-ABCB-1AEEF78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F1997-EFE6-471B-A72B-D58B20EE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45610-250B-4EEF-A184-C4E6C198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8FF12-BD30-4130-A263-1CD2A6DD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AEAFB-DEF8-4ECC-A805-AFCB4F08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7305A-7707-4F85-8077-47FAB69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84B4C-66D2-43D1-BF73-E2961FE4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9209E4-E380-49CE-8E17-F7CA9E42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7DB1D-2F8B-41FA-ACE1-3B280491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B0E3A4-4D7B-4ADF-986E-E25E54F7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C8E52-0604-49D5-BF6D-5D2710B3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C2ABB-E158-4717-A143-EC3D9874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B06966-6B97-49E4-96CC-931F8B42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C2C22C-6023-47F7-A12F-92257FB2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D042B6-1802-4FE0-9195-F8AD75B3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BEFA1B-0AD1-47AF-9C41-3EDA4940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1CE209-0F1B-439C-B75C-304EC763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3AAB65-FCD1-4242-B80A-9180E52F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B77FE-F462-401A-A3F5-49E69424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23FFBE-B3FD-4A43-AB7A-8E612E7E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08AE61-6569-44DC-ABBB-30743992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F75192-4578-4CEF-8107-13DE2982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D48CA9-C39B-4BC5-89E5-0F7C3948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D10384-2EF5-45F9-86D6-BFCA4C46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88C70B-EC47-4898-85D2-60B83AAB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1422874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59E53D-34CE-48A3-84BB-2AB55A1A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2B80C-24C5-4B8E-9622-D77EB9DF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8C3C8-3F84-47AC-963C-00A8EEF2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79BFF-5900-4BA0-B35E-4C9EFF63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1B6DC-5F21-4D72-B3B7-A69D950B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4678C-DB3B-4408-9AF4-22D0301C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8C968E-A4ED-487B-901E-48F11020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48B36-9A4A-43F2-BA9A-B57C3D98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78139-0899-4990-913B-0541C35A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7C541-2963-4424-BAC1-979F06D8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31B404-10F7-463B-9D96-9008B3BF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334C3-BFD7-4C18-9E85-F93D07E7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7386C-A85E-4AA6-A64E-D437501B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2727E9-7860-452A-ADFA-1EC9AC88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CAE7A6-293A-4393-8605-7C62ECB7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633C8-2A9F-4A81-96C4-FA4312DA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D6E02C-307E-42BA-9FE1-5BAE133E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4AE812-A501-440B-9BCB-F66130F4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02150-757B-4DD1-981F-B21A53A0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A4B1D-D096-4441-8B9D-CF4F0428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09BDC5-1E72-4E3E-A0C2-A3367EEC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9B9B9A-015E-435C-B668-A2BA5B86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F2B7BF-AD26-440D-9A37-F5A91688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9743AE-9444-4931-8838-B45E4E58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6721A9-15C6-4EC7-A1E5-1DDB558F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770FB5-137C-46CD-90FC-6102A3FD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126D3B-1AA7-4037-9455-49C74DD1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550543-F7A7-4D2E-B5BC-390CBA8E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B3B5A2-B557-4F68-9CAE-DD1A8DD0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44857543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C29963-36B9-4914-815A-8D3026F4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46F7B-9363-4783-9938-AED6E032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1E15E-2195-4ACF-8B51-137CD3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89CB2-AB07-427F-839B-F1A8CFA7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F2004-2FB4-4BB4-ACFB-9B512C64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D2769-5644-47FE-B54B-599BB713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634EE-5DDF-4A14-B6D1-FBFD2929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514D1-BC2D-4F32-8A1D-C00908DA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58AECE-6352-4FC9-BE1C-E816AAED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9A1B5-8A90-44E4-B3F9-7E549DAB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FC022A-F30D-4B78-97C7-6AEB7F54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6CD2D-DF06-4E97-A742-9DFACB07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832602-8235-4813-80EF-AC3EDD5E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3F0A81-9F2D-4E9D-B38A-6D04C00F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7B31D5-9780-4A7D-AA09-FB759CB1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679DF-90CA-4338-997F-2FBE7E4D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AF01BC-8AFE-43B8-8707-054B4579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84CA85-D1CC-45C2-A8E2-4599DA49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30642-D4B7-4C8E-BCE2-7DE69C56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1C9522-6615-493D-96E5-922860B0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3AE1B2-EDC6-4A32-8EBF-B07DA51D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D502E7-867B-4C77-960C-B7196888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A90A02-6CE1-4D8A-9541-21B2DF70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DB2240-669A-401C-A058-87C3C9D8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B8CA84-4738-4D1B-B4C7-52C9216C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25826D-004B-4ADA-8030-7E03EE62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462B56-C62C-4FF8-B513-0DFACEEE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2B812D-CB8F-40A9-A861-2E5C7388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A8DADC-8AAD-4B2A-88EA-0F3BC6CE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90943502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1325F9-8612-49BB-BB7E-743E8AD6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B231E5-65A1-4D1E-9F66-DE6AA500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0EE8B-E652-4C10-A5F0-46A9D850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9A5E8-465A-493C-9398-B7DF5118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7020C-EE64-4966-8A58-29115155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020E9-AFE8-4180-9938-A0DDE7F4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6835E-E390-4ADE-8322-3E233559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1CCB4-2B27-4968-82CA-06FAAE8F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5C781-D7FF-451A-B063-27A362B3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C2B57A-E9EF-46AF-B968-0D7B5614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CE84E-B504-4A20-9D4A-CAAE4201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4E55B9-52A3-4ED8-8FC4-821AF5B4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97315-26CC-4505-805F-A24ABD68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4E856-BF4F-45CA-85DD-786C7B92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64D30-2EB2-453C-9E9C-E5C6D181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549AB7-73B9-42E0-BF88-655DCADD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E7305A-2435-412A-AD55-A25D4A53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04287F-39E4-4904-9B3D-D2FC39D7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5EE145-71FE-41AB-A2AB-3764DB0C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BC0C46-A3C3-4267-93AA-D67E897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18EA96-DB0C-412E-8F6A-167524B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98676C-F578-45E8-A0B4-AA45AB17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49D7F-117E-4FD8-9438-624C21AC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B83600-6E1A-420C-A4CC-8CFC0FD4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4D7443-3285-4B6D-BBE7-BF57740D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EE00F4-7535-4F68-AFD5-91442202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43972F-0FD2-49DC-BD22-3E0F5139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04C58C-071A-4DB5-A5CD-E3574B0E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133C2D-A512-40CA-BCE2-AF42B75C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9799102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FCB973-9C4E-48E3-B27A-93A74F7A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21F6AC-233E-43BA-A4B0-14D65519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26DDF-908B-4172-8C5C-DE31C6C3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98E2D-4999-49E5-A119-7D39F706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AA8E3-867C-4FC5-982D-F5AC401D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D297A-4000-4309-90FA-82566B6C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70DED-C095-4057-9B2F-1B3A8310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F2076-7A78-4C8C-BDDA-A6422DE2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C57CCD-73EF-44ED-B4A3-807319AD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8C0AD-F0F1-49A3-BC59-25F558C4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B2FB8-6FAE-40E5-B905-01C469DC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B16F8-793D-4E4A-A479-4A597C47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1D339-B631-471D-98F9-EBFFD55F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11F19-20D3-4F49-8608-2418DC00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2819C-5A41-447C-8DC5-B4536F96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1783DD-2916-41B4-B6F8-3950B6B8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D074C1-77C1-4D58-B096-D54DEA58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E64205-C8D5-4407-A9A5-BEDE8E6B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4C9F5D-50FD-4E90-B35A-4097EA48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CDC42D-0C66-422B-923E-EBC893F9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B0C59A-C42A-406F-98FA-919DC887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D9FC86-C94F-4158-8819-D2A00465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32FA1D-5333-47CB-BBB2-398B7C2F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D9F3E1-A24F-444D-9004-5DDEB038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5E65D6-4348-4BAB-ACBA-D228B728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4E724D-36A0-4719-8FBE-463B2315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2FBF87-5F99-4801-9C43-82948DB3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A7E38F-28A7-4ADF-85A3-257EB3B7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EB1467-6EE1-4086-A656-9DC72316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8364499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0FCE76-C5AC-4179-A009-5C6EC912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78733-CEC5-4074-920E-D0C394C7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5A0EA-5ADE-4493-B30F-2EDC3A36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AE6B4-F3EE-4622-AC7E-EB308FBF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FD5819-B10C-4BAD-8FCC-66BB532C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545C8-1991-41CD-B6F2-25151819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04F8F-C06C-410F-8D28-D25DD54E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8E7C7-00FE-48A3-9DF7-350650E1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97F07-C9E2-4382-B7D4-E6416199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8C190-7775-44AB-803A-320F0550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010BD-F6BB-4BE5-B910-528AE768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DFE92-D717-4513-B60B-14D04DCC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82450-4242-4EF8-87CC-3FB90319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00C6FA-0374-419F-9AAC-DC828611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E88A4D-AE39-4D0E-A101-4C77602C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BBBD24-B264-477A-8B08-E694295A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FBCE41-CB62-4330-8DA6-8A0146A9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A51FBD-2DD1-4BC2-8F4A-92AFB71C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DFF224-17BC-4203-8B03-D01495F2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71EEA-3A10-4229-8930-DDE4D737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314A37-881A-450F-8DB6-2E27DDFA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6FE39D-3FBA-4327-97C2-3FBC8A0E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427AA5-DD03-462E-9F9A-915CA49F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0528A4-90AD-46EA-8300-6AAD667F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D02161-F57B-473D-92EE-A15FD898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BC3E2-9EB0-4FEC-9479-BAAFB829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BCD181-96CB-4598-AE8D-161CF606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4BEFC6-B58C-4BEC-8BDD-6D6B52EF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F45D3-A1FF-4425-ACC0-758D578E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212353045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EE16E7-E108-46DB-B877-B5BC2563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1D2FC-C7BB-4B5D-8B4F-1538EE48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31736-0D9D-4694-907C-0B3CA05B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056FE-FBF1-4C4D-97EC-6734CA8F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4209A-4626-4F6C-8D5C-A05A9018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DCE13-01DE-4FFC-898F-FAD0D135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71DFEC-6555-4F7F-941A-22BF3B30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E3247-1181-4746-946C-C0099F83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23C6EA-EAD2-4F4F-BBF2-D85634C9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4311E-C595-445A-82DA-33C990F4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991B2-52E7-468D-A99D-20B6FD9A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3C99E-227B-4E8A-B74A-5983DA4A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6872-EEC0-4628-9794-A7CE89FD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74CEC-7DBC-449C-9849-B1BC7C00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6279A-3205-43A0-B7A7-CFA1E215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6E72DB-276B-4FA8-A018-2586D0B2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DA3E3E-3A1A-439F-A6C9-6472E5F4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4FC80-E128-4C04-ACB4-0DC64F2C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A24CF6-3E12-4106-AE0E-AB480846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DF2864-7494-4795-B33B-6DDE6C64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184CEB-5D16-439C-8338-FFF6B841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1E030-7333-4686-B9B3-BCF6C67E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F16662-4255-4D4C-B8F6-BDD221EA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3BDE2B-E28C-4634-B748-ADF78C46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6A73D-D716-46C4-807F-757D33E3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C8BE3D-F98E-4E31-B4EF-D2A965E1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37D77-2446-41BC-80C3-5738CA8A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D35C73-DB47-49EA-AC46-5D6794C7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AFCCD4-6ACE-4F6C-BA8E-1844CBA2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73747128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93128D-B339-4E6D-80A1-7A04F1DF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FC8FF-07E5-490D-B522-782C5619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0484A-C883-425D-9FBB-C0BF632A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E1CDB-3B5B-4C0D-BD4D-E275C39A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0F7E4-9F7F-4845-91F1-74664691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97B56-459A-45B3-BF21-816D2105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BD13D-0D12-4467-A2AC-D0F85BBD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C95E1-AE3F-411E-8A0A-430F5310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FF1CEB-5FA6-4FF4-8BE3-645CCEFA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FA1EA-732B-481A-9880-4CAC8612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D1E77-251E-44D4-911A-09B7D372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77DC0-D8F5-40CF-9F2C-08040B84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874BB5-2323-4BA7-B7F8-A1036E0D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376B1-A321-47C0-94EC-8443CA71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5C89A3-3332-40AC-997D-B9EFA78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88CBF-D06B-4D7E-AE72-65EA472F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21700-8CE1-4FB9-89B4-1B0EE4DC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3B72BC-E811-4D9F-A7B6-BB06FE00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395765-5551-486C-A3A7-43356C68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EF1DAD-BF2D-4E5A-B885-A4844145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A0D13-B008-4E67-B0F2-C2E7BB84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E5C4B-0018-4708-8BE5-7FF7BD97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DE39F3-1308-4E49-AE12-B1F2B10C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2ED0DF-E3CD-4909-B2A1-E91A6621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9B9E23-273F-4BD8-A38C-EE482BCB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7A8B64-63F0-4005-9491-027407F2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016EE9-3010-40DF-8AD7-04C04840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697EA2-FCA4-48D6-AE12-314701D4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042143-18DA-4750-9C32-532966E7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21269419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69F33-EC80-47CC-8A53-C2F3BF5E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679A9-29BC-4585-859F-FF4CDF16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FF05D-92E9-4E8E-B8FA-EF8B0BF5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2E333-3177-4E87-8480-831E28A1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1A706-CC3D-43C6-97BB-5E171CF6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F9F03-A22F-47AD-912A-389924ED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94349-9CD7-41B9-B0F3-DBA87443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92D68-699C-42F9-858D-DC04E6F9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11914-886B-43BB-AD66-4DC19B64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C5605-552E-415B-9FF4-4B283C49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9BF42-888D-4334-B398-E4CA7124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A78F8-AA33-41FC-84E5-9A6C4ABA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81B54-D94A-4B77-AC37-D0D8701B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23E81D-2C92-41F4-B0B6-EFAD60F0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D702-0436-45D8-8BCD-90FC16ED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55253812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541A85-186F-4A83-A434-5858B885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AE1564-AB29-469E-841C-F329B4F6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5AFE0-BA7F-47E8-ACBB-51072072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39FDC-492A-41AD-9E07-A87C5E7F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C8F26-13DD-4287-988F-1A70AE73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A820D-DA19-4044-AEDE-62E44FA1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C5B41-9C6A-46E2-B8D0-8D212A6A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2257C-3096-4314-86FE-1D759B90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1D46A-EFF7-4F36-B328-5A8F46DA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B5D4D-91D1-43BA-93EA-5D2A5C5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AA726-ABB8-4B6D-8771-3DD2695C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501C21-88B4-4C9E-A480-6ECA0AD2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D7CD5-3E7B-4B77-B2DE-C0C79538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29F27-2659-42A4-8167-71012F47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C9D34-3FDA-4B62-8453-B931AF7A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35B1A4-8CCB-4130-90FF-3FBB888E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465594-3E44-4442-A6B0-9FECD25C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2A86F-21A3-4470-9EE9-5330577C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0A516-FA76-4796-AA0D-A19AE65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890CCE-83CA-4AD4-B900-A64BA032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8096C0-6906-482F-A127-F5EA23F1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51A154-941A-4323-821E-5416BE9D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18B56A-2E23-4268-AAB7-41D97D71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6A53D0-25D6-4208-B0D4-4DA3310E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3C8018-5EAD-4A42-A5FB-1462FB6C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864F61-CC58-43D7-9D72-0BE0D363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4E6B36-4ABC-4E2E-B07D-17C2F551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F2B255-7844-4A3E-AA78-4640DCF2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2CF3EA-9B9B-45F2-91A5-FDA7A683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04889450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0EEB24-600E-4996-8CBF-9B1FBA8E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69BF80-3830-4610-A195-7BCCF08C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7CE98-EFF2-46F6-BCC8-9FF3576A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BEBE8-6BB3-4245-BB01-D80429A4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1DB61-0BED-48AA-934E-FAA169E9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95A53-513A-40DD-937B-2EF55F20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C7E1C-0BE0-4F2B-9F78-86E35932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96E-B58B-490D-9AE1-E0F4618D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FB98EF-7CBB-494E-824E-5526DC32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4C0F8-F858-4A11-AB0B-11A91001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9F8BD-FC6F-4F14-86E6-926B5FE7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9C327-531A-474F-A13F-A800F5D7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9542-141B-44DD-A524-0CBEFECB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D14D80-0559-482C-AA1E-A05A3E8B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9FC11-A0D6-448E-8593-E706E4CC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7B1F68-DBB2-485B-A19D-7FEF3BB0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8646B3-99EF-4B1A-A467-8A456B88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21CF7-5E88-4D75-97BA-34E12691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1FE968-B18D-4978-BDD1-26D1FFE2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F642F8-1D0E-422D-867E-CCFE8959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A3A4DC-5540-4047-8C98-BEF184B2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D73FC-E6F9-499A-A6DA-F57FE30D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6ED64D-0DFD-48C6-934E-95E7F757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06513-29B5-4FC1-9D4E-D89C10BF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2BE994-DF46-4B2C-ACC1-AE98F15D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D6D4D6-4071-47D5-A86F-88137EFD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02C32-EE20-4A30-A78A-3F2732D4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8B71E4-3541-4A3F-B8A2-9750997B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00A353-3227-4716-8B4A-5B96F16E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BE9517-69EB-4262-9179-F13CE77D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B401BA-8132-4BCB-AB90-963BB248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75873C-677D-41ED-BA53-484FE256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14BA9A-765A-41E2-83A6-68126533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4EB993-7583-4F05-ABAD-488F327F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8FF805-8120-49E4-A059-FFEC859A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2F8963-E74C-4B33-B1EC-28113222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A4525A-9C6F-4A58-B409-581E7FA0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665B18-01CC-4D33-82DF-FD8BD319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5027F8-E268-4D97-A174-DCAC93C2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1D679B-532F-483D-8FFF-F14F4B53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D46978-2E72-4813-89EA-BB5FCE9A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F8802D-FC67-4166-A5FE-3D115B41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CE6060-80AA-4E9F-BF2E-43CC549C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A8B20E-74CF-4343-85BD-9ECBCE57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BB1930-DF1B-4ECC-AF95-3E6D9AF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C542EE-C6F0-4964-9AED-DF5ADA74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A5ECEC-FDEF-4B9D-90EE-3C336A55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395829-C284-42A2-AE70-78339ACC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653363-FEEC-4E61-892A-655554EC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3C1A39-D6C7-41A9-8895-D84F638E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3E062BD-894B-432C-BD6F-62206EE6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784C35-8483-4CF4-8240-91A86759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3A9FE7-79F5-4B87-9924-4432E4EE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C4E4B01-1014-4F63-A9D2-28CADF8C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137219628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2026-07-24T17:26:50.9130000Z</dcterms:created>
  <dcterms:modified xsi:type="dcterms:W3CDTF">2026-07-24T17:26:50.9130000Z</dcterms:modified>
</coreProperties>
</file>