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44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45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6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47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48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slides/charts/chart49.xml" ContentType="application/vnd.openxmlformats-officedocument.drawingml.chart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53.xml" ContentType="application/vnd.openxmlformats-officedocument.drawingml.chart+xml"/>
  <Override PartName="/ppt/slides/charts/chart54.xml" ContentType="application/vnd.openxmlformats-officedocument.drawingml.chart+xml"/>
  <Override PartName="/ppt/slides/charts/chart55.xml" ContentType="application/vnd.openxmlformats-officedocument.drawingml.chart+xml"/>
  <Override PartName="/ppt/slides/charts/chart56.xml" ContentType="application/vnd.openxmlformats-officedocument.drawingml.chart+xml"/>
  <Override PartName="/ppt/slides/charts/chart57.xml" ContentType="application/vnd.openxmlformats-officedocument.drawingml.chart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59e32e1f654e62" /><Relationship Type="http://schemas.openxmlformats.org/officeDocument/2006/relationships/extended-properties" Target="/docProps/app.xml" Id="R8ae83a2cf3804ead" /><Relationship Type="http://schemas.openxmlformats.org/officeDocument/2006/relationships/officeDocument" Target="/ppt/presentation.xml" Id="R1cc4c4c7b54d41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68d284c5b04a45"/>
  </p:sldMasterIdLst>
  <p:notesMasterIdLst>
    <p:notesMasterId xmlns:r="http://schemas.openxmlformats.org/officeDocument/2006/relationships" r:id="Rbc42717fcb1a4dbf"/>
  </p:notesMasterIdLst>
  <p:sldIdLst>
    <p:sldId xmlns:r="http://schemas.openxmlformats.org/officeDocument/2006/relationships" id="256" r:id="Rbef1c3b576284a36"/>
    <p:sldId xmlns:r="http://schemas.openxmlformats.org/officeDocument/2006/relationships" id="257" r:id="Re0a114d5871e4dd6"/>
    <p:sldId xmlns:r="http://schemas.openxmlformats.org/officeDocument/2006/relationships" id="258" r:id="R3d6d7880733c4ffd"/>
    <p:sldId xmlns:r="http://schemas.openxmlformats.org/officeDocument/2006/relationships" id="259" r:id="Rd7fadb1e426f4ea1"/>
    <p:sldId xmlns:r="http://schemas.openxmlformats.org/officeDocument/2006/relationships" id="260" r:id="R27b51d7cd2994c35"/>
    <p:sldId xmlns:r="http://schemas.openxmlformats.org/officeDocument/2006/relationships" id="261" r:id="R7548b075cef04351"/>
    <p:sldId xmlns:r="http://schemas.openxmlformats.org/officeDocument/2006/relationships" id="262" r:id="Re017b72cf93b4c36"/>
    <p:sldId xmlns:r="http://schemas.openxmlformats.org/officeDocument/2006/relationships" id="263" r:id="Rf2d18ae339c9448d"/>
    <p:sldId xmlns:r="http://schemas.openxmlformats.org/officeDocument/2006/relationships" id="264" r:id="Rd84d22bd1dd546df"/>
    <p:sldId xmlns:r="http://schemas.openxmlformats.org/officeDocument/2006/relationships" id="265" r:id="R4b9e7eb705244da8"/>
    <p:sldId xmlns:r="http://schemas.openxmlformats.org/officeDocument/2006/relationships" id="266" r:id="Rb43deabaaac64ba2"/>
    <p:sldId xmlns:r="http://schemas.openxmlformats.org/officeDocument/2006/relationships" id="267" r:id="R7da57faa691a4795"/>
    <p:sldId xmlns:r="http://schemas.openxmlformats.org/officeDocument/2006/relationships" id="268" r:id="Rb99e6814c3f44d6e"/>
    <p:sldId xmlns:r="http://schemas.openxmlformats.org/officeDocument/2006/relationships" id="269" r:id="R43815cacbb554b22"/>
    <p:sldId xmlns:r="http://schemas.openxmlformats.org/officeDocument/2006/relationships" id="270" r:id="R9fcf08dbcf3a4191"/>
    <p:sldId xmlns:r="http://schemas.openxmlformats.org/officeDocument/2006/relationships" id="271" r:id="R3d329307c9bf4057"/>
    <p:sldId xmlns:r="http://schemas.openxmlformats.org/officeDocument/2006/relationships" id="272" r:id="Rfb301f86bf7a4021"/>
    <p:sldId xmlns:r="http://schemas.openxmlformats.org/officeDocument/2006/relationships" id="273" r:id="Rfb001f65687d4661"/>
    <p:sldId xmlns:r="http://schemas.openxmlformats.org/officeDocument/2006/relationships" id="274" r:id="R1803ebbe89bf4fc9"/>
    <p:sldId xmlns:r="http://schemas.openxmlformats.org/officeDocument/2006/relationships" id="275" r:id="R6a660a981b174f6f"/>
    <p:sldId xmlns:r="http://schemas.openxmlformats.org/officeDocument/2006/relationships" id="276" r:id="R02731adb197046ea"/>
    <p:sldId xmlns:r="http://schemas.openxmlformats.org/officeDocument/2006/relationships" id="277" r:id="Rf2b98e0a4fa14a36"/>
    <p:sldId xmlns:r="http://schemas.openxmlformats.org/officeDocument/2006/relationships" id="278" r:id="R7189a433eced4659"/>
    <p:sldId xmlns:r="http://schemas.openxmlformats.org/officeDocument/2006/relationships" id="279" r:id="R7b74350403b7446b"/>
    <p:sldId xmlns:r="http://schemas.openxmlformats.org/officeDocument/2006/relationships" id="280" r:id="R7db97b9a80934b20"/>
    <p:sldId xmlns:r="http://schemas.openxmlformats.org/officeDocument/2006/relationships" id="281" r:id="Rd5ef1a9caef342d4"/>
    <p:sldId xmlns:r="http://schemas.openxmlformats.org/officeDocument/2006/relationships" id="282" r:id="R01799e7b8dd54159"/>
    <p:sldId xmlns:r="http://schemas.openxmlformats.org/officeDocument/2006/relationships" id="283" r:id="Ref1ae7e300d74f1f"/>
    <p:sldId xmlns:r="http://schemas.openxmlformats.org/officeDocument/2006/relationships" id="284" r:id="R5d97483643b44bf8"/>
    <p:sldId xmlns:r="http://schemas.openxmlformats.org/officeDocument/2006/relationships" id="285" r:id="R8f3e06ce61e741a0"/>
    <p:sldId xmlns:r="http://schemas.openxmlformats.org/officeDocument/2006/relationships" id="286" r:id="Rc8884333a72d47e3"/>
    <p:sldId xmlns:r="http://schemas.openxmlformats.org/officeDocument/2006/relationships" id="287" r:id="R43ef2a7583c543fa"/>
    <p:sldId xmlns:r="http://schemas.openxmlformats.org/officeDocument/2006/relationships" id="288" r:id="R4ed25050f8bc468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374505c9844647" /><Relationship Type="http://schemas.openxmlformats.org/officeDocument/2006/relationships/slideMaster" Target="/ppt/slideMasters/slideMaster1.xml" Id="Rbe68d284c5b04a45" /><Relationship Type="http://schemas.openxmlformats.org/officeDocument/2006/relationships/notesMaster" Target="/ppt/notesMasters/notesMaster1.xml" Id="Rbc42717fcb1a4dbf" /><Relationship Type="http://schemas.openxmlformats.org/officeDocument/2006/relationships/presProps" Target="/ppt/presProps.xml" Id="R8246b8866a9f41fc" /><Relationship Type="http://schemas.openxmlformats.org/officeDocument/2006/relationships/tableStyles" Target="/ppt/tableStyles.xml" Id="Ra893743823cf40a9" /><Relationship Type="http://schemas.openxmlformats.org/officeDocument/2006/relationships/slide" Target="/ppt/slides/slide1.xml" Id="Rbef1c3b576284a36" /><Relationship Type="http://schemas.openxmlformats.org/officeDocument/2006/relationships/slide" Target="/ppt/slides/slide2.xml" Id="Re0a114d5871e4dd6" /><Relationship Type="http://schemas.openxmlformats.org/officeDocument/2006/relationships/slide" Target="/ppt/slides/slide3.xml" Id="R3d6d7880733c4ffd" /><Relationship Type="http://schemas.openxmlformats.org/officeDocument/2006/relationships/slide" Target="/ppt/slides/slide4.xml" Id="Rd7fadb1e426f4ea1" /><Relationship Type="http://schemas.openxmlformats.org/officeDocument/2006/relationships/slide" Target="/ppt/slides/slide5.xml" Id="R27b51d7cd2994c35" /><Relationship Type="http://schemas.openxmlformats.org/officeDocument/2006/relationships/slide" Target="/ppt/slides/slide6.xml" Id="R7548b075cef04351" /><Relationship Type="http://schemas.openxmlformats.org/officeDocument/2006/relationships/slide" Target="/ppt/slides/slide7.xml" Id="Re017b72cf93b4c36" /><Relationship Type="http://schemas.openxmlformats.org/officeDocument/2006/relationships/slide" Target="/ppt/slides/slide8.xml" Id="Rf2d18ae339c9448d" /><Relationship Type="http://schemas.openxmlformats.org/officeDocument/2006/relationships/slide" Target="/ppt/slides/slide9.xml" Id="Rd84d22bd1dd546df" /><Relationship Type="http://schemas.openxmlformats.org/officeDocument/2006/relationships/slide" Target="/ppt/slides/slide10.xml" Id="R4b9e7eb705244da8" /><Relationship Type="http://schemas.openxmlformats.org/officeDocument/2006/relationships/slide" Target="/ppt/slides/slide11.xml" Id="Rb43deabaaac64ba2" /><Relationship Type="http://schemas.openxmlformats.org/officeDocument/2006/relationships/slide" Target="/ppt/slides/slide12.xml" Id="R7da57faa691a4795" /><Relationship Type="http://schemas.openxmlformats.org/officeDocument/2006/relationships/slide" Target="/ppt/slides/slide13.xml" Id="Rb99e6814c3f44d6e" /><Relationship Type="http://schemas.openxmlformats.org/officeDocument/2006/relationships/slide" Target="/ppt/slides/slide14.xml" Id="R43815cacbb554b22" /><Relationship Type="http://schemas.openxmlformats.org/officeDocument/2006/relationships/slide" Target="/ppt/slides/slide15.xml" Id="R9fcf08dbcf3a4191" /><Relationship Type="http://schemas.openxmlformats.org/officeDocument/2006/relationships/slide" Target="/ppt/slides/slide16.xml" Id="R3d329307c9bf4057" /><Relationship Type="http://schemas.openxmlformats.org/officeDocument/2006/relationships/slide" Target="/ppt/slides/slide17.xml" Id="Rfb301f86bf7a4021" /><Relationship Type="http://schemas.openxmlformats.org/officeDocument/2006/relationships/slide" Target="/ppt/slides/slide18.xml" Id="Rfb001f65687d4661" /><Relationship Type="http://schemas.openxmlformats.org/officeDocument/2006/relationships/slide" Target="/ppt/slides/slide19.xml" Id="R1803ebbe89bf4fc9" /><Relationship Type="http://schemas.openxmlformats.org/officeDocument/2006/relationships/slide" Target="/ppt/slides/slide20.xml" Id="R6a660a981b174f6f" /><Relationship Type="http://schemas.openxmlformats.org/officeDocument/2006/relationships/slide" Target="/ppt/slides/slide21.xml" Id="R02731adb197046ea" /><Relationship Type="http://schemas.openxmlformats.org/officeDocument/2006/relationships/slide" Target="/ppt/slides/slide22.xml" Id="Rf2b98e0a4fa14a36" /><Relationship Type="http://schemas.openxmlformats.org/officeDocument/2006/relationships/slide" Target="/ppt/slides/slide23.xml" Id="R7189a433eced4659" /><Relationship Type="http://schemas.openxmlformats.org/officeDocument/2006/relationships/slide" Target="/ppt/slides/slide24.xml" Id="R7b74350403b7446b" /><Relationship Type="http://schemas.openxmlformats.org/officeDocument/2006/relationships/slide" Target="/ppt/slides/slide25.xml" Id="R7db97b9a80934b20" /><Relationship Type="http://schemas.openxmlformats.org/officeDocument/2006/relationships/slide" Target="/ppt/slides/slide26.xml" Id="Rd5ef1a9caef342d4" /><Relationship Type="http://schemas.openxmlformats.org/officeDocument/2006/relationships/slide" Target="/ppt/slides/slide27.xml" Id="R01799e7b8dd54159" /><Relationship Type="http://schemas.openxmlformats.org/officeDocument/2006/relationships/slide" Target="/ppt/slides/slide28.xml" Id="Ref1ae7e300d74f1f" /><Relationship Type="http://schemas.openxmlformats.org/officeDocument/2006/relationships/slide" Target="/ppt/slides/slide29.xml" Id="R5d97483643b44bf8" /><Relationship Type="http://schemas.openxmlformats.org/officeDocument/2006/relationships/slide" Target="/ppt/slides/slide30.xml" Id="R8f3e06ce61e741a0" /><Relationship Type="http://schemas.openxmlformats.org/officeDocument/2006/relationships/slide" Target="/ppt/slides/slide31.xml" Id="Rc8884333a72d47e3" /><Relationship Type="http://schemas.openxmlformats.org/officeDocument/2006/relationships/slide" Target="/ppt/slides/slide32.xml" Id="R43ef2a7583c543fa" /><Relationship Type="http://schemas.openxmlformats.org/officeDocument/2006/relationships/slide" Target="/ppt/slides/slide33.xml" Id="R4ed25050f8bc46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e51c4a106a42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437ae0dc8d4df1" /><Relationship Type="http://schemas.openxmlformats.org/officeDocument/2006/relationships/notesMaster" Target="/ppt/notesMasters/notesMaster1.xml" Id="Rb7dd1f91cf4c45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2443eb1a60405d" /><Relationship Type="http://schemas.openxmlformats.org/officeDocument/2006/relationships/notesMaster" Target="/ppt/notesMasters/notesMaster1.xml" Id="R2653d4984ac94c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f4517d49334274" /><Relationship Type="http://schemas.openxmlformats.org/officeDocument/2006/relationships/notesMaster" Target="/ppt/notesMasters/notesMaster1.xml" Id="R385f4d0d0f724b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f28fe672904c14" /><Relationship Type="http://schemas.openxmlformats.org/officeDocument/2006/relationships/notesMaster" Target="/ppt/notesMasters/notesMaster1.xml" Id="R571bdacb724c4b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dc3c03da3fd4480" /><Relationship Type="http://schemas.openxmlformats.org/officeDocument/2006/relationships/notesMaster" Target="/ppt/notesMasters/notesMaster1.xml" Id="Rf7df20395292440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e4f8ee59e74376" /><Relationship Type="http://schemas.openxmlformats.org/officeDocument/2006/relationships/notesMaster" Target="/ppt/notesMasters/notesMaster1.xml" Id="Ra32d870a693b45a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00b760744648a9" /><Relationship Type="http://schemas.openxmlformats.org/officeDocument/2006/relationships/notesMaster" Target="/ppt/notesMasters/notesMaster1.xml" Id="R6339c1475d684ca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f351ec2d524c4b" /><Relationship Type="http://schemas.openxmlformats.org/officeDocument/2006/relationships/notesMaster" Target="/ppt/notesMasters/notesMaster1.xml" Id="Rfa25247afa0c439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d42a95491f34e31" /><Relationship Type="http://schemas.openxmlformats.org/officeDocument/2006/relationships/notesMaster" Target="/ppt/notesMasters/notesMaster1.xml" Id="R6fcd4bae12b44d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1892598f5949a0" /><Relationship Type="http://schemas.openxmlformats.org/officeDocument/2006/relationships/notesMaster" Target="/ppt/notesMasters/notesMaster1.xml" Id="R468755ef934d44d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67639bf926a4588" /><Relationship Type="http://schemas.openxmlformats.org/officeDocument/2006/relationships/notesMaster" Target="/ppt/notesMasters/notesMaster1.xml" Id="R82a3ee0210c84b7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ab8003a4ab14d65" /><Relationship Type="http://schemas.openxmlformats.org/officeDocument/2006/relationships/notesMaster" Target="/ppt/notesMasters/notesMaster1.xml" Id="R291ce31a4591435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c65a946211c45e5" /><Relationship Type="http://schemas.openxmlformats.org/officeDocument/2006/relationships/notesMaster" Target="/ppt/notesMasters/notesMaster1.xml" Id="Rbf7421fea8ff484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300c6201acd460a" /><Relationship Type="http://schemas.openxmlformats.org/officeDocument/2006/relationships/notesMaster" Target="/ppt/notesMasters/notesMaster1.xml" Id="R3a476142556d483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613b0d6c72c4c07" /><Relationship Type="http://schemas.openxmlformats.org/officeDocument/2006/relationships/notesMaster" Target="/ppt/notesMasters/notesMaster1.xml" Id="Rf5a4e0d1c06c441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8a71d098fb94634" /><Relationship Type="http://schemas.openxmlformats.org/officeDocument/2006/relationships/notesMaster" Target="/ppt/notesMasters/notesMaster1.xml" Id="R7deee9cb79d74cd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f11f756fa1e4efb" /><Relationship Type="http://schemas.openxmlformats.org/officeDocument/2006/relationships/notesMaster" Target="/ppt/notesMasters/notesMaster1.xml" Id="Rc20a6e08d2084dd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cb564e7f97b4a97" /><Relationship Type="http://schemas.openxmlformats.org/officeDocument/2006/relationships/notesMaster" Target="/ppt/notesMasters/notesMaster1.xml" Id="R2c41b7d7496149a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209ce838f814afd" /><Relationship Type="http://schemas.openxmlformats.org/officeDocument/2006/relationships/notesMaster" Target="/ppt/notesMasters/notesMaster1.xml" Id="R5e357458c8e44a9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2ce8274303d49de" /><Relationship Type="http://schemas.openxmlformats.org/officeDocument/2006/relationships/notesMaster" Target="/ppt/notesMasters/notesMaster1.xml" Id="Rff31f58712f84f7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af65525761c4369" /><Relationship Type="http://schemas.openxmlformats.org/officeDocument/2006/relationships/notesMaster" Target="/ppt/notesMasters/notesMaster1.xml" Id="Rfa7499d9b0be420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cfeb155a1ab44d6" /><Relationship Type="http://schemas.openxmlformats.org/officeDocument/2006/relationships/notesMaster" Target="/ppt/notesMasters/notesMaster1.xml" Id="R46217db2ac0b4d4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4d2d6c336b84184" /><Relationship Type="http://schemas.openxmlformats.org/officeDocument/2006/relationships/notesMaster" Target="/ppt/notesMasters/notesMaster1.xml" Id="R23644d7d9ae4422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176d56cf582444c" /><Relationship Type="http://schemas.openxmlformats.org/officeDocument/2006/relationships/notesMaster" Target="/ppt/notesMasters/notesMaster1.xml" Id="R2d9de75d5a7e41a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420a19861554dcc" /><Relationship Type="http://schemas.openxmlformats.org/officeDocument/2006/relationships/notesMaster" Target="/ppt/notesMasters/notesMaster1.xml" Id="R9167d49130d1432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a666e6c581b4f89" /><Relationship Type="http://schemas.openxmlformats.org/officeDocument/2006/relationships/notesMaster" Target="/ppt/notesMasters/notesMaster1.xml" Id="Rc4809bfcbd0c4e8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e8e328d67e34ea7" /><Relationship Type="http://schemas.openxmlformats.org/officeDocument/2006/relationships/notesMaster" Target="/ppt/notesMasters/notesMaster1.xml" Id="Rb5c08ac18686414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75e0b3a35c24a2a" /><Relationship Type="http://schemas.openxmlformats.org/officeDocument/2006/relationships/notesMaster" Target="/ppt/notesMasters/notesMaster1.xml" Id="R181dae26fb78476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59841326d0e4d76" /><Relationship Type="http://schemas.openxmlformats.org/officeDocument/2006/relationships/notesMaster" Target="/ppt/notesMasters/notesMaster1.xml" Id="Rc9c4255586c1436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94982aadac248cf" /><Relationship Type="http://schemas.openxmlformats.org/officeDocument/2006/relationships/notesMaster" Target="/ppt/notesMasters/notesMaster1.xml" Id="R1457fd48b59f4b7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767e4816686481a" /><Relationship Type="http://schemas.openxmlformats.org/officeDocument/2006/relationships/notesMaster" Target="/ppt/notesMasters/notesMaster1.xml" Id="R327245d4d4794fc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4ed4d644af14945" /><Relationship Type="http://schemas.openxmlformats.org/officeDocument/2006/relationships/notesMaster" Target="/ppt/notesMasters/notesMaster1.xml" Id="R80ba347ba0224e7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499f40fd7e74040" /><Relationship Type="http://schemas.openxmlformats.org/officeDocument/2006/relationships/notesMaster" Target="/ppt/notesMasters/notesMaster1.xml" Id="Rb18bd7c8a8d841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mai/26, aba 02-02-Vlr. Valor encerrado; 2026 = jan–mai.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 (snapshot mai/26, aba 02-02-Vlr); composição não observada escalada pela composição CVM.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Cedente/originador reproduz a curadoria documental existente. Campo ausente ou fragmento sem nome explícito permanece N/D; fonte,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Cedente/originador reproduz a curadoria documental existente. Campo ausente ou fragmento sem nome explícito permanece N/D; fonte,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Cedente/originador reproduz a curadoria documental existente. Campo ausente ou fragmento sem nome explícito permanece N/D; fonte,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os dois painéis usam o Top 15 de cada fotografia.</a:t>
            </a:r>
          </a:p>
          <a:p xmlns:a="http://schemas.openxmlformats.org/drawingml/2006/main">
            <a:r>
              <a:t>- Cedente/originador reproduz a curadoria documental existente. Campo ausente ou fragmento sem nome explícito permanece N/D; fonte,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competência 2026-06: https://dados.cvm.gov.br/dataset/fi-doc-inf_mensal</a:t>
            </a:r>
          </a:p>
          <a:p xmlns:a="http://schemas.openxmlformats.org/drawingml/2006/main">
            <a:r>
              <a:t>- FundosNet/B3, regulamentos, emissões e assembleias: https://fnet.bmfbovespa.com.br/fnet/publico/abrirGerenciadorDocumentosCVM</a:t>
            </a:r>
          </a:p>
          <a:p xmlns:a="http://schemas.openxmlformats.org/drawingml/2006/main">
            <a:r>
              <a:t>- Leitura documental versionada por CNPJ; documento, data, página, status e lacuna constam na aba Curadoria flagship.</a:t>
            </a:r>
          </a:p>
          <a:p xmlns:a="http://schemas.openxmlformats.org/drawingml/2006/main">
            <a:r>
              <a:t>- Faixas descritivas; não constituem nota de risco. PL e subordinação atual são agregados por família; mínimos e datas de emissão exibem somente valores localizados.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 aba Carteira 1 curadoria preserva o detalhe de 101 CNPJs; a aba Carteira 1 vs flagships documenta os sete grupos comparáveis e a fórmula de leitura estrutural.</a:t>
            </a:r>
          </a:p>
          <a:p xmlns:a="http://schemas.openxmlformats.org/drawingml/2006/main">
            <a:r>
              <a:t>- Carteira I e os 47 CNPJs flagship usam o mesmo PL e a mesma subordinação atual reconciliados por CNPJ.</a:t>
            </a:r>
          </a:p>
          <a:p xmlns:a="http://schemas.openxmlformats.org/drawingml/2006/main">
            <a:r>
              <a:t>- A posição de risco estrutural usa a mediana da subordinação atual dentro de cada tipo; N/D não entra na mediana.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6dbdb458654cf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373a0887d54201" /><Relationship Type="http://schemas.openxmlformats.org/officeDocument/2006/relationships/slideLayout" Target="/ppt/slideLayouts/slideLayout1.xml" Id="Rc85bb0adc4a24e8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5bb0adc4a24e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0f8c7d215b4055" /><Relationship Type="http://schemas.openxmlformats.org/officeDocument/2006/relationships/notesSlide" Target="/ppt/notesSlides/notesSlide1.xml" Id="Ra937788d83c744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c6c7463e9d454c" /><Relationship Type="http://schemas.openxmlformats.org/officeDocument/2006/relationships/chart" Target="/ppt/slides/charts/chart1.xml" Id="Rf2d5af72bdb246d2" /><Relationship Type="http://schemas.openxmlformats.org/officeDocument/2006/relationships/chart" Target="/ppt/slides/charts/chart2.xml" Id="R5e94717740cc4787" /><Relationship Type="http://schemas.openxmlformats.org/officeDocument/2006/relationships/chart" Target="/ppt/slides/charts/chart3.xml" Id="R8f5fb39870244a82" /><Relationship Type="http://schemas.openxmlformats.org/officeDocument/2006/relationships/notesSlide" Target="/ppt/notesSlides/notesSlide2.xml" Id="R61872114ff364a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e90782eee4cfd" /><Relationship Type="http://schemas.openxmlformats.org/officeDocument/2006/relationships/chart" Target="/ppt/slides/charts/chart4.xml" Id="R4adc422b4c0645fe" /><Relationship Type="http://schemas.openxmlformats.org/officeDocument/2006/relationships/chart" Target="/ppt/slides/charts/chart5.xml" Id="R9629babdfd7549d4" /><Relationship Type="http://schemas.openxmlformats.org/officeDocument/2006/relationships/notesSlide" Target="/ppt/notesSlides/notesSlide3.xml" Id="Rb5b6f530959743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67b4bbfa24724" /><Relationship Type="http://schemas.openxmlformats.org/officeDocument/2006/relationships/chart" Target="/ppt/slides/charts/chart6.xml" Id="R9b80b1c59d154a76" /><Relationship Type="http://schemas.openxmlformats.org/officeDocument/2006/relationships/chart" Target="/ppt/slides/charts/chart7.xml" Id="R82317ba765174b46" /><Relationship Type="http://schemas.openxmlformats.org/officeDocument/2006/relationships/notesSlide" Target="/ppt/notesSlides/notesSlide4.xml" Id="Raafdf7e9cf5843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0922d599ce4e74" /><Relationship Type="http://schemas.openxmlformats.org/officeDocument/2006/relationships/chart" Target="/ppt/slides/charts/chart8.xml" Id="R6443896f8cb94c9a" /><Relationship Type="http://schemas.openxmlformats.org/officeDocument/2006/relationships/chart" Target="/ppt/slides/charts/chart9.xml" Id="R418e0cac3d864469" /><Relationship Type="http://schemas.openxmlformats.org/officeDocument/2006/relationships/chart" Target="/ppt/slides/charts/chart10.xml" Id="Rcbccbbf528914b4a" /><Relationship Type="http://schemas.openxmlformats.org/officeDocument/2006/relationships/notesSlide" Target="/ppt/notesSlides/notesSlide5.xml" Id="Rcb627cda5f274e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5722083cb04272" /><Relationship Type="http://schemas.openxmlformats.org/officeDocument/2006/relationships/chart" Target="/ppt/slides/charts/chart11.xml" Id="Rf00093187d654e12" /><Relationship Type="http://schemas.openxmlformats.org/officeDocument/2006/relationships/chart" Target="/ppt/slides/charts/chart12.xml" Id="R943d5bb844c04085" /><Relationship Type="http://schemas.openxmlformats.org/officeDocument/2006/relationships/chart" Target="/ppt/slides/charts/chart13.xml" Id="Rdcfce03c0eb24b9b" /><Relationship Type="http://schemas.openxmlformats.org/officeDocument/2006/relationships/notesSlide" Target="/ppt/notesSlides/notesSlide6.xml" Id="R70957602581048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73161a3985433c" /><Relationship Type="http://schemas.openxmlformats.org/officeDocument/2006/relationships/chart" Target="/ppt/slides/charts/chart14.xml" Id="Reecf96683d124728" /><Relationship Type="http://schemas.openxmlformats.org/officeDocument/2006/relationships/chart" Target="/ppt/slides/charts/chart15.xml" Id="Re76c57c45ce940a9" /><Relationship Type="http://schemas.openxmlformats.org/officeDocument/2006/relationships/chart" Target="/ppt/slides/charts/chart16.xml" Id="R3c9314bb73f64135" /><Relationship Type="http://schemas.openxmlformats.org/officeDocument/2006/relationships/notesSlide" Target="/ppt/notesSlides/notesSlide7.xml" Id="R70ca2b83190143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25c24abeae4b88" /><Relationship Type="http://schemas.openxmlformats.org/officeDocument/2006/relationships/chart" Target="/ppt/slides/charts/chart17.xml" Id="R8a91c72e64f745a0" /><Relationship Type="http://schemas.openxmlformats.org/officeDocument/2006/relationships/chart" Target="/ppt/slides/charts/chart18.xml" Id="R00667ae276734c45" /><Relationship Type="http://schemas.openxmlformats.org/officeDocument/2006/relationships/chart" Target="/ppt/slides/charts/chart19.xml" Id="R70ab947d9c4e40e4" /><Relationship Type="http://schemas.openxmlformats.org/officeDocument/2006/relationships/notesSlide" Target="/ppt/notesSlides/notesSlide8.xml" Id="Ree1c7a9dc13e41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b9705e89bc4fd0" /><Relationship Type="http://schemas.openxmlformats.org/officeDocument/2006/relationships/notesSlide" Target="/ppt/notesSlides/notesSlide9.xml" Id="R83be46e846754f0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0e87abdb5241e3" /><Relationship Type="http://schemas.openxmlformats.org/officeDocument/2006/relationships/notesSlide" Target="/ppt/notesSlides/notesSlide10.xml" Id="R43cb18139ba642c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137a47184046f7" /><Relationship Type="http://schemas.openxmlformats.org/officeDocument/2006/relationships/notesSlide" Target="/ppt/notesSlides/notesSlide11.xml" Id="R7a3677bb17054e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af18930a374729" /><Relationship Type="http://schemas.openxmlformats.org/officeDocument/2006/relationships/notesSlide" Target="/ppt/notesSlides/notesSlide12.xml" Id="R0e7215bda75f48b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08b835bae14380" /><Relationship Type="http://schemas.openxmlformats.org/officeDocument/2006/relationships/notesSlide" Target="/ppt/notesSlides/notesSlide13.xml" Id="Rf9a8e174d25f4d7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b57f06c7494b27" /><Relationship Type="http://schemas.openxmlformats.org/officeDocument/2006/relationships/notesSlide" Target="/ppt/notesSlides/notesSlide14.xml" Id="R500b9921de214fb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45fd19f10a4ef2" /><Relationship Type="http://schemas.openxmlformats.org/officeDocument/2006/relationships/notesSlide" Target="/ppt/notesSlides/notesSlide15.xml" Id="Rbfc870a51aab49f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c1aea4ecff4dfc" /><Relationship Type="http://schemas.openxmlformats.org/officeDocument/2006/relationships/chart" Target="/ppt/slides/charts/chart20.xml" Id="R191b9f6d07344597" /><Relationship Type="http://schemas.openxmlformats.org/officeDocument/2006/relationships/chart" Target="/ppt/slides/charts/chart21.xml" Id="Rfc9e508314f34c91" /><Relationship Type="http://schemas.openxmlformats.org/officeDocument/2006/relationships/chart" Target="/ppt/slides/charts/chart22.xml" Id="R55dd1fb8823e40cf" /><Relationship Type="http://schemas.openxmlformats.org/officeDocument/2006/relationships/notesSlide" Target="/ppt/notesSlides/notesSlide16.xml" Id="R00d2d62cd9af441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36eafa22e74b0b" /><Relationship Type="http://schemas.openxmlformats.org/officeDocument/2006/relationships/notesSlide" Target="/ppt/notesSlides/notesSlide17.xml" Id="R42fdfab9acd7415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51c22c469d46d6" /><Relationship Type="http://schemas.openxmlformats.org/officeDocument/2006/relationships/chart" Target="/ppt/slides/charts/chart23.xml" Id="R09bd18fef68f42e5" /><Relationship Type="http://schemas.openxmlformats.org/officeDocument/2006/relationships/chart" Target="/ppt/slides/charts/chart24.xml" Id="Re15ab7f141214972" /><Relationship Type="http://schemas.openxmlformats.org/officeDocument/2006/relationships/chart" Target="/ppt/slides/charts/chart25.xml" Id="Rca79cc1d297847cb" /><Relationship Type="http://schemas.openxmlformats.org/officeDocument/2006/relationships/notesSlide" Target="/ppt/notesSlides/notesSlide18.xml" Id="R725ec733333544a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740e9e4894ffe" /><Relationship Type="http://schemas.openxmlformats.org/officeDocument/2006/relationships/chart" Target="/ppt/slides/charts/chart26.xml" Id="R1925bb6f9b9d4582" /><Relationship Type="http://schemas.openxmlformats.org/officeDocument/2006/relationships/chart" Target="/ppt/slides/charts/chart27.xml" Id="R20b6ddfaf69c4de9" /><Relationship Type="http://schemas.openxmlformats.org/officeDocument/2006/relationships/chart" Target="/ppt/slides/charts/chart28.xml" Id="R76e983aded914ae5" /><Relationship Type="http://schemas.openxmlformats.org/officeDocument/2006/relationships/chart" Target="/ppt/slides/charts/chart29.xml" Id="Re3bb4a6ba6d54453" /><Relationship Type="http://schemas.openxmlformats.org/officeDocument/2006/relationships/notesSlide" Target="/ppt/notesSlides/notesSlide19.xml" Id="R2854437eae21425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86d70baf4402d" /><Relationship Type="http://schemas.openxmlformats.org/officeDocument/2006/relationships/chart" Target="/ppt/slides/charts/chart30.xml" Id="Rc9e23b5beb5d4673" /><Relationship Type="http://schemas.openxmlformats.org/officeDocument/2006/relationships/chart" Target="/ppt/slides/charts/chart31.xml" Id="R100f0103db8b4d8c" /><Relationship Type="http://schemas.openxmlformats.org/officeDocument/2006/relationships/chart" Target="/ppt/slides/charts/chart32.xml" Id="R6a1aa09660fd44cd" /><Relationship Type="http://schemas.openxmlformats.org/officeDocument/2006/relationships/chart" Target="/ppt/slides/charts/chart33.xml" Id="Rb2c93df94cb6409e" /><Relationship Type="http://schemas.openxmlformats.org/officeDocument/2006/relationships/chart" Target="/ppt/slides/charts/chart34.xml" Id="R508d80abccc5498a" /><Relationship Type="http://schemas.openxmlformats.org/officeDocument/2006/relationships/notesSlide" Target="/ppt/notesSlides/notesSlide20.xml" Id="R3b664ac1edd1456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44318513574374" /><Relationship Type="http://schemas.openxmlformats.org/officeDocument/2006/relationships/notesSlide" Target="/ppt/notesSlides/notesSlide21.xml" Id="Rb7e2434d848f41b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8aa98bda14540" /><Relationship Type="http://schemas.openxmlformats.org/officeDocument/2006/relationships/notesSlide" Target="/ppt/notesSlides/notesSlide22.xml" Id="R0b23f4561ac5478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ab50e49604dbf" /><Relationship Type="http://schemas.openxmlformats.org/officeDocument/2006/relationships/notesSlide" Target="/ppt/notesSlides/notesSlide23.xml" Id="Rd7e4fd82588c4ad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6318609747424d" /><Relationship Type="http://schemas.openxmlformats.org/officeDocument/2006/relationships/chart" Target="/ppt/slides/charts/chart35.xml" Id="R0401cb79d520409a" /><Relationship Type="http://schemas.openxmlformats.org/officeDocument/2006/relationships/chart" Target="/ppt/slides/charts/chart36.xml" Id="Ra2477124740143ae" /><Relationship Type="http://schemas.openxmlformats.org/officeDocument/2006/relationships/chart" Target="/ppt/slides/charts/chart37.xml" Id="R9d940acc12bd48c3" /><Relationship Type="http://schemas.openxmlformats.org/officeDocument/2006/relationships/chart" Target="/ppt/slides/charts/chart38.xml" Id="R34e512f8c8054ccc" /><Relationship Type="http://schemas.openxmlformats.org/officeDocument/2006/relationships/chart" Target="/ppt/slides/charts/chart39.xml" Id="Rf8214dc07cce4036" /><Relationship Type="http://schemas.openxmlformats.org/officeDocument/2006/relationships/chart" Target="/ppt/slides/charts/chart40.xml" Id="R041a812a4a9a4b69" /><Relationship Type="http://schemas.openxmlformats.org/officeDocument/2006/relationships/chart" Target="/ppt/slides/charts/chart41.xml" Id="Ra12118bdeff3406c" /><Relationship Type="http://schemas.openxmlformats.org/officeDocument/2006/relationships/notesSlide" Target="/ppt/notesSlides/notesSlide24.xml" Id="Re83687317327479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c8f81039634f92" /><Relationship Type="http://schemas.openxmlformats.org/officeDocument/2006/relationships/chart" Target="/ppt/slides/charts/chart42.xml" Id="R59f0a79b38e548f2" /><Relationship Type="http://schemas.openxmlformats.org/officeDocument/2006/relationships/chart" Target="/ppt/slides/charts/chart43.xml" Id="Rd43194840e1e4eaa" /><Relationship Type="http://schemas.openxmlformats.org/officeDocument/2006/relationships/notesSlide" Target="/ppt/notesSlides/notesSlide25.xml" Id="Ra8e856463cfc47a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d05c94b7f4b7e" /><Relationship Type="http://schemas.openxmlformats.org/officeDocument/2006/relationships/chart" Target="/ppt/slides/charts/chart44.xml" Id="Rfa532ecfbb0b4efd" /><Relationship Type="http://schemas.openxmlformats.org/officeDocument/2006/relationships/notesSlide" Target="/ppt/notesSlides/notesSlide26.xml" Id="R67a5b36c7138429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c96034d680408c" /><Relationship Type="http://schemas.openxmlformats.org/officeDocument/2006/relationships/chart" Target="/ppt/slides/charts/chart45.xml" Id="R6e7a4804844449c7" /><Relationship Type="http://schemas.openxmlformats.org/officeDocument/2006/relationships/notesSlide" Target="/ppt/notesSlides/notesSlide27.xml" Id="R74b089773c904fb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c43363ff5c4b3a" /><Relationship Type="http://schemas.openxmlformats.org/officeDocument/2006/relationships/chart" Target="/ppt/slides/charts/chart46.xml" Id="Rcce6913d851a4a7a" /><Relationship Type="http://schemas.openxmlformats.org/officeDocument/2006/relationships/notesSlide" Target="/ppt/notesSlides/notesSlide28.xml" Id="R8dbc9fbaecff485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f0703b9a742bc" /><Relationship Type="http://schemas.openxmlformats.org/officeDocument/2006/relationships/chart" Target="/ppt/slides/charts/chart47.xml" Id="R4e1c6824cb1f4fc8" /><Relationship Type="http://schemas.openxmlformats.org/officeDocument/2006/relationships/notesSlide" Target="/ppt/notesSlides/notesSlide29.xml" Id="Raecd0b0a637441e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54edb3d96743c5" /><Relationship Type="http://schemas.openxmlformats.org/officeDocument/2006/relationships/chart" Target="/ppt/slides/charts/chart48.xml" Id="Rf83f9a81f27641fb" /><Relationship Type="http://schemas.openxmlformats.org/officeDocument/2006/relationships/notesSlide" Target="/ppt/notesSlides/notesSlide30.xml" Id="R614c31540b814f0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aa9b2dcf9f44d5" /><Relationship Type="http://schemas.openxmlformats.org/officeDocument/2006/relationships/chart" Target="/ppt/slides/charts/chart49.xml" Id="R69f70938b7234c96" /><Relationship Type="http://schemas.openxmlformats.org/officeDocument/2006/relationships/notesSlide" Target="/ppt/notesSlides/notesSlide31.xml" Id="Rfdee675e7865485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45b567ea1d463d" /><Relationship Type="http://schemas.openxmlformats.org/officeDocument/2006/relationships/chart" Target="/ppt/slides/charts/chart50.xml" Id="Rc52ac3d5659442e5" /><Relationship Type="http://schemas.openxmlformats.org/officeDocument/2006/relationships/chart" Target="/ppt/slides/charts/chart51.xml" Id="R7a74200fc12c4fa7" /><Relationship Type="http://schemas.openxmlformats.org/officeDocument/2006/relationships/chart" Target="/ppt/slides/charts/chart52.xml" Id="R590e2c7d7a8e4ae8" /><Relationship Type="http://schemas.openxmlformats.org/officeDocument/2006/relationships/notesSlide" Target="/ppt/notesSlides/notesSlide32.xml" Id="R7f6c6931f75a45c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99f770dbec4c23" /><Relationship Type="http://schemas.openxmlformats.org/officeDocument/2006/relationships/chart" Target="/ppt/slides/charts/chart53.xml" Id="R38a44859b6ed440d" /><Relationship Type="http://schemas.openxmlformats.org/officeDocument/2006/relationships/chart" Target="/ppt/slides/charts/chart54.xml" Id="R14a4267b51a54f15" /><Relationship Type="http://schemas.openxmlformats.org/officeDocument/2006/relationships/chart" Target="/ppt/slides/charts/chart55.xml" Id="R2b06ddcc1eb84f07" /><Relationship Type="http://schemas.openxmlformats.org/officeDocument/2006/relationships/chart" Target="/ppt/slides/charts/chart56.xml" Id="R5eac2f12f3f940ab" /><Relationship Type="http://schemas.openxmlformats.org/officeDocument/2006/relationships/chart" Target="/ppt/slides/charts/chart57.xml" Id="R9d0c353fba2d46c3" /><Relationship Type="http://schemas.openxmlformats.org/officeDocument/2006/relationships/notesSlide" Target="/ppt/notesSlides/notesSlide33.xml" Id="Rbb68a8bf99f54069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dLbls>
          <c:txPr>
            <a:bodyPr anchorCtr="1"/>
            <a:lstStyle/>
            <a:p>
              <a:pPr>
                <a:defRPr sz="435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9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2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9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15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4.751893772390955</c:v>
              </c:pt>
              <c:pt idx="1">
                <c:v>10.68514314594</c:v>
              </c:pt>
              <c:pt idx="2">
                <c:v>10.93480114906</c:v>
              </c:pt>
              <c:pt idx="3">
                <c:v>4.1399598732</c:v>
              </c:pt>
              <c:pt idx="4">
                <c:v>7.32031892482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10.432998463290515</c:v>
              </c:pt>
              <c:pt idx="1">
                <c:v>21.484603508400003</c:v>
              </c:pt>
              <c:pt idx="2">
                <c:v>28.71965699961</c:v>
              </c:pt>
              <c:pt idx="3">
                <c:v>19.39381267632</c:v>
              </c:pt>
              <c:pt idx="4">
                <c:v>9.78363727233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17.13055294499981</c:v>
              </c:pt>
              <c:pt idx="1">
                <c:v>44.66609152533</c:v>
              </c:pt>
              <c:pt idx="2">
                <c:v>51.12676092368</c:v>
              </c:pt>
              <c:pt idx="3">
                <c:v>21.12168209032</c:v>
              </c:pt>
              <c:pt idx="4">
                <c:v>39.32799902597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8.566133770094378</c:v>
              </c:pt>
              <c:pt idx="1">
                <c:v>11.55076395418</c:v>
              </c:pt>
              <c:pt idx="2">
                <c:v>15.6821287893</c:v>
              </c:pt>
              <c:pt idx="3">
                <c:v>7.79214732856</c:v>
              </c:pt>
              <c:pt idx="4">
                <c:v>6.24278421138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56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0.1162355734379187</c:v>
              </c:pt>
              <c:pt idx="1">
                <c:v>0.1208909822074474</c:v>
              </c:pt>
              <c:pt idx="2">
                <c:v>0.1027095368376905</c:v>
              </c:pt>
              <c:pt idx="3">
                <c:v>0.0789351603852994</c:v>
              </c:pt>
              <c:pt idx="4">
                <c:v>0.1167985537852982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0.2552004773556469</c:v>
              </c:pt>
              <c:pt idx="1">
                <c:v>0.2430753416209434</c:v>
              </c:pt>
              <c:pt idx="2">
                <c:v>0.2697609794962622</c:v>
              </c:pt>
              <c:pt idx="3">
                <c:v>0.3697750125545281</c:v>
              </c:pt>
              <c:pt idx="4">
                <c:v>0.1561017622188069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0.4190286526268034</c:v>
              </c:pt>
              <c:pt idx="1">
                <c:v>0.5053491190631926</c:v>
              </c:pt>
              <c:pt idx="2">
                <c:v>0.4802287543138286</c:v>
              </c:pt>
              <c:pt idx="3">
                <c:v>0.4027196916085114</c:v>
              </c:pt>
              <c:pt idx="4">
                <c:v>0.627493618335196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0.209535296579631</c:v>
              </c:pt>
              <c:pt idx="1">
                <c:v>0.1306845571084164</c:v>
              </c:pt>
              <c:pt idx="2">
                <c:v>0.1473007293522185</c:v>
              </c:pt>
              <c:pt idx="3">
                <c:v>0.1485701354516612</c:v>
              </c:pt>
              <c:pt idx="4">
                <c:v>0.0996060656606988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56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56.03754109901</c:v>
              </c:pt>
              <c:pt idx="1">
                <c:v>71.63113667962</c:v>
              </c:pt>
              <c:pt idx="2">
                <c:v>90.9436339225</c:v>
              </c:pt>
              <c:pt idx="3">
                <c:v>95.85624007955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120.59893179347</c:v>
              </c:pt>
              <c:pt idx="1">
                <c:v>194.42720344778</c:v>
              </c:pt>
              <c:pt idx="2">
                <c:v>185.15696400279998</c:v>
              </c:pt>
              <c:pt idx="3">
                <c:v>209.31443106625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157.14931618562</c:v>
              </c:pt>
              <c:pt idx="1">
                <c:v>215.84746316414999</c:v>
              </c:pt>
              <c:pt idx="2">
                <c:v>277.12147225031</c:v>
              </c:pt>
              <c:pt idx="3">
                <c:v>327.05065731882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60.250322488660004</c:v>
              </c:pt>
              <c:pt idx="1">
                <c:v>77.69178718646</c:v>
              </c:pt>
              <c:pt idx="2">
                <c:v>99.49780005619</c:v>
              </c:pt>
              <c:pt idx="3">
                <c:v>89.12992821119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44.96060014172</c:v>
              </c:pt>
              <c:pt idx="1">
                <c:v>70.64119995794</c:v>
              </c:pt>
              <c:pt idx="2">
                <c:v>98.69731432663</c:v>
              </c:pt>
              <c:pt idx="3">
                <c:v>76.90727390704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12.845805303059999</c:v>
              </c:pt>
              <c:pt idx="1">
                <c:v>20.99197649657</c:v>
              </c:pt>
              <c:pt idx="2">
                <c:v>20.60803987316</c:v>
              </c:pt>
              <c:pt idx="3">
                <c:v>21.46433859366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0.12388503250515592</c:v>
              </c:pt>
              <c:pt idx="1">
                <c:v>0.10995599829983699</c:v>
              </c:pt>
              <c:pt idx="2">
                <c:v>0.11778609082612954</c:v>
              </c:pt>
              <c:pt idx="3">
                <c:v>0.11670407385884678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0.26661417136279486</c:v>
              </c:pt>
              <c:pt idx="1">
                <c:v>0.29845173820658644</c:v>
              </c:pt>
              <c:pt idx="2">
                <c:v>0.23980694457084523</c:v>
              </c:pt>
              <c:pt idx="3">
                <c:v>0.25483835796820054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0.3474179587826794</c:v>
              </c:pt>
              <c:pt idx="1">
                <c:v>0.33133249579514157</c:v>
              </c:pt>
              <c:pt idx="2">
                <c:v>0.35891522575578716</c:v>
              </c:pt>
              <c:pt idx="3">
                <c:v>0.39818110991673206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0.13319844185821417</c:v>
              </c:pt>
              <c:pt idx="1">
                <c:v>0.11925928326384075</c:v>
              </c:pt>
              <c:pt idx="2">
                <c:v>0.1288650607958498</c:v>
              </c:pt>
              <c:pt idx="3">
                <c:v>0.10851485220325846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0.09939667766947581</c:v>
              </c:pt>
              <c:pt idx="1">
                <c:v>0.10843641497990678</c:v>
              </c:pt>
              <c:pt idx="2">
                <c:v>0.1278283078008318</c:v>
              </c:pt>
              <c:pt idx="3">
                <c:v>0.09363388514802144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0.028398872904018393</c:v>
              </c:pt>
              <c:pt idx="1">
                <c:v>0.032223329671435756</c:v>
              </c:pt>
              <c:pt idx="2">
                <c:v>0.026690603306186823</c:v>
              </c:pt>
              <c:pt idx="3">
                <c:v>0.02613263105758103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8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65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2.6883485713899997</c:v>
              </c:pt>
              <c:pt idx="1">
                <c:v>3.73037157608</c:v>
              </c:pt>
              <c:pt idx="2">
                <c:v>6.132048663440001</c:v>
              </c:pt>
              <c:pt idx="3">
                <c:v>7.52600916192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8.02374481533</c:v>
              </c:pt>
              <c:pt idx="1">
                <c:v>11.105532948530001</c:v>
              </c:pt>
              <c:pt idx="2">
                <c:v>12.57331732135</c:v>
              </c:pt>
              <c:pt idx="3">
                <c:v>13.46173597008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17.29241994543</c:v>
              </c:pt>
              <c:pt idx="1">
                <c:v>23.74343085454</c:v>
              </c:pt>
              <c:pt idx="2">
                <c:v>28.29113812409</c:v>
              </c:pt>
              <c:pt idx="3">
                <c:v>34.29257180375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630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0.09599697518412852</c:v>
              </c:pt>
              <c:pt idx="1">
                <c:v>0.09669351582702639</c:v>
              </c:pt>
              <c:pt idx="2">
                <c:v>0.1304788256001652</c:v>
              </c:pt>
              <c:pt idx="3">
                <c:v>0.1361426558148566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0.28651613117370284</c:v>
              </c:pt>
              <c:pt idx="1">
                <c:v>0.28786221533852363</c:v>
              </c:pt>
              <c:pt idx="2">
                <c:v>0.2675372894166881</c:v>
              </c:pt>
              <c:pt idx="3">
                <c:v>0.24351770605306067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0.6174868936421686</c:v>
              </c:pt>
              <c:pt idx="1">
                <c:v>0.61544426883445</c:v>
              </c:pt>
              <c:pt idx="2">
                <c:v>0.6019838849831467</c:v>
              </c:pt>
              <c:pt idx="3">
                <c:v>0.6203396381320827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630" b="1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 lang="pt-BR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 lang="pt-BR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78.54784980481001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78.74983410723001</c:v>
              </c:pt>
              <c:pt idx="1">
                <c:v>39.85656848075</c:v>
              </c:pt>
              <c:pt idx="2">
                <c:v>27.472806819580025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0.1066683132552709</c:v>
              </c:pt>
              <c:pt idx="1">
                <c:v>0.6780374078873521</c:v>
              </c:pt>
              <c:pt idx="2">
                <c:v>0.0450938092637845</c:v>
              </c:pt>
              <c:pt idx="3">
                <c:v>0.0386225339563617</c:v>
              </c:pt>
              <c:pt idx="4">
                <c:v>0.0601154535063119</c:v>
              </c:pt>
              <c:pt idx="5">
                <c:v>0.1195677142090943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0.1120532824108026</c:v>
              </c:pt>
              <c:pt idx="1">
                <c:v>0.0085503744360448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0.0159546999209434</c:v>
              </c:pt>
              <c:pt idx="1">
                <c:v>0.0096439192733458</c:v>
              </c:pt>
              <c:pt idx="2">
                <c:v>0.0718716845273516</c:v>
              </c:pt>
              <c:pt idx="3">
                <c:v>0.0752568617813482</c:v>
              </c:pt>
              <c:pt idx="4">
                <c:v>0.2745498045582434</c:v>
              </c:pt>
              <c:pt idx="5">
                <c:v>0.3095513401091928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0.0225737075683095</c:v>
              </c:pt>
              <c:pt idx="2">
                <c:v>0.1478667482986454</c:v>
              </c:pt>
              <c:pt idx="3">
                <c:v>0.1405246717383737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0.0739161589232527</c:v>
              </c:pt>
              <c:pt idx="1">
                <c:v>0.0061093994544608</c:v>
              </c:pt>
              <c:pt idx="2">
                <c:v>0.0121996377120526</c:v>
              </c:pt>
              <c:pt idx="3">
                <c:v>0.154371594289211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0.0938211651306432</c:v>
              </c:pt>
              <c:pt idx="3">
                <c:v>0.1276557852928057</c:v>
              </c:pt>
              <c:pt idx="4">
                <c:v>0.1654990195859853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0.0742536557052461</c:v>
              </c:pt>
              <c:pt idx="1">
                <c:v>0.009351213961542</c:v>
              </c:pt>
              <c:pt idx="2">
                <c:v>0.0435322365450096</c:v>
              </c:pt>
              <c:pt idx="3">
                <c:v>0.0006667200380263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0.4076076008790848</c:v>
              </c:pt>
              <c:pt idx="1">
                <c:v>0.1886010160139509</c:v>
              </c:pt>
              <c:pt idx="2">
                <c:v>0.2466092951847047</c:v>
              </c:pt>
              <c:pt idx="3">
                <c:v>0.2518127663656469</c:v>
              </c:pt>
              <c:pt idx="4">
                <c:v>0.0699983759326473</c:v>
              </c:pt>
              <c:pt idx="5">
                <c:v>0.1221583705462649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0.0590108225910906</c:v>
              </c:pt>
              <c:pt idx="1">
                <c:v>0.0012544972890554</c:v>
              </c:pt>
              <c:pt idx="2">
                <c:v>0.2535264495160129</c:v>
              </c:pt>
              <c:pt idx="3">
                <c:v>0.0466047888669917</c:v>
              </c:pt>
              <c:pt idx="4">
                <c:v>0.2986715025135104</c:v>
              </c:pt>
              <c:pt idx="5">
                <c:v>0.3244115048022671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0.0539103235200838</c:v>
              </c:pt>
              <c:pt idx="1">
                <c:v>0.0225737075683095</c:v>
              </c:pt>
              <c:pt idx="2">
                <c:v>0.0909821352025632</c:v>
              </c:pt>
              <c:pt idx="3">
                <c:v>0.1381589074620594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0.0023244938897661</c:v>
              </c:pt>
              <c:pt idx="1">
                <c:v>0.000707536298446</c:v>
              </c:pt>
              <c:pt idx="2">
                <c:v>0.0510761668947442</c:v>
              </c:pt>
              <c:pt idx="3">
                <c:v>0.0485084245323154</c:v>
              </c:pt>
              <c:pt idx="4">
                <c:v>0.2097436548454993</c:v>
              </c:pt>
              <c:pt idx="5">
                <c:v>0.225968430808428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0.0260715339983783</c:v>
              </c:pt>
              <c:pt idx="1">
                <c:v>0</c:v>
              </c:pt>
              <c:pt idx="2">
                <c:v>0.0733873168779346</c:v>
              </c:pt>
              <c:pt idx="3">
                <c:v>0.1089798874755172</c:v>
              </c:pt>
              <c:pt idx="4">
                <c:v>0.1020586894705166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0.0054539217325707</c:v>
              </c:pt>
              <c:pt idx="1">
                <c:v>0.225836159196146</c:v>
              </c:pt>
              <c:pt idx="2">
                <c:v>0.0044598510745928</c:v>
              </c:pt>
              <c:pt idx="3">
                <c:v>0.0024666715198365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0.0520806153849847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0.0143606055085528</c:v>
              </c:pt>
              <c:pt idx="1">
                <c:v>0</c:v>
              </c:pt>
              <c:pt idx="2">
                <c:v>0.0921407401194705</c:v>
              </c:pt>
              <c:pt idx="3">
                <c:v>0.0070763788847018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0.0066179364492227</c:v>
              </c:pt>
              <c:pt idx="1">
                <c:v>0.0058403418001601</c:v>
              </c:pt>
              <c:pt idx="2">
                <c:v>0.072361729110744</c:v>
              </c:pt>
              <c:pt idx="3">
                <c:v>0.0067564525290011</c:v>
              </c:pt>
              <c:pt idx="4">
                <c:v>0.0021939819563892</c:v>
              </c:pt>
              <c:pt idx="5">
                <c:v>0.0060055973478815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0.0096536283781675</c:v>
              </c:pt>
              <c:pt idx="1">
                <c:v>0.0031260435445994</c:v>
              </c:pt>
              <c:pt idx="2">
                <c:v>0.0018544989739266</c:v>
              </c:pt>
              <c:pt idx="3">
                <c:v>0.0640015366622346</c:v>
              </c:pt>
              <c:pt idx="4">
                <c:v>0.1079290738212605</c:v>
              </c:pt>
              <c:pt idx="5">
                <c:v>0.00909015108798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5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0.0076825125327544</c:v>
              </c:pt>
              <c:pt idx="1">
                <c:v>0</c:v>
              </c:pt>
              <c:pt idx="2">
                <c:v>0.0171315163168958</c:v>
              </c:pt>
              <c:pt idx="3">
                <c:v>0.0756829012842346</c:v>
              </c:pt>
              <c:pt idx="4">
                <c:v>0.0246123150927712</c:v>
              </c:pt>
              <c:pt idx="5">
                <c:v>0.0277084511123573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0.7623576496416468</c:v>
              </c:pt>
              <c:pt idx="1">
                <c:v>0.7398838494445065</c:v>
              </c:pt>
              <c:pt idx="2">
                <c:v>0.3219766829932506</c:v>
              </c:pt>
              <c:pt idx="3">
                <c:v>0.501764050783107</c:v>
              </c:pt>
              <c:pt idx="4">
                <c:v>0.2547907823000527</c:v>
              </c:pt>
              <c:pt idx="5">
                <c:v>0.4067650805956955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0.0004759563727812</c:v>
              </c:pt>
              <c:pt idx="1">
                <c:v>0.0007778648587768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0.1060816611755285</c:v>
              </c:pt>
              <c:pt idx="1">
                <c:v>0.6770530491958513</c:v>
              </c:pt>
              <c:pt idx="2">
                <c:v>0.0451499232981444</c:v>
              </c:pt>
              <c:pt idx="3">
                <c:v>0.0385939734534043</c:v>
              </c:pt>
              <c:pt idx="4">
                <c:v>0.0541478382338885</c:v>
              </c:pt>
              <c:pt idx="5">
                <c:v>0.1189043638793473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0.1114653528864435</c:v>
              </c:pt>
              <c:pt idx="1">
                <c:v>0.0027100326358847</c:v>
              </c:pt>
              <c:pt idx="2">
                <c:v>0.2571654070720304</c:v>
              </c:pt>
              <c:pt idx="3">
                <c:v>0.1116173968258083</c:v>
              </c:pt>
              <c:pt idx="4">
                <c:v>0.3100537944263434</c:v>
              </c:pt>
              <c:pt idx="5">
                <c:v>0.329026483922805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0.0367985434820997</c:v>
              </c:pt>
              <c:pt idx="1">
                <c:v>0.0271777649130833</c:v>
              </c:pt>
              <c:pt idx="2">
                <c:v>0.1734502780656785</c:v>
              </c:pt>
              <c:pt idx="3">
                <c:v>0.0752568617813482</c:v>
              </c:pt>
              <c:pt idx="4">
                <c:v>0.2754246803503517</c:v>
              </c:pt>
              <c:pt idx="5">
                <c:v>0.3103361231533156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0.0810507396212834</c:v>
              </c:pt>
              <c:pt idx="1">
                <c:v>0.0061093994544608</c:v>
              </c:pt>
              <c:pt idx="2">
                <c:v>0.0338901250913308</c:v>
              </c:pt>
              <c:pt idx="3">
                <c:v>0.1630851758633726</c:v>
              </c:pt>
              <c:pt idx="4">
                <c:v>0.1086735006813176</c:v>
              </c:pt>
              <c:pt idx="5">
                <c:v>0.0468555856415116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0.0664047909997442</c:v>
              </c:pt>
              <c:pt idx="1">
                <c:v>0.0171048396238314</c:v>
              </c:pt>
              <c:pt idx="2">
                <c:v>0.1117385096852637</c:v>
              </c:pt>
              <c:pt idx="3">
                <c:v>0.1401631050460977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0.0361416823785129</c:v>
              </c:pt>
              <c:pt idx="1">
                <c:v>0.0014312872138718</c:v>
              </c:pt>
              <c:pt idx="2">
                <c:v>0.0924387555066889</c:v>
              </c:pt>
              <c:pt idx="3">
                <c:v>0.1276557852928057</c:v>
              </c:pt>
              <c:pt idx="4">
                <c:v>0.1491507045686744</c:v>
              </c:pt>
              <c:pt idx="5">
                <c:v>0.0097477034772395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0.0903093022047325</c:v>
              </c:pt>
              <c:pt idx="1">
                <c:v>0.0001850204499402</c:v>
              </c:pt>
              <c:pt idx="2">
                <c:v>1.9023858238375103E-05</c:v>
              </c:pt>
              <c:pt idx="3">
                <c:v>0.0008686720725941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0.0459901209011351</c:v>
              </c:pt>
              <c:pt idx="1">
                <c:v>0.0306241295648938</c:v>
              </c:pt>
              <c:pt idx="2">
                <c:v>0.0377896853506274</c:v>
              </c:pt>
              <c:pt idx="3">
                <c:v>0</c:v>
              </c:pt>
              <c:pt idx="4">
                <c:v>0.0033275886978607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0.0300252497873909</c:v>
              </c:pt>
              <c:pt idx="1">
                <c:v>0.0042810931955681</c:v>
              </c:pt>
              <c:pt idx="2">
                <c:v>0.0026200048135162</c:v>
              </c:pt>
              <c:pt idx="3">
                <c:v>0.083000928728361</c:v>
              </c:pt>
              <c:pt idx="4">
                <c:v>0.0005602069351544</c:v>
              </c:pt>
              <c:pt idx="5">
                <c:v>0.0084793823843462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0.0309844448386158</c:v>
              </c:pt>
              <c:pt idx="1">
                <c:v>0.0407964514306597</c:v>
              </c:pt>
              <c:pt idx="2">
                <c:v>0.041430326101634</c:v>
              </c:pt>
              <c:pt idx="3">
                <c:v>0.0164707409840565</c:v>
              </c:pt>
              <c:pt idx="4">
                <c:v>0.0072222556761359</c:v>
              </c:pt>
              <c:pt idx="5">
                <c:v>0.0545626354641551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0.3617418572811671</c:v>
              </c:pt>
              <c:pt idx="1">
                <c:v>0.1791471446090743</c:v>
              </c:pt>
              <c:pt idx="2">
                <c:v>0.1363201387026671</c:v>
              </c:pt>
              <c:pt idx="3">
                <c:v>0.2415044257866422</c:v>
              </c:pt>
              <c:pt idx="4">
                <c:v>0.0913300746244787</c:v>
              </c:pt>
              <c:pt idx="5">
                <c:v>0.1220369378318891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0.0030062544433458</c:v>
              </c:pt>
              <c:pt idx="1">
                <c:v>0.01337978771288</c:v>
              </c:pt>
              <c:pt idx="2">
                <c:v>0.0679878224541797</c:v>
              </c:pt>
              <c:pt idx="3">
                <c:v>0.0017829341655087</c:v>
              </c:pt>
              <c:pt idx="4">
                <c:v>0.0001093558057945</c:v>
              </c:pt>
              <c:pt idx="5">
                <c:v>5.078424539045932E-05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0.6780374078873521</c:v>
              </c:pt>
              <c:pt idx="1">
                <c:v>0.2831240514453489</c:v>
              </c:pt>
              <c:pt idx="2">
                <c:v>0.1195677142090943</c:v>
              </c:pt>
              <c:pt idx="3">
                <c:v>0.0601154535063119</c:v>
              </c:pt>
              <c:pt idx="4">
                <c:v>0.0691691486679832</c:v>
              </c:pt>
              <c:pt idx="5">
                <c:v>0.0386225339563617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0.2341766306085763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0.1066683132552709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0.0085503744360448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0.1120532824108026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0.0096439192733458</c:v>
              </c:pt>
              <c:pt idx="1">
                <c:v>0.210187707644898</c:v>
              </c:pt>
              <c:pt idx="2">
                <c:v>0.3095513401091928</c:v>
              </c:pt>
              <c:pt idx="3">
                <c:v>0.2745498045582434</c:v>
              </c:pt>
              <c:pt idx="4">
                <c:v>0</c:v>
              </c:pt>
              <c:pt idx="5">
                <c:v>0.0752568617813482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0.0545875722164988</c:v>
              </c:pt>
              <c:pt idx="13">
                <c:v>0.0159546999209434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0.4931230015075811</c:v>
              </c:pt>
              <c:pt idx="5">
                <c:v>0.1405246717383737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0.0091785749917042</c:v>
              </c:pt>
              <c:pt idx="13">
                <c:v>0.0664047909997442</c:v>
              </c:pt>
            </c:numLit>
          </c:val>
        </c:ser>
        <c:ser>
          <c:idx val="4"/>
          <c:order val="4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0.154371594289211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0.2266926452455743</c:v>
              </c:pt>
              <c:pt idx="10">
                <c:v>0.0869995382538734</c:v>
              </c:pt>
              <c:pt idx="11">
                <c:v>0.0776345555628621</c:v>
              </c:pt>
              <c:pt idx="12">
                <c:v>0.0575015112254482</c:v>
              </c:pt>
              <c:pt idx="13">
                <c:v>0.0739161589232527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077928973362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0.1654990195859853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0.0820369155053609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11496852566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0.009351213961542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0.0006667200380263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0.1048401292676651</c:v>
              </c:pt>
              <c:pt idx="10">
                <c:v>0</c:v>
              </c:pt>
              <c:pt idx="11">
                <c:v>0</c:v>
              </c:pt>
              <c:pt idx="12">
                <c:v>0.0200559671402099</c:v>
              </c:pt>
              <c:pt idx="13">
                <c:v>0.0742536557052461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0.0719893561435586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0.1886010160139509</c:v>
              </c:pt>
              <c:pt idx="1">
                <c:v>0.1786693066876506</c:v>
              </c:pt>
              <c:pt idx="2">
                <c:v>0.1221583705462649</c:v>
              </c:pt>
              <c:pt idx="3">
                <c:v>0.0699983759326473</c:v>
              </c:pt>
              <c:pt idx="4">
                <c:v>0.3650060218993778</c:v>
              </c:pt>
              <c:pt idx="5">
                <c:v>0.2518127663656469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0.1459325852133698</c:v>
              </c:pt>
              <c:pt idx="10">
                <c:v>0.2908688728090172</c:v>
              </c:pt>
              <c:pt idx="11">
                <c:v>0.684176973944391</c:v>
              </c:pt>
              <c:pt idx="12">
                <c:v>0.2933299908284671</c:v>
              </c:pt>
              <c:pt idx="13">
                <c:v>0.4076076008790848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2751355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168068337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49210097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0.0012544972890554</c:v>
              </c:pt>
              <c:pt idx="1">
                <c:v>0</c:v>
              </c:pt>
              <c:pt idx="2">
                <c:v>0.3244115048022671</c:v>
              </c:pt>
              <c:pt idx="3">
                <c:v>0.2986715025135104</c:v>
              </c:pt>
              <c:pt idx="4">
                <c:v>0</c:v>
              </c:pt>
              <c:pt idx="5">
                <c:v>0.0466047888669917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0.0116638633241573</c:v>
              </c:pt>
              <c:pt idx="10">
                <c:v>0.0321550079189741</c:v>
              </c:pt>
              <c:pt idx="11">
                <c:v>0.0049015798050811</c:v>
              </c:pt>
              <c:pt idx="12">
                <c:v>0.0743899443354166</c:v>
              </c:pt>
              <c:pt idx="13">
                <c:v>0.0590108225910906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586489267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0.0225737075683095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0.1381589074620594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0.030202748255815</c:v>
              </c:pt>
              <c:pt idx="11">
                <c:v>0</c:v>
              </c:pt>
              <c:pt idx="12">
                <c:v>0.0091785749917042</c:v>
              </c:pt>
              <c:pt idx="13">
                <c:v>0.0539103235200838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68072383482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0.000707536298446</c:v>
              </c:pt>
              <c:pt idx="1">
                <c:v>0.0399878754183617</c:v>
              </c:pt>
              <c:pt idx="2">
                <c:v>0.225968430808428</c:v>
              </c:pt>
              <c:pt idx="3">
                <c:v>0.2097436548454993</c:v>
              </c:pt>
              <c:pt idx="4">
                <c:v>0</c:v>
              </c:pt>
              <c:pt idx="5">
                <c:v>0.0485084245323154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0.0030577966551261</c:v>
              </c:pt>
              <c:pt idx="10">
                <c:v>0.0092187928454459</c:v>
              </c:pt>
              <c:pt idx="11">
                <c:v>0</c:v>
              </c:pt>
              <c:pt idx="12">
                <c:v>0.032696081072156</c:v>
              </c:pt>
              <c:pt idx="13">
                <c:v>0.0023244938897661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246002659649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0.1020586894705166</c:v>
              </c:pt>
              <c:pt idx="4">
                <c:v>0</c:v>
              </c:pt>
              <c:pt idx="5">
                <c:v>0.1089798874755172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0.0056366268484621</c:v>
              </c:pt>
              <c:pt idx="10">
                <c:v>0</c:v>
              </c:pt>
              <c:pt idx="11">
                <c:v>0</c:v>
              </c:pt>
              <c:pt idx="12">
                <c:v>0.0014362132724142</c:v>
              </c:pt>
              <c:pt idx="13">
                <c:v>0.0260715339983783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0.225836159196146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0.0024666715198365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0.0118320374611894</c:v>
              </c:pt>
              <c:pt idx="11">
                <c:v>0</c:v>
              </c:pt>
              <c:pt idx="12">
                <c:v>0</c:v>
              </c:pt>
              <c:pt idx="13">
                <c:v>0.0054539217325707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0.1038493352338825</c:v>
              </c:pt>
              <c:pt idx="10">
                <c:v>0</c:v>
              </c:pt>
              <c:pt idx="11">
                <c:v>0</c:v>
              </c:pt>
              <c:pt idx="12">
                <c:v>0.0265100735229734</c:v>
              </c:pt>
              <c:pt idx="13">
                <c:v>0.0520806153849847</c:v>
              </c:pt>
            </c:numLit>
          </c:val>
        </c:ser>
        <c:ser>
          <c:idx val="6"/>
          <c:order val="6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0.0070763788847018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0.0113664565212586</c:v>
              </c:pt>
              <c:pt idx="11">
                <c:v>0</c:v>
              </c:pt>
              <c:pt idx="12">
                <c:v>0.065781849685817</c:v>
              </c:pt>
              <c:pt idx="13">
                <c:v>0.0143606055085528</c:v>
              </c:pt>
            </c:numLit>
          </c:val>
        </c:ser>
        <c:ser>
          <c:idx val="7"/>
          <c:order val="7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0.0058403418001601</c:v>
              </c:pt>
              <c:pt idx="1">
                <c:v>0</c:v>
              </c:pt>
              <c:pt idx="2">
                <c:v>0.0060055973478815</c:v>
              </c:pt>
              <c:pt idx="3">
                <c:v>0.0021939819563892</c:v>
              </c:pt>
              <c:pt idx="4">
                <c:v>0.3970784801516897</c:v>
              </c:pt>
              <c:pt idx="5">
                <c:v>0.0067564525290011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0.0066179364492227</c:v>
              </c:pt>
            </c:numLit>
          </c:val>
        </c:ser>
        <c:ser>
          <c:idx val="8"/>
          <c:order val="8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0.0031260435445994</c:v>
              </c:pt>
              <c:pt idx="1">
                <c:v>0</c:v>
              </c:pt>
              <c:pt idx="2">
                <c:v>0.00909015108798</c:v>
              </c:pt>
              <c:pt idx="3">
                <c:v>0.1079290738212605</c:v>
              </c:pt>
              <c:pt idx="4">
                <c:v>0.0012378025558711</c:v>
              </c:pt>
              <c:pt idx="5">
                <c:v>0.0640015366622346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0.0096536283781675</c:v>
              </c:pt>
            </c:numLit>
          </c:val>
        </c:ser>
        <c:ser>
          <c:idx val="9"/>
          <c:order val="9"/>
          <c:tx>
            <c:v>Vert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715200819792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.0077068761519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6.209833998237208E-06</c:v>
              </c:pt>
              <c:pt idx="2">
                <c:v>0.0277084511123573</c:v>
              </c:pt>
              <c:pt idx="3">
                <c:v>0.0246123150927712</c:v>
              </c:pt>
              <c:pt idx="4">
                <c:v>9.750107763857756E-05</c:v>
              </c:pt>
              <c:pt idx="5">
                <c:v>0.0756829012842346</c:v>
              </c:pt>
              <c:pt idx="6">
                <c:v>0.281882290947362</c:v>
              </c:pt>
              <c:pt idx="7">
                <c:v>0.0171315163168958</c:v>
              </c:pt>
              <c:pt idx="8">
                <c:v>0</c:v>
              </c:pt>
              <c:pt idx="9">
                <c:v>0.0121655703584055</c:v>
              </c:pt>
              <c:pt idx="10">
                <c:v>8.020279380883732E-05</c:v>
              </c:pt>
              <c:pt idx="11">
                <c:v>0</c:v>
              </c:pt>
              <c:pt idx="12">
                <c:v>0.0003733935014402</c:v>
              </c:pt>
              <c:pt idx="13">
                <c:v>0.0076825125327544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0.7398838494445065</c:v>
              </c:pt>
              <c:pt idx="1">
                <c:v>0.7576069089174863</c:v>
              </c:pt>
              <c:pt idx="2">
                <c:v>0.4067650805956955</c:v>
              </c:pt>
              <c:pt idx="3">
                <c:v>0.2547907823000527</c:v>
              </c:pt>
              <c:pt idx="4">
                <c:v>0.1899665400771194</c:v>
              </c:pt>
              <c:pt idx="5">
                <c:v>0.501764050783107</c:v>
              </c:pt>
              <c:pt idx="6">
                <c:v>0.5102680265524613</c:v>
              </c:pt>
              <c:pt idx="7">
                <c:v>0.3219766829932506</c:v>
              </c:pt>
              <c:pt idx="8">
                <c:v>0.7346221556246539</c:v>
              </c:pt>
              <c:pt idx="9">
                <c:v>0.7841308564058382</c:v>
              </c:pt>
              <c:pt idx="10">
                <c:v>0.905144754203508</c:v>
              </c:pt>
              <c:pt idx="11">
                <c:v>0.9950984201949188</c:v>
              </c:pt>
              <c:pt idx="12">
                <c:v>0.7896338696180781</c:v>
              </c:pt>
              <c:pt idx="13">
                <c:v>0.7623576496416468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067570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976202181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0.0007778648587768</c:v>
              </c:pt>
              <c:pt idx="1">
                <c:v>0</c:v>
              </c:pt>
              <c:pt idx="2">
                <c:v>5.078424539045932E-05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0.0794959511741282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0.0004759563727812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0.6770530491958513</c:v>
              </c:pt>
              <c:pt idx="1">
                <c:v>0.2831240514453489</c:v>
              </c:pt>
              <c:pt idx="2">
                <c:v>0.1189043638793473</c:v>
              </c:pt>
              <c:pt idx="3">
                <c:v>0.0541478382338885</c:v>
              </c:pt>
              <c:pt idx="4">
                <c:v>0.0691691486679832</c:v>
              </c:pt>
              <c:pt idx="5">
                <c:v>0.0385939734534043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0.1562451470738617</c:v>
              </c:pt>
              <c:pt idx="10">
                <c:v>0.0938343705874847</c:v>
              </c:pt>
              <c:pt idx="11">
                <c:v>0.047461700755008</c:v>
              </c:pt>
              <c:pt idx="12">
                <c:v>0.1921534469112786</c:v>
              </c:pt>
              <c:pt idx="13">
                <c:v>0.1060816611755285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0.0027100326358847</c:v>
              </c:pt>
              <c:pt idx="1">
                <c:v>0</c:v>
              </c:pt>
              <c:pt idx="2">
                <c:v>0.329026483922805</c:v>
              </c:pt>
              <c:pt idx="3">
                <c:v>0.3100537944263434</c:v>
              </c:pt>
              <c:pt idx="4">
                <c:v>0.0195092264928632</c:v>
              </c:pt>
              <c:pt idx="5">
                <c:v>0.1116173968258083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0.0475478553682616</c:v>
              </c:pt>
              <c:pt idx="10">
                <c:v>0.0359485122702214</c:v>
              </c:pt>
              <c:pt idx="11">
                <c:v>0.0391891853745964</c:v>
              </c:pt>
              <c:pt idx="12">
                <c:v>0.2677271171288394</c:v>
              </c:pt>
              <c:pt idx="13">
                <c:v>0.1114653528864435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0.0271777649130833</c:v>
              </c:pt>
              <c:pt idx="1">
                <c:v>0.2481574168942679</c:v>
              </c:pt>
              <c:pt idx="2">
                <c:v>0.3103361231533156</c:v>
              </c:pt>
              <c:pt idx="3">
                <c:v>0.2754246803503517</c:v>
              </c:pt>
              <c:pt idx="4">
                <c:v>0.014041110348548</c:v>
              </c:pt>
              <c:pt idx="5">
                <c:v>0.0752568617813482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0.0277284100091508</c:v>
              </c:pt>
              <c:pt idx="10">
                <c:v>0.1048435351822844</c:v>
              </c:pt>
              <c:pt idx="11">
                <c:v>0</c:v>
              </c:pt>
              <c:pt idx="12">
                <c:v>0.0292031554311997</c:v>
              </c:pt>
              <c:pt idx="13">
                <c:v>0.0367985434820997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0.0061093994544608</c:v>
              </c:pt>
              <c:pt idx="1">
                <c:v>0.0314129103166631</c:v>
              </c:pt>
              <c:pt idx="2">
                <c:v>0.0468555856415116</c:v>
              </c:pt>
              <c:pt idx="3">
                <c:v>0.1086735006813176</c:v>
              </c:pt>
              <c:pt idx="4">
                <c:v>0.0518572977986845</c:v>
              </c:pt>
              <c:pt idx="5">
                <c:v>0.1630851758633726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0.2266926452455743</c:v>
              </c:pt>
              <c:pt idx="10">
                <c:v>0.1934223099799888</c:v>
              </c:pt>
              <c:pt idx="11">
                <c:v>0.0776345555628621</c:v>
              </c:pt>
              <c:pt idx="12">
                <c:v>0.0575015112254482</c:v>
              </c:pt>
              <c:pt idx="13">
                <c:v>0.0810507396212834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0.0171048396238314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0.1401631050460977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0.030202748255815</c:v>
              </c:pt>
              <c:pt idx="11">
                <c:v>0.0012398372140533</c:v>
              </c:pt>
              <c:pt idx="12">
                <c:v>0.0345629917770034</c:v>
              </c:pt>
              <c:pt idx="13">
                <c:v>0.0664047909997442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0.0014312872138718</c:v>
              </c:pt>
              <c:pt idx="1">
                <c:v>0.0954434490174933</c:v>
              </c:pt>
              <c:pt idx="2">
                <c:v>0.0097477034772395</c:v>
              </c:pt>
              <c:pt idx="3">
                <c:v>0.1491507045686744</c:v>
              </c:pt>
              <c:pt idx="4">
                <c:v>0</c:v>
              </c:pt>
              <c:pt idx="5">
                <c:v>0.1276557852928057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0.0804724478659473</c:v>
              </c:pt>
              <c:pt idx="10">
                <c:v>0.0528221057001042</c:v>
              </c:pt>
              <c:pt idx="11">
                <c:v>0.0163854917397486</c:v>
              </c:pt>
              <c:pt idx="12">
                <c:v>0.0152240169331472</c:v>
              </c:pt>
              <c:pt idx="13">
                <c:v>0.0361416823785129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16663210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0.0001850204499402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0.0008686720725941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0.0447748624524588</c:v>
              </c:pt>
              <c:pt idx="12">
                <c:v>0.0486742869107226</c:v>
              </c:pt>
              <c:pt idx="13">
                <c:v>0.0903093022047325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0.0306241295648938</c:v>
              </c:pt>
              <c:pt idx="1">
                <c:v>0.0011602353362383</c:v>
              </c:pt>
              <c:pt idx="2">
                <c:v>0</c:v>
              </c:pt>
              <c:pt idx="3">
                <c:v>0.0033275886978607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0.1224133217160561</c:v>
              </c:pt>
              <c:pt idx="10">
                <c:v>0.1782645570212849</c:v>
              </c:pt>
              <c:pt idx="11">
                <c:v>0</c:v>
              </c:pt>
              <c:pt idx="12">
                <c:v>0</c:v>
              </c:pt>
              <c:pt idx="13">
                <c:v>0.0459901209011351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0.0042810931955681</c:v>
              </c:pt>
              <c:pt idx="1">
                <c:v>0.0724628706745208</c:v>
              </c:pt>
              <c:pt idx="2">
                <c:v>0.0084793823843462</c:v>
              </c:pt>
              <c:pt idx="3">
                <c:v>0.0005602069351544</c:v>
              </c:pt>
              <c:pt idx="4">
                <c:v>0.0013353036335097</c:v>
              </c:pt>
              <c:pt idx="5">
                <c:v>0.083000928728361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0.008631507065985</c:v>
              </c:pt>
              <c:pt idx="10">
                <c:v>0.036073752560953</c:v>
              </c:pt>
              <c:pt idx="11">
                <c:v>0.1336611364549201</c:v>
              </c:pt>
              <c:pt idx="12">
                <c:v>0.0895637015601722</c:v>
              </c:pt>
              <c:pt idx="13">
                <c:v>0.0300252497873909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0.0407964514306597</c:v>
              </c:pt>
              <c:pt idx="1">
                <c:v>0.0052736633265841</c:v>
              </c:pt>
              <c:pt idx="2">
                <c:v>0.0545626354641551</c:v>
              </c:pt>
              <c:pt idx="3">
                <c:v>0.0072222556761359</c:v>
              </c:pt>
              <c:pt idx="4">
                <c:v>0</c:v>
              </c:pt>
              <c:pt idx="5">
                <c:v>0.0164707409840565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0.0901420073589613</c:v>
              </c:pt>
              <c:pt idx="11">
                <c:v>0.00025111895442</c:v>
              </c:pt>
              <c:pt idx="12">
                <c:v>0.0006781010642338</c:v>
              </c:pt>
              <c:pt idx="13">
                <c:v>0.0309844448386158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0.1791471446090743</c:v>
              </c:pt>
              <c:pt idx="1">
                <c:v>0.262965402988883</c:v>
              </c:pt>
              <c:pt idx="2">
                <c:v>0.1220369378318891</c:v>
              </c:pt>
              <c:pt idx="3">
                <c:v>0.0913300746244787</c:v>
              </c:pt>
              <c:pt idx="4">
                <c:v>0.3509649115508297</c:v>
              </c:pt>
              <c:pt idx="5">
                <c:v>0.2415044257866422</c:v>
              </c:pt>
              <c:pt idx="6">
                <c:v>0.4034078440709433</c:v>
              </c:pt>
              <c:pt idx="7">
                <c:v>0.1363201387026671</c:v>
              </c:pt>
              <c:pt idx="8">
                <c:v>0.2626478425037037</c:v>
              </c:pt>
              <c:pt idx="9">
                <c:v>0.250772714481035</c:v>
              </c:pt>
              <c:pt idx="10">
                <c:v>0.18214618321619</c:v>
              </c:pt>
              <c:pt idx="11">
                <c:v>0.6394021114919322</c:v>
              </c:pt>
              <c:pt idx="12">
                <c:v>0.2641400553130175</c:v>
              </c:pt>
              <c:pt idx="13">
                <c:v>0.3617418572811671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310106143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07877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-0.0199453220971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1085329172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.018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500410666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41921275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84968727783"/>
                </c:manualLayout>
              </c:layout>
              <c:txPr>
                <a:bodyPr anchorCtr="1"/>
                <a:lstStyle/>
                <a:p>
                  <a:pPr>
                    <a:defRPr sz="10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0.01337978771288</c:v>
              </c:pt>
              <c:pt idx="1">
                <c:v>0</c:v>
              </c:pt>
              <c:pt idx="2">
                <c:v>5.078424539045932E-05</c:v>
              </c:pt>
              <c:pt idx="3">
                <c:v>0.0001093558057945</c:v>
              </c:pt>
              <c:pt idx="4">
                <c:v>0</c:v>
              </c:pt>
              <c:pt idx="5">
                <c:v>0.0017829341655087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0.0794959511741282</c:v>
              </c:pt>
              <c:pt idx="10">
                <c:v>0.0022999178667117</c:v>
              </c:pt>
              <c:pt idx="11">
                <c:v>0</c:v>
              </c:pt>
              <c:pt idx="12">
                <c:v>0.000571615744937</c:v>
              </c:pt>
              <c:pt idx="13">
                <c:v>0.0030062544433458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 lang="pt-BR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 lang="pt-BR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 lang="pt-BR">
                <a:solidFill>
                  <a:srgbClr val="73787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" name="">
            <a:extLst>
              <a:ext uri="{FF2B5EF4-FFF2-40B4-BE49-F238E27FC236}">
                <ns2:creationId id="{CC47256C-C6D7-4DB7-A0DD-98B285C815A8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4A7E5CA-1E54-4186-8FB6-E6376CC507EA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C42DD1-4B73-4E77-8B1D-C05CFAE3250C}"/>
              </a:ext>
            </a:extLst>
          </ns0:cNvPr>
          <ns0:cNvSpPr>
            <a:spLocks noGrp="1"/>
          </ns0:cNvSpPr>
          <ns0:nvPr/>
        </ns0:nvSpPr>
        <ns0:spPr>
          <a:xfrm>
            <a:off x="571500" y="2400300"/>
            <a:ext cx="9620250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DFA52212-5365-4037-B0F9-D41E90A5DB4C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D387CEE-AE4D-4493-9AB8-047205702149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1605C8E-03BE-4E4C-912C-07B2E7CA503A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B4B66D8-AF9C-4292-B7A3-DFB1075140C1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ns0:txBody>
      </ns0:sp>
    </ns0:spTree>
    <ns0:extLst>
      <ns0:ext uri="{BB962C8B-B14F-4D97-AF65-F5344CB8AC3E}">
        <ns3:creationId val="2045485641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0" name="">
            <a:extLst>
              <a:ext uri="{FF2B5EF4-FFF2-40B4-BE49-F238E27FC236}">
                <ns2:creationId id="{593EDCDC-7250-4FF7-A33B-AC7E6778346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FA51661-4BE8-4DD3-B64E-EEA32925C16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BBF2F64-AFF3-4062-A55D-CB47D146C99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51BAD11-228C-41F2-B79E-A46C0275854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3AED2B2-94B3-4F5A-A1E6-760D4835D20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568E1F2-48CB-49AF-936D-22E538D26CF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B373115-F510-44A6-BEA6-B0ECB457A151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8E92C40-DF12-444C-AC85-B5AB938A50A1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2d5af72bdb246d2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DF484-F7AA-44AE-8705-97A28FF6DF22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D17E9FC8-14E1-43AB-B49C-7F2DB263374D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58506B2-B223-4A70-B48F-566AD7EDAA4C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5e94717740cc4787"/>
          </a:graphicData>
        </a:graphic>
      </ns0:graphicFrame>
      <ns0:sp>
        <ns0:nvSpPr>
          <ns0:cNvPr id="14" name="">
            <a:extLst>
              <a:ext uri="{FF2B5EF4-FFF2-40B4-BE49-F238E27FC236}">
                <ns2:creationId id="{2F136194-43F6-496B-90A1-72C822330A09}"/>
              </a:ext>
            </a:extLst>
          </ns0:cNvPr>
          <ns0:cNvSpPr>
            <a:spLocks noGrp="1"/>
          </ns0:cNvSpPr>
          <ns0:nvPr/>
        </ns0:nvSpPr>
        <ns0:spPr>
          <a:xfrm>
            <a:off x="9315450" y="1676400"/>
            <a:ext cx="2095500" cy="4191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481BAA18-7950-4AB0-A5AA-A3228E0DF42C}"/>
              </a:ext>
            </a:extLst>
          </ns0:cNvPr>
          <ns0:cNvSpPr>
            <a:spLocks noGrp="1"/>
          </ns0:cNvSpPr>
          <ns0:nvPr/>
        </ns0:nvSpPr>
        <ns0:spPr>
          <a:xfrm>
            <a:off x="9410700" y="1752600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TOTAL · R$ 13,780 tri</a:t>
            </a:r>
          </a:p>
        </ns0:txBody>
      </ns0:sp>
      <ns0:graphicFrame>
        <ns0:nvGraphicFramePr>
          <ns0:cNvPr id="35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8f5fb39870244a82"/>
          </a:graphicData>
        </a:graphic>
      </ns0:graphicFrame>
      <ns0:sp>
        <ns0:nvSpPr>
          <ns0:cNvPr id="17" name="">
            <a:extLst>
              <a:ext uri="{FF2B5EF4-FFF2-40B4-BE49-F238E27FC236}">
                <ns2:creationId id="{A809C3CC-5B58-4F86-9689-2B0B2999B1CA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812D138D-800C-49FF-AA3C-6F6194CBFA82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6FFAF4EA-A4D5-4AD6-B6C9-F413312E5BF4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160979364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3" name="">
            <a:extLst>
              <a:ext uri="{FF2B5EF4-FFF2-40B4-BE49-F238E27FC236}">
                <ns2:creationId id="{7E9E4670-4257-4430-BAFA-1E22D5FADE1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CVM E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C9E804-732B-4C36-A467-0F17F4CC86C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671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mantêm ganho de escala; a abertura por instrumento usa o valor encerrado da ANBIMA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D676359-095F-422F-ACB3-EBE1EB45A38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87F2D1-38E4-42FC-ACAA-65ACDD5F283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98F3670-D043-4EFB-B0AD-535D709846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CVM/SRE, snapshot 24/jul/26; ANBIMA Data, Boletim de Mercado de Capitais, snapshot 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EE43785-FBBD-497A-8B38-E3968EB8485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B4C8966-D90E-4D8E-838B-F0F9FEDD59C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7BC90C8-9398-4F33-A3EA-67884ADB311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1" name="Chart"/>
          <ns0:cNvGraphicFramePr/>
          <ns0:nvPr/>
        </ns0:nvGraphicFramePr>
        <ns0:xfrm>
          <a:off x="571500" y="1666875"/>
          <a:ext cx="5238750" cy="3857625"/>
        </ns0:xfrm>
        <a:graphic>
          <a:graphicData uri="http://schemas.openxmlformats.org/drawingml/2006/chart">
            <c:chart ns4:id="R4adc422b4c0645fe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5D33993-A2B1-4CA6-92A8-D111605C2502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8EA629B-7320-4B46-BE1E-5D5B910CAA6D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6381750" y="1666875"/>
          <a:ext cx="5238750" cy="3857625"/>
        </ns0:xfrm>
        <a:graphic>
          <a:graphicData uri="http://schemas.openxmlformats.org/drawingml/2006/chart">
            <c:chart ns4:id="R9629babdfd7549d4"/>
          </a:graphicData>
        </a:graphic>
      </ns0:graphicFrame>
    </ns0:spTree>
    <ns0:extLst>
      <ns0:ext uri="{BB962C8B-B14F-4D97-AF65-F5344CB8AC3E}">
        <ns5:creationId val="765129506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00B9EB61-658D-4F90-9C78-8EB29D00355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890F10E-A5B8-4220-A43F-4875DE2C95D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7706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lidera o 1S26; a composição mostra quais categorias explicam o aumento dos FIDCs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ABD4A6-FDFC-430E-8E33-21A109D3A57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D160B59-7974-4094-AE68-42A2C21D013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D1CF61D-98C4-4000-9CD9-1237413DBD8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DE5A16E-2C84-4C70-804F-EDA9511EF4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A23C586-7B88-4228-A4C7-F594B4DD8651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E201485D-282C-4193-9552-1D084693A899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9b80b1c59d154a7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796E8A57-7F09-4A26-97E9-49576AA4B76E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E6E4692-5ED2-451B-BCFC-0B4D2864EA73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82317ba765174b4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49720D72-3DDB-4ABE-A54E-1A9BDC56215C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8469C-307C-4325-8F74-858A4E826ACF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571500" y="3810000"/>
          <a:ext cx="11049000" cy="22383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00250"/>
                <a:gridCol w="809625"/>
                <a:gridCol w="495300"/>
                <a:gridCol w="809625"/>
                <a:gridCol w="495300"/>
                <a:gridCol w="809625"/>
                <a:gridCol w="495300"/>
                <a:gridCol w="952500"/>
                <a:gridCol w="590550"/>
                <a:gridCol w="952500"/>
                <a:gridCol w="590550"/>
              </a:tblGrid>
              <a:tr h="2857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jan–jun/25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  <a:p>
                      <a:pPr algn="r"/>
                      <a:r>
                        <a:rPr sz="51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12,1%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11,7%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24,3%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27,0%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15,6%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50,5%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48,0%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62,7%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13,1%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14,7%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· quatro tipos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106,5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FIC-FIDC · reconciliação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7894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677511297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3466DAF8-3813-4A6E-8EBE-5170F7D26AD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ANALÍTICA · OUTROS ABERTO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F60202A-0006-4F9E-AA46-632ACDAB44D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componentes de Outros = 62,8% do PL ex-FIC ·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31C390E-724B-415E-BB85-D9285AD4DC1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333FA38-BDF8-4A80-847A-2A66BBB247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347C398-50E9-4BD9-B21B-36774BABB0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84D0347-1BEE-49A6-B1B0-51D9DBF480A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3C67B0B4-2CA4-4E4C-949D-A56FABDBDB18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E224D98-709D-4229-8BEE-82814C5D7EE3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6443896f8cb94c9a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FCD59FA-B53C-47B0-8202-A95AAB0915EC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A21EC2A-5458-4386-A137-5B5E61671E7D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418e0cac3d864469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cbccbbf528914b4a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56396DB-32E6-45AB-97B1-DE2CE80C9881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B0FD3A6-3E20-4032-917D-31F32117CA79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→ Multicedente/Multisacado; Recuperação → Recuperação / FIDCs NP. N/D permanece como residual observado. Tipo/Foco oficial e evidências seguem no workbook.</a:t>
            </a:r>
          </a:p>
        </ns0:txBody>
      </ns0:sp>
    </ns0:spTree>
    <ns0:extLst>
      <ns0:ext uri="{BB962C8B-B14F-4D97-AF65-F5344CB8AC3E}">
        <ns5:creationId val="2110983407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DE4C7C5A-59D2-4E8E-BD37-998E379AD06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F119753-085D-41C1-802C-82E2D49D111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12,1% do PL ex-FIC em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FA8C448-F8CD-463F-9747-4BEAB3023BD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50E6237-CA9E-42C5-A51E-2A75F21F02E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81196BF-D980-48A1-83D2-F667480517E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2322E44-1813-4121-88E1-07427F2A423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643714-50C0-4171-8E24-FAC14A669464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907B71D-BA21-42EF-B16C-37109F3075D4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f00093187d654e12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6082A4C-3FDB-4B53-9412-00F1A33695E6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436DC28-61BD-402B-B5F8-B47B7CC0E921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943d5bb844c04085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dcfce03c0eb24b9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DA329F22-C172-461C-AAD1-7CA058ACBFB1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2077676379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AE45AEA-D117-45F2-A1F9-FB6274F59A9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13E67A1-4E84-45D2-8F10-4969C95C466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C1112BB-EF73-4EDD-AB64-EF704F285D5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35DC15C-D9C1-43BC-9A88-186656AA9F2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6B4D027-E755-4E91-9B13-4575F3A3563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4A17A1D-F1FF-48F6-AEE2-D22F3A2F06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2D31043-8B99-454E-9E7B-017958040DAA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F78DB3B-8A50-49D0-8E12-BC50F473EA14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eecf96683d1247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B6B62E11-D830-47FE-AF9A-99ED401288D7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5089796-866D-487B-B656-1BED01B60F40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e76c57c45ce940a9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C201710-B3F9-4376-A92E-C0FD84A63EE9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6C1774E3-F038-48EB-8E24-65174473784F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3c9314bb73f64135"/>
          </a:graphicData>
        </a:graphic>
      </ns0:graphicFrame>
    </ns0:spTree>
    <ns0:extLst>
      <ns0:ext uri="{BB962C8B-B14F-4D97-AF65-F5344CB8AC3E}">
        <ns5:creationId val="1544618675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0E15F48E-5054-4DD9-BF98-3BDB8CD0CA3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90AB510-8024-4E15-9E0B-BCA551450CF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3B3DBAF-1CC2-4909-8827-4EA21876945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C725AF-7D06-4883-BC7E-5D9FFFDE774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172EA1B-C3D1-404D-95C4-74CBF87B65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DF1418B-F9F6-4394-BFC5-E5588C5A795F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B8A58C70-3DAA-4C5D-AB5C-9F133D29C400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B382C8A-0BDC-471C-8475-5FDC1BE7660C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8a91c72e64f745a0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C99886-9E78-4246-AFAC-232D4ADA2E8A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13B2C9F7-8B17-47B5-910C-E6D7022A07AC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0667E069-8439-4CE7-991F-C3AE1CE6ECC1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00667ae276734c45"/>
          </a:graphicData>
        </a:graphic>
      </ns0:graphicFrame>
      <ns0:sp>
        <ns0:nvSpPr>
          <ns0:cNvPr id="14" name="">
            <a:extLst>
              <a:ext uri="{FF2B5EF4-FFF2-40B4-BE49-F238E27FC236}">
                <ns2:creationId id="{A07C9345-DE93-46A8-A909-D058378E9A1C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651F469A-B440-4B23-9D69-79018DE5E26A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6B033718-71E9-483A-82EA-A74586BD5541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70ab947d9c4e40e4"/>
          </a:graphicData>
        </a:graphic>
      </ns0:graphicFrame>
    </ns0:spTree>
    <ns0:extLst>
      <ns0:ext uri="{BB962C8B-B14F-4D97-AF65-F5344CB8AC3E}">
        <ns5:creationId val="1975971491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4EEE7293-F1E9-4291-9D54-C430BB17FEB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7B6242-B789-4D62-8DFF-A6B8B9A848B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7C4862B-EE5C-4C0C-9EC8-3B1363D378A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B05B485-5FEF-4CCF-B6A0-B14608265B8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991B659-0E36-4B54-B843-01E23845175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ledger analítico aprovado, jun/26. Ranking derivado do universo completo ex-FIC; denominação legal completa no apêndice.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4D66476-28D6-4C40-BA38-D2F292CF9FF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5" name=""/>
          <ns0:cNvGraphicFramePr/>
          <ns0:nvPr/>
        </ns0:nvGraphicFramePr>
        <ns0:xfrm>
          <a:off x="57150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Infraestrutura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Recuperação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6" name=""/>
          <ns0:cNvGraphicFramePr/>
          <ns0:nvPr/>
        </ns0:nvGraphicFramePr>
        <ns0:xfrm>
          <a:off x="6191250" y="1428750"/>
          <a:ext cx="5429250" cy="4667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Poder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Adquirência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3:creationId val="978644518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DF8C8FAA-58FB-4DF9-ADEC-2142B264DA0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FUNDOS E ORIGINADORES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84D6436-61C4-44DB-9EA3-EF3F9F000B1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Top 15: R$ 31,9 bi em jun/26 e R$ 30,4 bi em dez/25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1DBDBC9-2583-414B-A50C-1A9A568B068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8BFFD79-0001-4343-8522-15DBC06A505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5A81316-FB87-404C-949E-575C613FC26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FEAA98A-D3B9-47EF-9FB4-6503A37974A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3E542A8-73EE-4630-8352-7E61EB52AF37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723A10A-1BAE-4671-B20B-CA25006B6A29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2643214-BB39-480F-993C-6DBAE60BEE82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R$ 31,9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8B5E64-F4C9-4433-894C-82A10414A376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3AB04C7E-F944-47AE-A496-207AD72B8B25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BA0FA695-6891-4893-B53F-0A647AE6C8B4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R$ 30,4 bi</a:t>
            </a:r>
          </a:p>
        </ns0:txBody>
      </ns0:sp>
    </ns0:spTree>
    <ns0:extLst>
      <ns0:ext uri="{BB962C8B-B14F-4D97-AF65-F5344CB8AC3E}">
        <ns3:creationId val="590229977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A6EDD2E5-AAE1-4C02-B56C-E2EB7DE1579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FUNDOS E ORIGINADORES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C2E39BF-18D4-4520-8361-4F0AE683B49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Top 15: R$ 112,2 bi em jun/26 e R$ 94,0 bi em dez/25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5DA6C7A-64E3-4D90-B34F-F1A75900C34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4BC435B-BF56-4E22-9BE0-6C0265B7752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6B83392-2CAD-409E-A224-FEFE205E3BE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0F75175-042C-4809-94C4-4AF577EE55F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6FD7CCD-946D-4F5E-B1EE-1610EFBF551A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BD23017-6C2D-4E5E-AEEC-1A2355680473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SAPPHIRE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65A241-43B0-43CC-9077-72133F3977B0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R$ 112,2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617F461-C6BA-439F-A8BA-C17634164167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C82B935-ED86-4E8C-9E11-D3A54837CF7D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MULTIMERCADO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15EBE863-1364-49A7-8D28-33A9264CCA0D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R$ 94,0 bi</a:t>
            </a:r>
          </a:p>
        </ns0:txBody>
      </ns0:sp>
    </ns0:spTree>
    <ns0:extLst>
      <ns0:ext uri="{BB962C8B-B14F-4D97-AF65-F5344CB8AC3E}">
        <ns3:creationId val="1957365722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F5EA15B8-F80B-45A2-A0B6-203450043FB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FUNDOS E ORIGINADORES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71A5946-D3D5-4B9F-92EE-9C2D00CEEFD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Top 15: R$ 121,1 bi em jun/26 e R$ 106,3 bi em dez/25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59AA68E-C46A-45E1-AB44-039C17E4987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774BED9-BFA8-4631-813F-9B1B900AEAC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9763C8-0BAC-4D86-BA9F-D10F7DE56C6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000AC69-9029-4D2D-8164-B5FC568983F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2F77EB6-52F1-47D0-BE8B-ACA51C3C05D6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4AEDB654-F4D2-4A82-B0F9-F74A4F51C4EC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 INVESTMENTO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3E25EED-5705-4C63-A586-EE397138E53D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R$ 121,1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BCEA45A-9560-45D2-A9FC-32F00DFBD687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2974F59-728A-4D78-B009-E2FED367650E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6739A8F7-4F09-4B6C-A43E-9F4C7CCC6D19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R$ 106,3 bi</a:t>
            </a:r>
          </a:p>
        </ns0:txBody>
      </ns0:sp>
    </ns0:spTree>
    <ns0:extLst>
      <ns0:ext uri="{BB962C8B-B14F-4D97-AF65-F5344CB8AC3E}">
        <ns3:creationId val="1840719987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49814B35-8420-4139-94FF-D3BE797ECA2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FUNDOS E ORIGINADORES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F292A5D-D1D3-47A6-A9DF-7357A21B66B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Top 15: R$ 55,1 bi em jun/26 e R$ 60,9 bi em dez/25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88D8A5A-9394-43B2-B6AD-93EDDE91480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971A43C-7CF2-46C4-9ED7-E11D1E4FAD7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6B3FAA3-1EF5-487A-8278-7537CBA044B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ledger documental aprovado. Agrupamento pela taxonomia analítica reclassificada; campos oficiais permanecem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1FF1A88-BDFC-43EF-BC07-0B9B837496D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FB47C7E-832D-44C0-BDA4-8F0A430C0E28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CEF177F-32EF-4CC2-B97D-F456AF240AB8}"/>
              </a:ext>
            </a:extLst>
          </ns0:cNvPr>
          <ns0:cNvSpPr>
            <a:spLocks noGrp="1"/>
          </ns0:cNvSpPr>
          <ns0:nvPr/>
        </ns0:nvSpPr>
        <ns0:spPr>
          <a:xfrm>
            <a:off x="571500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"/>
          <ns0:cNvGraphicFramePr/>
          <ns0:nvPr/>
        </ns0:nvGraphicFramePr>
        <ns0:xfrm>
          <a:off x="571500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E96AF89-5AB2-4EE6-A6D4-B99550E2D09E}"/>
              </a:ext>
            </a:extLst>
          </ns0:cNvPr>
          <ns0:cNvSpPr>
            <a:spLocks noGrp="1"/>
          </ns0:cNvSpPr>
          <ns0:nvPr/>
        </ns0:nvSpPr>
        <ns0:spPr>
          <a:xfrm>
            <a:off x="571500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Subtotal Top 15 · R$ 55,1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C89E6E3-C90E-4145-97CF-4C6D402CACDC}"/>
              </a:ext>
            </a:extLst>
          </ns0:cNvPr>
          <ns0:cNvSpPr>
            <a:spLocks noGrp="1"/>
          </ns0:cNvSpPr>
          <ns0:nvPr/>
        </ns0:nvSpPr>
        <ns0:spPr>
          <a:xfrm>
            <a:off x="6238875" y="1295400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8CAD035-F9B7-4FB6-B373-040A4518A482}"/>
              </a:ext>
            </a:extLst>
          </ns0:cNvPr>
          <ns0:cNvSpPr>
            <a:spLocks noGrp="1"/>
          </ns0:cNvSpPr>
          <ns0:nvPr/>
        </ns0:nvSpPr>
        <ns0:spPr>
          <a:xfrm>
            <a:off x="6238875" y="1543050"/>
            <a:ext cx="53816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38875" y="1609725"/>
          <a:ext cx="5381625" cy="40767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238375"/>
                <a:gridCol w="1952625"/>
                <a:gridCol w="904875"/>
              </a:tblGrid>
              <a:tr h="25717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463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3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D329D363-BC67-424C-9E93-735612414E2D}"/>
              </a:ext>
            </a:extLst>
          </ns0:cNvPr>
          <ns0:cNvSpPr>
            <a:spLocks noGrp="1"/>
          </ns0:cNvSpPr>
          <ns0:nvPr/>
        </ns0:nvSpPr>
        <ns0:spPr>
          <a:xfrm>
            <a:off x="6238875" y="5762625"/>
            <a:ext cx="53816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Subtotal Top 15 · R$ 60,9 bi</a:t>
            </a:r>
          </a:p>
        </ns0:txBody>
      </ns0:sp>
    </ns0:spTree>
    <ns0:extLst>
      <ns0:ext uri="{BB962C8B-B14F-4D97-AF65-F5344CB8AC3E}">
        <ns3:creationId val="122101187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94" name="">
            <a:extLst>
              <a:ext uri="{FF2B5EF4-FFF2-40B4-BE49-F238E27FC236}">
                <ns2:creationId id="{DD18829C-0D50-459F-A217-59AF55235C9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CURADORIA · FUNDOS FLAGSHIP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AE3DD7B-CF70-4415-9D38-3E05D3ED633B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26 famílias · 47 CNPJs · 12 mínimos júnior localizados em 24 regulamentos revistos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655773D-6BC7-45D5-A007-2F4A18FE8F1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A407CBB-6B10-4B41-9A2E-C13D816CDFF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DF6FB84-106C-4D1F-B20D-3CF2B279A9E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regulamentos, emissões e assembleias dos pacotes documentais versionados. Lacunas = N/D.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39F0A55-F6E7-4A9A-8020-089F7D4E475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ECEE4C0-F461-4258-BA81-B24F9F66B480}"/>
              </a:ext>
            </a:extLst>
          </ns0:cNvPr>
          <ns0:cNvSpPr>
            <a:spLocks noGrp="1"/>
          </ns0:cNvSpPr>
          <ns0:nvPr/>
        </ns0:nvSpPr>
        <ns0:spPr>
          <a:xfrm>
            <a:off x="57150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1F33F656-6BBB-4B6C-9DDB-7819413D0E0B}"/>
              </a:ext>
            </a:extLst>
          </ns0:cNvPr>
          <ns0:cNvSpPr>
            <a:spLocks noGrp="1"/>
          </ns0:cNvSpPr>
          <ns0:nvPr/>
        </ns0:nvSpPr>
        <ns0:spPr>
          <a:xfrm>
            <a:off x="61912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63156686-F6ED-445C-BFB8-3F94FAD30D55}"/>
              </a:ext>
            </a:extLst>
          </ns0:cNvPr>
          <ns0:cNvSpPr>
            <a:spLocks noGrp="1"/>
          </ns0:cNvSpPr>
          <ns0:nvPr/>
        </ns0:nvSpPr>
        <ns0:spPr>
          <a:xfrm>
            <a:off x="242252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8F45DE49-3E59-49C0-8F8B-A7EEDBE1D9EF}"/>
              </a:ext>
            </a:extLst>
          </ns0:cNvPr>
          <ns0:cNvSpPr>
            <a:spLocks noGrp="1"/>
          </ns0:cNvSpPr>
          <ns0:nvPr/>
        </ns0:nvSpPr>
        <ns0:spPr>
          <a:xfrm>
            <a:off x="247015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99506EF-004D-4B75-9B2F-65E1D154A5B5}"/>
              </a:ext>
            </a:extLst>
          </ns0:cNvPr>
          <ns0:cNvSpPr>
            <a:spLocks noGrp="1"/>
          </ns0:cNvSpPr>
          <ns0:nvPr/>
        </ns0:nvSpPr>
        <ns0:spPr>
          <a:xfrm>
            <a:off x="427355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0B676956-C914-4E21-BEB5-0576E5F87B7E}"/>
              </a:ext>
            </a:extLst>
          </ns0:cNvPr>
          <ns0:cNvSpPr>
            <a:spLocks noGrp="1"/>
          </ns0:cNvSpPr>
          <ns0:nvPr/>
        </ns0:nvSpPr>
        <ns0:spPr>
          <a:xfrm>
            <a:off x="432117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BD1754F2-A595-40C8-8EC4-F9F47FB39875}"/>
              </a:ext>
            </a:extLst>
          </ns0:cNvPr>
          <ns0:cNvSpPr>
            <a:spLocks noGrp="1"/>
          </ns0:cNvSpPr>
          <ns0:nvPr/>
        </ns0:nvSpPr>
        <ns0:spPr>
          <a:xfrm>
            <a:off x="612457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A562FBE-8AC4-4E15-945E-A1FBAEDF38BC}"/>
              </a:ext>
            </a:extLst>
          </ns0:cNvPr>
          <ns0:cNvSpPr>
            <a:spLocks noGrp="1"/>
          </ns0:cNvSpPr>
          <ns0:nvPr/>
        </ns0:nvSpPr>
        <ns0:spPr>
          <a:xfrm>
            <a:off x="617220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31D4C3D7-3821-42B0-A650-AD4FF7DBABDF}"/>
              </a:ext>
            </a:extLst>
          </ns0:cNvPr>
          <ns0:cNvSpPr>
            <a:spLocks noGrp="1"/>
          </ns0:cNvSpPr>
          <ns0:nvPr/>
        </ns0:nvSpPr>
        <ns0:spPr>
          <a:xfrm>
            <a:off x="7975600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6D2A3A81-4AAC-4B52-960B-DC42B9435487}"/>
              </a:ext>
            </a:extLst>
          </ns0:cNvPr>
          <ns0:cNvSpPr>
            <a:spLocks noGrp="1"/>
          </ns0:cNvSpPr>
          <ns0:nvPr/>
        </ns0:nvSpPr>
        <ns0:spPr>
          <a:xfrm>
            <a:off x="8023225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37FB9C3-67EB-41A5-B598-32F9D71FB0A7}"/>
              </a:ext>
            </a:extLst>
          </ns0:cNvPr>
          <ns0:cNvSpPr>
            <a:spLocks noGrp="1"/>
          </ns0:cNvSpPr>
          <ns0:nvPr/>
        </ns0:nvSpPr>
        <ns0:spPr>
          <a:xfrm>
            <a:off x="9826625" y="1295400"/>
            <a:ext cx="1793875" cy="276225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55908221-85F4-40B9-96F6-A263A9DD364B}"/>
              </a:ext>
            </a:extLst>
          </ns0:cNvPr>
          <ns0:cNvSpPr>
            <a:spLocks noGrp="1"/>
          </ns0:cNvSpPr>
          <ns0:nvPr/>
        </ns0:nvSpPr>
        <ns0:spPr>
          <a:xfrm>
            <a:off x="9874250" y="1323975"/>
            <a:ext cx="1698625" cy="2190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1FDA76CA-5CC7-4013-AFDD-47C9D229636D}"/>
              </a:ext>
            </a:extLst>
          </ns0:cNvPr>
          <ns0:cNvSpPr>
            <a:spLocks noGrp="1"/>
          </ns0:cNvSpPr>
          <ns0:nvPr/>
        </ns0:nvSpPr>
        <ns0:spPr>
          <a:xfrm>
            <a:off x="571500" y="11049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75" b="1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SUBORDINAÇÃO ATUAL / PL · FAIXAS DESCRITIVAS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327828EE-11E0-450E-85CA-F1620EAF530B}"/>
              </a:ext>
            </a:extLst>
          </ns0:cNvPr>
          <ns0:cNvSpPr>
            <a:spLocks noGrp="1"/>
          </ns0:cNvSpPr>
          <ns0:nvPr/>
        </ns0:nvSpPr>
        <ns0:spPr>
          <a:xfrm>
            <a:off x="571500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944A8E48-6A07-40D1-A12A-1244449D559C}"/>
              </a:ext>
            </a:extLst>
          </ns0:cNvPr>
          <ns0:cNvSpPr>
            <a:spLocks noGrp="1"/>
          </ns0:cNvSpPr>
          <ns0:nvPr/>
        </ns0:nvSpPr>
        <ns0:spPr>
          <a:xfrm>
            <a:off x="64770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Consignado Privado I e II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070248F3-4E7F-4BAC-B8D8-4D5D4178FE45}"/>
              </a:ext>
            </a:extLst>
          </ns0:cNvPr>
          <ns0:cNvSpPr>
            <a:spLocks noGrp="1"/>
          </ns0:cNvSpPr>
          <ns0:nvPr/>
        </ns0:nvSpPr>
        <ns0:spPr>
          <a:xfrm>
            <a:off x="64770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R$ 3,5 bi · atual 8,3%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D6DC2F4C-D352-4CE9-B194-C186089E6613}"/>
              </a:ext>
            </a:extLst>
          </ns0:cNvPr>
          <ns0:cNvSpPr>
            <a:spLocks noGrp="1"/>
          </ns0:cNvSpPr>
          <ns0:nvPr/>
        </ns0:nvSpPr>
        <ns0:spPr>
          <a:xfrm>
            <a:off x="64770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5,0% · emissão N/D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26112AA4-68C8-43DD-9654-3E449D32AA44}"/>
              </a:ext>
            </a:extLst>
          </ns0:cNvPr>
          <ns0:cNvSpPr>
            <a:spLocks noGrp="1"/>
          </ns0:cNvSpPr>
          <ns0:nvPr/>
        </ns0:nvSpPr>
        <ns0:spPr>
          <a:xfrm>
            <a:off x="64770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B25FC0A3-38A4-4B91-8D6E-123118353323}"/>
              </a:ext>
            </a:extLst>
          </ns0:cNvPr>
          <ns0:cNvSpPr>
            <a:spLocks noGrp="1"/>
          </ns0:cNvSpPr>
          <ns0:nvPr/>
        </ns0:nvSpPr>
        <ns0:spPr>
          <a:xfrm>
            <a:off x="82652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EEBCE68B-2EB6-4321-AD65-21310B770C98}"/>
              </a:ext>
            </a:extLst>
          </ns0:cNvPr>
          <ns0:cNvSpPr>
            <a:spLocks noGrp="1"/>
          </ns0:cNvSpPr>
          <ns0:nvPr/>
        </ns0:nvSpPr>
        <ns0:spPr>
          <a:xfrm>
            <a:off x="571500" y="2428875"/>
            <a:ext cx="1793875" cy="685800"/>
          </a:xfrm>
          <a:prstGeom prst="rect">
            <a:avLst/>
          </a:prstGeom>
          <a:solidFill>
            <a:srgbClr val="F3E0E8"/>
          </a:solidFill>
          <a:ln w="0">
            <a:noFill/>
            <a:prstDash val="solid"/>
          </a:ln>
        </ns0:spPr>
      </ns0:sp>
      <ns0:sp>
        <ns0:nvSpPr>
          <ns0:cNvPr id="27" name="">
            <a:extLst>
              <a:ext uri="{FF2B5EF4-FFF2-40B4-BE49-F238E27FC236}">
                <ns2:creationId id="{3E1C6CF4-98DE-4D18-B030-230C3BB491D1}"/>
              </a:ext>
            </a:extLst>
          </ns0:cNvPr>
          <ns0:cNvSpPr>
            <a:spLocks noGrp="1"/>
          </ns0:cNvSpPr>
          <ns0:nvPr/>
        </ns0:nvSpPr>
        <ns0:spPr>
          <a:xfrm>
            <a:off x="64770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CM Estadual I e II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F6183D58-6CAF-424F-A663-1F499378E1A9}"/>
              </a:ext>
            </a:extLst>
          </ns0:cNvPr>
          <ns0:cNvSpPr>
            <a:spLocks noGrp="1"/>
          </ns0:cNvSpPr>
          <ns0:nvPr/>
        </ns0:nvSpPr>
        <ns0:spPr>
          <a:xfrm>
            <a:off x="64770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R$ 91,7 mi · atual 9,3%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17166B4A-D75E-4302-A566-F5B9A5437260}"/>
              </a:ext>
            </a:extLst>
          </ns0:cNvPr>
          <ns0:cNvSpPr>
            <a:spLocks noGrp="1"/>
          </ns0:cNvSpPr>
          <ns0:nvPr/>
        </ns0:nvSpPr>
        <ns0:spPr>
          <a:xfrm>
            <a:off x="64770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A0951AEE-E2C3-4288-B18B-7A4A1F7EA53A}"/>
              </a:ext>
            </a:extLst>
          </ns0:cNvPr>
          <ns0:cNvSpPr>
            <a:spLocks noGrp="1"/>
          </ns0:cNvSpPr>
          <ns0:nvPr/>
        </ns0:nvSpPr>
        <ns0:spPr>
          <a:xfrm>
            <a:off x="64770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FE4F51F0-75D2-4688-B998-43253ADF9B3A}"/>
              </a:ext>
            </a:extLst>
          </ns0:cNvPr>
          <ns0:cNvSpPr>
            <a:spLocks noGrp="1"/>
          </ns0:cNvSpPr>
          <ns0:nvPr/>
        </ns0:nvSpPr>
        <ns0:spPr>
          <a:xfrm>
            <a:off x="847030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166D9114-846D-4D25-AFE4-7FABE4F762BB}"/>
              </a:ext>
            </a:extLst>
          </ns0:cNvPr>
          <ns0:cNvSpPr>
            <a:spLocks noGrp="1"/>
          </ns0:cNvSpPr>
          <ns0:nvPr/>
        </ns0:nvSpPr>
        <ns0:spPr>
          <a:xfrm>
            <a:off x="571500" y="31718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33" name="">
            <a:extLst>
              <a:ext uri="{FF2B5EF4-FFF2-40B4-BE49-F238E27FC236}">
                <ns2:creationId id="{6F7F56D1-39E0-4FF7-B0CC-46FB690D153E}"/>
              </a:ext>
            </a:extLst>
          </ns0:cNvPr>
          <ns0:cNvSpPr>
            <a:spLocks noGrp="1"/>
          </ns0:cNvSpPr>
          <ns0:nvPr/>
        </ns0:nvSpPr>
        <ns0:spPr>
          <a:xfrm>
            <a:off x="64770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ACR BEM, ACR I e ACR IV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A321EE8C-431E-4C87-9C3A-1A5D435239FC}"/>
              </a:ext>
            </a:extLst>
          </ns0:cNvPr>
          <ns0:cNvSpPr>
            <a:spLocks noGrp="1"/>
          </ns0:cNvSpPr>
          <ns0:nvPr/>
        </ns0:nvSpPr>
        <ns0:spPr>
          <a:xfrm>
            <a:off x="64770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R$ 6,9 bi · atual 5,1%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91EC48C9-C33A-4471-92AE-A5FDB70A5E60}"/>
              </a:ext>
            </a:extLst>
          </ns0:cNvPr>
          <ns0:cNvSpPr>
            <a:spLocks noGrp="1"/>
          </ns0:cNvSpPr>
          <ns0:nvPr/>
        </ns0:nvSpPr>
        <ns0:spPr>
          <a:xfrm>
            <a:off x="64770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9F04F8B5-0869-4749-B528-4B2BB17B65C0}"/>
              </a:ext>
            </a:extLst>
          </ns0:cNvPr>
          <ns0:cNvSpPr>
            <a:spLocks noGrp="1"/>
          </ns0:cNvSpPr>
          <ns0:nvPr/>
        </ns0:nvSpPr>
        <ns0:spPr>
          <a:xfrm>
            <a:off x="64770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8AE3D818-153D-4DE8-BCD9-1372BE9701BA}"/>
              </a:ext>
            </a:extLst>
          </ns0:cNvPr>
          <ns0:cNvSpPr>
            <a:spLocks noGrp="1"/>
          </ns0:cNvSpPr>
          <ns0:nvPr/>
        </ns0:nvSpPr>
        <ns0:spPr>
          <a:xfrm>
            <a:off x="75698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B01870E4-E82A-4365-A32B-C1B8CB4E0A6F}"/>
              </a:ext>
            </a:extLst>
          </ns0:cNvPr>
          <ns0:cNvSpPr>
            <a:spLocks noGrp="1"/>
          </ns0:cNvSpPr>
          <ns0:nvPr/>
        </ns0:nvSpPr>
        <ns0:spPr>
          <a:xfrm>
            <a:off x="571500" y="391477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39" name="">
            <a:extLst>
              <a:ext uri="{FF2B5EF4-FFF2-40B4-BE49-F238E27FC236}">
                <ns2:creationId id="{C78EA6D5-65FD-47CE-BEA3-AE002777166D}"/>
              </a:ext>
            </a:extLst>
          </ns0:cNvPr>
          <ns0:cNvSpPr>
            <a:spLocks noGrp="1"/>
          </ns0:cNvSpPr>
          <ns0:nvPr/>
        </ns0:nvSpPr>
        <ns0:spPr>
          <a:xfrm>
            <a:off x="64770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Cartão Consignado I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EA286A07-1FBA-4EDC-A918-F23B612A570C}"/>
              </a:ext>
            </a:extLst>
          </ns0:cNvPr>
          <ns0:cNvSpPr>
            <a:spLocks noGrp="1"/>
          </ns0:cNvSpPr>
          <ns0:nvPr/>
        </ns0:nvSpPr>
        <ns0:spPr>
          <a:xfrm>
            <a:off x="64770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R$ 68,1 mi · atual 2,5%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BB2DA815-BADA-4EF9-87F0-A1BF743FB0CF}"/>
              </a:ext>
            </a:extLst>
          </ns0:cNvPr>
          <ns0:cNvSpPr>
            <a:spLocks noGrp="1"/>
          </ns0:cNvSpPr>
          <ns0:nvPr/>
        </ns0:nvSpPr>
        <ns0:spPr>
          <a:xfrm>
            <a:off x="64770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99D685C8-67C7-4627-B052-9A9A9E3A37BA}"/>
              </a:ext>
            </a:extLst>
          </ns0:cNvPr>
          <ns0:cNvSpPr>
            <a:spLocks noGrp="1"/>
          </ns0:cNvSpPr>
          <ns0:nvPr/>
        </ns0:nvSpPr>
        <ns0:spPr>
          <a:xfrm>
            <a:off x="64770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0FBFD43F-3395-4A10-B576-1D347301EB44}"/>
              </a:ext>
            </a:extLst>
          </ns0:cNvPr>
          <ns0:cNvSpPr>
            <a:spLocks noGrp="1"/>
          </ns0:cNvSpPr>
          <ns0:nvPr/>
        </ns0:nvSpPr>
        <ns0:spPr>
          <a:xfrm>
            <a:off x="700942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B37033C8-0DAB-41B0-ABBF-F9B5876134CE}"/>
              </a:ext>
            </a:extLst>
          </ns0:cNvPr>
          <ns0:cNvSpPr>
            <a:spLocks noGrp="1"/>
          </ns0:cNvSpPr>
          <ns0:nvPr/>
        </ns0:nvSpPr>
        <ns0:spPr>
          <a:xfrm>
            <a:off x="571500" y="4657725"/>
            <a:ext cx="1793875" cy="68580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45" name="">
            <a:extLst>
              <a:ext uri="{FF2B5EF4-FFF2-40B4-BE49-F238E27FC236}">
                <ns2:creationId id="{51573DB0-532C-48E3-B1F5-95267287E474}"/>
              </a:ext>
            </a:extLst>
          </ns0:cNvPr>
          <ns0:cNvSpPr>
            <a:spLocks noGrp="1"/>
          </ns0:cNvSpPr>
          <ns0:nvPr/>
        </ns0:nvSpPr>
        <ns0:spPr>
          <a:xfrm>
            <a:off x="647700" y="47053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Brasilfactors Crédito Corporativo</a:t>
            </a:r>
          </a:p>
        </ns0:txBody>
      </ns0:sp>
      <ns0:sp>
        <ns0:nvSpPr>
          <ns0:cNvPr id="46" name="">
            <a:extLst>
              <a:ext uri="{FF2B5EF4-FFF2-40B4-BE49-F238E27FC236}">
                <ns2:creationId id="{4F64F30C-67AE-46A5-B18F-0BEAD2B277C1}"/>
              </a:ext>
            </a:extLst>
          </ns0:cNvPr>
          <ns0:cNvSpPr>
            <a:spLocks noGrp="1"/>
          </ns0:cNvSpPr>
          <ns0:nvPr/>
        </ns0:nvSpPr>
        <ns0:spPr>
          <a:xfrm>
            <a:off x="647700" y="49149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R$ 110,9 mi · atual 2,1%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25B5130B-242B-4C61-9719-C4D1D82DBED8}"/>
              </a:ext>
            </a:extLst>
          </ns0:cNvPr>
          <ns0:cNvSpPr>
            <a:spLocks noGrp="1"/>
          </ns0:cNvSpPr>
          <ns0:nvPr/>
        </ns0:nvSpPr>
        <ns0:spPr>
          <a:xfrm>
            <a:off x="647700" y="50768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48" name="">
            <a:extLst>
              <a:ext uri="{FF2B5EF4-FFF2-40B4-BE49-F238E27FC236}">
                <ns2:creationId id="{366956A1-DBBB-4771-AA32-542CB3D29077}"/>
              </a:ext>
            </a:extLst>
          </ns0:cNvPr>
          <ns0:cNvSpPr>
            <a:spLocks noGrp="1"/>
          </ns0:cNvSpPr>
          <ns0:nvPr/>
        </ns0:nvSpPr>
        <ns0:spPr>
          <a:xfrm>
            <a:off x="647700" y="52578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9" name="">
            <a:extLst>
              <a:ext uri="{FF2B5EF4-FFF2-40B4-BE49-F238E27FC236}">
                <ns2:creationId id="{4BB75F1A-AC85-4438-A590-C05BD4F3A81D}"/>
              </a:ext>
            </a:extLst>
          </ns0:cNvPr>
          <ns0:cNvSpPr>
            <a:spLocks noGrp="1"/>
          </ns0:cNvSpPr>
          <ns0:nvPr/>
        </ns0:nvSpPr>
        <ns0:spPr>
          <a:xfrm>
            <a:off x="692249" y="52197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50" name="">
            <a:extLst>
              <a:ext uri="{FF2B5EF4-FFF2-40B4-BE49-F238E27FC236}">
                <ns2:creationId id="{66A84558-4ABB-4F50-8C47-DF061CB94DDB}"/>
              </a:ext>
            </a:extLst>
          </ns0:cNvPr>
          <ns0:cNvSpPr>
            <a:spLocks noGrp="1"/>
          </ns0:cNvSpPr>
          <ns0:nvPr/>
        </ns0:nvSpPr>
        <ns0:spPr>
          <a:xfrm>
            <a:off x="2422525" y="168592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51" name="">
            <a:extLst>
              <a:ext uri="{FF2B5EF4-FFF2-40B4-BE49-F238E27FC236}">
                <ns2:creationId id="{8783E133-847F-48F1-9851-6FDF2BA063C7}"/>
              </a:ext>
            </a:extLst>
          </ns0:cNvPr>
          <ns0:cNvSpPr>
            <a:spLocks noGrp="1"/>
          </ns0:cNvSpPr>
          <ns0:nvPr/>
        </ns0:nvSpPr>
        <ns0:spPr>
          <a:xfrm>
            <a:off x="249872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ICRED Chopin INSS</a:t>
            </a:r>
          </a:p>
        </ns0:txBody>
      </ns0:sp>
      <ns0:sp>
        <ns0:nvSpPr>
          <ns0:cNvPr id="52" name="">
            <a:extLst>
              <a:ext uri="{FF2B5EF4-FFF2-40B4-BE49-F238E27FC236}">
                <ns2:creationId id="{12B2F3ED-FA1E-4421-8060-E5D6A31C0EA4}"/>
              </a:ext>
            </a:extLst>
          </ns0:cNvPr>
          <ns0:cNvSpPr>
            <a:spLocks noGrp="1"/>
          </ns0:cNvSpPr>
          <ns0:nvPr/>
        </ns0:nvSpPr>
        <ns0:spPr>
          <a:xfrm>
            <a:off x="249872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R$ 1,1 bi · atual 13,8%</a:t>
            </a:r>
          </a:p>
        </ns0:txBody>
      </ns0:sp>
      <ns0:sp>
        <ns0:nvSpPr>
          <ns0:cNvPr id="53" name="">
            <a:extLst>
              <a:ext uri="{FF2B5EF4-FFF2-40B4-BE49-F238E27FC236}">
                <ns2:creationId id="{F5D8C16F-A148-4C81-A964-6BB4B0713D6C}"/>
              </a:ext>
            </a:extLst>
          </ns0:cNvPr>
          <ns0:cNvSpPr>
            <a:spLocks noGrp="1"/>
          </ns0:cNvSpPr>
          <ns0:nvPr/>
        </ns0:nvSpPr>
        <ns0:spPr>
          <a:xfrm>
            <a:off x="249872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54" name="">
            <a:extLst>
              <a:ext uri="{FF2B5EF4-FFF2-40B4-BE49-F238E27FC236}">
                <ns2:creationId id="{3317FDC6-7C2F-4643-A330-072C8DC7CE1B}"/>
              </a:ext>
            </a:extLst>
          </ns0:cNvPr>
          <ns0:cNvSpPr>
            <a:spLocks noGrp="1"/>
          </ns0:cNvSpPr>
          <ns0:nvPr/>
        </ns0:nvSpPr>
        <ns0:spPr>
          <a:xfrm>
            <a:off x="249872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5" name="">
            <a:extLst>
              <a:ext uri="{FF2B5EF4-FFF2-40B4-BE49-F238E27FC236}">
                <ns2:creationId id="{B917EDED-ADDE-4BBD-A40F-56C5CA54E24D}"/>
              </a:ext>
            </a:extLst>
          </ns0:cNvPr>
          <ns0:cNvSpPr>
            <a:spLocks noGrp="1"/>
          </ns0:cNvSpPr>
          <ns0:nvPr/>
        </ns0:nvSpPr>
        <ns0:spPr>
          <a:xfrm>
            <a:off x="2795298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56" name="">
            <a:extLst>
              <a:ext uri="{FF2B5EF4-FFF2-40B4-BE49-F238E27FC236}">
                <ns2:creationId id="{7C07D1AC-4E82-466D-A72B-046F313CE4A7}"/>
              </a:ext>
            </a:extLst>
          </ns0:cNvPr>
          <ns0:cNvSpPr>
            <a:spLocks noGrp="1"/>
          </ns0:cNvSpPr>
          <ns0:nvPr/>
        </ns0:nvSpPr>
        <ns0:spPr>
          <a:xfrm>
            <a:off x="2422525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57" name="">
            <a:extLst>
              <a:ext uri="{FF2B5EF4-FFF2-40B4-BE49-F238E27FC236}">
                <ns2:creationId id="{801D197C-984F-44F2-835D-ECB494890BB6}"/>
              </a:ext>
            </a:extLst>
          </ns0:cNvPr>
          <ns0:cNvSpPr>
            <a:spLocks noGrp="1"/>
          </ns0:cNvSpPr>
          <ns0:nvPr/>
        </ns0:nvSpPr>
        <ns0:spPr>
          <a:xfrm>
            <a:off x="249872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Cloudwalk Bela Pi e Big Picture</a:t>
            </a:r>
          </a:p>
        </ns0:txBody>
      </ns0:sp>
      <ns0:sp>
        <ns0:nvSpPr>
          <ns0:cNvPr id="58" name="">
            <a:extLst>
              <a:ext uri="{FF2B5EF4-FFF2-40B4-BE49-F238E27FC236}">
                <ns2:creationId id="{5BE4C0B5-2A4D-4D58-9529-664C19C944A6}"/>
              </a:ext>
            </a:extLst>
          </ns0:cNvPr>
          <ns0:cNvSpPr>
            <a:spLocks noGrp="1"/>
          </ns0:cNvSpPr>
          <ns0:nvPr/>
        </ns0:nvSpPr>
        <ns0:spPr>
          <a:xfrm>
            <a:off x="249872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R$ 14,9 bi · atual 14,7%</a:t>
            </a:r>
          </a:p>
        </ns0:txBody>
      </ns0:sp>
      <ns0:sp>
        <ns0:nvSpPr>
          <ns0:cNvPr id="59" name="">
            <a:extLst>
              <a:ext uri="{FF2B5EF4-FFF2-40B4-BE49-F238E27FC236}">
                <ns2:creationId id="{D7647D22-E373-46C8-99DC-FDD147EF6FAD}"/>
              </a:ext>
            </a:extLst>
          </ns0:cNvPr>
          <ns0:cNvSpPr>
            <a:spLocks noGrp="1"/>
          </ns0:cNvSpPr>
          <ns0:nvPr/>
        </ns0:nvSpPr>
        <ns0:spPr>
          <a:xfrm>
            <a:off x="249872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4 valores; ver aba · emissão fev/26</a:t>
            </a:r>
          </a:p>
        </ns0:txBody>
      </ns0:sp>
      <ns0:sp>
        <ns0:nvSpPr>
          <ns0:cNvPr id="60" name="">
            <a:extLst>
              <a:ext uri="{FF2B5EF4-FFF2-40B4-BE49-F238E27FC236}">
                <ns2:creationId id="{9BF7B818-B1E3-4E76-89C3-17ED1316358A}"/>
              </a:ext>
            </a:extLst>
          </ns0:cNvPr>
          <ns0:cNvSpPr>
            <a:spLocks noGrp="1"/>
          </ns0:cNvSpPr>
          <ns0:nvPr/>
        </ns0:nvSpPr>
        <ns0:spPr>
          <a:xfrm>
            <a:off x="249872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1" name="">
            <a:extLst>
              <a:ext uri="{FF2B5EF4-FFF2-40B4-BE49-F238E27FC236}">
                <ns2:creationId id="{31537208-7A12-4B75-8731-ADC9C2E175DC}"/>
              </a:ext>
            </a:extLst>
          </ns0:cNvPr>
          <ns0:cNvSpPr>
            <a:spLocks noGrp="1"/>
          </ns0:cNvSpPr>
          <ns0:nvPr/>
        </ns0:nvSpPr>
        <ns0:spPr>
          <a:xfrm>
            <a:off x="2814262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62" name="">
            <a:extLst>
              <a:ext uri="{FF2B5EF4-FFF2-40B4-BE49-F238E27FC236}">
                <ns2:creationId id="{DB28C611-3C0A-4047-BF69-C9ABD0A9355F}"/>
              </a:ext>
            </a:extLst>
          </ns0:cNvPr>
          <ns0:cNvSpPr>
            <a:spLocks noGrp="1"/>
          </ns0:cNvSpPr>
          <ns0:nvPr/>
        </ns0:nvSpPr>
        <ns0:spPr>
          <a:xfrm>
            <a:off x="2422525" y="31718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63" name="">
            <a:extLst>
              <a:ext uri="{FF2B5EF4-FFF2-40B4-BE49-F238E27FC236}">
                <ns2:creationId id="{3CE5980B-BE11-4132-9B39-4DFD939F6137}"/>
              </a:ext>
            </a:extLst>
          </ns0:cNvPr>
          <ns0:cNvSpPr>
            <a:spLocks noGrp="1"/>
          </ns0:cNvSpPr>
          <ns0:nvPr/>
        </ns0:nvSpPr>
        <ns0:spPr>
          <a:xfrm>
            <a:off x="249872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Santander Auto Loans I</a:t>
            </a:r>
          </a:p>
        </ns0:txBody>
      </ns0:sp>
      <ns0:sp>
        <ns0:nvSpPr>
          <ns0:cNvPr id="64" name="">
            <a:extLst>
              <a:ext uri="{FF2B5EF4-FFF2-40B4-BE49-F238E27FC236}">
                <ns2:creationId id="{46DDEA8E-5F2F-4B70-A5A0-A0947AC28B66}"/>
              </a:ext>
            </a:extLst>
          </ns0:cNvPr>
          <ns0:cNvSpPr>
            <a:spLocks noGrp="1"/>
          </ns0:cNvSpPr>
          <ns0:nvPr/>
        </ns0:nvSpPr>
        <ns0:spPr>
          <a:xfrm>
            <a:off x="249872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R$ 2,4 bi · atual 13,3%</a:t>
            </a:r>
          </a:p>
        </ns0:txBody>
      </ns0:sp>
      <ns0:sp>
        <ns0:nvSpPr>
          <ns0:cNvPr id="65" name="">
            <a:extLst>
              <a:ext uri="{FF2B5EF4-FFF2-40B4-BE49-F238E27FC236}">
                <ns2:creationId id="{ACA404E4-2179-41C6-979A-9C033A8ACA7E}"/>
              </a:ext>
            </a:extLst>
          </ns0:cNvPr>
          <ns0:cNvSpPr>
            <a:spLocks noGrp="1"/>
          </ns0:cNvSpPr>
          <ns0:nvPr/>
        </ns0:nvSpPr>
        <ns0:spPr>
          <a:xfrm>
            <a:off x="249872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66" name="">
            <a:extLst>
              <a:ext uri="{FF2B5EF4-FFF2-40B4-BE49-F238E27FC236}">
                <ns2:creationId id="{B914E5FA-E588-4B0E-AC3E-8CC8A3F27111}"/>
              </a:ext>
            </a:extLst>
          </ns0:cNvPr>
          <ns0:cNvSpPr>
            <a:spLocks noGrp="1"/>
          </ns0:cNvSpPr>
          <ns0:nvPr/>
        </ns0:nvSpPr>
        <ns0:spPr>
          <a:xfrm>
            <a:off x="249872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7" name="">
            <a:extLst>
              <a:ext uri="{FF2B5EF4-FFF2-40B4-BE49-F238E27FC236}">
                <ns2:creationId id="{EC10E14F-D4D0-4B0B-9993-CD95E50E34FA}"/>
              </a:ext>
            </a:extLst>
          </ns0:cNvPr>
          <ns0:cNvSpPr>
            <a:spLocks noGrp="1"/>
          </ns0:cNvSpPr>
          <ns0:nvPr/>
        </ns0:nvSpPr>
        <ns0:spPr>
          <a:xfrm>
            <a:off x="278521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68" name="">
            <a:extLst>
              <a:ext uri="{FF2B5EF4-FFF2-40B4-BE49-F238E27FC236}">
                <ns2:creationId id="{FB55E0AD-0F88-4FA4-B3D8-3872566B6D7C}"/>
              </a:ext>
            </a:extLst>
          </ns0:cNvPr>
          <ns0:cNvSpPr>
            <a:spLocks noGrp="1"/>
          </ns0:cNvSpPr>
          <ns0:nvPr/>
        </ns0:nvSpPr>
        <ns0:spPr>
          <a:xfrm>
            <a:off x="2422525" y="391477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69" name="">
            <a:extLst>
              <a:ext uri="{FF2B5EF4-FFF2-40B4-BE49-F238E27FC236}">
                <ns2:creationId id="{29A7F06E-9526-4267-A3BF-4AF64CCEA73F}"/>
              </a:ext>
            </a:extLst>
          </ns0:cNvPr>
          <ns0:cNvSpPr>
            <a:spLocks noGrp="1"/>
          </ns0:cNvSpPr>
          <ns0:nvPr/>
        </ns0:nvSpPr>
        <ns0:spPr>
          <a:xfrm>
            <a:off x="2498725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Driver Brasil Six Banco Volkswagen</a:t>
            </a:r>
          </a:p>
        </ns0:txBody>
      </ns0:sp>
      <ns0:sp>
        <ns0:nvSpPr>
          <ns0:cNvPr id="70" name="">
            <a:extLst>
              <a:ext uri="{FF2B5EF4-FFF2-40B4-BE49-F238E27FC236}">
                <ns2:creationId id="{890ED5CD-CF91-490D-84C0-5EBB83F57871}"/>
              </a:ext>
            </a:extLst>
          </ns0:cNvPr>
          <ns0:cNvSpPr>
            <a:spLocks noGrp="1"/>
          </ns0:cNvSpPr>
          <ns0:nvPr/>
        </ns0:nvSpPr>
        <ns0:spPr>
          <a:xfrm>
            <a:off x="2498725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13,4%</a:t>
            </a:r>
          </a:p>
        </ns0:txBody>
      </ns0:sp>
      <ns0:sp>
        <ns0:nvSpPr>
          <ns0:cNvPr id="71" name="">
            <a:extLst>
              <a:ext uri="{FF2B5EF4-FFF2-40B4-BE49-F238E27FC236}">
                <ns2:creationId id="{B838AD94-BB9F-4628-A778-9371F93FDA0E}"/>
              </a:ext>
            </a:extLst>
          </ns0:cNvPr>
          <ns0:cNvSpPr>
            <a:spLocks noGrp="1"/>
          </ns0:cNvSpPr>
          <ns0:nvPr/>
        </ns0:nvSpPr>
        <ns0:spPr>
          <a:xfrm>
            <a:off x="2498725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72" name="">
            <a:extLst>
              <a:ext uri="{FF2B5EF4-FFF2-40B4-BE49-F238E27FC236}">
                <ns2:creationId id="{E283760D-EBD4-4865-8C41-7713B0F69187}"/>
              </a:ext>
            </a:extLst>
          </ns0:cNvPr>
          <ns0:cNvSpPr>
            <a:spLocks noGrp="1"/>
          </ns0:cNvSpPr>
          <ns0:nvPr/>
        </ns0:nvSpPr>
        <ns0:spPr>
          <a:xfrm>
            <a:off x="2498725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3" name="">
            <a:extLst>
              <a:ext uri="{FF2B5EF4-FFF2-40B4-BE49-F238E27FC236}">
                <ns2:creationId id="{51802E38-0C88-42CE-A492-D4AB0E76CACD}"/>
              </a:ext>
            </a:extLst>
          </ns0:cNvPr>
          <ns0:cNvSpPr>
            <a:spLocks noGrp="1"/>
          </ns0:cNvSpPr>
          <ns0:nvPr/>
        </ns0:nvSpPr>
        <ns0:spPr>
          <a:xfrm>
            <a:off x="2786995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74" name="">
            <a:extLst>
              <a:ext uri="{FF2B5EF4-FFF2-40B4-BE49-F238E27FC236}">
                <ns2:creationId id="{D24EBA3A-AAB1-498F-A103-4633268272F8}"/>
              </a:ext>
            </a:extLst>
          </ns0:cNvPr>
          <ns0:cNvSpPr>
            <a:spLocks noGrp="1"/>
          </ns0:cNvSpPr>
          <ns0:nvPr/>
        </ns0:nvSpPr>
        <ns0:spPr>
          <a:xfrm>
            <a:off x="4273550" y="168592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75" name="">
            <a:extLst>
              <a:ext uri="{FF2B5EF4-FFF2-40B4-BE49-F238E27FC236}">
                <ns2:creationId id="{1F042349-C490-4DEF-B7E5-F60A20BA6008}"/>
              </a:ext>
            </a:extLst>
          </ns0:cNvPr>
          <ns0:cNvSpPr>
            <a:spLocks noGrp="1"/>
          </ns0:cNvSpPr>
          <ns0:nvPr/>
        </ns0:nvSpPr>
        <ns0:spPr>
          <a:xfrm>
            <a:off x="434975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INSS I, II e III</a:t>
            </a:r>
          </a:p>
        </ns0:txBody>
      </ns0:sp>
      <ns0:sp>
        <ns0:nvSpPr>
          <ns0:cNvPr id="76" name="">
            <a:extLst>
              <a:ext uri="{FF2B5EF4-FFF2-40B4-BE49-F238E27FC236}">
                <ns2:creationId id="{204C2617-6891-4759-872F-570F50861B6F}"/>
              </a:ext>
            </a:extLst>
          </ns0:cNvPr>
          <ns0:cNvSpPr>
            <a:spLocks noGrp="1"/>
          </ns0:cNvSpPr>
          <ns0:nvPr/>
        </ns0:nvSpPr>
        <ns0:spPr>
          <a:xfrm>
            <a:off x="434975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R$ 3,2 bi · atual 15,8%</a:t>
            </a:r>
          </a:p>
        </ns0:txBody>
      </ns0:sp>
      <ns0:sp>
        <ns0:nvSpPr>
          <ns0:cNvPr id="77" name="">
            <a:extLst>
              <a:ext uri="{FF2B5EF4-FFF2-40B4-BE49-F238E27FC236}">
                <ns2:creationId id="{12A03C88-2BFB-4424-92FB-4730C2A5F47D}"/>
              </a:ext>
            </a:extLst>
          </ns0:cNvPr>
          <ns0:cNvSpPr>
            <a:spLocks noGrp="1"/>
          </ns0:cNvSpPr>
          <ns0:nvPr/>
        </ns0:nvSpPr>
        <ns0:spPr>
          <a:xfrm>
            <a:off x="434975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1,5% inicial; meta 2,5% · emissão abr/26</a:t>
            </a:r>
          </a:p>
        </ns0:txBody>
      </ns0:sp>
      <ns0:sp>
        <ns0:nvSpPr>
          <ns0:cNvPr id="78" name="">
            <a:extLst>
              <a:ext uri="{FF2B5EF4-FFF2-40B4-BE49-F238E27FC236}">
                <ns2:creationId id="{3D6F573C-D484-4FD1-88FD-95375912D6EF}"/>
              </a:ext>
            </a:extLst>
          </ns0:cNvPr>
          <ns0:cNvSpPr>
            <a:spLocks noGrp="1"/>
          </ns0:cNvSpPr>
          <ns0:nvPr/>
        </ns0:nvSpPr>
        <ns0:spPr>
          <a:xfrm>
            <a:off x="434975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9" name="">
            <a:extLst>
              <a:ext uri="{FF2B5EF4-FFF2-40B4-BE49-F238E27FC236}">
                <ns2:creationId id="{DAD3DD84-1E8A-40FF-BA1F-73AAC3837A5E}"/>
              </a:ext>
            </a:extLst>
          </ns0:cNvPr>
          <ns0:cNvSpPr>
            <a:spLocks noGrp="1"/>
          </ns0:cNvSpPr>
          <ns0:nvPr/>
        </ns0:nvSpPr>
        <ns0:spPr>
          <a:xfrm>
            <a:off x="468867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0" name="">
            <a:extLst>
              <a:ext uri="{FF2B5EF4-FFF2-40B4-BE49-F238E27FC236}">
                <ns2:creationId id="{B3CBD7C6-C35A-4641-A7E6-E0811272FB12}"/>
              </a:ext>
            </a:extLst>
          </ns0:cNvPr>
          <ns0:cNvSpPr>
            <a:spLocks noGrp="1"/>
          </ns0:cNvSpPr>
          <ns0:nvPr/>
        </ns0:nvSpPr>
        <ns0:spPr>
          <a:xfrm>
            <a:off x="4273550" y="242887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81" name="">
            <a:extLst>
              <a:ext uri="{FF2B5EF4-FFF2-40B4-BE49-F238E27FC236}">
                <ns2:creationId id="{B36B9C57-3D6C-403A-9B76-F1D187267BD3}"/>
              </a:ext>
            </a:extLst>
          </ns0:cNvPr>
          <ns0:cNvSpPr>
            <a:spLocks noGrp="1"/>
          </ns0:cNvSpPr>
          <ns0:nvPr/>
        </ns0:nvSpPr>
        <ns0:spPr>
          <a:xfrm>
            <a:off x="434975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PicPay FGTS I e II</a:t>
            </a:r>
          </a:p>
        </ns0:txBody>
      </ns0:sp>
      <ns0:sp>
        <ns0:nvSpPr>
          <ns0:cNvPr id="82" name="">
            <a:extLst>
              <a:ext uri="{FF2B5EF4-FFF2-40B4-BE49-F238E27FC236}">
                <ns2:creationId id="{F4897E6A-9F48-4CBF-9720-3EA881ACF395}"/>
              </a:ext>
            </a:extLst>
          </ns0:cNvPr>
          <ns0:cNvSpPr>
            <a:spLocks noGrp="1"/>
          </ns0:cNvSpPr>
          <ns0:nvPr/>
        </ns0:nvSpPr>
        <ns0:spPr>
          <a:xfrm>
            <a:off x="434975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R$ 2,3 bi · atual 16,8%</a:t>
            </a:r>
          </a:p>
        </ns0:txBody>
      </ns0:sp>
      <ns0:sp>
        <ns0:nvSpPr>
          <ns0:cNvPr id="83" name="">
            <a:extLst>
              <a:ext uri="{FF2B5EF4-FFF2-40B4-BE49-F238E27FC236}">
                <ns2:creationId id="{20C94D77-F7BF-433E-ACB3-820113C46EDE}"/>
              </a:ext>
            </a:extLst>
          </ns0:cNvPr>
          <ns0:cNvSpPr>
            <a:spLocks noGrp="1"/>
          </ns0:cNvSpPr>
          <ns0:nvPr/>
        </ns0:nvSpPr>
        <ns0:spPr>
          <a:xfrm>
            <a:off x="434975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84" name="">
            <a:extLst>
              <a:ext uri="{FF2B5EF4-FFF2-40B4-BE49-F238E27FC236}">
                <ns2:creationId id="{5E97FDD9-8821-40A4-BFDE-E06391371AD5}"/>
              </a:ext>
            </a:extLst>
          </ns0:cNvPr>
          <ns0:cNvSpPr>
            <a:spLocks noGrp="1"/>
          </ns0:cNvSpPr>
          <ns0:nvPr/>
        </ns0:nvSpPr>
        <ns0:spPr>
          <a:xfrm>
            <a:off x="434975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85" name="">
            <a:extLst>
              <a:ext uri="{FF2B5EF4-FFF2-40B4-BE49-F238E27FC236}">
                <ns2:creationId id="{8FA0927A-2807-4CD4-9EEE-BC37C105899F}"/>
              </a:ext>
            </a:extLst>
          </ns0:cNvPr>
          <ns0:cNvSpPr>
            <a:spLocks noGrp="1"/>
          </ns0:cNvSpPr>
          <ns0:nvPr/>
        </ns0:nvSpPr>
        <ns0:spPr>
          <a:xfrm>
            <a:off x="4711207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6" name="">
            <a:extLst>
              <a:ext uri="{FF2B5EF4-FFF2-40B4-BE49-F238E27FC236}">
                <ns2:creationId id="{28044190-CE2E-46AD-990B-8761AC2FD6DA}"/>
              </a:ext>
            </a:extLst>
          </ns0:cNvPr>
          <ns0:cNvSpPr>
            <a:spLocks noGrp="1"/>
          </ns0:cNvSpPr>
          <ns0:nvPr/>
        </ns0:nvSpPr>
        <ns0:spPr>
          <a:xfrm>
            <a:off x="4273550" y="317182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87" name="">
            <a:extLst>
              <a:ext uri="{FF2B5EF4-FFF2-40B4-BE49-F238E27FC236}">
                <ns2:creationId id="{5359D84C-9B8B-4FA1-8053-EFA81F91FDE9}"/>
              </a:ext>
            </a:extLst>
          </ns0:cNvPr>
          <ns0:cNvSpPr>
            <a:spLocks noGrp="1"/>
          </ns0:cNvSpPr>
          <ns0:nvPr/>
        </ns0:nvSpPr>
        <ns0:spPr>
          <a:xfrm>
            <a:off x="434975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FGTS II e IV</a:t>
            </a:r>
          </a:p>
        </ns0:txBody>
      </ns0:sp>
      <ns0:sp>
        <ns0:nvSpPr>
          <ns0:cNvPr id="88" name="">
            <a:extLst>
              <a:ext uri="{FF2B5EF4-FFF2-40B4-BE49-F238E27FC236}">
                <ns2:creationId id="{8557E6CD-0D90-436D-B44D-BB704B3C5ED8}"/>
              </a:ext>
            </a:extLst>
          </ns0:cNvPr>
          <ns0:cNvSpPr>
            <a:spLocks noGrp="1"/>
          </ns0:cNvSpPr>
          <ns0:nvPr/>
        </ns0:nvSpPr>
        <ns0:spPr>
          <a:xfrm>
            <a:off x="434975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R$ 1,3 bi · atual 18,4%</a:t>
            </a:r>
          </a:p>
        </ns0:txBody>
      </ns0:sp>
      <ns0:sp>
        <ns0:nvSpPr>
          <ns0:cNvPr id="89" name="">
            <a:extLst>
              <a:ext uri="{FF2B5EF4-FFF2-40B4-BE49-F238E27FC236}">
                <ns2:creationId id="{F7F86371-6FCF-415B-AA52-78249D0A7E27}"/>
              </a:ext>
            </a:extLst>
          </ns0:cNvPr>
          <ns0:cNvSpPr>
            <a:spLocks noGrp="1"/>
          </ns0:cNvSpPr>
          <ns0:nvPr/>
        </ns0:nvSpPr>
        <ns0:spPr>
          <a:xfrm>
            <a:off x="434975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90" name="">
            <a:extLst>
              <a:ext uri="{FF2B5EF4-FFF2-40B4-BE49-F238E27FC236}">
                <ns2:creationId id="{A5E97F84-948F-4C8B-A92C-BA131CD3FBBF}"/>
              </a:ext>
            </a:extLst>
          </ns0:cNvPr>
          <ns0:cNvSpPr>
            <a:spLocks noGrp="1"/>
          </ns0:cNvSpPr>
          <ns0:nvPr/>
        </ns0:nvSpPr>
        <ns0:spPr>
          <a:xfrm>
            <a:off x="434975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91" name="">
            <a:extLst>
              <a:ext uri="{FF2B5EF4-FFF2-40B4-BE49-F238E27FC236}">
                <ns2:creationId id="{B34F0ED7-8CD6-4D13-B81A-9CD7C7F8A48A}"/>
              </a:ext>
            </a:extLst>
          </ns0:cNvPr>
          <ns0:cNvSpPr>
            <a:spLocks noGrp="1"/>
          </ns0:cNvSpPr>
          <ns0:nvPr/>
        </ns0:nvSpPr>
        <ns0:spPr>
          <a:xfrm>
            <a:off x="4745376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92" name="">
            <a:extLst>
              <a:ext uri="{FF2B5EF4-FFF2-40B4-BE49-F238E27FC236}">
                <ns2:creationId id="{331AF1B0-DFD9-494B-A66F-0CB7B9337974}"/>
              </a:ext>
            </a:extLst>
          </ns0:cNvPr>
          <ns0:cNvSpPr>
            <a:spLocks noGrp="1"/>
          </ns0:cNvSpPr>
          <ns0:nvPr/>
        </ns0:nvSpPr>
        <ns0:spPr>
          <a:xfrm>
            <a:off x="4273550" y="3914775"/>
            <a:ext cx="1793875" cy="68580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93" name="">
            <a:extLst>
              <a:ext uri="{FF2B5EF4-FFF2-40B4-BE49-F238E27FC236}">
                <ns2:creationId id="{9127F790-1BD5-4D6D-B3B8-55DB5F62DE75}"/>
              </a:ext>
            </a:extLst>
          </ns0:cNvPr>
          <ns0:cNvSpPr>
            <a:spLocks noGrp="1"/>
          </ns0:cNvSpPr>
          <ns0:nvPr/>
        </ns0:nvSpPr>
        <ns0:spPr>
          <a:xfrm>
            <a:off x="434975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Daycoval FGTS I</a:t>
            </a:r>
          </a:p>
        </ns0:txBody>
      </ns0:sp>
      <ns0:sp>
        <ns0:nvSpPr>
          <ns0:cNvPr id="94" name="">
            <a:extLst>
              <a:ext uri="{FF2B5EF4-FFF2-40B4-BE49-F238E27FC236}">
                <ns2:creationId id="{8D0849AC-69DB-4240-8609-27FD2B3A3250}"/>
              </a:ext>
            </a:extLst>
          </ns0:cNvPr>
          <ns0:cNvSpPr>
            <a:spLocks noGrp="1"/>
          </ns0:cNvSpPr>
          <ns0:nvPr/>
        </ns0:nvSpPr>
        <ns0:spPr>
          <a:xfrm>
            <a:off x="434975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R$ 102,7 mi · atual 17,0%</a:t>
            </a:r>
          </a:p>
        </ns0:txBody>
      </ns0:sp>
      <ns0:sp>
        <ns0:nvSpPr>
          <ns0:cNvPr id="95" name="">
            <a:extLst>
              <a:ext uri="{FF2B5EF4-FFF2-40B4-BE49-F238E27FC236}">
                <ns2:creationId id="{9152C9F3-B318-42A0-822E-4EDBAD7DE9E6}"/>
              </a:ext>
            </a:extLst>
          </ns0:cNvPr>
          <ns0:cNvSpPr>
            <a:spLocks noGrp="1"/>
          </ns0:cNvSpPr>
          <ns0:nvPr/>
        </ns0:nvSpPr>
        <ns0:spPr>
          <a:xfrm>
            <a:off x="434975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96" name="">
            <a:extLst>
              <a:ext uri="{FF2B5EF4-FFF2-40B4-BE49-F238E27FC236}">
                <ns2:creationId id="{5CC981E4-1FC7-4E3D-AE42-E96B085113D0}"/>
              </a:ext>
            </a:extLst>
          </ns0:cNvPr>
          <ns0:cNvSpPr>
            <a:spLocks noGrp="1"/>
          </ns0:cNvSpPr>
          <ns0:nvPr/>
        </ns0:nvSpPr>
        <ns0:spPr>
          <a:xfrm>
            <a:off x="434975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97" name="">
            <a:extLst>
              <a:ext uri="{FF2B5EF4-FFF2-40B4-BE49-F238E27FC236}">
                <ns2:creationId id="{A24F5220-95EA-4B29-88A7-B73117969168}"/>
              </a:ext>
            </a:extLst>
          </ns0:cNvPr>
          <ns0:cNvSpPr>
            <a:spLocks noGrp="1"/>
          </ns0:cNvSpPr>
          <ns0:nvPr/>
        </ns0:nvSpPr>
        <ns0:spPr>
          <a:xfrm>
            <a:off x="4715811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98" name="">
            <a:extLst>
              <a:ext uri="{FF2B5EF4-FFF2-40B4-BE49-F238E27FC236}">
                <ns2:creationId id="{A969870D-B578-4B43-8864-533C2177EC84}"/>
              </a:ext>
            </a:extLst>
          </ns0:cNvPr>
          <ns0:cNvSpPr>
            <a:spLocks noGrp="1"/>
          </ns0:cNvSpPr>
          <ns0:nvPr/>
        </ns0:nvSpPr>
        <ns0:spPr>
          <a:xfrm>
            <a:off x="4273550" y="46577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99" name="">
            <a:extLst>
              <a:ext uri="{FF2B5EF4-FFF2-40B4-BE49-F238E27FC236}">
                <ns2:creationId id="{4B04A608-AF69-4C47-86F7-97B0D06D552C}"/>
              </a:ext>
            </a:extLst>
          </ns0:cNvPr>
          <ns0:cNvSpPr>
            <a:spLocks noGrp="1"/>
          </ns0:cNvSpPr>
          <ns0:nvPr/>
        </ns0:nvSpPr>
        <ns0:spPr>
          <a:xfrm>
            <a:off x="4349750" y="47053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BV Auto I, II e III</a:t>
            </a:r>
          </a:p>
        </ns0:txBody>
      </ns0:sp>
      <ns0:sp>
        <ns0:nvSpPr>
          <ns0:cNvPr id="100" name="">
            <a:extLst>
              <a:ext uri="{FF2B5EF4-FFF2-40B4-BE49-F238E27FC236}">
                <ns2:creationId id="{71CCCDBF-72FD-4D58-AFAF-83C98A44E34F}"/>
              </a:ext>
            </a:extLst>
          </ns0:cNvPr>
          <ns0:cNvSpPr>
            <a:spLocks noGrp="1"/>
          </ns0:cNvSpPr>
          <ns0:nvPr/>
        </ns0:nvSpPr>
        <ns0:spPr>
          <a:xfrm>
            <a:off x="4349750" y="49149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R$ 3,7 bi · atual 15,3%</a:t>
            </a:r>
          </a:p>
        </ns0:txBody>
      </ns0:sp>
      <ns0:sp>
        <ns0:nvSpPr>
          <ns0:cNvPr id="101" name="">
            <a:extLst>
              <a:ext uri="{FF2B5EF4-FFF2-40B4-BE49-F238E27FC236}">
                <ns2:creationId id="{3A27EED7-88D6-4976-B636-81DBD72AA61F}"/>
              </a:ext>
            </a:extLst>
          </ns0:cNvPr>
          <ns0:cNvSpPr>
            <a:spLocks noGrp="1"/>
          </ns0:cNvSpPr>
          <ns0:nvPr/>
        </ns0:nvSpPr>
        <ns0:spPr>
          <a:xfrm>
            <a:off x="4349750" y="50768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02" name="">
            <a:extLst>
              <a:ext uri="{FF2B5EF4-FFF2-40B4-BE49-F238E27FC236}">
                <ns2:creationId id="{7D72B752-28B5-457F-AFB3-C9FC5ACEBCAF}"/>
              </a:ext>
            </a:extLst>
          </ns0:cNvPr>
          <ns0:cNvSpPr>
            <a:spLocks noGrp="1"/>
          </ns0:cNvSpPr>
          <ns0:nvPr/>
        </ns0:nvSpPr>
        <ns0:spPr>
          <a:xfrm>
            <a:off x="4349750" y="52578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3" name="">
            <a:extLst>
              <a:ext uri="{FF2B5EF4-FFF2-40B4-BE49-F238E27FC236}">
                <ns2:creationId id="{8446557A-0340-4B12-B5E6-8A4E8C8A994F}"/>
              </a:ext>
            </a:extLst>
          </ns0:cNvPr>
          <ns0:cNvSpPr>
            <a:spLocks noGrp="1"/>
          </ns0:cNvSpPr>
          <ns0:nvPr/>
        </ns0:nvSpPr>
        <ns0:spPr>
          <a:xfrm>
            <a:off x="4679409" y="52197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04" name="">
            <a:extLst>
              <a:ext uri="{FF2B5EF4-FFF2-40B4-BE49-F238E27FC236}">
                <ns2:creationId id="{E2DDFE67-0C42-40D6-A95C-4F817E3DE537}"/>
              </a:ext>
            </a:extLst>
          </ns0:cNvPr>
          <ns0:cNvSpPr>
            <a:spLocks noGrp="1"/>
          </ns0:cNvSpPr>
          <ns0:nvPr/>
        </ns0:nvSpPr>
        <ns0:spPr>
          <a:xfrm>
            <a:off x="4273550" y="540067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05" name="">
            <a:extLst>
              <a:ext uri="{FF2B5EF4-FFF2-40B4-BE49-F238E27FC236}">
                <ns2:creationId id="{9E8AFF47-DCDB-46B5-A524-CC3CD88A85C5}"/>
              </a:ext>
            </a:extLst>
          </ns0:cNvPr>
          <ns0:cNvSpPr>
            <a:spLocks noGrp="1"/>
          </ns0:cNvSpPr>
          <ns0:nvPr/>
        </ns0:nvSpPr>
        <ns0:spPr>
          <a:xfrm>
            <a:off x="4349750" y="54483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Pine Lift I Cartão INSS</a:t>
            </a:r>
          </a:p>
        </ns0:txBody>
      </ns0:sp>
      <ns0:sp>
        <ns0:nvSpPr>
          <ns0:cNvPr id="106" name="">
            <a:extLst>
              <a:ext uri="{FF2B5EF4-FFF2-40B4-BE49-F238E27FC236}">
                <ns2:creationId id="{CB80885F-AB95-4A4C-ADB2-7834B2C9F73A}"/>
              </a:ext>
            </a:extLst>
          </ns0:cNvPr>
          <ns0:cNvSpPr>
            <a:spLocks noGrp="1"/>
          </ns0:cNvSpPr>
          <ns0:nvPr/>
        </ns0:nvSpPr>
        <ns0:spPr>
          <a:xfrm>
            <a:off x="4349750" y="56578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R$ 160,7 mi · atual 17,2%</a:t>
            </a:r>
          </a:p>
        </ns0:txBody>
      </ns0:sp>
      <ns0:sp>
        <ns0:nvSpPr>
          <ns0:cNvPr id="107" name="">
            <a:extLst>
              <a:ext uri="{FF2B5EF4-FFF2-40B4-BE49-F238E27FC236}">
                <ns2:creationId id="{2251F930-9DE0-4E0E-AA1A-0E09E4045AC6}"/>
              </a:ext>
            </a:extLst>
          </ns0:cNvPr>
          <ns0:cNvSpPr>
            <a:spLocks noGrp="1"/>
          </ns0:cNvSpPr>
          <ns0:nvPr/>
        </ns0:nvSpPr>
        <ns0:spPr>
          <a:xfrm>
            <a:off x="4349750" y="58197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08" name="">
            <a:extLst>
              <a:ext uri="{FF2B5EF4-FFF2-40B4-BE49-F238E27FC236}">
                <ns2:creationId id="{C499A94B-C71C-4136-B132-4A49CB4D3F81}"/>
              </a:ext>
            </a:extLst>
          </ns0:cNvPr>
          <ns0:cNvSpPr>
            <a:spLocks noGrp="1"/>
          </ns0:cNvSpPr>
          <ns0:nvPr/>
        </ns0:nvSpPr>
        <ns0:spPr>
          <a:xfrm>
            <a:off x="4349750" y="60007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9" name="">
            <a:extLst>
              <a:ext uri="{FF2B5EF4-FFF2-40B4-BE49-F238E27FC236}">
                <ns2:creationId id="{E01D9E74-DE8C-4D00-B754-F3BD7B1DCA95}"/>
              </a:ext>
            </a:extLst>
          </ns0:cNvPr>
          <ns0:cNvSpPr>
            <a:spLocks noGrp="1"/>
          </ns0:cNvSpPr>
          <ns0:nvPr/>
        </ns0:nvSpPr>
        <ns0:spPr>
          <a:xfrm>
            <a:off x="4719113" y="59626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10" name="">
            <a:extLst>
              <a:ext uri="{FF2B5EF4-FFF2-40B4-BE49-F238E27FC236}">
                <ns2:creationId id="{32BD64CD-AD51-48D4-83E2-E4F42C2ABECA}"/>
              </a:ext>
            </a:extLst>
          </ns0:cNvPr>
          <ns0:cNvSpPr>
            <a:spLocks noGrp="1"/>
          </ns0:cNvSpPr>
          <ns0:nvPr/>
        </ns0:nvSpPr>
        <ns0:spPr>
          <a:xfrm>
            <a:off x="6124575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11" name="">
            <a:extLst>
              <a:ext uri="{FF2B5EF4-FFF2-40B4-BE49-F238E27FC236}">
                <ns2:creationId id="{777A907D-5D9F-474D-B11B-1B08C333E5B6}"/>
              </a:ext>
            </a:extLst>
          </ns0:cNvPr>
          <ns0:cNvSpPr>
            <a:spLocks noGrp="1"/>
          </ns0:cNvSpPr>
          <ns0:nvPr/>
        </ns0:nvSpPr>
        <ns0:spPr>
          <a:xfrm>
            <a:off x="620077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Paketa</a:t>
            </a:r>
          </a:p>
        </ns0:txBody>
      </ns0:sp>
      <ns0:sp>
        <ns0:nvSpPr>
          <ns0:cNvPr id="112" name="">
            <a:extLst>
              <a:ext uri="{FF2B5EF4-FFF2-40B4-BE49-F238E27FC236}">
                <ns2:creationId id="{954ED811-E82A-41D6-BA27-6697D0881F09}"/>
              </a:ext>
            </a:extLst>
          </ns0:cNvPr>
          <ns0:cNvSpPr>
            <a:spLocks noGrp="1"/>
          </ns0:cNvSpPr>
          <ns0:nvPr/>
        </ns0:nvSpPr>
        <ns0:spPr>
          <a:xfrm>
            <a:off x="620077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R$ 1,9 bi · atual 32,0%</a:t>
            </a:r>
          </a:p>
        </ns0:txBody>
      </ns0:sp>
      <ns0:sp>
        <ns0:nvSpPr>
          <ns0:cNvPr id="113" name="">
            <a:extLst>
              <a:ext uri="{FF2B5EF4-FFF2-40B4-BE49-F238E27FC236}">
                <ns2:creationId id="{3D7FA6C7-CEBA-4908-BF95-A22326D1A10F}"/>
              </a:ext>
            </a:extLst>
          </ns0:cNvPr>
          <ns0:cNvSpPr>
            <a:spLocks noGrp="1"/>
          </ns0:cNvSpPr>
          <ns0:nvPr/>
        </ns0:nvSpPr>
        <ns0:spPr>
          <a:xfrm>
            <a:off x="620077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14" name="">
            <a:extLst>
              <a:ext uri="{FF2B5EF4-FFF2-40B4-BE49-F238E27FC236}">
                <ns2:creationId id="{06A8EFB2-0426-480F-95AE-E4F0ADA97790}"/>
              </a:ext>
            </a:extLst>
          </ns0:cNvPr>
          <ns0:cNvSpPr>
            <a:spLocks noGrp="1"/>
          </ns0:cNvSpPr>
          <ns0:nvPr/>
        </ns0:nvSpPr>
        <ns0:spPr>
          <a:xfrm>
            <a:off x="620077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15" name="">
            <a:extLst>
              <a:ext uri="{FF2B5EF4-FFF2-40B4-BE49-F238E27FC236}">
                <ns2:creationId id="{1981D648-AD7D-4887-A8A5-C1722876D975}"/>
              </a:ext>
            </a:extLst>
          </ns0:cNvPr>
          <ns0:cNvSpPr>
            <a:spLocks noGrp="1"/>
          </ns0:cNvSpPr>
          <ns0:nvPr/>
        </ns0:nvSpPr>
        <ns0:spPr>
          <a:xfrm>
            <a:off x="688876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16" name="">
            <a:extLst>
              <a:ext uri="{FF2B5EF4-FFF2-40B4-BE49-F238E27FC236}">
                <ns2:creationId id="{FDD24CEC-F8D7-4AB3-B4AC-9C73B3804983}"/>
              </a:ext>
            </a:extLst>
          </ns0:cNvPr>
          <ns0:cNvSpPr>
            <a:spLocks noGrp="1"/>
          </ns0:cNvSpPr>
          <ns0:nvPr/>
        </ns0:nvSpPr>
        <ns0:spPr>
          <a:xfrm>
            <a:off x="6124575" y="2428875"/>
            <a:ext cx="1793875" cy="68580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17" name="">
            <a:extLst>
              <a:ext uri="{FF2B5EF4-FFF2-40B4-BE49-F238E27FC236}">
                <ns2:creationId id="{6004C5BA-4EE3-4263-B10D-3260C6A759DA}"/>
              </a:ext>
            </a:extLst>
          </ns0:cNvPr>
          <ns0:cNvSpPr>
            <a:spLocks noGrp="1"/>
          </ns0:cNvSpPr>
          <ns0:nvPr/>
        </ns0:nvSpPr>
        <ns0:spPr>
          <a:xfrm>
            <a:off x="620077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MT INSS Receivables VI</a:t>
            </a:r>
          </a:p>
        </ns0:txBody>
      </ns0:sp>
      <ns0:sp>
        <ns0:nvSpPr>
          <ns0:cNvPr id="118" name="">
            <a:extLst>
              <a:ext uri="{FF2B5EF4-FFF2-40B4-BE49-F238E27FC236}">
                <ns2:creationId id="{AB3554DA-D7FE-4D65-81BF-251DEA42BA98}"/>
              </a:ext>
            </a:extLst>
          </ns0:cNvPr>
          <ns0:cNvSpPr>
            <a:spLocks noGrp="1"/>
          </ns0:cNvSpPr>
          <ns0:nvPr/>
        </ns0:nvSpPr>
        <ns0:spPr>
          <a:xfrm>
            <a:off x="620077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R$ 1,5 bi · atual 20,3%</a:t>
            </a:r>
          </a:p>
        </ns0:txBody>
      </ns0:sp>
      <ns0:sp>
        <ns0:nvSpPr>
          <ns0:cNvPr id="119" name="">
            <a:extLst>
              <a:ext uri="{FF2B5EF4-FFF2-40B4-BE49-F238E27FC236}">
                <ns2:creationId id="{0A689197-9798-4935-B7AA-CE658CC6DF2D}"/>
              </a:ext>
            </a:extLst>
          </ns0:cNvPr>
          <ns0:cNvSpPr>
            <a:spLocks noGrp="1"/>
          </ns0:cNvSpPr>
          <ns0:nvPr/>
        </ns0:nvSpPr>
        <ns0:spPr>
          <a:xfrm>
            <a:off x="620077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20" name="">
            <a:extLst>
              <a:ext uri="{FF2B5EF4-FFF2-40B4-BE49-F238E27FC236}">
                <ns2:creationId id="{5E6FDC5C-4D83-4331-AA63-4E45FDB96AFE}"/>
              </a:ext>
            </a:extLst>
          </ns0:cNvPr>
          <ns0:cNvSpPr>
            <a:spLocks noGrp="1"/>
          </ns0:cNvSpPr>
          <ns0:nvPr/>
        </ns0:nvSpPr>
        <ns0:spPr>
          <a:xfrm>
            <a:off x="620077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21" name="">
            <a:extLst>
              <a:ext uri="{FF2B5EF4-FFF2-40B4-BE49-F238E27FC236}">
                <ns2:creationId id="{26A83D36-0C94-476C-8EB3-40587CC7B351}"/>
              </a:ext>
            </a:extLst>
          </ns0:cNvPr>
          <ns0:cNvSpPr>
            <a:spLocks noGrp="1"/>
          </ns0:cNvSpPr>
          <ns0:nvPr/>
        </ns0:nvSpPr>
        <ns0:spPr>
          <a:xfrm>
            <a:off x="6636626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22" name="">
            <a:extLst>
              <a:ext uri="{FF2B5EF4-FFF2-40B4-BE49-F238E27FC236}">
                <ns2:creationId id="{6DCCDEA6-654A-4267-A40E-5A515EF1CE55}"/>
              </a:ext>
            </a:extLst>
          </ns0:cNvPr>
          <ns0:cNvSpPr>
            <a:spLocks noGrp="1"/>
          </ns0:cNvSpPr>
          <ns0:nvPr/>
        </ns0:nvSpPr>
        <ns0:spPr>
          <a:xfrm>
            <a:off x="6124575" y="3171825"/>
            <a:ext cx="1793875" cy="68580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23" name="">
            <a:extLst>
              <a:ext uri="{FF2B5EF4-FFF2-40B4-BE49-F238E27FC236}">
                <ns2:creationId id="{63DCA345-DAD9-47D1-A7C9-C0F39E85A1E1}"/>
              </a:ext>
            </a:extLst>
          </ns0:cNvPr>
          <ns0:cNvSpPr>
            <a:spLocks noGrp="1"/>
          </ns0:cNvSpPr>
          <ns0:nvPr/>
        </ns0:nvSpPr>
        <ns0:spPr>
          <a:xfrm>
            <a:off x="620077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Creditas Auto X, XI e XII</a:t>
            </a:r>
          </a:p>
        </ns0:txBody>
      </ns0:sp>
      <ns0:sp>
        <ns0:nvSpPr>
          <ns0:cNvPr id="124" name="">
            <a:extLst>
              <a:ext uri="{FF2B5EF4-FFF2-40B4-BE49-F238E27FC236}">
                <ns2:creationId id="{2B3CCF0F-4510-40EC-9CC3-53D6E577194B}"/>
              </a:ext>
            </a:extLst>
          </ns0:cNvPr>
          <ns0:cNvSpPr>
            <a:spLocks noGrp="1"/>
          </ns0:cNvSpPr>
          <ns0:nvPr/>
        </ns0:nvSpPr>
        <ns0:spPr>
          <a:xfrm>
            <a:off x="620077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R$ 2,9 bi · atual 24,9%</a:t>
            </a:r>
          </a:p>
        </ns0:txBody>
      </ns0:sp>
      <ns0:sp>
        <ns0:nvSpPr>
          <ns0:cNvPr id="125" name="">
            <a:extLst>
              <a:ext uri="{FF2B5EF4-FFF2-40B4-BE49-F238E27FC236}">
                <ns2:creationId id="{6414336E-E669-47E7-911C-D8FE2AFDC55E}"/>
              </a:ext>
            </a:extLst>
          </ns0:cNvPr>
          <ns0:cNvSpPr>
            <a:spLocks noGrp="1"/>
          </ns0:cNvSpPr>
          <ns0:nvPr/>
        </ns0:nvSpPr>
        <ns0:spPr>
          <a:xfrm>
            <a:off x="620077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26" name="">
            <a:extLst>
              <a:ext uri="{FF2B5EF4-FFF2-40B4-BE49-F238E27FC236}">
                <ns2:creationId id="{AE418111-E935-4A37-8B22-C137FBE4C352}"/>
              </a:ext>
            </a:extLst>
          </ns0:cNvPr>
          <ns0:cNvSpPr>
            <a:spLocks noGrp="1"/>
          </ns0:cNvSpPr>
          <ns0:nvPr/>
        </ns0:nvSpPr>
        <ns0:spPr>
          <a:xfrm>
            <a:off x="620077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27" name="">
            <a:extLst>
              <a:ext uri="{FF2B5EF4-FFF2-40B4-BE49-F238E27FC236}">
                <ns2:creationId id="{7441C7AA-CBAE-4B36-B21B-2C083CCAB7B5}"/>
              </a:ext>
            </a:extLst>
          </ns0:cNvPr>
          <ns0:cNvSpPr>
            <a:spLocks noGrp="1"/>
          </ns0:cNvSpPr>
          <ns0:nvPr/>
        </ns0:nvSpPr>
        <ns0:spPr>
          <a:xfrm>
            <a:off x="6736120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28" name="">
            <a:extLst>
              <a:ext uri="{FF2B5EF4-FFF2-40B4-BE49-F238E27FC236}">
                <ns2:creationId id="{EAF31F26-289F-41A6-A4BA-C9A6203229BE}"/>
              </a:ext>
            </a:extLst>
          </ns0:cNvPr>
          <ns0:cNvSpPr>
            <a:spLocks noGrp="1"/>
          </ns0:cNvSpPr>
          <ns0:nvPr/>
        </ns0:nvSpPr>
        <ns0:spPr>
          <a:xfrm>
            <a:off x="7975600" y="1685925"/>
            <a:ext cx="1793875" cy="68580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29" name="">
            <a:extLst>
              <a:ext uri="{FF2B5EF4-FFF2-40B4-BE49-F238E27FC236}">
                <ns2:creationId id="{7C33F8A4-03F0-4457-9CB0-4F9CB8153797}"/>
              </a:ext>
            </a:extLst>
          </ns0:cNvPr>
          <ns0:cNvSpPr>
            <a:spLocks noGrp="1"/>
          </ns0:cNvSpPr>
          <ns0:nvPr/>
        </ns0:nvSpPr>
        <ns0:spPr>
          <a:xfrm>
            <a:off x="8051800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CLT Now</a:t>
            </a:r>
          </a:p>
        </ns0:txBody>
      </ns0:sp>
      <ns0:sp>
        <ns0:nvSpPr>
          <ns0:cNvPr id="130" name="">
            <a:extLst>
              <a:ext uri="{FF2B5EF4-FFF2-40B4-BE49-F238E27FC236}">
                <ns2:creationId id="{479400F2-502C-4789-AAF0-413936739133}"/>
              </a:ext>
            </a:extLst>
          </ns0:cNvPr>
          <ns0:cNvSpPr>
            <a:spLocks noGrp="1"/>
          </ns0:cNvSpPr>
          <ns0:nvPr/>
        </ns0:nvSpPr>
        <ns0:spPr>
          <a:xfrm>
            <a:off x="8051800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R$ 474,4 mi · atual 35,7%</a:t>
            </a:r>
          </a:p>
        </ns0:txBody>
      </ns0:sp>
      <ns0:sp>
        <ns0:nvSpPr>
          <ns0:cNvPr id="131" name="">
            <a:extLst>
              <a:ext uri="{FF2B5EF4-FFF2-40B4-BE49-F238E27FC236}">
                <ns2:creationId id="{A6BCD6F0-6529-4B98-8767-D86E152A49AD}"/>
              </a:ext>
            </a:extLst>
          </ns0:cNvPr>
          <ns0:cNvSpPr>
            <a:spLocks noGrp="1"/>
          </ns0:cNvSpPr>
          <ns0:nvPr/>
        </ns0:nvSpPr>
        <ns0:spPr>
          <a:xfrm>
            <a:off x="8051800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32" name="">
            <a:extLst>
              <a:ext uri="{FF2B5EF4-FFF2-40B4-BE49-F238E27FC236}">
                <ns2:creationId id="{BFEA06F1-2517-416B-A7B9-98EBC5C0CA27}"/>
              </a:ext>
            </a:extLst>
          </ns0:cNvPr>
          <ns0:cNvSpPr>
            <a:spLocks noGrp="1"/>
          </ns0:cNvSpPr>
          <ns0:nvPr/>
        </ns0:nvSpPr>
        <ns0:spPr>
          <a:xfrm>
            <a:off x="8051800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3" name="">
            <a:extLst>
              <a:ext uri="{FF2B5EF4-FFF2-40B4-BE49-F238E27FC236}">
                <ns2:creationId id="{2605FCF4-887A-43CB-A6A7-0E4867431364}"/>
              </a:ext>
            </a:extLst>
          </ns0:cNvPr>
          <ns0:cNvSpPr>
            <a:spLocks noGrp="1"/>
          </ns0:cNvSpPr>
          <ns0:nvPr/>
        </ns0:nvSpPr>
        <ns0:spPr>
          <a:xfrm>
            <a:off x="8819041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34" name="">
            <a:extLst>
              <a:ext uri="{FF2B5EF4-FFF2-40B4-BE49-F238E27FC236}">
                <ns2:creationId id="{4B7DF983-6752-4A6E-8A9B-E47F316CD53F}"/>
              </a:ext>
            </a:extLst>
          </ns0:cNvPr>
          <ns0:cNvSpPr>
            <a:spLocks noGrp="1"/>
          </ns0:cNvSpPr>
          <ns0:nvPr/>
        </ns0:nvSpPr>
        <ns0:spPr>
          <a:xfrm>
            <a:off x="7975600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35" name="">
            <a:extLst>
              <a:ext uri="{FF2B5EF4-FFF2-40B4-BE49-F238E27FC236}">
                <ns2:creationId id="{E7B29F46-18F0-43B6-A370-92D0AE2334DA}"/>
              </a:ext>
            </a:extLst>
          </ns0:cNvPr>
          <ns0:cNvSpPr>
            <a:spLocks noGrp="1"/>
          </ns0:cNvSpPr>
          <ns0:nvPr/>
        </ns0:nvSpPr>
        <ns0:spPr>
          <a:xfrm>
            <a:off x="8051800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Seller I, II e III</a:t>
            </a:r>
          </a:p>
        </ns0:txBody>
      </ns0:sp>
      <ns0:sp>
        <ns0:nvSpPr>
          <ns0:cNvPr id="136" name="">
            <a:extLst>
              <a:ext uri="{FF2B5EF4-FFF2-40B4-BE49-F238E27FC236}">
                <ns2:creationId id="{CC1A88D7-A295-49AD-8869-8CA2E26C6590}"/>
              </a:ext>
            </a:extLst>
          </ns0:cNvPr>
          <ns0:cNvSpPr>
            <a:spLocks noGrp="1"/>
          </ns0:cNvSpPr>
          <ns0:nvPr/>
        </ns0:nvSpPr>
        <ns0:spPr>
          <a:xfrm>
            <a:off x="8051800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R$ 8,4 bi · atual 48,0%</a:t>
            </a:r>
          </a:p>
        </ns0:txBody>
      </ns0:sp>
      <ns0:sp>
        <ns0:nvSpPr>
          <ns0:cNvPr id="137" name="">
            <a:extLst>
              <a:ext uri="{FF2B5EF4-FFF2-40B4-BE49-F238E27FC236}">
                <ns2:creationId id="{7868FF32-5792-45E8-87F4-ADAADCDC185E}"/>
              </a:ext>
            </a:extLst>
          </ns0:cNvPr>
          <ns0:cNvSpPr>
            <a:spLocks noGrp="1"/>
          </ns0:cNvSpPr>
          <ns0:nvPr/>
        </ns0:nvSpPr>
        <ns0:spPr>
          <a:xfrm>
            <a:off x="8051800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10,0% / 33,3% · emissão fev/26</a:t>
            </a:r>
          </a:p>
        </ns0:txBody>
      </ns0:sp>
      <ns0:sp>
        <ns0:nvSpPr>
          <ns0:cNvPr id="138" name="">
            <a:extLst>
              <a:ext uri="{FF2B5EF4-FFF2-40B4-BE49-F238E27FC236}">
                <ns2:creationId id="{7F129AC3-14CF-4093-BCD5-1A928541C2D0}"/>
              </a:ext>
            </a:extLst>
          </ns0:cNvPr>
          <ns0:cNvSpPr>
            <a:spLocks noGrp="1"/>
          </ns0:cNvSpPr>
          <ns0:nvPr/>
        </ns0:nvSpPr>
        <ns0:spPr>
          <a:xfrm>
            <a:off x="8051800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9" name="">
            <a:extLst>
              <a:ext uri="{FF2B5EF4-FFF2-40B4-BE49-F238E27FC236}">
                <ns2:creationId id="{98515A73-614D-433B-A05A-648ABFCF5A58}"/>
              </a:ext>
            </a:extLst>
          </ns0:cNvPr>
          <ns0:cNvSpPr>
            <a:spLocks noGrp="1"/>
          </ns0:cNvSpPr>
          <ns0:nvPr/>
        </ns0:nvSpPr>
        <ns0:spPr>
          <a:xfrm>
            <a:off x="9085104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40" name="">
            <a:extLst>
              <a:ext uri="{FF2B5EF4-FFF2-40B4-BE49-F238E27FC236}">
                <ns2:creationId id="{8308CBB0-D951-43B3-A3FD-8F5A03EC6F1C}"/>
              </a:ext>
            </a:extLst>
          </ns0:cNvPr>
          <ns0:cNvSpPr>
            <a:spLocks noGrp="1"/>
          </ns0:cNvSpPr>
          <ns0:nvPr/>
        </ns0:nvSpPr>
        <ns0:spPr>
          <a:xfrm>
            <a:off x="7975600" y="3171825"/>
            <a:ext cx="1793875" cy="68580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41" name="">
            <a:extLst>
              <a:ext uri="{FF2B5EF4-FFF2-40B4-BE49-F238E27FC236}">
                <ns2:creationId id="{83D2C28A-45AD-44B8-BE40-44ECE4753EBC}"/>
              </a:ext>
            </a:extLst>
          </ns0:cNvPr>
          <ns0:cNvSpPr>
            <a:spLocks noGrp="1"/>
          </ns0:cNvSpPr>
          <ns0:nvPr/>
        </ns0:nvSpPr>
        <ns0:spPr>
          <a:xfrm>
            <a:off x="8051800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Somapay Cartão Consignado Público</a:t>
            </a:r>
          </a:p>
        </ns0:txBody>
      </ns0:sp>
      <ns0:sp>
        <ns0:nvSpPr>
          <ns0:cNvPr id="142" name="">
            <a:extLst>
              <a:ext uri="{FF2B5EF4-FFF2-40B4-BE49-F238E27FC236}">
                <ns2:creationId id="{30446101-6E5D-4AD4-9FB8-B1D6E54B35C8}"/>
              </a:ext>
            </a:extLst>
          </ns0:cNvPr>
          <ns0:cNvSpPr>
            <a:spLocks noGrp="1"/>
          </ns0:cNvSpPr>
          <ns0:nvPr/>
        </ns0:nvSpPr>
        <ns0:spPr>
          <a:xfrm>
            <a:off x="8051800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R$ 159,2 mi · atual 43,1%</a:t>
            </a:r>
          </a:p>
        </ns0:txBody>
      </ns0:sp>
      <ns0:sp>
        <ns0:nvSpPr>
          <ns0:cNvPr id="143" name="">
            <a:extLst>
              <a:ext uri="{FF2B5EF4-FFF2-40B4-BE49-F238E27FC236}">
                <ns2:creationId id="{5E898B2F-DBCD-4320-B6FF-2FE97B5EE0DE}"/>
              </a:ext>
            </a:extLst>
          </ns0:cNvPr>
          <ns0:cNvSpPr>
            <a:spLocks noGrp="1"/>
          </ns0:cNvSpPr>
          <ns0:nvPr/>
        </ns0:nvSpPr>
        <ns0:spPr>
          <a:xfrm>
            <a:off x="8051800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44" name="">
            <a:extLst>
              <a:ext uri="{FF2B5EF4-FFF2-40B4-BE49-F238E27FC236}">
                <ns2:creationId id="{58AB62F7-C48B-4C8D-ADFF-A07CB777232A}"/>
              </a:ext>
            </a:extLst>
          </ns0:cNvPr>
          <ns0:cNvSpPr>
            <a:spLocks noGrp="1"/>
          </ns0:cNvSpPr>
          <ns0:nvPr/>
        </ns0:nvSpPr>
        <ns0:spPr>
          <a:xfrm>
            <a:off x="8051800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45" name="">
            <a:extLst>
              <a:ext uri="{FF2B5EF4-FFF2-40B4-BE49-F238E27FC236}">
                <ns2:creationId id="{127BA680-6BDD-4972-9665-7531EFB128D3}"/>
              </a:ext>
            </a:extLst>
          </ns0:cNvPr>
          <ns0:cNvSpPr>
            <a:spLocks noGrp="1"/>
          </ns0:cNvSpPr>
          <ns0:nvPr/>
        </ns0:nvSpPr>
        <ns0:spPr>
          <a:xfrm>
            <a:off x="8978070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46" name="">
            <a:extLst>
              <a:ext uri="{FF2B5EF4-FFF2-40B4-BE49-F238E27FC236}">
                <ns2:creationId id="{39F0274A-761C-4517-B74E-DB47CD6D3D13}"/>
              </a:ext>
            </a:extLst>
          </ns0:cNvPr>
          <ns0:cNvSpPr>
            <a:spLocks noGrp="1"/>
          </ns0:cNvSpPr>
          <ns0:nvPr/>
        </ns0:nvSpPr>
        <ns0:spPr>
          <a:xfrm>
            <a:off x="7975600" y="3914775"/>
            <a:ext cx="1793875" cy="685800"/>
          </a:xfrm>
          <a:prstGeom prst="rect">
            <a:avLst/>
          </a:prstGeom>
          <a:solidFill>
            <a:srgbClr val="DDEDEA"/>
          </a:solidFill>
          <a:ln w="0">
            <a:noFill/>
            <a:prstDash val="solid"/>
          </a:ln>
        </ns0:spPr>
      </ns0:sp>
      <ns0:sp>
        <ns0:nvSpPr>
          <ns0:cNvPr id="147" name="">
            <a:extLst>
              <a:ext uri="{FF2B5EF4-FFF2-40B4-BE49-F238E27FC236}">
                <ns2:creationId id="{BA0C354D-7629-4CE3-B760-6CD4B442360B}"/>
              </a:ext>
            </a:extLst>
          </ns0:cNvPr>
          <ns0:cNvSpPr>
            <a:spLocks noGrp="1"/>
          </ns0:cNvSpPr>
          <ns0:nvPr/>
        </ns0:nvSpPr>
        <ns0:spPr>
          <a:xfrm>
            <a:off x="8051800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Mercado Crédito, Mercado Crédito I</a:t>
            </a:r>
          </a:p>
        </ns0:txBody>
      </ns0:sp>
      <ns0:sp>
        <ns0:nvSpPr>
          <ns0:cNvPr id="148" name="">
            <a:extLst>
              <a:ext uri="{FF2B5EF4-FFF2-40B4-BE49-F238E27FC236}">
                <ns2:creationId id="{7A8023F3-9F6C-4A6A-82F9-3AB7E833A779}"/>
              </a:ext>
            </a:extLst>
          </ns0:cNvPr>
          <ns0:cNvSpPr>
            <a:spLocks noGrp="1"/>
          </ns0:cNvSpPr>
          <ns0:nvPr/>
        </ns0:nvSpPr>
        <ns0:spPr>
          <a:xfrm>
            <a:off x="8051800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R$ 5,5 bi · atual 52,3%</a:t>
            </a:r>
          </a:p>
        </ns0:txBody>
      </ns0:sp>
      <ns0:sp>
        <ns0:nvSpPr>
          <ns0:cNvPr id="149" name="">
            <a:extLst>
              <a:ext uri="{FF2B5EF4-FFF2-40B4-BE49-F238E27FC236}">
                <ns2:creationId id="{D40392AE-E591-4703-A744-CD25DAF4C1A4}"/>
              </a:ext>
            </a:extLst>
          </ns0:cNvPr>
          <ns0:cNvSpPr>
            <a:spLocks noGrp="1"/>
          </ns0:cNvSpPr>
          <ns0:nvPr/>
        </ns0:nvSpPr>
        <ns0:spPr>
          <a:xfrm>
            <a:off x="8051800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7799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10,0% base; aumentos condicionais / 10,0% · emissão dez/25</a:t>
            </a:r>
          </a:p>
        </ns0:txBody>
      </ns0:sp>
      <ns0:sp>
        <ns0:nvSpPr>
          <ns0:cNvPr id="150" name="">
            <a:extLst>
              <a:ext uri="{FF2B5EF4-FFF2-40B4-BE49-F238E27FC236}">
                <ns2:creationId id="{608531E7-8C70-4CB7-8DB0-22D85FE33C63}"/>
              </a:ext>
            </a:extLst>
          </ns0:cNvPr>
          <ns0:cNvSpPr>
            <a:spLocks noGrp="1"/>
          </ns0:cNvSpPr>
          <ns0:nvPr/>
        </ns0:nvSpPr>
        <ns0:spPr>
          <a:xfrm>
            <a:off x="8051800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1" name="">
            <a:extLst>
              <a:ext uri="{FF2B5EF4-FFF2-40B4-BE49-F238E27FC236}">
                <ns2:creationId id="{C19A2DB2-C970-43A3-8C6B-9CA40EA7C2EE}"/>
              </a:ext>
            </a:extLst>
          </ns0:cNvPr>
          <ns0:cNvSpPr>
            <a:spLocks noGrp="1"/>
          </ns0:cNvSpPr>
          <ns0:nvPr/>
        </ns0:nvSpPr>
        <ns0:spPr>
          <a:xfrm>
            <a:off x="9175689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52" name="">
            <a:extLst>
              <a:ext uri="{FF2B5EF4-FFF2-40B4-BE49-F238E27FC236}">
                <ns2:creationId id="{3CA89776-8BDE-43D9-9440-23E6D0F6BC34}"/>
              </a:ext>
            </a:extLst>
          </ns0:cNvPr>
          <ns0:cNvSpPr>
            <a:spLocks noGrp="1"/>
          </ns0:cNvSpPr>
          <ns0:nvPr/>
        </ns0:nvSpPr>
        <ns0:spPr>
          <a:xfrm>
            <a:off x="9826625" y="16859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53" name="">
            <a:extLst>
              <a:ext uri="{FF2B5EF4-FFF2-40B4-BE49-F238E27FC236}">
                <ns2:creationId id="{7FCAE10D-75FE-43AC-9D0C-5026E90EFFCA}"/>
              </a:ext>
            </a:extLst>
          </ns0:cNvPr>
          <ns0:cNvSpPr>
            <a:spLocks noGrp="1"/>
          </ns0:cNvSpPr>
          <ns0:nvPr/>
        </ns0:nvSpPr>
        <ns0:spPr>
          <a:xfrm>
            <a:off x="9902825" y="17335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Cielo</a:t>
            </a:r>
          </a:p>
        </ns0:txBody>
      </ns0:sp>
      <ns0:sp>
        <ns0:nvSpPr>
          <ns0:cNvPr id="154" name="">
            <a:extLst>
              <a:ext uri="{FF2B5EF4-FFF2-40B4-BE49-F238E27FC236}">
                <ns2:creationId id="{5EEA71E2-FF44-47A5-A35A-1AF5742A7918}"/>
              </a:ext>
            </a:extLst>
          </ns0:cNvPr>
          <ns0:cNvSpPr>
            <a:spLocks noGrp="1"/>
          </ns0:cNvSpPr>
          <ns0:nvPr/>
        </ns0:nvSpPr>
        <ns0:spPr>
          <a:xfrm>
            <a:off x="9902825" y="19431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R$ 6,5 bi · atual 84,1%</a:t>
            </a:r>
          </a:p>
        </ns0:txBody>
      </ns0:sp>
      <ns0:sp>
        <ns0:nvSpPr>
          <ns0:cNvPr id="155" name="">
            <a:extLst>
              <a:ext uri="{FF2B5EF4-FFF2-40B4-BE49-F238E27FC236}">
                <ns2:creationId id="{78D39AC6-EE05-437E-A37D-3A4C03D7786B}"/>
              </a:ext>
            </a:extLst>
          </ns0:cNvPr>
          <ns0:cNvSpPr>
            <a:spLocks noGrp="1"/>
          </ns0:cNvSpPr>
          <ns0:nvPr/>
        </ns0:nvSpPr>
        <ns0:spPr>
          <a:xfrm>
            <a:off x="9902825" y="21050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56" name="">
            <a:extLst>
              <a:ext uri="{FF2B5EF4-FFF2-40B4-BE49-F238E27FC236}">
                <ns2:creationId id="{581DDE29-7063-46A1-9918-5561D5CC8705}"/>
              </a:ext>
            </a:extLst>
          </ns0:cNvPr>
          <ns0:cNvSpPr>
            <a:spLocks noGrp="1"/>
          </ns0:cNvSpPr>
          <ns0:nvPr/>
        </ns0:nvSpPr>
        <ns0:spPr>
          <a:xfrm>
            <a:off x="9902825" y="22860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57" name="">
            <a:extLst>
              <a:ext uri="{FF2B5EF4-FFF2-40B4-BE49-F238E27FC236}">
                <ns2:creationId id="{AA935A2F-C6B6-4007-ADCC-6320DD20C2BD}"/>
              </a:ext>
            </a:extLst>
          </ns0:cNvPr>
          <ns0:cNvSpPr>
            <a:spLocks noGrp="1"/>
          </ns0:cNvSpPr>
          <ns0:nvPr/>
        </ns0:nvSpPr>
        <ns0:spPr>
          <a:xfrm>
            <a:off x="11515725" y="22479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58" name="">
            <a:extLst>
              <a:ext uri="{FF2B5EF4-FFF2-40B4-BE49-F238E27FC236}">
                <ns2:creationId id="{9BBD0AAA-794D-42E1-B68F-D6B0433F1ED3}"/>
              </a:ext>
            </a:extLst>
          </ns0:cNvPr>
          <ns0:cNvSpPr>
            <a:spLocks noGrp="1"/>
          </ns0:cNvSpPr>
          <ns0:nvPr/>
        </ns0:nvSpPr>
        <ns0:spPr>
          <a:xfrm>
            <a:off x="9826625" y="242887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59" name="">
            <a:extLst>
              <a:ext uri="{FF2B5EF4-FFF2-40B4-BE49-F238E27FC236}">
                <ns2:creationId id="{718FD2BA-5222-47B0-8B46-CF1D54F8C924}"/>
              </a:ext>
            </a:extLst>
          </ns0:cNvPr>
          <ns0:cNvSpPr>
            <a:spLocks noGrp="1"/>
          </ns0:cNvSpPr>
          <ns0:nvPr/>
        </ns0:nvSpPr>
        <ns0:spPr>
          <a:xfrm>
            <a:off x="9902825" y="24765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</a:t>
            </a:r>
          </a:p>
        </ns0:txBody>
      </ns0:sp>
      <ns0:sp>
        <ns0:nvSpPr>
          <ns0:cNvPr id="160" name="">
            <a:extLst>
              <a:ext uri="{FF2B5EF4-FFF2-40B4-BE49-F238E27FC236}">
                <ns2:creationId id="{653C5CB6-3939-4BE0-9B53-A46C9FB2C0F3}"/>
              </a:ext>
            </a:extLst>
          </ns0:cNvPr>
          <ns0:cNvSpPr>
            <a:spLocks noGrp="1"/>
          </ns0:cNvSpPr>
          <ns0:nvPr/>
        </ns0:nvSpPr>
        <ns0:spPr>
          <a:xfrm>
            <a:off x="9902825" y="26860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R$ 41,5 bi · atual 100,0%</a:t>
            </a:r>
          </a:p>
        </ns0:txBody>
      </ns0:sp>
      <ns0:sp>
        <ns0:nvSpPr>
          <ns0:cNvPr id="161" name="">
            <a:extLst>
              <a:ext uri="{FF2B5EF4-FFF2-40B4-BE49-F238E27FC236}">
                <ns2:creationId id="{8427C411-0D4C-4870-A6DF-79888085481F}"/>
              </a:ext>
            </a:extLst>
          </ns0:cNvPr>
          <ns0:cNvSpPr>
            <a:spLocks noGrp="1"/>
          </ns0:cNvSpPr>
          <ns0:nvPr/>
        </ns0:nvSpPr>
        <ns0:spPr>
          <a:xfrm>
            <a:off x="9902825" y="28479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62" name="">
            <a:extLst>
              <a:ext uri="{FF2B5EF4-FFF2-40B4-BE49-F238E27FC236}">
                <ns2:creationId id="{F8FE108C-A252-4F40-A7E6-10496F60C36B}"/>
              </a:ext>
            </a:extLst>
          </ns0:cNvPr>
          <ns0:cNvSpPr>
            <a:spLocks noGrp="1"/>
          </ns0:cNvSpPr>
          <ns0:nvPr/>
        </ns0:nvSpPr>
        <ns0:spPr>
          <a:xfrm>
            <a:off x="9902825" y="30289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3" name="">
            <a:extLst>
              <a:ext uri="{FF2B5EF4-FFF2-40B4-BE49-F238E27FC236}">
                <ns2:creationId id="{3A90AFC8-F7A7-4F1B-8C85-D96224AC1050}"/>
              </a:ext>
            </a:extLst>
          </ns0:cNvPr>
          <ns0:cNvSpPr>
            <a:spLocks noGrp="1"/>
          </ns0:cNvSpPr>
          <ns0:nvPr/>
        </ns0:nvSpPr>
        <ns0:spPr>
          <a:xfrm>
            <a:off x="11515725" y="29908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64" name="">
            <a:extLst>
              <a:ext uri="{FF2B5EF4-FFF2-40B4-BE49-F238E27FC236}">
                <ns2:creationId id="{E6367C80-E254-41E6-B998-0AF668373006}"/>
              </a:ext>
            </a:extLst>
          </ns0:cNvPr>
          <ns0:cNvSpPr>
            <a:spLocks noGrp="1"/>
          </ns0:cNvSpPr>
          <ns0:nvPr/>
        </ns0:nvSpPr>
        <ns0:spPr>
          <a:xfrm>
            <a:off x="9826625" y="3171825"/>
            <a:ext cx="1793875" cy="68580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65" name="">
            <a:extLst>
              <a:ext uri="{FF2B5EF4-FFF2-40B4-BE49-F238E27FC236}">
                <ns2:creationId id="{AF34FA44-0CAF-4339-AE48-A8CC64B3562E}"/>
              </a:ext>
            </a:extLst>
          </ns0:cNvPr>
          <ns0:cNvSpPr>
            <a:spLocks noGrp="1"/>
          </ns0:cNvSpPr>
          <ns0:nvPr/>
        </ns0:nvSpPr>
        <ns0:spPr>
          <a:xfrm>
            <a:off x="9902825" y="321945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PagSeguro I</a:t>
            </a:r>
          </a:p>
        </ns0:txBody>
      </ns0:sp>
      <ns0:sp>
        <ns0:nvSpPr>
          <ns0:cNvPr id="166" name="">
            <a:extLst>
              <a:ext uri="{FF2B5EF4-FFF2-40B4-BE49-F238E27FC236}">
                <ns2:creationId id="{42A5FF83-525C-4FCF-B7D1-4F917A56EEB7}"/>
              </a:ext>
            </a:extLst>
          </ns0:cNvPr>
          <ns0:cNvSpPr>
            <a:spLocks noGrp="1"/>
          </ns0:cNvSpPr>
          <ns0:nvPr/>
        </ns0:nvSpPr>
        <ns0:spPr>
          <a:xfrm>
            <a:off x="9902825" y="342900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R$ 6,2 bi · atual 63,2%</a:t>
            </a:r>
          </a:p>
        </ns0:txBody>
      </ns0:sp>
      <ns0:sp>
        <ns0:nvSpPr>
          <ns0:cNvPr id="167" name="">
            <a:extLst>
              <a:ext uri="{FF2B5EF4-FFF2-40B4-BE49-F238E27FC236}">
                <ns2:creationId id="{64C34BFC-347D-48C5-ABD5-FEF8F6460F3D}"/>
              </a:ext>
            </a:extLst>
          </ns0:cNvPr>
          <ns0:cNvSpPr>
            <a:spLocks noGrp="1"/>
          </ns0:cNvSpPr>
          <ns0:nvPr/>
        </ns0:nvSpPr>
        <ns0:spPr>
          <a:xfrm>
            <a:off x="9902825" y="359092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mar/26</a:t>
            </a:r>
          </a:p>
        </ns0:txBody>
      </ns0:sp>
      <ns0:sp>
        <ns0:nvSpPr>
          <ns0:cNvPr id="168" name="">
            <a:extLst>
              <a:ext uri="{FF2B5EF4-FFF2-40B4-BE49-F238E27FC236}">
                <ns2:creationId id="{4EF129AB-FBF9-4793-837A-89523B3084A4}"/>
              </a:ext>
            </a:extLst>
          </ns0:cNvPr>
          <ns0:cNvSpPr>
            <a:spLocks noGrp="1"/>
          </ns0:cNvSpPr>
          <ns0:nvPr/>
        </ns0:nvSpPr>
        <ns0:spPr>
          <a:xfrm>
            <a:off x="9902825" y="377190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9" name="">
            <a:extLst>
              <a:ext uri="{FF2B5EF4-FFF2-40B4-BE49-F238E27FC236}">
                <ns2:creationId id="{1B505168-13C6-4723-AFB7-C622B45CA4A4}"/>
              </a:ext>
            </a:extLst>
          </ns0:cNvPr>
          <ns0:cNvSpPr>
            <a:spLocks noGrp="1"/>
          </ns0:cNvSpPr>
          <ns0:nvPr/>
        </ns0:nvSpPr>
        <ns0:spPr>
          <a:xfrm>
            <a:off x="11262772" y="373380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70" name="">
            <a:extLst>
              <a:ext uri="{FF2B5EF4-FFF2-40B4-BE49-F238E27FC236}">
                <ns2:creationId id="{FF44250F-D551-4E38-B883-BF676769AE36}"/>
              </a:ext>
            </a:extLst>
          </ns0:cNvPr>
          <ns0:cNvSpPr>
            <a:spLocks noGrp="1"/>
          </ns0:cNvSpPr>
          <ns0:nvPr/>
        </ns0:nvSpPr>
        <ns0:spPr>
          <a:xfrm>
            <a:off x="9826625" y="3914775"/>
            <a:ext cx="1793875" cy="68580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71" name="">
            <a:extLst>
              <a:ext uri="{FF2B5EF4-FFF2-40B4-BE49-F238E27FC236}">
                <ns2:creationId id="{E0B21AA8-6738-4A1E-8D8E-940E428FD720}"/>
              </a:ext>
            </a:extLst>
          </ns0:cNvPr>
          <ns0:cNvSpPr>
            <a:spLocks noGrp="1"/>
          </ns0:cNvSpPr>
          <ns0:nvPr/>
        </ns0:nvSpPr>
        <ns0:spPr>
          <a:xfrm>
            <a:off x="9902825" y="3962400"/>
            <a:ext cx="16414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65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Fratto</a:t>
            </a:r>
          </a:p>
        </ns0:txBody>
      </ns0:sp>
      <ns0:sp>
        <ns0:nvSpPr>
          <ns0:cNvPr id="172" name="">
            <a:extLst>
              <a:ext uri="{FF2B5EF4-FFF2-40B4-BE49-F238E27FC236}">
                <ns2:creationId id="{532CFD2B-1DFC-4600-BE67-B19384C24011}"/>
              </a:ext>
            </a:extLst>
          </ns0:cNvPr>
          <ns0:cNvSpPr>
            <a:spLocks noGrp="1"/>
          </ns0:cNvSpPr>
          <ns0:nvPr/>
        </ns0:nvSpPr>
        <ns0:spPr>
          <a:xfrm>
            <a:off x="9902825" y="4171950"/>
            <a:ext cx="164147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07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R$ 103,6 mi · atual 90,3%</a:t>
            </a:r>
          </a:p>
        </ns0:txBody>
      </ns0:sp>
      <ns0:sp>
        <ns0:nvSpPr>
          <ns0:cNvPr id="173" name="">
            <a:extLst>
              <a:ext uri="{FF2B5EF4-FFF2-40B4-BE49-F238E27FC236}">
                <ns2:creationId id="{E0E9966F-0D7D-425B-9FC4-CA7F551A61BF}"/>
              </a:ext>
            </a:extLst>
          </ns0:cNvPr>
          <ns0:cNvSpPr>
            <a:spLocks noGrp="1"/>
          </ns0:cNvSpPr>
          <ns0:nvPr/>
        </ns0:nvSpPr>
        <ns0:spPr>
          <a:xfrm>
            <a:off x="9902825" y="4333875"/>
            <a:ext cx="1641475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mín. jr N/D · emissão N/D</a:t>
            </a:r>
          </a:p>
        </ns0:txBody>
      </ns0:sp>
      <ns0:sp>
        <ns0:nvSpPr>
          <ns0:cNvPr id="174" name="">
            <a:extLst>
              <a:ext uri="{FF2B5EF4-FFF2-40B4-BE49-F238E27FC236}">
                <ns2:creationId id="{A886B242-5BE8-4420-BDDE-21026D11F0FD}"/>
              </a:ext>
            </a:extLst>
          </ns0:cNvPr>
          <ns0:cNvSpPr>
            <a:spLocks noGrp="1"/>
          </ns0:cNvSpPr>
          <ns0:nvPr/>
        </ns0:nvSpPr>
        <ns0:spPr>
          <a:xfrm>
            <a:off x="9902825" y="4514850"/>
            <a:ext cx="1641475" cy="19050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75" name="">
            <a:extLst>
              <a:ext uri="{FF2B5EF4-FFF2-40B4-BE49-F238E27FC236}">
                <ns2:creationId id="{9D5F6B7E-3E00-45DC-94FC-0DBED898B308}"/>
              </a:ext>
            </a:extLst>
          </ns0:cNvPr>
          <ns0:cNvSpPr>
            <a:spLocks noGrp="1"/>
          </ns0:cNvSpPr>
          <ns0:nvPr/>
        </ns0:nvSpPr>
        <ns0:spPr>
          <a:xfrm>
            <a:off x="11515725" y="4476750"/>
            <a:ext cx="28575" cy="952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176" name="">
            <a:extLst>
              <a:ext uri="{FF2B5EF4-FFF2-40B4-BE49-F238E27FC236}">
                <ns2:creationId id="{35B39AEC-A55B-42D4-88CB-C77B529B70AE}"/>
              </a:ext>
            </a:extLst>
          </ns0:cNvPr>
          <ns0:cNvSpPr>
            <a:spLocks noGrp="1"/>
          </ns0:cNvSpPr>
          <ns0:nvPr/>
        </ns0:nvSpPr>
        <ns0:spPr>
          <a:xfrm>
            <a:off x="571500" y="6191250"/>
            <a:ext cx="95250" cy="95250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77" name="">
            <a:extLst>
              <a:ext uri="{FF2B5EF4-FFF2-40B4-BE49-F238E27FC236}">
                <ns2:creationId id="{CB6B7A5B-2E1E-45B9-9585-DCDDE8249ADC}"/>
              </a:ext>
            </a:extLst>
          </ns0:cNvPr>
          <ns0:cNvSpPr>
            <a:spLocks noGrp="1"/>
          </ns0:cNvSpPr>
          <ns0:nvPr/>
        </ns0:nvSpPr>
        <ns0:spPr>
          <a:xfrm>
            <a:off x="704850" y="6162675"/>
            <a:ext cx="62960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Adquirência</a:t>
            </a:r>
          </a:p>
        </ns0:txBody>
      </ns0:sp>
      <ns0:sp>
        <ns0:nvSpPr>
          <ns0:cNvPr id="178" name="">
            <a:extLst>
              <a:ext uri="{FF2B5EF4-FFF2-40B4-BE49-F238E27FC236}">
                <ns2:creationId id="{A7EF2252-44F3-483C-A4B5-6DB5DB24B94B}"/>
              </a:ext>
            </a:extLst>
          </ns0:cNvPr>
          <ns0:cNvSpPr>
            <a:spLocks noGrp="1"/>
          </ns0:cNvSpPr>
          <ns0:nvPr/>
        </ns0:nvSpPr>
        <ns0:spPr>
          <a:xfrm>
            <a:off x="1334453" y="6191250"/>
            <a:ext cx="95250" cy="95250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179" name="">
            <a:extLst>
              <a:ext uri="{FF2B5EF4-FFF2-40B4-BE49-F238E27FC236}">
                <ns2:creationId id="{137C54A1-9B5D-42F5-861A-DB2A7A410110}"/>
              </a:ext>
            </a:extLst>
          </ns0:cNvPr>
          <ns0:cNvSpPr>
            <a:spLocks noGrp="1"/>
          </ns0:cNvSpPr>
          <ns0:nvPr/>
        </ns0:nvSpPr>
        <ns0:spPr>
          <a:xfrm>
            <a:off x="1467803" y="6162675"/>
            <a:ext cx="82391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INSS</a:t>
            </a:r>
          </a:p>
        </ns0:txBody>
      </ns0:sp>
      <ns0:sp>
        <ns0:nvSpPr>
          <ns0:cNvPr id="180" name="">
            <a:extLst>
              <a:ext uri="{FF2B5EF4-FFF2-40B4-BE49-F238E27FC236}">
                <ns2:creationId id="{95178641-51A5-403F-94EF-7F13D0BE04C3}"/>
              </a:ext>
            </a:extLst>
          </ns0:cNvPr>
          <ns0:cNvSpPr>
            <a:spLocks noGrp="1"/>
          </ns0:cNvSpPr>
          <ns0:nvPr/>
        </ns0:nvSpPr>
        <ns0:spPr>
          <a:xfrm>
            <a:off x="2291715" y="6191250"/>
            <a:ext cx="95250" cy="95250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181" name="">
            <a:extLst>
              <a:ext uri="{FF2B5EF4-FFF2-40B4-BE49-F238E27FC236}">
                <ns2:creationId id="{D66EDECF-9094-452A-9357-702260CA277A}"/>
              </a:ext>
            </a:extLst>
          </ns0:cNvPr>
          <ns0:cNvSpPr>
            <a:spLocks noGrp="1"/>
          </ns0:cNvSpPr>
          <ns0:nvPr/>
        </ns0:nvSpPr>
        <ns0:spPr>
          <a:xfrm>
            <a:off x="2425065" y="6162675"/>
            <a:ext cx="823913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FGTS</a:t>
            </a:r>
          </a:p>
        </ns0:txBody>
      </ns0:sp>
      <ns0:sp>
        <ns0:nvSpPr>
          <ns0:cNvPr id="182" name="">
            <a:extLst>
              <a:ext uri="{FF2B5EF4-FFF2-40B4-BE49-F238E27FC236}">
                <ns2:creationId id="{D077EF01-9F98-4092-ABE6-8671206E225C}"/>
              </a:ext>
            </a:extLst>
          </ns0:cNvPr>
          <ns0:cNvSpPr>
            <a:spLocks noGrp="1"/>
          </ns0:cNvSpPr>
          <ns0:nvPr/>
        </ns0:nvSpPr>
        <ns0:spPr>
          <a:xfrm>
            <a:off x="3248978" y="6191250"/>
            <a:ext cx="95250" cy="95250"/>
          </a:xfrm>
          <a:prstGeom prst="rect">
            <a:avLst/>
          </a:prstGeom>
          <a:solidFill>
            <a:srgbClr val="E8E2F3"/>
          </a:solidFill>
          <a:ln w="0">
            <a:noFill/>
            <a:prstDash val="solid"/>
          </a:ln>
        </ns0:spPr>
      </ns0:sp>
      <ns0:sp>
        <ns0:nvSpPr>
          <ns0:cNvPr id="183" name="">
            <a:extLst>
              <a:ext uri="{FF2B5EF4-FFF2-40B4-BE49-F238E27FC236}">
                <ns2:creationId id="{07EBF1A4-0471-4365-AE4A-C1F8328997F0}"/>
              </a:ext>
            </a:extLst>
          </ns0:cNvPr>
          <ns0:cNvSpPr>
            <a:spLocks noGrp="1"/>
          </ns0:cNvSpPr>
          <ns0:nvPr/>
        </ns0:nvSpPr>
        <ns0:spPr>
          <a:xfrm>
            <a:off x="3382328" y="6162675"/>
            <a:ext cx="775335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CLT</a:t>
            </a:r>
          </a:p>
        </ns0:txBody>
      </ns0:sp>
      <ns0:sp>
        <ns0:nvSpPr>
          <ns0:cNvPr id="184" name="">
            <a:extLst>
              <a:ext uri="{FF2B5EF4-FFF2-40B4-BE49-F238E27FC236}">
                <ns2:creationId id="{2FE44214-A5D8-42EA-AF99-A138E31C468A}"/>
              </a:ext>
            </a:extLst>
          </ns0:cNvPr>
          <ns0:cNvSpPr>
            <a:spLocks noGrp="1"/>
          </ns0:cNvSpPr>
          <ns0:nvPr/>
        </ns0:nvSpPr>
        <ns0:spPr>
          <a:xfrm>
            <a:off x="4157663" y="6191250"/>
            <a:ext cx="95250" cy="95250"/>
          </a:xfrm>
          <a:prstGeom prst="rect">
            <a:avLst/>
          </a:prstGeom>
          <a:solidFill>
            <a:srgbClr val="F3E0E8"/>
          </a:solidFill>
          <a:ln w="0">
            <a:noFill/>
            <a:prstDash val="solid"/>
          </a:ln>
        </ns0:spPr>
      </ns0:sp>
      <ns0:sp>
        <ns0:nvSpPr>
          <ns0:cNvPr id="185" name="">
            <a:extLst>
              <a:ext uri="{FF2B5EF4-FFF2-40B4-BE49-F238E27FC236}">
                <ns2:creationId id="{91A8F8D7-28A7-45EB-9B0F-9EC658D02BD2}"/>
              </a:ext>
            </a:extLst>
          </ns0:cNvPr>
          <ns0:cNvSpPr>
            <a:spLocks noGrp="1"/>
          </ns0:cNvSpPr>
          <ns0:nvPr/>
        </ns0:nvSpPr>
        <ns0:spPr>
          <a:xfrm>
            <a:off x="4291013" y="6162675"/>
            <a:ext cx="1018222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Consignado estadual</a:t>
            </a:r>
          </a:p>
        </ns0:txBody>
      </ns0:sp>
      <ns0:sp>
        <ns0:nvSpPr>
          <ns0:cNvPr id="186" name="">
            <a:extLst>
              <a:ext uri="{FF2B5EF4-FFF2-40B4-BE49-F238E27FC236}">
                <ns2:creationId id="{8ED68E6A-C254-4815-9219-D04765ED9A2E}"/>
              </a:ext>
            </a:extLst>
          </ns0:cNvPr>
          <ns0:cNvSpPr>
            <a:spLocks noGrp="1"/>
          </ns0:cNvSpPr>
          <ns0:nvPr/>
        </ns0:nvSpPr>
        <ns0:spPr>
          <a:xfrm>
            <a:off x="5309235" y="6191250"/>
            <a:ext cx="95250" cy="95250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187" name="">
            <a:extLst>
              <a:ext uri="{FF2B5EF4-FFF2-40B4-BE49-F238E27FC236}">
                <ns2:creationId id="{E05EA8C6-9A8B-4EA1-8EA7-F2FBDB270F19}"/>
              </a:ext>
            </a:extLst>
          </ns0:cNvPr>
          <ns0:cNvSpPr>
            <a:spLocks noGrp="1"/>
          </ns0:cNvSpPr>
          <ns0:nvPr/>
        </ns0:nvSpPr>
        <ns0:spPr>
          <a:xfrm>
            <a:off x="5442585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Veículos</a:t>
            </a:r>
          </a:p>
        </ns0:txBody>
      </ns0:sp>
      <ns0:sp>
        <ns0:nvSpPr>
          <ns0:cNvPr id="188" name="">
            <a:extLst>
              <a:ext uri="{FF2B5EF4-FFF2-40B4-BE49-F238E27FC236}">
                <ns2:creationId id="{7F15F728-5AA4-4FC9-982A-2694D9635590}"/>
              </a:ext>
            </a:extLst>
          </ns0:cNvPr>
          <ns0:cNvSpPr>
            <a:spLocks noGrp="1"/>
          </ns0:cNvSpPr>
          <ns0:nvPr/>
        </ns0:nvSpPr>
        <ns0:spPr>
          <a:xfrm>
            <a:off x="6052185" y="6191250"/>
            <a:ext cx="95250" cy="95250"/>
          </a:xfrm>
          <a:prstGeom prst="rect">
            <a:avLst/>
          </a:prstGeom>
          <a:solidFill>
            <a:srgbClr val="ECE2F1"/>
          </a:solidFill>
          <a:ln w="0">
            <a:noFill/>
            <a:prstDash val="solid"/>
          </a:ln>
        </ns0:spPr>
      </ns0:sp>
      <ns0:sp>
        <ns0:nvSpPr>
          <ns0:cNvPr id="189" name="">
            <a:extLst>
              <a:ext uri="{FF2B5EF4-FFF2-40B4-BE49-F238E27FC236}">
                <ns2:creationId id="{936004F9-A787-492D-BAD8-E408C3325092}"/>
              </a:ext>
            </a:extLst>
          </ns0:cNvPr>
          <ns0:cNvSpPr>
            <a:spLocks noGrp="1"/>
          </ns0:cNvSpPr>
          <ns0:nvPr/>
        </ns0:nvSpPr>
        <ns0:spPr>
          <a:xfrm>
            <a:off x="6185535" y="6162675"/>
            <a:ext cx="921067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consignado</a:t>
            </a:r>
          </a:p>
        </ns0:txBody>
      </ns0:sp>
      <ns0:sp>
        <ns0:nvSpPr>
          <ns0:cNvPr id="190" name="">
            <a:extLst>
              <a:ext uri="{FF2B5EF4-FFF2-40B4-BE49-F238E27FC236}">
                <ns2:creationId id="{9624D1A8-185C-4823-90E7-D48E9143E4AF}"/>
              </a:ext>
            </a:extLst>
          </ns0:cNvPr>
          <ns0:cNvSpPr>
            <a:spLocks noGrp="1"/>
          </ns0:cNvSpPr>
          <ns0:nvPr/>
        </ns0:nvSpPr>
        <ns0:spPr>
          <a:xfrm>
            <a:off x="7106602" y="6191250"/>
            <a:ext cx="95250" cy="95250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191" name="">
            <a:extLst>
              <a:ext uri="{FF2B5EF4-FFF2-40B4-BE49-F238E27FC236}">
                <ns2:creationId id="{7AF522F2-2FF2-437B-878F-E7F386CDFDE2}"/>
              </a:ext>
            </a:extLst>
          </ns0:cNvPr>
          <ns0:cNvSpPr>
            <a:spLocks noGrp="1"/>
          </ns0:cNvSpPr>
          <ns0:nvPr/>
        </ns0:nvSpPr>
        <ns0:spPr>
          <a:xfrm>
            <a:off x="7239952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ns0:txBody>
      </ns0:sp>
      <ns0:sp>
        <ns0:nvSpPr>
          <ns0:cNvPr id="192" name="">
            <a:extLst>
              <a:ext uri="{FF2B5EF4-FFF2-40B4-BE49-F238E27FC236}">
                <ns2:creationId id="{4A6FEE85-7780-4728-B86F-45A6C6129826}"/>
              </a:ext>
            </a:extLst>
          </ns0:cNvPr>
          <ns0:cNvSpPr>
            <a:spLocks noGrp="1"/>
          </ns0:cNvSpPr>
          <ns0:nvPr/>
        </ns0:nvSpPr>
        <ns0:spPr>
          <a:xfrm>
            <a:off x="7849552" y="6191250"/>
            <a:ext cx="95250" cy="95250"/>
          </a:xfrm>
          <a:prstGeom prst="rect">
            <a:avLst/>
          </a:prstGeom>
          <a:solidFill>
            <a:srgbClr val="DDEDEA"/>
          </a:solidFill>
          <a:ln w="0">
            <a:noFill/>
            <a:prstDash val="solid"/>
          </a:ln>
        </ns0:spPr>
      </ns0:sp>
      <ns0:sp>
        <ns0:nvSpPr>
          <ns0:cNvPr id="193" name="">
            <a:extLst>
              <a:ext uri="{FF2B5EF4-FFF2-40B4-BE49-F238E27FC236}">
                <ns2:creationId id="{FCE44D6D-CED7-42F0-A3AD-A157438C7B08}"/>
              </a:ext>
            </a:extLst>
          </ns0:cNvPr>
          <ns0:cNvSpPr>
            <a:spLocks noGrp="1"/>
          </ns0:cNvSpPr>
          <ns0:nvPr/>
        </ns0:nvSpPr>
        <ns0:spPr>
          <a:xfrm>
            <a:off x="7982902" y="6162675"/>
            <a:ext cx="6096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51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Crédito PJ</a:t>
            </a:r>
          </a:p>
        </ns0:txBody>
      </ns0:sp>
    </ns0:spTree>
    <ns0:extLst>
      <ns0:ext uri="{BB962C8B-B14F-4D97-AF65-F5344CB8AC3E}">
        <ns3:creationId val="61997619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44" name="">
            <a:extLst>
              <a:ext uri="{FF2B5EF4-FFF2-40B4-BE49-F238E27FC236}">
                <ns2:creationId id="{CC4D6508-2998-45EB-A66A-B9763098BBB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1 VS. 47 CNPJS FLAGSHIP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8825D2B-E0DE-4D20-8F60-97D1F12CF01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5729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perfil aceito é comparado por sacado e pela mediana da subordinação atual dentro de cada tipo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9537C2F-54C1-4739-AA2A-05A9A57A578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D3D8B8B-3182-4CDF-A715-CF9FF7DCC86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CF6D10-7E5E-47C0-9CD8-AB2AC42673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taxonomia analítica e curadoria documental por CNPJ. N/D permanece ausente.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6342337-FC0F-4442-9607-2ABD7210B47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FB167D4-C824-421E-B1F5-D0094AC5A89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334000" cy="1133475"/>
          </a:xfrm>
          <a:prstGeom prst="rect">
            <a:avLst/>
          </a:prstGeom>
          <a:solidFill>
            <a:srgbClr val="F1E8D9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E7CF3DEA-18A5-4B7E-9701-DC22DDE4C0F2}"/>
              </a:ext>
            </a:extLst>
          </ns0:cNvPr>
          <ns0:cNvSpPr>
            <a:spLocks noGrp="1"/>
          </ns0:cNvSpPr>
          <ns0:nvPr/>
        </ns0:nvSpPr>
        <ns0:spPr>
          <a:xfrm>
            <a:off x="666750" y="132397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FOMENTO MERCANTIL · FACTORING</a:t>
            </a:r>
          </a:p>
        </ns0:txBody>
      </ns0:sp>
      <ns0:graphicFrame>
        <ns0:nvGraphicFramePr>
          <ns0:cNvPr id="52" name=""/>
          <ns0:cNvGraphicFramePr/>
          <ns0:nvPr/>
        </ns0:nvGraphicFramePr>
        <ns0:xfrm>
          <a:off x="666750" y="151447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4/5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R$ 214,6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08A0EAA-723B-4BEB-84AA-F17398874773}"/>
              </a:ext>
            </a:extLst>
          </ns0:cNvPr>
          <ns0:cNvSpPr>
            <a:spLocks noGrp="1"/>
          </ns0:cNvSpPr>
          <ns0:nvPr/>
        </ns0:nvSpPr>
        <ns0:spPr>
          <a:xfrm>
            <a:off x="666750" y="206692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Multicedente / multisacado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6B1BB76-1494-482D-9CEC-FE3FFF69C4C5}"/>
              </a:ext>
            </a:extLst>
          </ns0:cNvPr>
          <ns0:cNvSpPr>
            <a:spLocks noGrp="1"/>
          </ns0:cNvSpPr>
          <ns0:nvPr/>
        </ns0:nvSpPr>
        <ns0:spPr>
          <a:xfrm>
            <a:off x="666750" y="221932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 linha · diferença de até 2 p.p.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8EA41C5-E218-42E8-9336-58FD365B584D}"/>
              </a:ext>
            </a:extLst>
          </ns0:cNvPr>
          <ns0:cNvSpPr>
            <a:spLocks noGrp="1"/>
          </ns0:cNvSpPr>
          <ns0:nvPr/>
        </ns0:nvSpPr>
        <ns0:spPr>
          <a:xfrm>
            <a:off x="571500" y="2457450"/>
            <a:ext cx="5334000" cy="1133475"/>
          </a:xfrm>
          <a:prstGeom prst="rect">
            <a:avLst/>
          </a:prstGeom>
          <a:solidFill>
            <a:srgbClr val="E3F0DF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5B1061AF-E6F2-4DCB-A992-0A5DCDA5271B}"/>
              </a:ext>
            </a:extLst>
          </ns0:cNvPr>
          <ns0:cNvSpPr>
            <a:spLocks noGrp="1"/>
          </ns0:cNvSpPr>
          <ns0:nvPr/>
        </ns0:nvSpPr>
        <ns0:spPr>
          <a:xfrm>
            <a:off x="666750" y="252412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AGRO / REVENDA</a:t>
            </a:r>
          </a:p>
        </ns0:txBody>
      </ns0:sp>
      <ns0:graphicFrame>
        <ns0:nvGraphicFramePr>
          <ns0:cNvPr id="57" name=""/>
          <ns0:cNvGraphicFramePr/>
          <ns0:nvPr/>
        </ns0:nvGraphicFramePr>
        <ns0:xfrm>
          <a:off x="666750" y="271462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34/54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R$ 13,5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0/0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5" name="">
            <a:extLst>
              <a:ext uri="{FF2B5EF4-FFF2-40B4-BE49-F238E27FC236}">
                <ns2:creationId id="{764A154A-F8D1-40FC-BE9A-C9E3FBCB2B1A}"/>
              </a:ext>
            </a:extLst>
          </ns0:cNvPr>
          <ns0:cNvSpPr>
            <a:spLocks noGrp="1"/>
          </ns0:cNvSpPr>
          <ns0:nvPr/>
        </ns0:nvSpPr>
        <ns0:spPr>
          <a:xfrm>
            <a:off x="666750" y="326707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Sacado corporativo / revenda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8A8F5DB4-5B33-4BF5-ACA4-BFDD4EDB9601}"/>
              </a:ext>
            </a:extLst>
          </ns0:cNvPr>
          <ns0:cNvSpPr>
            <a:spLocks noGrp="1"/>
          </ns0:cNvSpPr>
          <ns0:nvPr/>
        </ns0:nvSpPr>
        <ns0:spPr>
          <a:xfrm>
            <a:off x="666750" y="341947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N/D — comparação estrutural incompleta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B505B84-A40F-4B18-9B21-A69A62202112}"/>
              </a:ext>
            </a:extLst>
          </ns0:cNvPr>
          <ns0:cNvSpPr>
            <a:spLocks noGrp="1"/>
          </ns0:cNvSpPr>
          <ns0:nvPr/>
        </ns0:nvSpPr>
        <ns0:spPr>
          <a:xfrm>
            <a:off x="571500" y="3657600"/>
            <a:ext cx="5334000" cy="1133475"/>
          </a:xfrm>
          <a:prstGeom prst="rect">
            <a:avLst/>
          </a:prstGeom>
          <a:solidFill>
            <a:srgbClr val="DCEAF7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A61E5F3C-2AB7-45A4-8259-3EB49538ECF0}"/>
              </a:ext>
            </a:extLst>
          </ns0:cNvPr>
          <ns0:cNvSpPr>
            <a:spLocks noGrp="1"/>
          </ns0:cNvSpPr>
          <ns0:nvPr/>
        </ns0:nvSpPr>
        <ns0:spPr>
          <a:xfrm>
            <a:off x="666750" y="372427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ADQUIRÊNCIA</a:t>
            </a:r>
          </a:p>
        </ns0:txBody>
      </ns0:sp>
      <ns0:graphicFrame>
        <ns0:nvGraphicFramePr>
          <ns0:cNvPr id="62" name=""/>
          <ns0:cNvGraphicFramePr/>
          <ns0:nvPr/>
        </ns0:nvGraphicFramePr>
        <ns0:xfrm>
          <a:off x="666750" y="391477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3/6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51,3%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15/15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20" name="">
            <a:extLst>
              <a:ext uri="{FF2B5EF4-FFF2-40B4-BE49-F238E27FC236}">
                <ns2:creationId id="{C75DED85-8F8C-4E24-A6FE-70642A360049}"/>
              </a:ext>
            </a:extLst>
          </ns0:cNvPr>
          <ns0:cNvSpPr>
            <a:spLocks noGrp="1"/>
          </ns0:cNvSpPr>
          <ns0:nvPr/>
        </ns0:nvSpPr>
        <ns0:spPr>
          <a:xfrm>
            <a:off x="666750" y="446722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Banco emissor e adquirente corporativo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11F7DB14-3845-4738-9E17-6532BAEBC7FB}"/>
              </a:ext>
            </a:extLst>
          </ns0:cNvPr>
          <ns0:cNvSpPr>
            <a:spLocks noGrp="1"/>
          </ns0:cNvSpPr>
          <ns0:nvPr/>
        </ns0:nvSpPr>
        <ns0:spPr>
          <a:xfrm>
            <a:off x="666750" y="461962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Menos risco estrutural · maior subordinação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E2B80D59-7E04-42A9-BE5B-97B1A6608064}"/>
              </a:ext>
            </a:extLst>
          </ns0:cNvPr>
          <ns0:cNvSpPr>
            <a:spLocks noGrp="1"/>
          </ns0:cNvSpPr>
          <ns0:nvPr/>
        </ns0:nvSpPr>
        <ns0:spPr>
          <a:xfrm>
            <a:off x="571500" y="4857750"/>
            <a:ext cx="5334000" cy="1133475"/>
          </a:xfrm>
          <a:prstGeom prst="rect">
            <a:avLst/>
          </a:prstGeom>
          <a:solidFill>
            <a:srgbClr val="DDEEDB"/>
          </a:solidFill>
          <a:ln w="0">
            <a:noFill/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6BEF02F3-C8B7-4AD7-94A0-37C6D70A7730}"/>
              </a:ext>
            </a:extLst>
          </ns0:cNvPr>
          <ns0:cNvSpPr>
            <a:spLocks noGrp="1"/>
          </ns0:cNvSpPr>
          <ns0:nvPr/>
        </ns0:nvSpPr>
        <ns0:spPr>
          <a:xfrm>
            <a:off x="666750" y="492442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CONSIGNADO INSS</a:t>
            </a:r>
          </a:p>
        </ns0:txBody>
      </ns0:sp>
      <ns0:graphicFrame>
        <ns0:nvGraphicFramePr>
          <ns0:cNvPr id="67" name=""/>
          <ns0:cNvGraphicFramePr/>
          <ns0:nvPr/>
        </ns0:nvGraphicFramePr>
        <ns0:xfrm>
          <a:off x="666750" y="511492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3/5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14,9%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25" name="">
            <a:extLst>
              <a:ext uri="{FF2B5EF4-FFF2-40B4-BE49-F238E27FC236}">
                <ns2:creationId id="{7498C3CA-7396-4A61-B83D-25905DEC4B6C}"/>
              </a:ext>
            </a:extLst>
          </ns0:cNvPr>
          <ns0:cNvSpPr>
            <a:spLocks noGrp="1"/>
          </ns0:cNvSpPr>
          <ns0:nvPr/>
        </ns0:nvSpPr>
        <ns0:spPr>
          <a:xfrm>
            <a:off x="666750" y="566737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Crédito consignado INSS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A55D8DF5-1832-4441-99E0-1707D08E0D51}"/>
              </a:ext>
            </a:extLst>
          </ns0:cNvPr>
          <ns0:cNvSpPr>
            <a:spLocks noGrp="1"/>
          </ns0:cNvSpPr>
          <ns0:nvPr/>
        </ns0:nvSpPr>
        <ns0:spPr>
          <a:xfrm>
            <a:off x="666750" y="581977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 linha · diferença de até 2 p.p.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F56B417C-3ACE-4FCF-986E-BAEE2C577586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334000" cy="1133475"/>
          </a:xfrm>
          <a:prstGeom prst="rect">
            <a:avLst/>
          </a:prstGeom>
          <a:solidFill>
            <a:srgbClr val="F8E7BF"/>
          </a:solidFill>
          <a:ln w="0">
            <a:noFill/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0ABF3578-2B8B-4844-90DA-1F57D69C87EA}"/>
              </a:ext>
            </a:extLst>
          </ns0:cNvPr>
          <ns0:cNvSpPr>
            <a:spLocks noGrp="1"/>
          </ns0:cNvSpPr>
          <ns0:nvPr/>
        </ns0:nvSpPr>
        <ns0:spPr>
          <a:xfrm>
            <a:off x="6381750" y="132397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CONSIGNADO FGTS</a:t>
            </a:r>
          </a:p>
        </ns0:txBody>
      </ns0:sp>
      <ns0:graphicFrame>
        <ns0:nvGraphicFramePr>
          <ns0:cNvPr id="72" name=""/>
          <ns0:cNvGraphicFramePr/>
          <ns0:nvPr/>
        </ns0:nvGraphicFramePr>
        <ns0:xfrm>
          <a:off x="6381750" y="151447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6/6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R$ 2,4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18,3%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30" name="">
            <a:extLst>
              <a:ext uri="{FF2B5EF4-FFF2-40B4-BE49-F238E27FC236}">
                <ns2:creationId id="{B8DD2298-FACF-400C-BA1F-CEE8F626A938}"/>
              </a:ext>
            </a:extLst>
          </ns0:cNvPr>
          <ns0:cNvSpPr>
            <a:spLocks noGrp="1"/>
          </ns0:cNvSpPr>
          <ns0:nvPr/>
        </ns0:nvSpPr>
        <ns0:spPr>
          <a:xfrm>
            <a:off x="6381750" y="206692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Antecipação de saque FGTS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7D486205-AF8D-4F78-95BA-7EA6E6879891}"/>
              </a:ext>
            </a:extLst>
          </ns0:cNvPr>
          <ns0:cNvSpPr>
            <a:spLocks noGrp="1"/>
          </ns0:cNvSpPr>
          <ns0:nvPr/>
        </ns0:nvSpPr>
        <ns0:spPr>
          <a:xfrm>
            <a:off x="6381750" y="221932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 linha · diferença de até 2 p.p.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9274BEFC-D5FD-4BEE-B7B6-9A635A7308F8}"/>
              </a:ext>
            </a:extLst>
          </ns0:cNvPr>
          <ns0:cNvSpPr>
            <a:spLocks noGrp="1"/>
          </ns0:cNvSpPr>
          <ns0:nvPr/>
        </ns0:nvSpPr>
        <ns0:spPr>
          <a:xfrm>
            <a:off x="6286500" y="2457450"/>
            <a:ext cx="5334000" cy="1133475"/>
          </a:xfrm>
          <a:prstGeom prst="rect">
            <a:avLst/>
          </a:prstGeom>
          <a:solidFill>
            <a:srgbClr val="E1E9EF"/>
          </a:solidFill>
          <a:ln w="0">
            <a:noFill/>
            <a:prstDash val="solid"/>
          </a:ln>
        </ns0:spPr>
      </ns0:sp>
      <ns0:sp>
        <ns0:nvSpPr>
          <ns0:cNvPr id="33" name="">
            <a:extLst>
              <a:ext uri="{FF2B5EF4-FFF2-40B4-BE49-F238E27FC236}">
                <ns2:creationId id="{7ACFAECC-2F94-43F7-9DFC-B84A57EE001A}"/>
              </a:ext>
            </a:extLst>
          </ns0:cNvPr>
          <ns0:cNvSpPr>
            <a:spLocks noGrp="1"/>
          </ns0:cNvSpPr>
          <ns0:nvPr/>
        </ns0:nvSpPr>
        <ns0:spPr>
          <a:xfrm>
            <a:off x="6381750" y="252412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VEÍCULOS</a:t>
            </a:r>
          </a:p>
        </ns0:txBody>
      </ns0:sp>
      <ns0:graphicFrame>
        <ns0:nvGraphicFramePr>
          <ns0:cNvPr id="77" name=""/>
          <ns0:cNvGraphicFramePr/>
          <ns0:nvPr/>
        </ns0:nvGraphicFramePr>
        <ns0:xfrm>
          <a:off x="6381750" y="271462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0/1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8/8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35" name="">
            <a:extLst>
              <a:ext uri="{FF2B5EF4-FFF2-40B4-BE49-F238E27FC236}">
                <ns2:creationId id="{1C429FA5-9081-4EF8-A2DB-9890CEB9E301}"/>
              </a:ext>
            </a:extLst>
          </ns0:cNvPr>
          <ns0:cNvSpPr>
            <a:spLocks noGrp="1"/>
          </ns0:cNvSpPr>
          <ns0:nvPr/>
        </ns0:nvSpPr>
        <ns0:spPr>
          <a:xfrm>
            <a:off x="6381750" y="326707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Devedor PF do crédito de veículo (FIDC BV)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A3F1ABA4-0E85-49F6-AD35-2C9C00DCD6D6}"/>
              </a:ext>
            </a:extLst>
          </ns0:cNvPr>
          <ns0:cNvSpPr>
            <a:spLocks noGrp="1"/>
          </ns0:cNvSpPr>
          <ns0:nvPr/>
        </ns0:nvSpPr>
        <ns0:spPr>
          <a:xfrm>
            <a:off x="6381750" y="341947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N/D — comparação estrutural incompleta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D35BA502-0DB8-4308-8B11-AFC9016FB540}"/>
              </a:ext>
            </a:extLst>
          </ns0:cNvPr>
          <ns0:cNvSpPr>
            <a:spLocks noGrp="1"/>
          </ns0:cNvSpPr>
          <ns0:nvPr/>
        </ns0:nvSpPr>
        <ns0:spPr>
          <a:xfrm>
            <a:off x="6286500" y="3657600"/>
            <a:ext cx="5334000" cy="1133475"/>
          </a:xfrm>
          <a:prstGeom prst="rect">
            <a:avLst/>
          </a:prstGeom>
          <a:solidFill>
            <a:srgbClr val="E8ECEF"/>
          </a:solidFill>
          <a:ln w="0">
            <a:noFill/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AE64707C-11B6-4C04-9100-BDBA9C6A5CB6}"/>
              </a:ext>
            </a:extLst>
          </ns0:cNvPr>
          <ns0:cNvSpPr>
            <a:spLocks noGrp="1"/>
          </ns0:cNvSpPr>
          <ns0:nvPr/>
        </ns0:nvSpPr>
        <ns0:spPr>
          <a:xfrm>
            <a:off x="6381750" y="3724275"/>
            <a:ext cx="51435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23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FINANCEIRO</a:t>
            </a:r>
          </a:p>
        </ns0:txBody>
      </ns0:sp>
      <ns0:graphicFrame>
        <ns0:nvGraphicFramePr>
          <ns0:cNvPr id="82" name=""/>
          <ns0:cNvGraphicFramePr/>
          <ns0:nvPr/>
        </ns0:nvGraphicFramePr>
        <ns0:xfrm>
          <a:off x="6381750" y="3914775"/>
          <a:ext cx="5143500" cy="514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238250"/>
                <a:gridCol w="523875"/>
                <a:gridCol w="904875"/>
                <a:gridCol w="2476500"/>
              </a:tblGrid>
              <a:tr h="1619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72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Subord. 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Carteira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18/23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R$ 13,8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762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 flagships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12/12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1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40" name="">
            <a:extLst>
              <a:ext uri="{FF2B5EF4-FFF2-40B4-BE49-F238E27FC236}">
                <ns2:creationId id="{B28C9ABD-FBEB-4BC1-A383-7EF0E46C2C09}"/>
              </a:ext>
            </a:extLst>
          </ns0:cNvPr>
          <ns0:cNvSpPr>
            <a:spLocks noGrp="1"/>
          </ns0:cNvSpPr>
          <ns0:nvPr/>
        </ns0:nvSpPr>
        <ns0:spPr>
          <a:xfrm>
            <a:off x="6381750" y="4467225"/>
            <a:ext cx="51435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54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Risco aceito: Demais riscos PF/PJ e multicarteira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C5D4A616-21E2-474F-A838-236FCA79751A}"/>
              </a:ext>
            </a:extLst>
          </ns0:cNvPr>
          <ns0:cNvSpPr>
            <a:spLocks noGrp="1"/>
          </ns0:cNvSpPr>
          <ns0:nvPr/>
        </ns0:nvSpPr>
        <ns0:spPr>
          <a:xfrm>
            <a:off x="6381750" y="4619625"/>
            <a:ext cx="5143500" cy="1428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33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 linha · diferença de até 2 p.p.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27908DD1-80D4-4EB0-80EE-7F32927B0E3F}"/>
              </a:ext>
            </a:extLst>
          </ns0:cNvPr>
          <ns0:cNvSpPr>
            <a:spLocks noGrp="1"/>
          </ns0:cNvSpPr>
          <ns0:nvPr/>
        </ns0:nvSpPr>
        <ns0:spPr>
          <a:xfrm>
            <a:off x="6286500" y="4962525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3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100/101 CNPJs da Carteira I classificados; 1 fora do perímetro FIDC. A comparação mede proteção estrutural, com tolerância de ±2 p.p.</a:t>
            </a:r>
          </a:p>
        </ns0:txBody>
      </ns0:sp>
      <ns0:sp>
        <ns0:nvSpPr>
          <ns0:cNvPr id="43" name="">
            <a:extLst>
              <a:ext uri="{FF2B5EF4-FFF2-40B4-BE49-F238E27FC236}">
                <ns2:creationId id="{C76341F6-DCB9-4117-88DB-302EB04F4444}"/>
              </a:ext>
            </a:extLst>
          </ns0:cNvPr>
          <ns0:cNvSpPr>
            <a:spLocks noGrp="1"/>
          </ns0:cNvSpPr>
          <ns0:nvPr/>
        </ns0:nvSpPr>
        <ns0:spPr>
          <a:xfrm>
            <a:off x="6286500" y="5457825"/>
            <a:ext cx="5334000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7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7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Risco estrutural compara a mediana da subordinação atual por tipo. Diferenças acima de 2 p.p. indicam maior ou menor proteção; dentro de ±2 p.p. ficam em linha. A leitura não substitui análise de lastro, sacado, garantias, liquidez ou gatilhos.</a:t>
            </a:r>
          </a:p>
        </ns0:txBody>
      </ns0:sp>
    </ns0:spTree>
    <ns0:extLst>
      <ns0:ext uri="{BB962C8B-B14F-4D97-AF65-F5344CB8AC3E}">
        <ns3:creationId val="655354006"/>
      </ns0:ext>
    </ns0:extLst>
  </ns0:cSld>
</ns0:sld>
</file>

<file path=ppt/slides/slide1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3C3D8A67-C1EE-49B7-8063-389A56BBFB5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1 · TAXONOMIA ANALÍTICA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24F7BE-6A22-4F9B-A45F-5DACCA0792C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0044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PL observado chegou a R$ 55,3 bi; composição e crescimento usam o mesmo critério reclassificado do mercado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7DEC7FF-EFA8-40B1-8E81-F432FDFC7E9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CE8052F-B1D7-4C05-ABF7-CF41E4729DD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6232671-E0F4-4EAE-8808-B217F5DD4D3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FIDC, e ledger aprovado. 60 CNPJs observados em dez/23 e 78 em jun/26; ausências não recebem PL imputado.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380068A-F065-40CE-A8E2-92A93F21776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969A223-4C70-425E-B7FC-290E4BC1B9B8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EVOLUÇÃO DO PL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CC59A2F-AF52-475E-95DE-D2440061E81B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33750"/>
        </ns0:xfrm>
        <a:graphic>
          <a:graphicData uri="http://schemas.openxmlformats.org/drawingml/2006/chart">
            <c:chart ns4:id="R191b9f6d0734459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711865E9-DF73-4092-9288-61E4BEB06EC8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OBSERVADO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64331F6-EC81-4B8F-A2BF-70CCC5A27F0E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33750"/>
        </ns0:xfrm>
        <a:graphic>
          <a:graphicData uri="http://schemas.openxmlformats.org/drawingml/2006/chart">
            <c:chart ns4:id="Rfc9e508314f34c91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2000250" y="5181600"/>
          <a:ext cx="8191500" cy="247650"/>
        </ns0:xfrm>
        <a:graphic>
          <a:graphicData uri="http://schemas.openxmlformats.org/drawingml/2006/chart">
            <c:chart ns4:id="R55dd1fb8823e40c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6B255DBA-E123-4921-9DD8-699F1AC94064}"/>
              </a:ext>
            </a:extLst>
          </ns0:cNvPr>
          <ns0:cNvSpPr>
            <a:spLocks noGrp="1"/>
          </ns0:cNvSpPr>
          <ns0:nvPr/>
        </ns0:nvSpPr>
        <ns0:spPr>
          <a:xfrm>
            <a:off x="571500" y="55340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3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3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DEZ/23 → JUN/26 · Fomento Mercantil: carteira +179,9% · mercado +71,1%   |   Agro/Ind./Com.: carteira +67,8% · mercado +73,6%   |   Financeiro: carteira +98,3% · mercado +108,1%   |   Outros: carteira N/D · mercado +59,5%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3D998817-D855-423E-A542-43981B5143AF}"/>
              </a:ext>
            </a:extLst>
          </ns0:cNvPr>
          <ns0:cNvSpPr>
            <a:spLocks noGrp="1"/>
          </ns0:cNvSpPr>
          <ns0:nvPr/>
        </ns0:nvSpPr>
        <ns0:spPr>
          <a:xfrm>
            <a:off x="666750" y="588645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CNPJs salvos da Carteira 1, ex-FIC, com classificação analítica aprovada retroaplicada às competências observadas. CNPJ ausente em uma competência permanece ausente e não recebe PL imputado. O mercado usa o mesmo Tipo ANBIMA reclassificado e o denominador ex-FIC.</a:t>
            </a:r>
          </a:p>
        </ns0:txBody>
      </ns0:sp>
    </ns0:spTree>
    <ns0:extLst>
      <ns0:ext uri="{BB962C8B-B14F-4D97-AF65-F5344CB8AC3E}">
        <ns5:creationId val="747298064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80" name="">
            <a:extLst>
              <a:ext uri="{FF2B5EF4-FFF2-40B4-BE49-F238E27FC236}">
                <ns2:creationId id="{04AAA26B-0CF0-4020-B77D-3DA65B2DE64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655A8C0-4404-4C27-A7EF-49365CB5D7C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597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E47D75B-88DD-4701-AF50-FE017F15D82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B22E034-EE5A-4AE1-AC6E-E6B8D9E9849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1FDEB3-2462-47BD-ABA7-D7339CEEBDB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CFFE57B-2E98-4DFA-B555-2A4FFE4D63F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01708BA-CB2C-43A8-8887-A232F0EA27F4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7000875" cy="323850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B670FE30-486D-486F-ACD7-D8CF4DAE519E}"/>
              </a:ext>
            </a:extLst>
          </ns0:cNvPr>
          <ns0:cNvSpPr>
            <a:spLocks noGrp="1"/>
          </ns0:cNvSpPr>
          <ns0:nvPr/>
        </ns0:nvSpPr>
        <ns0:spPr>
          <a:xfrm>
            <a:off x="628650" y="1504950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6585E22F-D915-4C75-B42E-47BD4490FB6E}"/>
              </a:ext>
            </a:extLst>
          </ns0:cNvPr>
          <ns0:cNvSpPr>
            <a:spLocks noGrp="1"/>
          </ns0:cNvSpPr>
          <ns0:nvPr/>
        </ns0:nvSpPr>
        <ns0:spPr>
          <a:xfrm>
            <a:off x="1771650" y="150495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E74A094A-6CAC-4215-84DF-B9DB3F69BA47}"/>
              </a:ext>
            </a:extLst>
          </ns0:cNvPr>
          <ns0:cNvSpPr>
            <a:spLocks noGrp="1"/>
          </ns0:cNvSpPr>
          <ns0:nvPr/>
        </ns0:nvSpPr>
        <ns0:spPr>
          <a:xfrm>
            <a:off x="2628900" y="1504950"/>
            <a:ext cx="409575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BDC969CB-D277-4E3E-9860-C76CB8A823A9}"/>
              </a:ext>
            </a:extLst>
          </ns0:cNvPr>
          <ns0:cNvSpPr>
            <a:spLocks noGrp="1"/>
          </ns0:cNvSpPr>
          <ns0:nvPr/>
        </ns0:nvSpPr>
        <ns0:spPr>
          <a:xfrm>
            <a:off x="3152775" y="1504950"/>
            <a:ext cx="19812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5FBF9CF-A856-46D1-A45C-39FD04049E37}"/>
              </a:ext>
            </a:extLst>
          </ns0:cNvPr>
          <ns0:cNvSpPr>
            <a:spLocks noGrp="1"/>
          </ns0:cNvSpPr>
          <ns0:nvPr/>
        </ns0:nvSpPr>
        <ns0:spPr>
          <a:xfrm>
            <a:off x="5248275" y="1504950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3F1F4029-B4CC-4118-90D6-0A048A4861D7}"/>
              </a:ext>
            </a:extLst>
          </ns0:cNvPr>
          <ns0:cNvSpPr>
            <a:spLocks noGrp="1"/>
          </ns0:cNvSpPr>
          <ns0:nvPr/>
        </ns0:nvSpPr>
        <ns0:spPr>
          <a:xfrm>
            <a:off x="6010275" y="1504950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85EE868C-8272-482B-90CA-020FD9894913}"/>
              </a:ext>
            </a:extLst>
          </ns0:cNvPr>
          <ns0:cNvSpPr>
            <a:spLocks noGrp="1"/>
          </ns0:cNvSpPr>
          <ns0:nvPr/>
        </ns0:nvSpPr>
        <ns0:spPr>
          <a:xfrm>
            <a:off x="6772275" y="150495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0BE233E-D2B1-48D9-BA05-FEB067C6D494}"/>
              </a:ext>
            </a:extLst>
          </ns0:cNvPr>
          <ns0:cNvSpPr>
            <a:spLocks noGrp="1"/>
          </ns0:cNvSpPr>
          <ns0:nvPr/>
        </ns0:nvSpPr>
        <ns0:spPr>
          <a:xfrm>
            <a:off x="571500" y="1800225"/>
            <a:ext cx="7000875" cy="6286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2D9159CF-66D1-4AEF-8BBF-066A7E58D471}"/>
              </a:ext>
            </a:extLst>
          </ns0:cNvPr>
          <ns0:cNvSpPr>
            <a:spLocks noGrp="1"/>
          </ns0:cNvSpPr>
          <ns0:nvPr/>
        </ns0:nvSpPr>
        <ns0:spPr>
          <a:xfrm>
            <a:off x="571500" y="241935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0CE83E5A-8E58-478E-84AC-BD07EEC3ABEF}"/>
              </a:ext>
            </a:extLst>
          </ns0:cNvPr>
          <ns0:cNvSpPr>
            <a:spLocks noGrp="1"/>
          </ns0:cNvSpPr>
          <ns0:nvPr/>
        </ns0:nvSpPr>
        <ns0:spPr>
          <a:xfrm>
            <a:off x="628650" y="182880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A0DAB996-2B78-460E-8826-5DA0A605FFA8}"/>
              </a:ext>
            </a:extLst>
          </ns0:cNvPr>
          <ns0:cNvSpPr>
            <a:spLocks noGrp="1"/>
          </ns0:cNvSpPr>
          <ns0:nvPr/>
        </ns0:nvSpPr>
        <ns0:spPr>
          <a:xfrm>
            <a:off x="1771650" y="18288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77,7 bi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7A61090B-1B6C-408F-9EF7-F6B2F475C30B}"/>
              </a:ext>
            </a:extLst>
          </ns0:cNvPr>
          <ns0:cNvSpPr>
            <a:spLocks noGrp="1"/>
          </ns0:cNvSpPr>
          <ns0:nvPr/>
        </ns0:nvSpPr>
        <ns0:spPr>
          <a:xfrm>
            <a:off x="2628900" y="182880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67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CFD908E0-6C83-4BA4-A96A-EFC073F9E925}"/>
              </a:ext>
            </a:extLst>
          </ns0:cNvPr>
          <ns0:cNvSpPr>
            <a:spLocks noGrp="1"/>
          </ns0:cNvSpPr>
          <ns0:nvPr/>
        </ns0:nvSpPr>
        <ns0:spPr>
          <a:xfrm>
            <a:off x="3152775" y="182880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87B91941-81CE-47D6-9BC0-6EE7DD13BA6F}"/>
              </a:ext>
            </a:extLst>
          </ns0:cNvPr>
          <ns0:cNvSpPr>
            <a:spLocks noGrp="1"/>
          </ns0:cNvSpPr>
          <ns0:nvPr/>
        </ns0:nvSpPr>
        <ns0:spPr>
          <a:xfrm>
            <a:off x="5248275" y="18288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23,1%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B00040E3-AFBF-406C-A0F2-52AD54A9DFDA}"/>
              </a:ext>
            </a:extLst>
          </ns0:cNvPr>
          <ns0:cNvSpPr>
            <a:spLocks noGrp="1"/>
          </ns0:cNvSpPr>
          <ns0:nvPr/>
        </ns0:nvSpPr>
        <ns0:spPr>
          <a:xfrm>
            <a:off x="6010275" y="18288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45,6%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A5BD2B83-DD0D-4B87-A70E-7C18AC118844}"/>
              </a:ext>
            </a:extLst>
          </ns0:cNvPr>
          <ns0:cNvSpPr>
            <a:spLocks noGrp="1"/>
          </ns0:cNvSpPr>
          <ns0:nvPr/>
        </ns0:nvSpPr>
        <ns0:spPr>
          <a:xfrm>
            <a:off x="6772275" y="18288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997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FC144296-6A41-4E9C-95AA-CFC59A7B6183}"/>
              </a:ext>
            </a:extLst>
          </ns0:cNvPr>
          <ns0:cNvSpPr>
            <a:spLocks noGrp="1"/>
          </ns0:cNvSpPr>
          <ns0:nvPr/>
        </ns0:nvSpPr>
        <ns0:spPr>
          <a:xfrm>
            <a:off x="571500" y="2428875"/>
            <a:ext cx="7000875" cy="62865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68ACE73C-D964-478D-B5B0-CC4FB62F1CBF}"/>
              </a:ext>
            </a:extLst>
          </ns0:cNvPr>
          <ns0:cNvSpPr>
            <a:spLocks noGrp="1"/>
          </ns0:cNvSpPr>
          <ns0:nvPr/>
        </ns0:nvSpPr>
        <ns0:spPr>
          <a:xfrm>
            <a:off x="571500" y="304800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94CC49E5-4049-40A3-97A9-F2445AC360F7}"/>
              </a:ext>
            </a:extLst>
          </ns0:cNvPr>
          <ns0:cNvSpPr>
            <a:spLocks noGrp="1"/>
          </ns0:cNvSpPr>
          <ns0:nvPr/>
        </ns0:nvSpPr>
        <ns0:spPr>
          <a:xfrm>
            <a:off x="628650" y="245745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03FEFFFC-DBEE-4148-AC30-3615C4D75698}"/>
              </a:ext>
            </a:extLst>
          </ns0:cNvPr>
          <ns0:cNvSpPr>
            <a:spLocks noGrp="1"/>
          </ns0:cNvSpPr>
          <ns0:nvPr/>
        </ns0:nvSpPr>
        <ns0:spPr>
          <a:xfrm>
            <a:off x="1771650" y="24574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75,5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0ED321EE-4C50-4C8F-8DE5-A99219534612}"/>
              </a:ext>
            </a:extLst>
          </ns0:cNvPr>
          <ns0:cNvSpPr>
            <a:spLocks noGrp="1"/>
          </ns0:cNvSpPr>
          <ns0:nvPr/>
        </ns0:nvSpPr>
        <ns0:spPr>
          <a:xfrm>
            <a:off x="2628900" y="245745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46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B1686CFA-2BDC-4884-9001-8EBCBB6D616A}"/>
              </a:ext>
            </a:extLst>
          </ns0:cNvPr>
          <ns0:cNvSpPr>
            <a:spLocks noGrp="1"/>
          </ns0:cNvSpPr>
          <ns0:nvPr/>
        </ns0:nvSpPr>
        <ns0:spPr>
          <a:xfrm>
            <a:off x="3152775" y="245745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8416503E-D9CD-48A2-BFD6-CD7941384CB8}"/>
              </a:ext>
            </a:extLst>
          </ns0:cNvPr>
          <ns0:cNvSpPr>
            <a:spLocks noGrp="1"/>
          </ns0:cNvSpPr>
          <ns0:nvPr/>
        </ns0:nvSpPr>
        <ns0:spPr>
          <a:xfrm>
            <a:off x="5248275" y="24574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55,0%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D2037E29-8994-411B-B641-3F90218E3B39}"/>
              </a:ext>
            </a:extLst>
          </ns0:cNvPr>
          <ns0:cNvSpPr>
            <a:spLocks noGrp="1"/>
          </ns0:cNvSpPr>
          <ns0:nvPr/>
        </ns0:nvSpPr>
        <ns0:spPr>
          <a:xfrm>
            <a:off x="6010275" y="24574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63,9%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E61413AE-EF09-4F6D-9C59-6C169F8C3801}"/>
              </a:ext>
            </a:extLst>
          </ns0:cNvPr>
          <ns0:cNvSpPr>
            <a:spLocks noGrp="1"/>
          </ns0:cNvSpPr>
          <ns0:nvPr/>
        </ns0:nvSpPr>
        <ns0:spPr>
          <a:xfrm>
            <a:off x="6772275" y="24574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3.147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EFD648AE-0459-4CEB-B2B4-20929A18AA8C}"/>
              </a:ext>
            </a:extLst>
          </ns0:cNvPr>
          <ns0:cNvSpPr>
            <a:spLocks noGrp="1"/>
          </ns0:cNvSpPr>
          <ns0:nvPr/>
        </ns0:nvSpPr>
        <ns0:spPr>
          <a:xfrm>
            <a:off x="571500" y="3057525"/>
            <a:ext cx="7000875" cy="628650"/>
          </a:xfrm>
          <a:prstGeom prst="rect">
            <a:avLst/>
          </a:prstGeom>
          <a:solidFill>
            <a:srgbClr val="FFF1E6"/>
          </a:solidFill>
          <a:ln w="0">
            <a:noFill/>
            <a:prstDash val="solid"/>
          </a:ln>
        </ns0:spPr>
      </ns0:sp>
      <ns0:sp>
        <ns0:nvSpPr>
          <ns0:cNvPr id="34" name="">
            <a:extLst>
              <a:ext uri="{FF2B5EF4-FFF2-40B4-BE49-F238E27FC236}">
                <ns2:creationId id="{1F352228-5404-4C85-98D1-04F7D8A33573}"/>
              </a:ext>
            </a:extLst>
          </ns0:cNvPr>
          <ns0:cNvSpPr>
            <a:spLocks noGrp="1"/>
          </ns0:cNvSpPr>
          <ns0:nvPr/>
        </ns0:nvSpPr>
        <ns0:spPr>
          <a:xfrm>
            <a:off x="571500" y="367665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35" name="">
            <a:extLst>
              <a:ext uri="{FF2B5EF4-FFF2-40B4-BE49-F238E27FC236}">
                <ns2:creationId id="{E8988BBE-3677-4149-B623-FC8C9D4716D1}"/>
              </a:ext>
            </a:extLst>
          </ns0:cNvPr>
          <ns0:cNvSpPr>
            <a:spLocks noGrp="1"/>
          </ns0:cNvSpPr>
          <ns0:nvPr/>
        </ns0:nvSpPr>
        <ns0:spPr>
          <a:xfrm>
            <a:off x="628650" y="308610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A3019323-1842-4D93-9578-A05FF7F1F0F8}"/>
              </a:ext>
            </a:extLst>
          </ns0:cNvPr>
          <ns0:cNvSpPr>
            <a:spLocks noGrp="1"/>
          </ns0:cNvSpPr>
          <ns0:nvPr/>
        </ns0:nvSpPr>
        <ns0:spPr>
          <a:xfrm>
            <a:off x="1771650" y="30861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2B62C3AA-BC04-42CA-9AF7-B28647815920}"/>
              </a:ext>
            </a:extLst>
          </ns0:cNvPr>
          <ns0:cNvSpPr>
            <a:spLocks noGrp="1"/>
          </ns0:cNvSpPr>
          <ns0:nvPr/>
        </ns0:nvSpPr>
        <ns0:spPr>
          <a:xfrm>
            <a:off x="2628900" y="308610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ns0:txBody>
      </ns0:sp>
      <ns0:sp>
        <ns0:nvSpPr>
          <ns0:cNvPr id="38" name="">
            <a:extLst>
              <a:ext uri="{FF2B5EF4-FFF2-40B4-BE49-F238E27FC236}">
                <ns2:creationId id="{C9414F00-2413-4605-99DB-DC478D24A986}"/>
              </a:ext>
            </a:extLst>
          </ns0:cNvPr>
          <ns0:cNvSpPr>
            <a:spLocks noGrp="1"/>
          </ns0:cNvSpPr>
          <ns0:nvPr/>
        </ns0:nvSpPr>
        <ns0:spPr>
          <a:xfrm>
            <a:off x="3152775" y="308610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BAF1C098-4188-4A64-81C0-3AE179A0AB3B}"/>
              </a:ext>
            </a:extLst>
          </ns0:cNvPr>
          <ns0:cNvSpPr>
            <a:spLocks noGrp="1"/>
          </ns0:cNvSpPr>
          <ns0:nvPr/>
        </ns0:nvSpPr>
        <ns0:spPr>
          <a:xfrm>
            <a:off x="5248275" y="30861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A34EFEEB-76C5-4B8A-9D9A-BF35CDBDC30C}"/>
              </a:ext>
            </a:extLst>
          </ns0:cNvPr>
          <ns0:cNvSpPr>
            <a:spLocks noGrp="1"/>
          </ns0:cNvSpPr>
          <ns0:nvPr/>
        </ns0:nvSpPr>
        <ns0:spPr>
          <a:xfrm>
            <a:off x="6010275" y="30861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813EF43F-C52B-46D7-8213-502C2937411D}"/>
              </a:ext>
            </a:extLst>
          </ns0:cNvPr>
          <ns0:cNvSpPr>
            <a:spLocks noGrp="1"/>
          </ns0:cNvSpPr>
          <ns0:nvPr/>
        </ns0:nvSpPr>
        <ns0:spPr>
          <a:xfrm>
            <a:off x="6772275" y="30861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ns0:txBody>
      </ns0:sp>
      <ns0:sp>
        <ns0:nvSpPr>
          <ns0:cNvPr id="42" name="">
            <a:extLst>
              <a:ext uri="{FF2B5EF4-FFF2-40B4-BE49-F238E27FC236}">
                <ns2:creationId id="{2993357B-FF4B-4935-B11D-AC8A172DC7AB}"/>
              </a:ext>
            </a:extLst>
          </ns0:cNvPr>
          <ns0:cNvSpPr>
            <a:spLocks noGrp="1"/>
          </ns0:cNvSpPr>
          <ns0:nvPr/>
        </ns0:nvSpPr>
        <ns0:spPr>
          <a:xfrm>
            <a:off x="571500" y="3686175"/>
            <a:ext cx="7000875" cy="6286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43" name="">
            <a:extLst>
              <a:ext uri="{FF2B5EF4-FFF2-40B4-BE49-F238E27FC236}">
                <ns2:creationId id="{EB66871C-CD28-49E1-87B6-053F310A178E}"/>
              </a:ext>
            </a:extLst>
          </ns0:cNvPr>
          <ns0:cNvSpPr>
            <a:spLocks noGrp="1"/>
          </ns0:cNvSpPr>
          <ns0:nvPr/>
        </ns0:nvSpPr>
        <ns0:spPr>
          <a:xfrm>
            <a:off x="571500" y="430530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60B669A8-8048-470B-A857-1BE59F28DE5A}"/>
              </a:ext>
            </a:extLst>
          </ns0:cNvPr>
          <ns0:cNvSpPr>
            <a:spLocks noGrp="1"/>
          </ns0:cNvSpPr>
          <ns0:nvPr/>
        </ns0:nvSpPr>
        <ns0:spPr>
          <a:xfrm>
            <a:off x="628650" y="371475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31E2E102-67EA-4BAF-BF5F-54CD23CE00C4}"/>
              </a:ext>
            </a:extLst>
          </ns0:cNvPr>
          <ns0:cNvSpPr>
            <a:spLocks noGrp="1"/>
          </ns0:cNvSpPr>
          <ns0:nvPr/>
        </ns0:nvSpPr>
        <ns0:spPr>
          <a:xfrm>
            <a:off x="1771650" y="37147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38,9 bi</a:t>
            </a:r>
          </a:p>
        </ns0:txBody>
      </ns0:sp>
      <ns0:sp>
        <ns0:nvSpPr>
          <ns0:cNvPr id="46" name="">
            <a:extLst>
              <a:ext uri="{FF2B5EF4-FFF2-40B4-BE49-F238E27FC236}">
                <ns2:creationId id="{EE6A072E-8F8B-46DA-BC1C-190D9DED65D8}"/>
              </a:ext>
            </a:extLst>
          </ns0:cNvPr>
          <ns0:cNvSpPr>
            <a:spLocks noGrp="1"/>
          </ns0:cNvSpPr>
          <ns0:nvPr/>
        </ns0:nvSpPr>
        <ns0:spPr>
          <a:xfrm>
            <a:off x="2628900" y="371475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9C7D8D94-30FC-478A-A70B-08D19882D469}"/>
              </a:ext>
            </a:extLst>
          </ns0:cNvPr>
          <ns0:cNvSpPr>
            <a:spLocks noGrp="1"/>
          </ns0:cNvSpPr>
          <ns0:nvPr/>
        </ns0:nvSpPr>
        <ns0:spPr>
          <a:xfrm>
            <a:off x="3152775" y="371475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ns0:txBody>
      </ns0:sp>
      <ns0:sp>
        <ns0:nvSpPr>
          <ns0:cNvPr id="48" name="">
            <a:extLst>
              <a:ext uri="{FF2B5EF4-FFF2-40B4-BE49-F238E27FC236}">
                <ns2:creationId id="{5E9AD0F8-33EA-4CE5-BAEC-371587939CD3}"/>
              </a:ext>
            </a:extLst>
          </ns0:cNvPr>
          <ns0:cNvSpPr>
            <a:spLocks noGrp="1"/>
          </ns0:cNvSpPr>
          <ns0:nvPr/>
        </ns0:nvSpPr>
        <ns0:spPr>
          <a:xfrm>
            <a:off x="5248275" y="37147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25,8%</a:t>
            </a:r>
          </a:p>
        </ns0:txBody>
      </ns0:sp>
      <ns0:sp>
        <ns0:nvSpPr>
          <ns0:cNvPr id="49" name="">
            <a:extLst>
              <a:ext uri="{FF2B5EF4-FFF2-40B4-BE49-F238E27FC236}">
                <ns2:creationId id="{C82F1E6A-FE6C-4248-8B9F-3EB91E38B082}"/>
              </a:ext>
            </a:extLst>
          </ns0:cNvPr>
          <ns0:cNvSpPr>
            <a:spLocks noGrp="1"/>
          </ns0:cNvSpPr>
          <ns0:nvPr/>
        </ns0:nvSpPr>
        <ns0:spPr>
          <a:xfrm>
            <a:off x="6010275" y="37147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51,9%</a:t>
            </a:r>
          </a:p>
        </ns0:txBody>
      </ns0:sp>
      <ns0:sp>
        <ns0:nvSpPr>
          <ns0:cNvPr id="50" name="">
            <a:extLst>
              <a:ext uri="{FF2B5EF4-FFF2-40B4-BE49-F238E27FC236}">
                <ns2:creationId id="{16F459F1-85F4-446F-8089-9DAF1D3886DA}"/>
              </a:ext>
            </a:extLst>
          </ns0:cNvPr>
          <ns0:cNvSpPr>
            <a:spLocks noGrp="1"/>
          </ns0:cNvSpPr>
          <ns0:nvPr/>
        </ns0:nvSpPr>
        <ns0:spPr>
          <a:xfrm>
            <a:off x="6772275" y="37147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1.225</a:t>
            </a:r>
          </a:p>
        </ns0:txBody>
      </ns0:sp>
      <ns0:sp>
        <ns0:nvSpPr>
          <ns0:cNvPr id="51" name="">
            <a:extLst>
              <a:ext uri="{FF2B5EF4-FFF2-40B4-BE49-F238E27FC236}">
                <ns2:creationId id="{9B9C4624-CCA3-4ECB-95EA-D8B5B1261DAD}"/>
              </a:ext>
            </a:extLst>
          </ns0:cNvPr>
          <ns0:cNvSpPr>
            <a:spLocks noGrp="1"/>
          </ns0:cNvSpPr>
          <ns0:nvPr/>
        </ns0:nvSpPr>
        <ns0:spPr>
          <a:xfrm>
            <a:off x="571500" y="4314825"/>
            <a:ext cx="7000875" cy="6286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52" name="">
            <a:extLst>
              <a:ext uri="{FF2B5EF4-FFF2-40B4-BE49-F238E27FC236}">
                <ns2:creationId id="{87295A2B-1FB2-4509-B26D-CECA87AB6382}"/>
              </a:ext>
            </a:extLst>
          </ns0:cNvPr>
          <ns0:cNvSpPr>
            <a:spLocks noGrp="1"/>
          </ns0:cNvSpPr>
          <ns0:nvPr/>
        </ns0:nvSpPr>
        <ns0:spPr>
          <a:xfrm>
            <a:off x="571500" y="493395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3" name="">
            <a:extLst>
              <a:ext uri="{FF2B5EF4-FFF2-40B4-BE49-F238E27FC236}">
                <ns2:creationId id="{173E0E3D-11CE-4FBE-9242-68547187C104}"/>
              </a:ext>
            </a:extLst>
          </ns0:cNvPr>
          <ns0:cNvSpPr>
            <a:spLocks noGrp="1"/>
          </ns0:cNvSpPr>
          <ns0:nvPr/>
        </ns0:nvSpPr>
        <ns0:spPr>
          <a:xfrm>
            <a:off x="628650" y="434340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ns0:txBody>
      </ns0:sp>
      <ns0:sp>
        <ns0:nvSpPr>
          <ns0:cNvPr id="54" name="">
            <a:extLst>
              <a:ext uri="{FF2B5EF4-FFF2-40B4-BE49-F238E27FC236}">
                <ns2:creationId id="{FEDA3E9A-F781-44D1-BED0-597D833EA27D}"/>
              </a:ext>
            </a:extLst>
          </ns0:cNvPr>
          <ns0:cNvSpPr>
            <a:spLocks noGrp="1"/>
          </ns0:cNvSpPr>
          <ns0:nvPr/>
        </ns0:nvSpPr>
        <ns0:spPr>
          <a:xfrm>
            <a:off x="1771650" y="43434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ns0:txBody>
      </ns0:sp>
      <ns0:sp>
        <ns0:nvSpPr>
          <ns0:cNvPr id="55" name="">
            <a:extLst>
              <a:ext uri="{FF2B5EF4-FFF2-40B4-BE49-F238E27FC236}">
                <ns2:creationId id="{A366BFE9-D5DD-4935-94C8-D70B60254159}"/>
              </a:ext>
            </a:extLst>
          </ns0:cNvPr>
          <ns0:cNvSpPr>
            <a:spLocks noGrp="1"/>
          </ns0:cNvSpPr>
          <ns0:nvPr/>
        </ns0:nvSpPr>
        <ns0:spPr>
          <a:xfrm>
            <a:off x="2628900" y="434340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ns0:txBody>
      </ns0:sp>
      <ns0:sp>
        <ns0:nvSpPr>
          <ns0:cNvPr id="56" name="">
            <a:extLst>
              <a:ext uri="{FF2B5EF4-FFF2-40B4-BE49-F238E27FC236}">
                <ns2:creationId id="{45F54541-571B-4275-B4AD-4AC39E03C516}"/>
              </a:ext>
            </a:extLst>
          </ns0:cNvPr>
          <ns0:cNvSpPr>
            <a:spLocks noGrp="1"/>
          </ns0:cNvSpPr>
          <ns0:nvPr/>
        </ns0:nvSpPr>
        <ns0:spPr>
          <a:xfrm>
            <a:off x="3152775" y="434340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ns0:txBody>
      </ns0:sp>
      <ns0:sp>
        <ns0:nvSpPr>
          <ns0:cNvPr id="57" name="">
            <a:extLst>
              <a:ext uri="{FF2B5EF4-FFF2-40B4-BE49-F238E27FC236}">
                <ns2:creationId id="{A0CA2D7B-4B4E-4ECE-A42F-F605BB50EBCC}"/>
              </a:ext>
            </a:extLst>
          </ns0:cNvPr>
          <ns0:cNvSpPr>
            <a:spLocks noGrp="1"/>
          </ns0:cNvSpPr>
          <ns0:nvPr/>
        </ns0:nvSpPr>
        <ns0:spPr>
          <a:xfrm>
            <a:off x="5248275" y="43434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ns0:txBody>
      </ns0:sp>
      <ns0:sp>
        <ns0:nvSpPr>
          <ns0:cNvPr id="58" name="">
            <a:extLst>
              <a:ext uri="{FF2B5EF4-FFF2-40B4-BE49-F238E27FC236}">
                <ns2:creationId id="{BF8174AA-0B3A-47DD-9121-F86C365EF009}"/>
              </a:ext>
            </a:extLst>
          </ns0:cNvPr>
          <ns0:cNvSpPr>
            <a:spLocks noGrp="1"/>
          </ns0:cNvSpPr>
          <ns0:nvPr/>
        </ns0:nvSpPr>
        <ns0:spPr>
          <a:xfrm>
            <a:off x="6010275" y="434340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ns0:txBody>
      </ns0:sp>
      <ns0:sp>
        <ns0:nvSpPr>
          <ns0:cNvPr id="59" name="">
            <a:extLst>
              <a:ext uri="{FF2B5EF4-FFF2-40B4-BE49-F238E27FC236}">
                <ns2:creationId id="{E5BCF18B-BB9A-43DE-BB3E-FE75E341B1F9}"/>
              </a:ext>
            </a:extLst>
          </ns0:cNvPr>
          <ns0:cNvSpPr>
            <a:spLocks noGrp="1"/>
          </ns0:cNvSpPr>
          <ns0:nvPr/>
        </ns0:nvSpPr>
        <ns0:spPr>
          <a:xfrm>
            <a:off x="6772275" y="434340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1.113</a:t>
            </a:r>
          </a:p>
        </ns0:txBody>
      </ns0:sp>
      <ns0:sp>
        <ns0:nvSpPr>
          <ns0:cNvPr id="60" name="">
            <a:extLst>
              <a:ext uri="{FF2B5EF4-FFF2-40B4-BE49-F238E27FC236}">
                <ns2:creationId id="{5CA62C2D-13D0-4503-96B8-26CBB482DAFE}"/>
              </a:ext>
            </a:extLst>
          </ns0:cNvPr>
          <ns0:cNvSpPr>
            <a:spLocks noGrp="1"/>
          </ns0:cNvSpPr>
          <ns0:nvPr/>
        </ns0:nvSpPr>
        <ns0:spPr>
          <a:xfrm>
            <a:off x="571500" y="4943475"/>
            <a:ext cx="7000875" cy="62865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61" name="">
            <a:extLst>
              <a:ext uri="{FF2B5EF4-FFF2-40B4-BE49-F238E27FC236}">
                <ns2:creationId id="{C8176F0B-5FD0-45F8-902D-2091C5772BBA}"/>
              </a:ext>
            </a:extLst>
          </ns0:cNvPr>
          <ns0:cNvSpPr>
            <a:spLocks noGrp="1"/>
          </ns0:cNvSpPr>
          <ns0:nvPr/>
        </ns0:nvSpPr>
        <ns0:spPr>
          <a:xfrm>
            <a:off x="571500" y="5562600"/>
            <a:ext cx="7000875" cy="7144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62" name="">
            <a:extLst>
              <a:ext uri="{FF2B5EF4-FFF2-40B4-BE49-F238E27FC236}">
                <ns2:creationId id="{21691A7E-1627-4D69-843E-D8C2789DBE70}"/>
              </a:ext>
            </a:extLst>
          </ns0:cNvPr>
          <ns0:cNvSpPr>
            <a:spLocks noGrp="1"/>
          </ns0:cNvSpPr>
          <ns0:nvPr/>
        </ns0:nvSpPr>
        <ns0:spPr>
          <a:xfrm>
            <a:off x="628650" y="4972050"/>
            <a:ext cx="1028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ns0:txBody>
      </ns0:sp>
      <ns0:sp>
        <ns0:nvSpPr>
          <ns0:cNvPr id="63" name="">
            <a:extLst>
              <a:ext uri="{FF2B5EF4-FFF2-40B4-BE49-F238E27FC236}">
                <ns2:creationId id="{74035751-63C7-4CC6-9255-487EF3060172}"/>
              </a:ext>
            </a:extLst>
          </ns0:cNvPr>
          <ns0:cNvSpPr>
            <a:spLocks noGrp="1"/>
          </ns0:cNvSpPr>
          <ns0:nvPr/>
        </ns0:nvSpPr>
        <ns0:spPr>
          <a:xfrm>
            <a:off x="1771650" y="49720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17,5 bi</a:t>
            </a:r>
          </a:p>
        </ns0:txBody>
      </ns0:sp>
      <ns0:sp>
        <ns0:nvSpPr>
          <ns0:cNvPr id="64" name="">
            <a:extLst>
              <a:ext uri="{FF2B5EF4-FFF2-40B4-BE49-F238E27FC236}">
                <ns2:creationId id="{2788824F-D7B6-48D0-BDBD-4E02B3213418}"/>
              </a:ext>
            </a:extLst>
          </ns0:cNvPr>
          <ns0:cNvSpPr>
            <a:spLocks noGrp="1"/>
          </ns0:cNvSpPr>
          <ns0:nvPr/>
        </ns0:nvSpPr>
        <ns0:spPr>
          <a:xfrm>
            <a:off x="2628900" y="4972050"/>
            <a:ext cx="409575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65" name="">
            <a:extLst>
              <a:ext uri="{FF2B5EF4-FFF2-40B4-BE49-F238E27FC236}">
                <ns2:creationId id="{8ABBE14E-B80E-4264-A43D-9359A2E7263A}"/>
              </a:ext>
            </a:extLst>
          </ns0:cNvPr>
          <ns0:cNvSpPr>
            <a:spLocks noGrp="1"/>
          </ns0:cNvSpPr>
          <ns0:nvPr/>
        </ns0:nvSpPr>
        <ns0:spPr>
          <a:xfrm>
            <a:off x="3152775" y="4972050"/>
            <a:ext cx="19812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ns0:txBody>
      </ns0:sp>
      <ns0:sp>
        <ns0:nvSpPr>
          <ns0:cNvPr id="66" name="">
            <a:extLst>
              <a:ext uri="{FF2B5EF4-FFF2-40B4-BE49-F238E27FC236}">
                <ns2:creationId id="{10FBCFD2-2FC6-4C41-8EFB-B2DA250B7214}"/>
              </a:ext>
            </a:extLst>
          </ns0:cNvPr>
          <ns0:cNvSpPr>
            <a:spLocks noGrp="1"/>
          </ns0:cNvSpPr>
          <ns0:nvPr/>
        </ns0:nvSpPr>
        <ns0:spPr>
          <a:xfrm>
            <a:off x="5248275" y="49720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49,7%</a:t>
            </a:r>
          </a:p>
        </ns0:txBody>
      </ns0:sp>
      <ns0:sp>
        <ns0:nvSpPr>
          <ns0:cNvPr id="67" name="">
            <a:extLst>
              <a:ext uri="{FF2B5EF4-FFF2-40B4-BE49-F238E27FC236}">
                <ns2:creationId id="{6CA76C98-61D4-4CF2-A2E3-070722555301}"/>
              </a:ext>
            </a:extLst>
          </ns0:cNvPr>
          <ns0:cNvSpPr>
            <a:spLocks noGrp="1"/>
          </ns0:cNvSpPr>
          <ns0:nvPr/>
        </ns0:nvSpPr>
        <ns0:spPr>
          <a:xfrm>
            <a:off x="6010275" y="4972050"/>
            <a:ext cx="64770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62,2%</a:t>
            </a:r>
          </a:p>
        </ns0:txBody>
      </ns0:sp>
      <ns0:sp>
        <ns0:nvSpPr>
          <ns0:cNvPr id="68" name="">
            <a:extLst>
              <a:ext uri="{FF2B5EF4-FFF2-40B4-BE49-F238E27FC236}">
                <ns2:creationId id="{AC1CD6E2-3505-4B33-A6FD-674C0CE41B91}"/>
              </a:ext>
            </a:extLst>
          </ns0:cNvPr>
          <ns0:cNvSpPr>
            <a:spLocks noGrp="1"/>
          </ns0:cNvSpPr>
          <ns0:nvPr/>
        </ns0:nvSpPr>
        <ns0:spPr>
          <a:xfrm>
            <a:off x="6772275" y="4972050"/>
            <a:ext cx="742950" cy="571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95000"/>
              </a:lnSpc>
              <a:buNone/>
              <a:def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2.658</a:t>
            </a:r>
          </a:p>
        </ns0:txBody>
      </ns0:sp>
      <ns0:sp>
        <ns0:nvSpPr>
          <ns0:cNvPr id="69" name="">
            <a:extLst>
              <a:ext uri="{FF2B5EF4-FFF2-40B4-BE49-F238E27FC236}">
                <ns2:creationId id="{0316BD9C-8142-482E-9C28-11F8F54419D1}"/>
              </a:ext>
            </a:extLst>
          </ns0:cNvPr>
          <ns0:cNvSpPr>
            <a:spLocks noGrp="1"/>
          </ns0:cNvSpPr>
          <ns0:nvPr/>
        </ns0:nvSpPr>
        <ns0:spPr>
          <a:xfrm>
            <a:off x="571500" y="5657850"/>
            <a:ext cx="70008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ns0:txBody>
      </ns0:sp>
      <ns0:sp>
        <ns0:nvSpPr>
          <ns0:cNvPr id="70" name="">
            <a:extLst>
              <a:ext uri="{FF2B5EF4-FFF2-40B4-BE49-F238E27FC236}">
                <ns2:creationId id="{F97D94D5-83AF-47C6-9B54-5999A3F9C679}"/>
              </a:ext>
            </a:extLst>
          </ns0:cNvPr>
          <ns0:cNvSpPr>
            <a:spLocks noGrp="1"/>
          </ns0:cNvSpPr>
          <ns0:nvPr/>
        </ns0:nvSpPr>
        <ns0:spPr>
          <a:xfrm>
            <a:off x="8048625" y="1476375"/>
            <a:ext cx="3571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ns0:txBody>
      </ns0:sp>
      <ns0:sp>
        <ns0:nvSpPr>
          <ns0:cNvPr id="71" name="">
            <a:extLst>
              <a:ext uri="{FF2B5EF4-FFF2-40B4-BE49-F238E27FC236}">
                <ns2:creationId id="{9C336657-1B8B-4C1A-A567-B3DAF3CBA26B}"/>
              </a:ext>
            </a:extLst>
          </ns0:cNvPr>
          <ns0:cNvSpPr>
            <a:spLocks noGrp="1"/>
          </ns0:cNvSpPr>
          <ns0:nvPr/>
        </ns0:nvSpPr>
        <ns0:spPr>
          <a:xfrm>
            <a:off x="8048625" y="1743075"/>
            <a:ext cx="3571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72" name="">
            <a:extLst>
              <a:ext uri="{FF2B5EF4-FFF2-40B4-BE49-F238E27FC236}">
                <ns2:creationId id="{1676E86F-3DFE-4BED-BEB6-5B40EAB35864}"/>
              </a:ext>
            </a:extLst>
          </ns0:cNvPr>
          <ns0:cNvSpPr>
            <a:spLocks noGrp="1"/>
          </ns0:cNvSpPr>
          <ns0:nvPr/>
        </ns0:nvSpPr>
        <ns0:spPr>
          <a:xfrm>
            <a:off x="8048625" y="2000250"/>
            <a:ext cx="35718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ns0:txBody>
      </ns0:sp>
      <ns0:sp>
        <ns0:nvSpPr>
          <ns0:cNvPr id="73" name="">
            <a:extLst>
              <a:ext uri="{FF2B5EF4-FFF2-40B4-BE49-F238E27FC236}">
                <ns2:creationId id="{3FDF1DAA-A748-4E46-97CC-33C810DC3970}"/>
              </a:ext>
            </a:extLst>
          </ns0:cNvPr>
          <ns0:cNvSpPr>
            <a:spLocks noGrp="1"/>
          </ns0:cNvSpPr>
          <ns0:nvPr/>
        </ns0:nvSpPr>
        <ns0:spPr>
          <a:xfrm>
            <a:off x="8048625" y="2286000"/>
            <a:ext cx="357187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ns0:txBody>
      </ns0:sp>
      <ns0:sp>
        <ns0:nvSpPr>
          <ns0:cNvPr id="74" name="">
            <a:extLst>
              <a:ext uri="{FF2B5EF4-FFF2-40B4-BE49-F238E27FC236}">
                <ns2:creationId id="{2B750609-98FF-48E1-8FAF-47003E38FFBE}"/>
              </a:ext>
            </a:extLst>
          </ns0:cNvPr>
          <ns0:cNvSpPr>
            <a:spLocks noGrp="1"/>
          </ns0:cNvSpPr>
          <ns0:nvPr/>
        </ns0:nvSpPr>
        <ns0:spPr>
          <a:xfrm>
            <a:off x="8048625" y="2667000"/>
            <a:ext cx="3571875" cy="342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0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ns0:txBody>
      </ns0:sp>
      <ns0:sp>
        <ns0:nvSpPr>
          <ns0:cNvPr id="75" name="">
            <a:extLst>
              <a:ext uri="{FF2B5EF4-FFF2-40B4-BE49-F238E27FC236}">
                <ns2:creationId id="{4804ECAC-8630-4735-9038-F864EBB53848}"/>
              </a:ext>
            </a:extLst>
          </ns0:cNvPr>
          <ns0:cNvSpPr>
            <a:spLocks noGrp="1"/>
          </ns0:cNvSpPr>
          <ns0:nvPr/>
        </ns0:nvSpPr>
        <ns0:spPr>
          <a:xfrm>
            <a:off x="8048625" y="3086100"/>
            <a:ext cx="3571875" cy="4286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ns0:txBody>
      </ns0:sp>
      <ns0:sp>
        <ns0:nvSpPr>
          <ns0:cNvPr id="76" name="">
            <a:extLst>
              <a:ext uri="{FF2B5EF4-FFF2-40B4-BE49-F238E27FC236}">
                <ns2:creationId id="{672712EC-6EDE-48E6-AD2D-A705DEC9A429}"/>
              </a:ext>
            </a:extLst>
          </ns0:cNvPr>
          <ns0:cNvSpPr>
            <a:spLocks noGrp="1"/>
          </ns0:cNvSpPr>
          <ns0:nvPr/>
        </ns0:nvSpPr>
        <ns0:spPr>
          <a:xfrm>
            <a:off x="8048625" y="3714750"/>
            <a:ext cx="357187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ns0:txBody>
      </ns0:sp>
      <ns0:sp>
        <ns0:nvSpPr>
          <ns0:cNvPr id="77" name="">
            <a:extLst>
              <a:ext uri="{FF2B5EF4-FFF2-40B4-BE49-F238E27FC236}">
                <ns2:creationId id="{1ED474D9-D6DF-4D4D-B9D9-C4E697860473}"/>
              </a:ext>
            </a:extLst>
          </ns0:cNvPr>
          <ns0:cNvSpPr>
            <a:spLocks noGrp="1"/>
          </ns0:cNvSpPr>
          <ns0:nvPr/>
        </ns0:nvSpPr>
        <ns0:spPr>
          <a:xfrm>
            <a:off x="8048625" y="4000500"/>
            <a:ext cx="3571875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ns0:txBody>
      </ns0:sp>
      <ns0:sp>
        <ns0:nvSpPr>
          <ns0:cNvPr id="78" name="">
            <a:extLst>
              <a:ext uri="{FF2B5EF4-FFF2-40B4-BE49-F238E27FC236}">
                <ns2:creationId id="{C636C56E-BE99-4F3C-AB11-A3BAA1A8D9C2}"/>
              </a:ext>
            </a:extLst>
          </ns0:cNvPr>
          <ns0:cNvSpPr>
            <a:spLocks noGrp="1"/>
          </ns0:cNvSpPr>
          <ns0:nvPr/>
        </ns0:nvSpPr>
        <ns0:spPr>
          <a:xfrm>
            <a:off x="8048625" y="4381500"/>
            <a:ext cx="3571875" cy="342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025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ns0:txBody>
      </ns0:sp>
      <ns0:sp>
        <ns0:nvSpPr>
          <ns0:cNvPr id="79" name="">
            <a:extLst>
              <a:ext uri="{FF2B5EF4-FFF2-40B4-BE49-F238E27FC236}">
                <ns2:creationId id="{8D100E86-2E1D-48BB-A827-1F238C825D50}"/>
              </a:ext>
            </a:extLst>
          </ns0:cNvPr>
          <ns0:cNvSpPr>
            <a:spLocks noGrp="1"/>
          </ns0:cNvSpPr>
          <ns0:nvPr/>
        </ns0:nvSpPr>
        <ns0:spPr>
          <a:xfrm>
            <a:off x="8048625" y="4800600"/>
            <a:ext cx="3571875" cy="4286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46 fundos; TAPSO = 55,0% do PL mono.</a:t>
            </a:r>
          </a:p>
        </ns0:txBody>
      </ns0:sp>
    </ns0:spTree>
    <ns0:extLst>
      <ns0:ext uri="{BB962C8B-B14F-4D97-AF65-F5344CB8AC3E}">
        <ns3:creationId val="1201965086"/>
      </ns0:ext>
    </ns0:extLst>
  </ns0:cSld>
</ns0:sld>
</file>

<file path=ppt/slides/slide1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D87B17FA-B168-437C-A687-CABEE19FBA0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D08050C-BEBC-4001-AAED-FBDE1E9837AE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3C16E42-6E20-45EB-986C-033BCC24152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C7B79FF-D915-4C32-8C2D-9550A1484B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4D87D07-E68B-43A8-A484-C36563A0167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22E98CC-73E3-446D-A01C-2C3C4667243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C61011C-3E67-4684-B846-0EA7BBAEA807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D240FA9-22C5-4174-AD1E-8839AB997AE8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09bd18fef68f42e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7ABF64C-E005-43F9-A551-D26D8A6B994F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455E0FE-321A-4468-B39F-793A0AA2DFE8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e15ab7f141214972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a79cc1d297847c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661EEB6-2EA0-47CA-9A33-2AA15CED3DEC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438650"/>
          <a:ext cx="11049000" cy="1428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A202D1FB-00F6-497B-84A1-58EC4D371378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2053545249"/>
      </ns0:ext>
    </ns0:extLst>
  </ns0:cSld>
</ns0:sld>
</file>

<file path=ppt/slides/slide1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E8779C45-89BF-4158-90EF-63CD0F9F595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82E23E-E6AE-4AB6-8550-5B6B221FBC0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5C0D5CA-0DA5-4AB9-BA14-3CC0789FE2CC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5A53A33-1CB2-4C51-924D-338C8F57C48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5A9E973-B116-476F-9BE2-DBDDB75DCBA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928A365-8BA1-49F7-8E5D-0155ADF5C5C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726CD4B-4658-435F-99D6-282AE066E69B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F4FBE6-582D-48E0-9D7C-4A1C15B56E49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1925bb6f9b9d4582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C0B4306-E11E-4917-8AD7-38C5DDC6E46A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FB7281C-BDB7-412E-AA50-8506D8E37C17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20b6ddfaf69c4de9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827D042-2017-4980-A633-20CD4FCE4300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E6F03E-BB7D-4294-92D3-93824AB189DA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76e983aded914ae5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e3bb4a6ba6d54453"/>
          </a:graphicData>
        </a:graphic>
      </ns0:graphicFrame>
      <ns0:sp>
        <ns0:nvSpPr>
          <ns0:cNvPr id="17" name="">
            <a:extLst>
              <a:ext uri="{FF2B5EF4-FFF2-40B4-BE49-F238E27FC236}">
                <ns2:creationId id="{E9086C43-FA18-45F4-B153-0175B73C2FF0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AA9CBDB2-D28F-4EEB-AA7D-365013BA1E7A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C32941B-6BDB-4C71-B0C4-B9C2EBE4CFEB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AEB718C0-7249-4ADB-8D00-EA9BFAA7F59B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55C9B8BE-4A55-4354-85A1-1BC91181C626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28866CAB-86AD-4912-9B4A-5BDAD97F7086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6C91B639-C3CE-40E9-AD03-6ECDC53577E6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FA1D7439-4EA9-408B-9938-1FF039179AAB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9463F0DA-3530-4ACD-92A7-095E9C0B953E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1715849398"/>
      </ns0:ext>
    </ns0:extLst>
  </ns0:cSld>
</ns0:sld>
</file>

<file path=ppt/slides/slide20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7F9101D1-5436-40BC-8955-381198C9E3C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6F6C624-DB8A-49C1-B0D6-2A61D6CE881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FBE06E9-3AFE-464E-9778-0761AB1DA9F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3325FE8-FE8B-4F48-929F-EF0EFCCA241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65F9B16-8787-4BB4-9645-BF8485425DB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AF2C653-DD2E-4B8D-96E6-1614A1B3C4A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D46721D-0093-4C54-9BB8-59D6B9ADD3D7}"/>
              </a:ext>
            </a:extLst>
          </ns0:cNvPr>
          <ns0:cNvSpPr>
            <a:spLocks noGrp="1"/>
          </ns0:cNvSpPr>
          <ns0:nvPr/>
        </ns0:nvSpPr>
        <ns0:spPr>
          <a:xfrm>
            <a:off x="571500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D051D-51BD-4E95-85BF-04575D95D428}"/>
              </a:ext>
            </a:extLst>
          </ns0:cNvPr>
          <ns0:cNvSpPr>
            <a:spLocks noGrp="1"/>
          </ns0:cNvSpPr>
          <ns0:nvPr/>
        </ns0:nvSpPr>
        <ns0:spPr>
          <a:xfrm>
            <a:off x="571500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628775"/>
          <a:ext cx="5286375" cy="1885950"/>
        </ns0:xfrm>
        <a:graphic>
          <a:graphicData uri="http://schemas.openxmlformats.org/drawingml/2006/chart">
            <c:chart ns4:id="Rc9e23b5beb5d46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FE8F04A8-DC15-40BA-81DD-C2B1E5BC2CD1}"/>
              </a:ext>
            </a:extLst>
          </ns0:cNvPr>
          <ns0:cNvSpPr>
            <a:spLocks noGrp="1"/>
          </ns0:cNvSpPr>
          <ns0:nvPr/>
        </ns0:nvSpPr>
        <ns0:spPr>
          <a:xfrm>
            <a:off x="6334125" y="13049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6F1AF28-AB3C-4E5E-8E62-DD5E67F76D4A}"/>
              </a:ext>
            </a:extLst>
          </ns0:cNvPr>
          <ns0:cNvSpPr>
            <a:spLocks noGrp="1"/>
          </ns0:cNvSpPr>
          <ns0:nvPr/>
        </ns0:nvSpPr>
        <ns0:spPr>
          <a:xfrm>
            <a:off x="6334125" y="15716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6334125" y="1628775"/>
          <a:ext cx="5286375" cy="1885950"/>
        </ns0:xfrm>
        <a:graphic>
          <a:graphicData uri="http://schemas.openxmlformats.org/drawingml/2006/chart">
            <c:chart ns4:id="R100f0103db8b4d8c"/>
          </a:graphicData>
        </a:graphic>
      </ns0:graphicFrame>
      <ns0:graphicFrame>
        <ns0:nvGraphicFramePr>
          <ns0:cNvPr id="33" name="Chart"/>
          <ns0:cNvGraphicFramePr/>
          <ns0:nvPr/>
        </ns0:nvGraphicFramePr>
        <ns0:xfrm>
          <a:off x="4333875" y="3552825"/>
          <a:ext cx="3524250" cy="209550"/>
        </ns0:xfrm>
        <a:graphic>
          <a:graphicData uri="http://schemas.openxmlformats.org/drawingml/2006/chart">
            <c:chart ns4:id="R6a1aa09660fd44c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877E3C94-1847-4EC0-BA5E-4B9117BAD206}"/>
              </a:ext>
            </a:extLst>
          </ns0:cNvPr>
          <ns0:cNvSpPr>
            <a:spLocks noGrp="1"/>
          </ns0:cNvSpPr>
          <ns0:nvPr/>
        </ns0:nvSpPr>
        <ns0:spPr>
          <a:xfrm>
            <a:off x="571500" y="3724275"/>
            <a:ext cx="528637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E6156B4-2CF2-4589-94E4-8D183BAD46A0}"/>
              </a:ext>
            </a:extLst>
          </ns0:cNvPr>
          <ns0:cNvSpPr>
            <a:spLocks noGrp="1"/>
          </ns0:cNvSpPr>
          <ns0:nvPr/>
        </ns0:nvSpPr>
        <ns0:spPr>
          <a:xfrm>
            <a:off x="571500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2DA8E2DD-E483-4BB8-9245-07BFDC79F336}"/>
              </a:ext>
            </a:extLst>
          </ns0:cNvPr>
          <ns0:cNvSpPr>
            <a:spLocks noGrp="1"/>
          </ns0:cNvSpPr>
          <ns0:nvPr/>
        </ns0:nvSpPr>
        <ns0:spPr>
          <a:xfrm>
            <a:off x="571500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571500" y="4171950"/>
          <a:ext cx="5286375" cy="1857375"/>
        </ns0:xfrm>
        <a:graphic>
          <a:graphicData uri="http://schemas.openxmlformats.org/drawingml/2006/chart">
            <c:chart ns4:id="Rb2c93df94cb6409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012EB88-8B9F-49BB-AEBD-F2A9491324D7}"/>
              </a:ext>
            </a:extLst>
          </ns0:cNvPr>
          <ns0:cNvSpPr>
            <a:spLocks noGrp="1"/>
          </ns0:cNvSpPr>
          <ns0:nvPr/>
        </ns0:nvSpPr>
        <ns0:spPr>
          <a:xfrm>
            <a:off x="6334125" y="386715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61EB0640-E22B-4E28-BC44-03DE1B6A3682}"/>
              </a:ext>
            </a:extLst>
          </ns0:cNvPr>
          <ns0:cNvSpPr>
            <a:spLocks noGrp="1"/>
          </ns0:cNvSpPr>
          <ns0:nvPr/>
        </ns0:nvSpPr>
        <ns0:spPr>
          <a:xfrm>
            <a:off x="6334125" y="413385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6334125" y="4171950"/>
          <a:ext cx="5286375" cy="1857375"/>
        </ns0:xfrm>
        <a:graphic>
          <a:graphicData uri="http://schemas.openxmlformats.org/drawingml/2006/chart">
            <c:chart ns4:id="R508d80abccc5498a"/>
          </a:graphicData>
        </a:graphic>
      </ns0:graphicFrame>
    </ns0:spTree>
    <ns0:extLst>
      <ns0:ext uri="{BB962C8B-B14F-4D97-AF65-F5344CB8AC3E}">
        <ns5:creationId val="42924861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E5101450-478C-485A-9F77-3AF52BA3B350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5B34A3D-603B-460C-BE94-6DF815725E6D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6835A21-F50E-435C-ABAA-D09EA6B66BD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616B9-ED93-46FC-9DB9-F053E9007B0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0492C5C-570B-4A78-8F83-1686AAA40FE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26ECB79-D7F6-4B2A-9BE1-3E83B56CFF9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3B7CADD-10F1-4BF4-8673-7BCC5CAB530D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6776A3B-A918-4CD6-BBED-71DD1B6AE735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AA+.br(sf)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BBB.br(sf)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br_Aa (AA)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AAA(EXP)sf(bra)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AA+(EXP)sf(bra)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F6D8003-E465-4FF7-AACD-FC7E9EBF8456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1D678AA3-BB9D-4322-AE06-870318322594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AAA(br)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3" name="">
            <a:extLst>
              <a:ext uri="{FF2B5EF4-FFF2-40B4-BE49-F238E27FC236}">
                <ns2:creationId id="{8AD53021-E00F-4E7F-807A-D2691B74F700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40675341-7E74-4ECE-AABF-F43532E3E7A3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AAF0E945-B535-4235-9E7A-53E89655EFF1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ns0:txBody>
      </ns0:sp>
    </ns0:spTree>
    <ns0:extLst>
      <ns0:ext uri="{BB962C8B-B14F-4D97-AF65-F5344CB8AC3E}">
        <ns3:creationId val="611681921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EAC09757-BC77-4E01-82CC-1D13F29B134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FB9C346-1055-4031-94EB-AF92FCEF501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20A8E34-4632-40C2-860E-32262BA83B0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F5908F-A08E-4971-8046-4E93B57923A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703F57-9E05-4EF2-9322-47CD77BF9161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54271DF-606A-4F2A-83FC-DF159B3EDE6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6B0B59F-0981-48EF-A01F-98B263BA3514}"/>
              </a:ext>
            </a:extLst>
          </ns0:cNvPr>
          <ns0:cNvSpPr>
            <a:spLocks noGrp="1"/>
          </ns0:cNvSpPr>
          <ns0:nvPr/>
        </ns0:nvSpPr>
        <ns0:spPr>
          <a:xfrm>
            <a:off x="571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1BDABB6-0A05-4757-9719-5DA6FFAD70A1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"/>
          <ns0:cNvGraphicFramePr/>
          <ns0:nvPr/>
        </ns0:nvGraphicFramePr>
        <ns0:xfrm>
          <a:off x="571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ABC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ACCESS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MODAL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3F3B2BE6-4EEC-4958-A3AC-BA35A5CAE326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61E4748-E329-4EE8-A902-AA461CEA9EF2}"/>
              </a:ext>
            </a:extLst>
          </ns0:cNvPr>
          <ns0:cNvSpPr>
            <a:spLocks noGrp="1"/>
          </ns0:cNvSpPr>
          <ns0:nvPr/>
        </ns0:nvSpPr>
        <ns0:spPr>
          <a:xfrm>
            <a:off x="6286500" y="1314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974F397F-DD6D-4C3F-B7E8-BF760E339EA8}"/>
              </a:ext>
            </a:extLst>
          </ns0:cNvPr>
          <ns0:cNvSpPr>
            <a:spLocks noGrp="1"/>
          </ns0:cNvSpPr>
          <ns0:nvPr/>
        </ns0:nvSpPr>
        <ns0:spPr>
          <a:xfrm>
            <a:off x="6286500" y="1581150"/>
            <a:ext cx="5334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"/>
          <ns0:cNvGraphicFramePr/>
          <ns0:nvPr/>
        </ns0:nvGraphicFramePr>
        <ns0:xfrm>
          <a:off x="6286500" y="1657350"/>
          <a:ext cx="5334000" cy="419100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ECONOMICA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brA(sf)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brBBB-(sf)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 INDÚSTRIA PETROQUÍMICA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4" name="">
            <a:extLst>
              <a:ext uri="{FF2B5EF4-FFF2-40B4-BE49-F238E27FC236}">
                <ns2:creationId id="{1DC27794-4BB6-4C55-B25A-08BE34A6ECBE}"/>
              </a:ext>
            </a:extLst>
          </ns0:cNvPr>
          <ns0:cNvSpPr>
            <a:spLocks noGrp="1"/>
          </ns0:cNvSpPr>
          <ns0:nvPr/>
        </ns0:nvSpPr>
        <ns0:spPr>
          <a:xfrm>
            <a:off x="6286500" y="5905500"/>
            <a:ext cx="5334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4B35E48-9B47-4D08-9887-E3AC75DEDD7C}"/>
              </a:ext>
            </a:extLst>
          </ns0:cNvPr>
          <ns0:cNvSpPr>
            <a:spLocks noGrp="1"/>
          </ns0:cNvSpPr>
          <ns0:nvPr/>
        </ns0:nvSpPr>
        <ns0:spPr>
          <a:xfrm>
            <a:off x="571500" y="6105525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ns0:txBody>
      </ns0:sp>
    </ns0:spTree>
    <ns0:extLst>
      <ns0:ext uri="{BB962C8B-B14F-4D97-AF65-F5344CB8AC3E}">
        <ns3:creationId val="1549421556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F16FD811-7422-4EFA-BDAF-B4A4D0F17F6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EB0A465-0D52-45F7-BF49-0A8B2BC90E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67A4AE0-F295-43D6-9EF9-D3459D779A2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808602-4540-4AEC-9D7F-0C291D5A4F42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9C2EC24A-79D6-476D-A123-4CA523196F0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6879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até 30/jun/26 e ANBIMA até 31/mai/26.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C638D8F-81F1-423F-B9E0-EEF07B9BCBE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20BC29A-508A-43A0-BB57-8ADE6A5DA081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7841DF03-C6C7-4500-839B-FCE2EBE351AE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D7F2409E-6D53-4066-B01F-1B72268600FC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6EF8C5CD-6EFA-4F5F-87F1-6308BE051F3E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4D3483AD-E4C5-4E04-9E28-D0F319D8E342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ED7C9B68-012F-4CCD-AB5A-CA0976B90BFF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D4976930-6C9D-4275-BE6C-0F841675CA21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04FF1E2-DFA9-439A-B492-700CE47C7177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F6170AE2-FDC0-4CE4-B269-E757BA5FD1CB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9724A9EB-387A-4EAA-834D-FA33B6E031EC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FE2DB61-4A7A-45CE-A697-999552310939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1FAA250-F5C7-49E5-9C28-40443E697577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38308E31-26D3-45EB-B81F-0AA0C7B46970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D7B28D09-4697-44CD-BF20-24415D8E0B08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1747FDDB-E70D-45E6-BD34-4825093C881D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27F7CA02-536A-4CBC-B2F9-7844FD81550E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1B79E26-93F0-4FEE-BCF0-BAFB8FCDE58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CCAF177F-00AE-4511-B178-3B44CB737598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CE2F4697-8902-43D8-9704-0929A8563B04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D6D7CF4D-43CD-4A40-AB21-BE9F63F80878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C181A57B-A8E2-444A-8969-B28B595EEF7C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323083629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CEA73EE5-01A2-4ABD-BB5A-3662BC3B41C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AC47EEF-2D7C-4A7E-A9F5-3FE5289FC43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0942B4D-2D2F-4691-963D-646BC23EE2E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4380C1F-FDB3-4BDC-A4E2-8454436DE45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2C587A7-BC00-40E6-8C2D-B372D669B7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85D1924-0FE3-4D72-B695-27AD9C83DF1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0401cb79d520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6E02CF50-6DA0-46A8-A2D8-D00920748407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8AFED03-B224-42CC-8478-47E68A06B0F3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5B9EC362-2C77-4C34-9B79-3B94250E005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a2477124740143ae"/>
          </a:graphicData>
        </a:graphic>
      </ns0:graphicFrame>
      <ns0:sp>
        <ns0:nvSpPr>
          <ns0:cNvPr id="12" name="">
            <a:extLst>
              <a:ext uri="{FF2B5EF4-FFF2-40B4-BE49-F238E27FC236}">
                <ns2:creationId id="{2996CFB5-3E58-4441-B1B1-90D8B521B9F6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9d940acc12bd48c3"/>
          </a:graphicData>
        </a:graphic>
      </ns0:graphicFrame>
      <ns0:sp>
        <ns0:nvSpPr>
          <ns0:cNvPr id="14" name="">
            <a:extLst>
              <a:ext uri="{FF2B5EF4-FFF2-40B4-BE49-F238E27FC236}">
                <ns2:creationId id="{6B57ABD2-0048-47CD-A3FA-2249F0983115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34e512f8c8054ccc"/>
          </a:graphicData>
        </a:graphic>
      </ns0:graphicFrame>
      <ns0:sp>
        <ns0:nvSpPr>
          <ns0:cNvPr id="16" name="">
            <a:extLst>
              <a:ext uri="{FF2B5EF4-FFF2-40B4-BE49-F238E27FC236}">
                <ns2:creationId id="{DE11390D-E8A3-42BD-9300-22EDDF6B68C6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f8214dc07cce4036"/>
          </a:graphicData>
        </a:graphic>
      </ns0:graphicFrame>
      <ns0:sp>
        <ns0:nvSpPr>
          <ns0:cNvPr id="18" name="">
            <a:extLst>
              <a:ext uri="{FF2B5EF4-FFF2-40B4-BE49-F238E27FC236}">
                <ns2:creationId id="{14C6F30B-FE33-4FF9-8F2D-9F534EAF5A9D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041a812a4a9a4b69"/>
          </a:graphicData>
        </a:graphic>
      </ns0:graphicFrame>
      <ns0:sp>
        <ns0:nvSpPr>
          <ns0:cNvPr id="20" name="">
            <a:extLst>
              <a:ext uri="{FF2B5EF4-FFF2-40B4-BE49-F238E27FC236}">
                <ns2:creationId id="{F65D3DD7-E644-4121-83CA-53BE3D9E5018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a12118bdeff3406c"/>
          </a:graphicData>
        </a:graphic>
      </ns0:graphicFrame>
    </ns0:spTree>
    <ns0:extLst>
      <ns0:ext uri="{BB962C8B-B14F-4D97-AF65-F5344CB8AC3E}">
        <ns5:creationId val="506564633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0B78215B-BAF7-4CEE-ADE5-73C5BCFE905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F289AC-0B84-4CCD-9154-5568BFEA23A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9E68A23-D641-4DFE-9C0B-5E6F69DD9B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007B211-D0D2-4592-8B11-BC50E18086D9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A906D2D-BE35-41A2-B6BC-86EC0A4A8EB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42DAA0-C14E-4B7B-BD4B-A4B9FE1C518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A47B1AD-FC5F-4B97-9E3F-1F3528CF058B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095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B7B443E-F3DC-4AAC-A612-7C8AF8BA24FD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095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809750"/>
          <a:ext cx="5095875" cy="2190750"/>
        </ns0:xfrm>
        <a:graphic>
          <a:graphicData uri="http://schemas.openxmlformats.org/drawingml/2006/chart">
            <c:chart ns4:id="R59f0a79b38e548f2"/>
          </a:graphicData>
        </a:graphic>
      </ns0:graphicFrame>
      <ns0:sp>
        <ns0:nvSpPr>
          <ns0:cNvPr id="10" name="">
            <a:extLst>
              <a:ext uri="{FF2B5EF4-FFF2-40B4-BE49-F238E27FC236}">
                <ns2:creationId id="{D71CD46E-E66D-4032-BDAB-E48BF480D83A}"/>
              </a:ext>
            </a:extLst>
          </ns0:cNvPr>
          <ns0:cNvSpPr>
            <a:spLocks noGrp="1"/>
          </ns0:cNvSpPr>
          <ns0:nvPr/>
        </ns0:nvSpPr>
        <ns0:spPr>
          <a:xfrm>
            <a:off x="762000" y="4286250"/>
            <a:ext cx="47148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95,7%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F22CAF2-BFF2-429A-9995-4B7DCF55A6E4}"/>
              </a:ext>
            </a:extLst>
          </ns0:cNvPr>
          <ns0:cNvSpPr>
            <a:spLocks noGrp="1"/>
          </ns0:cNvSpPr>
          <ns0:nvPr/>
        </ns0:nvSpPr>
        <ns0:spPr>
          <a:xfrm>
            <a:off x="762000" y="4705350"/>
            <a:ext cx="4714875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051EA8C-1EB1-46CD-87E3-CF999BB2E6A7}"/>
              </a:ext>
            </a:extLst>
          </ns0:cNvPr>
          <ns0:cNvSpPr>
            <a:spLocks noGrp="1"/>
          </ns0:cNvSpPr>
          <ns0:nvPr/>
        </ns0:nvSpPr>
        <ns0:spPr>
          <a:xfrm>
            <a:off x="6334125" y="138112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E718AA5-DCAC-4F43-9217-1BCD1751C7CD}"/>
              </a:ext>
            </a:extLst>
          </ns0:cNvPr>
          <ns0:cNvSpPr>
            <a:spLocks noGrp="1"/>
          </ns0:cNvSpPr>
          <ns0:nvPr/>
        </ns0:nvSpPr>
        <ns0:spPr>
          <a:xfrm>
            <a:off x="6334125" y="164782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6334125" y="1809750"/>
          <a:ext cx="5286375" cy="2190750"/>
        </ns0:xfrm>
        <a:graphic>
          <a:graphicData uri="http://schemas.openxmlformats.org/drawingml/2006/chart">
            <c:chart ns4:id="Rd43194840e1e4eaa"/>
          </a:graphicData>
        </a:graphic>
      </ns0:graphicFrame>
      <ns0:sp>
        <ns0:nvSpPr>
          <ns0:cNvPr id="15" name="">
            <a:extLst>
              <a:ext uri="{FF2B5EF4-FFF2-40B4-BE49-F238E27FC236}">
                <ns2:creationId id="{47B25D05-6777-4BAD-8405-05A75A0B7FEA}"/>
              </a:ext>
            </a:extLst>
          </ns0:cNvPr>
          <ns0:cNvSpPr>
            <a:spLocks noGrp="1"/>
          </ns0:cNvSpPr>
          <ns0:nvPr/>
        </ns0:nvSpPr>
        <ns0:spPr>
          <a:xfrm>
            <a:off x="6524625" y="4286250"/>
            <a:ext cx="4905375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88F5566F-A0E3-42FB-9A3A-08CC7B99725B}"/>
              </a:ext>
            </a:extLst>
          </ns0:cNvPr>
          <ns0:cNvSpPr>
            <a:spLocks noGrp="1"/>
          </ns0:cNvSpPr>
          <ns0:nvPr/>
        </ns0:nvSpPr>
        <ns0:spPr>
          <a:xfrm>
            <a:off x="6524625" y="4705350"/>
            <a:ext cx="4905375" cy="704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65,1% do PL gerido pelo BTG está nos 22 FIDCs da coorte com o BTG como gestor. A exclusão leva o banco de #1 a #3.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7E628174-FD78-4951-9124-074AC1FBD202}"/>
              </a:ext>
            </a:extLst>
          </ns0:cNvPr>
          <ns0:cNvSpPr>
            <a:spLocks noGrp="1"/>
          </ns0:cNvSpPr>
          <ns0:nvPr/>
        </ns0:nvSpPr>
        <ns0:spPr>
          <a:xfrm>
            <a:off x="6524625" y="5476875"/>
            <a:ext cx="4905375" cy="609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1000"/>
              </a:lnSpc>
              <a:buNone/>
              <a:defRPr sz="795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ns0:txBody>
      </ns0:sp>
    </ns0:spTree>
    <ns0:extLst>
      <ns0:ext uri="{BB962C8B-B14F-4D97-AF65-F5344CB8AC3E}">
        <ns5:creationId val="114692012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4EB32F18-88F2-4FDD-BE24-347FDBA370C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D298A79-AB88-48D0-A615-3253BC5956A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6367ACE-3212-4721-82B8-FD5AC6318A8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7904D5D-C1DC-4BED-9EF1-D728CF1A79E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993487-4E28-4828-A8C0-10A69122277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3AAC3F4-DCA1-4F84-B5AF-6DF9DACBA44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graphicFrame>
        <ns0:nvGraphicFramePr>
          <ns0:cNvPr id="15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fa532ecfbb0b4efd"/>
          </a:graphicData>
        </a:graphic>
      </ns0:graphicFrame>
      <ns0:sp>
        <ns0:nvSpPr>
          <ns0:cNvPr id="8" name="">
            <a:extLst>
              <a:ext uri="{FF2B5EF4-FFF2-40B4-BE49-F238E27FC236}">
                <ns2:creationId id="{54078D37-1609-4669-888B-DD1A64EAC7B6}"/>
              </a:ext>
            </a:extLst>
          </ns0:cNvPr>
          <ns0:cNvSpPr>
            <a:spLocks noGrp="1"/>
          </ns0:cNvSpPr>
          <ns0:nvPr/>
        </ns0:nvSpPr>
        <ns0:spPr>
          <a:xfrm>
            <a:off x="685800" y="6076950"/>
            <a:ext cx="107632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ns0:txBody>
      </ns0:sp>
    </ns0:spTree>
    <ns0:extLst>
      <ns0:ext uri="{BB962C8B-B14F-4D97-AF65-F5344CB8AC3E}">
        <ns5:creationId val="1367262866"/>
      </ns0:ext>
    </ns0:extLst>
  </ns0:cSld>
</ns0:sld>
</file>

<file path=ppt/slides/slide2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F918B388-D2A5-4E13-9A36-10C828305AA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CF2A7B4-3ED1-484A-86ED-F295797D6C3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7D3C7F5-5511-4BB7-B1EF-B061002D5BD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173EDE6-8D36-4456-B1A4-AA1147DBB24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9587C22-E8CB-41BF-ACD6-89B11D67534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575E30-4C1C-43EE-A1EF-C818B656A20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graphicFrame>
        <ns0:nvGraphicFramePr>
          <ns0:cNvPr id="15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6e7a4804844449c7"/>
          </a:graphicData>
        </a:graphic>
      </ns0:graphicFrame>
      <ns0:sp>
        <ns0:nvSpPr>
          <ns0:cNvPr id="8" name="">
            <a:extLst>
              <a:ext uri="{FF2B5EF4-FFF2-40B4-BE49-F238E27FC236}">
                <ns2:creationId id="{368B3F31-11C0-43AE-8721-8DF684DE8504}"/>
              </a:ext>
            </a:extLst>
          </ns0:cNvPr>
          <ns0:cNvSpPr>
            <a:spLocks noGrp="1"/>
          </ns0:cNvSpPr>
          <ns0:nvPr/>
        </ns0:nvSpPr>
        <ns0:spPr>
          <a:xfrm>
            <a:off x="685800" y="6076950"/>
            <a:ext cx="107632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ns0:txBody>
      </ns0:sp>
    </ns0:spTree>
    <ns0:extLst>
      <ns0:ext uri="{BB962C8B-B14F-4D97-AF65-F5344CB8AC3E}">
        <ns5:creationId val="1387495433"/>
      </ns0:ext>
    </ns0:extLst>
  </ns0:cSld>
</ns0:sld>
</file>

<file path=ppt/slides/slide2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9" name="">
            <a:extLst>
              <a:ext uri="{FF2B5EF4-FFF2-40B4-BE49-F238E27FC236}">
                <ns2:creationId id="{AE6DB9E3-2B1E-4D2C-80C7-06D66D32DC1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D2E21A1-52C2-497C-B5E6-23479B8E29D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BAA0960-7350-4B1C-AAA2-9AE46F63382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A424732-16AA-4307-B654-A6632750479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0E71D1D-D9DE-48B8-9A5B-C22AD82D1E4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6AD700E-57EB-4100-867A-909FA91D2E8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graphicFrame>
        <ns0:nvGraphicFramePr>
          <ns0:cNvPr id="15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cce6913d851a4a7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AD1DB8F-1FAF-480E-8F12-004ED8806CC7}"/>
              </a:ext>
            </a:extLst>
          </ns0:cNvPr>
          <ns0:cNvSpPr>
            <a:spLocks noGrp="1"/>
          </ns0:cNvSpPr>
          <ns0:nvPr/>
        </ns0:nvSpPr>
        <ns0:spPr>
          <a:xfrm>
            <a:off x="685800" y="6076950"/>
            <a:ext cx="107632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84,5% do PL classificado. Fora do gráfico: 8 focos e R$ 110,8 bi.</a:t>
            </a:r>
          </a:p>
        </ns0:txBody>
      </ns0:sp>
    </ns0:spTree>
    <ns0:extLst>
      <ns0:ext uri="{BB962C8B-B14F-4D97-AF65-F5344CB8AC3E}">
        <ns5:creationId val="118077961"/>
      </ns0:ext>
    </ns0:extLst>
  </ns0:cSld>
</ns0:sld>
</file>

<file path=ppt/slides/slide29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B6D69813-65BB-4436-BA37-8A41C3292D2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554E331-F2B9-4046-88D3-90E39E85D93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BAA1C60-1B59-499E-A2EB-0D69B053A40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6FE5020-CEDD-4C21-9DE6-67D368E2B2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8820F0E-C700-4E09-8137-15A82F90CF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234405D-E04A-43A9-A204-A7650EC1C6F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graphicFrame>
        <ns0:nvGraphicFramePr>
          <ns0:cNvPr id="16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4e1c6824cb1f4fc8"/>
          </a:graphicData>
        </a:graphic>
      </ns0:graphicFrame>
      <ns0:sp>
        <ns0:nvSpPr>
          <ns0:cNvPr id="8" name="">
            <a:extLst>
              <a:ext uri="{FF2B5EF4-FFF2-40B4-BE49-F238E27FC236}">
                <ns2:creationId id="{8C16C27D-ED18-47CC-998F-F03CAF34A1CA}"/>
              </a:ext>
            </a:extLst>
          </ns0:cNvPr>
          <ns0:cNvSpPr>
            <a:spLocks noGrp="1"/>
          </ns0:cNvSpPr>
          <ns0:nvPr/>
        </ns0:nvSpPr>
        <ns0:spPr>
          <a:xfrm>
            <a:off x="685800" y="5781675"/>
            <a:ext cx="10763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568CB7B9-FCE2-49C4-AA72-7EB45FAB3259}"/>
              </a:ext>
            </a:extLst>
          </ns0:cNvPr>
          <ns0:cNvSpPr>
            <a:spLocks noGrp="1"/>
          </ns0:cNvSpPr>
          <ns0:nvPr/>
        </ns0:nvSpPr>
        <ns0:spPr>
          <a:xfrm>
            <a:off x="685800" y="6048375"/>
            <a:ext cx="107632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ns0:txBody>
      </ns0:sp>
    </ns0:spTree>
    <ns0:extLst>
      <ns0:ext uri="{BB962C8B-B14F-4D97-AF65-F5344CB8AC3E}">
        <ns5:creationId val="1070657492"/>
      </ns0:ext>
    </ns0:extLst>
  </ns0:cSld>
</ns0:sld>
</file>

<file path=ppt/slides/slide30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B5A4436-470D-447C-A176-C8FCC1152F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C273900-1CC1-47A8-8D3C-54F4C826057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259CD74-7135-4C44-8E72-BB15C79BE542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A08D270-4F83-4B9A-9D0B-19134B9AEAC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3324132-13D5-44D1-9F77-C3C64A671D3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C3FB8CE-09C2-4086-93C8-E997A1AFCF6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graphicFrame>
        <ns0:nvGraphicFramePr>
          <ns0:cNvPr id="16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f83f9a81f27641fb"/>
          </a:graphicData>
        </a:graphic>
      </ns0:graphicFrame>
      <ns0:sp>
        <ns0:nvSpPr>
          <ns0:cNvPr id="8" name="">
            <a:extLst>
              <a:ext uri="{FF2B5EF4-FFF2-40B4-BE49-F238E27FC236}">
                <ns2:creationId id="{741863FC-9BEE-48F3-B5CD-0C5AD1BE1CC0}"/>
              </a:ext>
            </a:extLst>
          </ns0:cNvPr>
          <ns0:cNvSpPr>
            <a:spLocks noGrp="1"/>
          </ns0:cNvSpPr>
          <ns0:nvPr/>
        </ns0:nvSpPr>
        <ns0:spPr>
          <a:xfrm>
            <a:off x="685800" y="5781675"/>
            <a:ext cx="10763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C8C47DE7-C480-4816-BDE8-E8D1462832A5}"/>
              </a:ext>
            </a:extLst>
          </ns0:cNvPr>
          <ns0:cNvSpPr>
            <a:spLocks noGrp="1"/>
          </ns0:cNvSpPr>
          <ns0:nvPr/>
        </ns0:nvSpPr>
        <ns0:spPr>
          <a:xfrm>
            <a:off x="685800" y="6048375"/>
            <a:ext cx="107632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ns0:txBody>
      </ns0:sp>
    </ns0:spTree>
    <ns0:extLst>
      <ns0:ext uri="{BB962C8B-B14F-4D97-AF65-F5344CB8AC3E}">
        <ns5:creationId val="1872722349"/>
      </ns0:ext>
    </ns0:extLst>
  </ns0:cSld>
</ns0:sld>
</file>

<file path=ppt/slides/slide31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65F06225-61FD-456B-B831-B334EFB43E9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7A2B744-539C-425A-889F-A5E7174CA0E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E0BCB74-3F1C-4C9D-961E-D1A9E8F7511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6B673B0-1EAE-402D-8434-8990F92564A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323C84A-3B8B-4FFE-AD66-DB9DF922576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95544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99,2%; fora: 0,8%.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2CD4DE8-3504-4DB6-9A79-2606DB65FD5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graphicFrame>
        <ns0:nvGraphicFramePr>
          <ns0:cNvPr id="16" name="Chart"/>
          <ns0:cNvGraphicFramePr/>
          <ns0:nvPr/>
        </ns0:nvGraphicFramePr>
        <ns0:xfrm>
          <a:off x="609600" y="1381125"/>
          <a:ext cx="10953750" cy="4333875"/>
        </ns0:xfrm>
        <a:graphic>
          <a:graphicData uri="http://schemas.openxmlformats.org/drawingml/2006/chart">
            <c:chart ns4:id="R69f70938b7234c96"/>
          </a:graphicData>
        </a:graphic>
      </ns0:graphicFrame>
      <ns0:sp>
        <ns0:nvSpPr>
          <ns0:cNvPr id="8" name="">
            <a:extLst>
              <a:ext uri="{FF2B5EF4-FFF2-40B4-BE49-F238E27FC236}">
                <ns2:creationId id="{7A7CC67F-AB01-47E2-AFDB-21BD8607F17D}"/>
              </a:ext>
            </a:extLst>
          </ns0:cNvPr>
          <ns0:cNvSpPr>
            <a:spLocks noGrp="1"/>
          </ns0:cNvSpPr>
          <ns0:nvPr/>
        </ns0:nvSpPr>
        <ns0:spPr>
          <a:xfrm>
            <a:off x="685800" y="5781675"/>
            <a:ext cx="10763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EF7848FC-0B07-4A9C-9CA8-7F43B8E0B722}"/>
              </a:ext>
            </a:extLst>
          </ns0:cNvPr>
          <ns0:cNvSpPr>
            <a:spLocks noGrp="1"/>
          </ns0:cNvSpPr>
          <ns0:nvPr/>
        </ns0:nvSpPr>
        <ns0:spPr>
          <a:xfrm>
            <a:off x="685800" y="6048375"/>
            <a:ext cx="107632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ns0:txBody>
      </ns0:sp>
    </ns0:spTree>
    <ns0:extLst>
      <ns0:ext uri="{BB962C8B-B14F-4D97-AF65-F5344CB8AC3E}">
        <ns5:creationId val="673943536"/>
      </ns0:ext>
    </ns0:extLst>
  </ns0:cSld>
</ns0:sld>
</file>

<file path=ppt/slides/slide3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0222BCD8-0A6D-4D0B-8C95-257B1B84ADC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89FB312-757D-46CC-8742-B372709C8D62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8606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D8D664D-9BC5-4A82-9D9C-CD2B4BD8E5AA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DD5F063-BD21-4F08-83B4-BC50360F9A58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0FE2B76-D49E-4192-80E1-7FC48ABF200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5E756C0-A0E4-4E40-A6EE-056BCA3C4BB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2C7357B-91D3-4970-A9B8-5890DEF774EA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19E5E48-F701-42CF-AEBC-715FEBAA158E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c52ac3d5659442e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476FB80-DC7E-4345-9818-39D46B499CE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0AF9C8B-DEB0-4BFD-B022-A8E500C4FAA0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7a74200fc12c4fa7"/>
          </a:graphicData>
        </a:graphic>
      </ns0:graphicFrame>
      <ns0:sp>
        <ns0:nvSpPr>
          <ns0:cNvPr id="13" name="">
            <a:extLst>
              <a:ext uri="{FF2B5EF4-FFF2-40B4-BE49-F238E27FC236}">
                <ns2:creationId id="{7CDB7873-9B27-4794-995D-209751482E6F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DE4955E3-9367-4463-BF2D-CDB34C54D0AD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590e2c7d7a8e4ae8"/>
          </a:graphicData>
        </a:graphic>
      </ns0:graphicFrame>
      <ns0:sp>
        <ns0:nvSpPr>
          <ns0:cNvPr id="16" name="">
            <a:extLst>
              <a:ext uri="{FF2B5EF4-FFF2-40B4-BE49-F238E27FC236}">
                <ns2:creationId id="{784EB8CF-C3B8-460E-B7B5-68776BFB2DCA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748657758"/>
      </ns0:ext>
    </ns0:extLst>
  </ns0:cSld>
</ns0:sld>
</file>

<file path=ppt/slides/slide3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074A65DB-8BFA-48D3-A225-1676226785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D744C2B-A4BB-4D9A-B733-2EBCBA4FA7B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6DABC28-F9DD-4A9C-9B61-07AD65567B3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749F40F-AE11-44D9-A8A6-91349000F7B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3616EB-4EF6-45BB-BA09-7A25F65F9C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9E7E31E-C351-4B11-ACD6-BA4B2B5603C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38a44859b6ed440d"/>
          </a:graphicData>
        </a:graphic>
      </ns0:graphicFrame>
      <ns0:sp>
        <ns0:nvSpPr>
          <ns0:cNvPr id="8" name="">
            <a:extLst>
              <a:ext uri="{FF2B5EF4-FFF2-40B4-BE49-F238E27FC236}">
                <ns2:creationId id="{AD69D2E3-A701-4FB0-B216-D550053767E8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4C5026BC-1668-4554-98E2-B89F7940F2B0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14a4267b51a54f15"/>
          </a:graphicData>
        </a:graphic>
      </ns0:graphicFrame>
      <ns0:sp>
        <ns0:nvSpPr>
          <ns0:cNvPr id="11" name="">
            <a:extLst>
              <a:ext uri="{FF2B5EF4-FFF2-40B4-BE49-F238E27FC236}">
                <ns2:creationId id="{AAA3E1FA-65D1-42B8-A2D9-101616CB3C4D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919AB14-D04D-4C5B-B86B-87CAFE78ACAE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b06ddcc1eb84f07"/>
          </a:graphicData>
        </a:graphic>
      </ns0:graphicFrame>
      <ns0:sp>
        <ns0:nvSpPr>
          <ns0:cNvPr id="14" name="">
            <a:extLst>
              <a:ext uri="{FF2B5EF4-FFF2-40B4-BE49-F238E27FC236}">
                <ns2:creationId id="{3B588EE6-49C8-4526-81B8-15F396ED2ACE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9CF0B8C-AFBA-4B41-88C7-28ABD5CCEC56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5eac2f12f3f940ab"/>
          </a:graphicData>
        </a:graphic>
      </ns0:graphicFrame>
      <ns0:sp>
        <ns0:nvSpPr>
          <ns0:cNvPr id="17" name="">
            <a:extLst>
              <a:ext uri="{FF2B5EF4-FFF2-40B4-BE49-F238E27FC236}">
                <ns2:creationId id="{BBA97C71-7A80-44DB-AC14-8F4240CD81B7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AB472AE1-7E2B-493A-8D8C-C08D11D3FD71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1C1ED4BC-72C9-4706-9FD2-F93538994004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9d0c353fba2d46c3"/>
          </a:graphicData>
        </a:graphic>
      </ns0:graphicFrame>
      <ns0:sp>
        <ns0:nvSpPr>
          <ns0:cNvPr id="21" name="">
            <a:extLst>
              <a:ext uri="{FF2B5EF4-FFF2-40B4-BE49-F238E27FC236}">
                <ns2:creationId id="{70E9A505-8AF4-4903-BB6D-C72446BC6E84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E54FFFFC-7C14-4986-82CE-3B695576F746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868556381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2026-07-31T21:12:58.5020000Z</dcterms:created>
  <dcterms:modified xsi:type="dcterms:W3CDTF">2026-07-31T21:12:58.5020000Z</dcterms:modified>
</coreProperties>
</file>