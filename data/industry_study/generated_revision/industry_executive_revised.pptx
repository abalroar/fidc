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5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36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48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49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78d9b47ac2400e" /><Relationship Type="http://schemas.openxmlformats.org/officeDocument/2006/relationships/extended-properties" Target="/docProps/app.xml" Id="R5f5e8957be3c47c1" /><Relationship Type="http://schemas.openxmlformats.org/officeDocument/2006/relationships/officeDocument" Target="/ppt/presentation.xml" Id="R1b9c2aab9b6949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164363871f4f3f"/>
  </p:sldMasterIdLst>
  <p:notesMasterIdLst>
    <p:notesMasterId xmlns:r="http://schemas.openxmlformats.org/officeDocument/2006/relationships" r:id="Rfc82d5a5ba0545f0"/>
  </p:notesMasterIdLst>
  <p:sldIdLst>
    <p:sldId xmlns:r="http://schemas.openxmlformats.org/officeDocument/2006/relationships" id="256" r:id="R977cfda40ebc4ce6"/>
    <p:sldId xmlns:r="http://schemas.openxmlformats.org/officeDocument/2006/relationships" id="257" r:id="Re22ff4809a5349c5"/>
    <p:sldId xmlns:r="http://schemas.openxmlformats.org/officeDocument/2006/relationships" id="258" r:id="Rfa4c1278b090435a"/>
    <p:sldId xmlns:r="http://schemas.openxmlformats.org/officeDocument/2006/relationships" id="259" r:id="R622c92ca58404190"/>
    <p:sldId xmlns:r="http://schemas.openxmlformats.org/officeDocument/2006/relationships" id="260" r:id="Rc4c420756d214e33"/>
    <p:sldId xmlns:r="http://schemas.openxmlformats.org/officeDocument/2006/relationships" id="261" r:id="R2a54590a9b7f498c"/>
    <p:sldId xmlns:r="http://schemas.openxmlformats.org/officeDocument/2006/relationships" id="262" r:id="R4e9ca53f1ebb451c"/>
    <p:sldId xmlns:r="http://schemas.openxmlformats.org/officeDocument/2006/relationships" id="263" r:id="R4994b34922834f57"/>
    <p:sldId xmlns:r="http://schemas.openxmlformats.org/officeDocument/2006/relationships" id="264" r:id="Rb4256ec470a44199"/>
    <p:sldId xmlns:r="http://schemas.openxmlformats.org/officeDocument/2006/relationships" id="265" r:id="Rfd8412f87c374950"/>
    <p:sldId xmlns:r="http://schemas.openxmlformats.org/officeDocument/2006/relationships" id="266" r:id="R29abf9fb09604d90"/>
    <p:sldId xmlns:r="http://schemas.openxmlformats.org/officeDocument/2006/relationships" id="267" r:id="R381f3da0fe124327"/>
    <p:sldId xmlns:r="http://schemas.openxmlformats.org/officeDocument/2006/relationships" id="268" r:id="Ref038f968c7f4426"/>
    <p:sldId xmlns:r="http://schemas.openxmlformats.org/officeDocument/2006/relationships" id="269" r:id="R4ff5146bc57c4e05"/>
    <p:sldId xmlns:r="http://schemas.openxmlformats.org/officeDocument/2006/relationships" id="270" r:id="R3187d315b91d405a"/>
    <p:sldId xmlns:r="http://schemas.openxmlformats.org/officeDocument/2006/relationships" id="271" r:id="R184d0e3686584f8a"/>
    <p:sldId xmlns:r="http://schemas.openxmlformats.org/officeDocument/2006/relationships" id="272" r:id="R5eba2195d7f8485a"/>
    <p:sldId xmlns:r="http://schemas.openxmlformats.org/officeDocument/2006/relationships" id="273" r:id="R58063828f7c745af"/>
    <p:sldId xmlns:r="http://schemas.openxmlformats.org/officeDocument/2006/relationships" id="274" r:id="Ra29a0a2d63c1489f"/>
    <p:sldId xmlns:r="http://schemas.openxmlformats.org/officeDocument/2006/relationships" id="275" r:id="Rf7e0e8f6b3074836"/>
    <p:sldId xmlns:r="http://schemas.openxmlformats.org/officeDocument/2006/relationships" id="276" r:id="Rd1030643333c4809"/>
    <p:sldId xmlns:r="http://schemas.openxmlformats.org/officeDocument/2006/relationships" id="277" r:id="R5399fa0724df44eb"/>
    <p:sldId xmlns:r="http://schemas.openxmlformats.org/officeDocument/2006/relationships" id="278" r:id="R917a2200757946f2"/>
    <p:sldId xmlns:r="http://schemas.openxmlformats.org/officeDocument/2006/relationships" id="279" r:id="R717bce7f08b14212"/>
    <p:sldId xmlns:r="http://schemas.openxmlformats.org/officeDocument/2006/relationships" id="280" r:id="R49325a50dd694aba"/>
    <p:sldId xmlns:r="http://schemas.openxmlformats.org/officeDocument/2006/relationships" id="281" r:id="R8d10fcd495494580"/>
    <p:sldId xmlns:r="http://schemas.openxmlformats.org/officeDocument/2006/relationships" id="282" r:id="R50fd1c3f93b343ab"/>
    <p:sldId xmlns:r="http://schemas.openxmlformats.org/officeDocument/2006/relationships" id="283" r:id="Rb23c47c3430d470a"/>
    <p:sldId xmlns:r="http://schemas.openxmlformats.org/officeDocument/2006/relationships" id="284" r:id="Rc7be572f947e428a"/>
    <p:sldId xmlns:r="http://schemas.openxmlformats.org/officeDocument/2006/relationships" id="285" r:id="Ra30ab7f184104187"/>
    <p:sldId xmlns:r="http://schemas.openxmlformats.org/officeDocument/2006/relationships" id="286" r:id="R7ba44eff1b704af0"/>
    <p:sldId xmlns:r="http://schemas.openxmlformats.org/officeDocument/2006/relationships" id="287" r:id="R4762791f5c9f4c98"/>
    <p:sldId xmlns:r="http://schemas.openxmlformats.org/officeDocument/2006/relationships" id="288" r:id="R44df65720cd54432"/>
    <p:sldId xmlns:r="http://schemas.openxmlformats.org/officeDocument/2006/relationships" id="289" r:id="Rcc95977b11a44c89"/>
    <p:sldId xmlns:r="http://schemas.openxmlformats.org/officeDocument/2006/relationships" id="290" r:id="R664c2ccf1d8a4d09"/>
    <p:sldId xmlns:r="http://schemas.openxmlformats.org/officeDocument/2006/relationships" id="291" r:id="R19435ae4ac274aa5"/>
    <p:sldId xmlns:r="http://schemas.openxmlformats.org/officeDocument/2006/relationships" id="292" r:id="R32ae9dae9cec4354"/>
    <p:sldId xmlns:r="http://schemas.openxmlformats.org/officeDocument/2006/relationships" id="293" r:id="Rb439b14637284c04"/>
    <p:sldId xmlns:r="http://schemas.openxmlformats.org/officeDocument/2006/relationships" id="294" r:id="R421b081eb1cd458c"/>
    <p:sldId xmlns:r="http://schemas.openxmlformats.org/officeDocument/2006/relationships" id="295" r:id="R2eece25770474548"/>
    <p:sldId xmlns:r="http://schemas.openxmlformats.org/officeDocument/2006/relationships" id="296" r:id="Ra44504d5d2f94409"/>
    <p:sldId xmlns:r="http://schemas.openxmlformats.org/officeDocument/2006/relationships" id="297" r:id="R09908b4b6a864590"/>
    <p:sldId xmlns:r="http://schemas.openxmlformats.org/officeDocument/2006/relationships" id="298" r:id="R20050f137cc4470a"/>
    <p:sldId xmlns:r="http://schemas.openxmlformats.org/officeDocument/2006/relationships" id="299" r:id="R7a3609c911e44e4c"/>
    <p:sldId xmlns:r="http://schemas.openxmlformats.org/officeDocument/2006/relationships" id="300" r:id="R22abcce697a646b4"/>
    <p:sldId xmlns:r="http://schemas.openxmlformats.org/officeDocument/2006/relationships" id="301" r:id="Rcd2d260d1d2347da"/>
    <p:sldId xmlns:r="http://schemas.openxmlformats.org/officeDocument/2006/relationships" id="302" r:id="Rc9f4dba2281c4ccf"/>
    <p:sldId xmlns:r="http://schemas.openxmlformats.org/officeDocument/2006/relationships" id="303" r:id="R20fbc5ec0825459d"/>
    <p:sldId xmlns:r="http://schemas.openxmlformats.org/officeDocument/2006/relationships" id="304" r:id="Rdb0664f47f27477e"/>
    <p:sldId xmlns:r="http://schemas.openxmlformats.org/officeDocument/2006/relationships" id="305" r:id="Rdecf071636c04097"/>
    <p:sldId xmlns:r="http://schemas.openxmlformats.org/officeDocument/2006/relationships" id="306" r:id="Rf3a10b48f2ee4316"/>
    <p:sldId xmlns:r="http://schemas.openxmlformats.org/officeDocument/2006/relationships" id="307" r:id="Rac251b190fa44ef5"/>
    <p:sldId xmlns:r="http://schemas.openxmlformats.org/officeDocument/2006/relationships" id="308" r:id="Rd9831b3a17564a07"/>
    <p:sldId xmlns:r="http://schemas.openxmlformats.org/officeDocument/2006/relationships" id="309" r:id="Rcd2bfa0f5e614e67"/>
    <p:sldId xmlns:r="http://schemas.openxmlformats.org/officeDocument/2006/relationships" id="310" r:id="Rac06e4d7654f4913"/>
    <p:sldId xmlns:r="http://schemas.openxmlformats.org/officeDocument/2006/relationships" id="311" r:id="R9d4cdca5553b4611"/>
    <p:sldId xmlns:r="http://schemas.openxmlformats.org/officeDocument/2006/relationships" id="312" r:id="R2d1b8f2019fc43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1b6480c5d9499d" /><Relationship Type="http://schemas.openxmlformats.org/officeDocument/2006/relationships/slideMaster" Target="/ppt/slideMasters/slideMaster1.xml" Id="R82164363871f4f3f" /><Relationship Type="http://schemas.openxmlformats.org/officeDocument/2006/relationships/notesMaster" Target="/ppt/notesMasters/notesMaster1.xml" Id="Rfc82d5a5ba0545f0" /><Relationship Type="http://schemas.openxmlformats.org/officeDocument/2006/relationships/presProps" Target="/ppt/presProps.xml" Id="R9d0831f9ce084f9c" /><Relationship Type="http://schemas.openxmlformats.org/officeDocument/2006/relationships/tableStyles" Target="/ppt/tableStyles.xml" Id="R0e2b67b4ceac4dee" /><Relationship Type="http://schemas.openxmlformats.org/officeDocument/2006/relationships/slide" Target="/ppt/slides/slide1.xml" Id="R977cfda40ebc4ce6" /><Relationship Type="http://schemas.openxmlformats.org/officeDocument/2006/relationships/slide" Target="/ppt/slides/slide2.xml" Id="Re22ff4809a5349c5" /><Relationship Type="http://schemas.openxmlformats.org/officeDocument/2006/relationships/slide" Target="/ppt/slides/slide3.xml" Id="Rfa4c1278b090435a" /><Relationship Type="http://schemas.openxmlformats.org/officeDocument/2006/relationships/slide" Target="/ppt/slides/slide4.xml" Id="R622c92ca58404190" /><Relationship Type="http://schemas.openxmlformats.org/officeDocument/2006/relationships/slide" Target="/ppt/slides/slide5.xml" Id="Rc4c420756d214e33" /><Relationship Type="http://schemas.openxmlformats.org/officeDocument/2006/relationships/slide" Target="/ppt/slides/slide6.xml" Id="R2a54590a9b7f498c" /><Relationship Type="http://schemas.openxmlformats.org/officeDocument/2006/relationships/slide" Target="/ppt/slides/slide7.xml" Id="R4e9ca53f1ebb451c" /><Relationship Type="http://schemas.openxmlformats.org/officeDocument/2006/relationships/slide" Target="/ppt/slides/slide8.xml" Id="R4994b34922834f57" /><Relationship Type="http://schemas.openxmlformats.org/officeDocument/2006/relationships/slide" Target="/ppt/slides/slide9.xml" Id="Rb4256ec470a44199" /><Relationship Type="http://schemas.openxmlformats.org/officeDocument/2006/relationships/slide" Target="/ppt/slides/slide10.xml" Id="Rfd8412f87c374950" /><Relationship Type="http://schemas.openxmlformats.org/officeDocument/2006/relationships/slide" Target="/ppt/slides/slide11.xml" Id="R29abf9fb09604d90" /><Relationship Type="http://schemas.openxmlformats.org/officeDocument/2006/relationships/slide" Target="/ppt/slides/slide12.xml" Id="R381f3da0fe124327" /><Relationship Type="http://schemas.openxmlformats.org/officeDocument/2006/relationships/slide" Target="/ppt/slides/slide13.xml" Id="Ref038f968c7f4426" /><Relationship Type="http://schemas.openxmlformats.org/officeDocument/2006/relationships/slide" Target="/ppt/slides/slide14.xml" Id="R4ff5146bc57c4e05" /><Relationship Type="http://schemas.openxmlformats.org/officeDocument/2006/relationships/slide" Target="/ppt/slides/slide15.xml" Id="R3187d315b91d405a" /><Relationship Type="http://schemas.openxmlformats.org/officeDocument/2006/relationships/slide" Target="/ppt/slides/slide16.xml" Id="R184d0e3686584f8a" /><Relationship Type="http://schemas.openxmlformats.org/officeDocument/2006/relationships/slide" Target="/ppt/slides/slide17.xml" Id="R5eba2195d7f8485a" /><Relationship Type="http://schemas.openxmlformats.org/officeDocument/2006/relationships/slide" Target="/ppt/slides/slide18.xml" Id="R58063828f7c745af" /><Relationship Type="http://schemas.openxmlformats.org/officeDocument/2006/relationships/slide" Target="/ppt/slides/slide19.xml" Id="Ra29a0a2d63c1489f" /><Relationship Type="http://schemas.openxmlformats.org/officeDocument/2006/relationships/slide" Target="/ppt/slides/slide20.xml" Id="Rf7e0e8f6b3074836" /><Relationship Type="http://schemas.openxmlformats.org/officeDocument/2006/relationships/slide" Target="/ppt/slides/slide21.xml" Id="Rd1030643333c4809" /><Relationship Type="http://schemas.openxmlformats.org/officeDocument/2006/relationships/slide" Target="/ppt/slides/slide22.xml" Id="R5399fa0724df44eb" /><Relationship Type="http://schemas.openxmlformats.org/officeDocument/2006/relationships/slide" Target="/ppt/slides/slide23.xml" Id="R917a2200757946f2" /><Relationship Type="http://schemas.openxmlformats.org/officeDocument/2006/relationships/slide" Target="/ppt/slides/slide24.xml" Id="R717bce7f08b14212" /><Relationship Type="http://schemas.openxmlformats.org/officeDocument/2006/relationships/slide" Target="/ppt/slides/slide25.xml" Id="R49325a50dd694aba" /><Relationship Type="http://schemas.openxmlformats.org/officeDocument/2006/relationships/slide" Target="/ppt/slides/slide26.xml" Id="R8d10fcd495494580" /><Relationship Type="http://schemas.openxmlformats.org/officeDocument/2006/relationships/slide" Target="/ppt/slides/slide27.xml" Id="R50fd1c3f93b343ab" /><Relationship Type="http://schemas.openxmlformats.org/officeDocument/2006/relationships/slide" Target="/ppt/slides/slide28.xml" Id="Rb23c47c3430d470a" /><Relationship Type="http://schemas.openxmlformats.org/officeDocument/2006/relationships/slide" Target="/ppt/slides/slide29.xml" Id="Rc7be572f947e428a" /><Relationship Type="http://schemas.openxmlformats.org/officeDocument/2006/relationships/slide" Target="/ppt/slides/slide30.xml" Id="Ra30ab7f184104187" /><Relationship Type="http://schemas.openxmlformats.org/officeDocument/2006/relationships/slide" Target="/ppt/slides/slide31.xml" Id="R7ba44eff1b704af0" /><Relationship Type="http://schemas.openxmlformats.org/officeDocument/2006/relationships/slide" Target="/ppt/slides/slide32.xml" Id="R4762791f5c9f4c98" /><Relationship Type="http://schemas.openxmlformats.org/officeDocument/2006/relationships/slide" Target="/ppt/slides/slide33.xml" Id="R44df65720cd54432" /><Relationship Type="http://schemas.openxmlformats.org/officeDocument/2006/relationships/slide" Target="/ppt/slides/slide34.xml" Id="Rcc95977b11a44c89" /><Relationship Type="http://schemas.openxmlformats.org/officeDocument/2006/relationships/slide" Target="/ppt/slides/slide35.xml" Id="R664c2ccf1d8a4d09" /><Relationship Type="http://schemas.openxmlformats.org/officeDocument/2006/relationships/slide" Target="/ppt/slides/slide36.xml" Id="R19435ae4ac274aa5" /><Relationship Type="http://schemas.openxmlformats.org/officeDocument/2006/relationships/slide" Target="/ppt/slides/slide37.xml" Id="R32ae9dae9cec4354" /><Relationship Type="http://schemas.openxmlformats.org/officeDocument/2006/relationships/slide" Target="/ppt/slides/slide38.xml" Id="Rb439b14637284c04" /><Relationship Type="http://schemas.openxmlformats.org/officeDocument/2006/relationships/slide" Target="/ppt/slides/slide39.xml" Id="R421b081eb1cd458c" /><Relationship Type="http://schemas.openxmlformats.org/officeDocument/2006/relationships/slide" Target="/ppt/slides/slide40.xml" Id="R2eece25770474548" /><Relationship Type="http://schemas.openxmlformats.org/officeDocument/2006/relationships/slide" Target="/ppt/slides/slide41.xml" Id="Ra44504d5d2f94409" /><Relationship Type="http://schemas.openxmlformats.org/officeDocument/2006/relationships/slide" Target="/ppt/slides/slide42.xml" Id="R09908b4b6a864590" /><Relationship Type="http://schemas.openxmlformats.org/officeDocument/2006/relationships/slide" Target="/ppt/slides/slide43.xml" Id="R20050f137cc4470a" /><Relationship Type="http://schemas.openxmlformats.org/officeDocument/2006/relationships/slide" Target="/ppt/slides/slide44.xml" Id="R7a3609c911e44e4c" /><Relationship Type="http://schemas.openxmlformats.org/officeDocument/2006/relationships/slide" Target="/ppt/slides/slide45.xml" Id="R22abcce697a646b4" /><Relationship Type="http://schemas.openxmlformats.org/officeDocument/2006/relationships/slide" Target="/ppt/slides/slide46.xml" Id="Rcd2d260d1d2347da" /><Relationship Type="http://schemas.openxmlformats.org/officeDocument/2006/relationships/slide" Target="/ppt/slides/slide47.xml" Id="Rc9f4dba2281c4ccf" /><Relationship Type="http://schemas.openxmlformats.org/officeDocument/2006/relationships/slide" Target="/ppt/slides/slide48.xml" Id="R20fbc5ec0825459d" /><Relationship Type="http://schemas.openxmlformats.org/officeDocument/2006/relationships/slide" Target="/ppt/slides/slide49.xml" Id="Rdb0664f47f27477e" /><Relationship Type="http://schemas.openxmlformats.org/officeDocument/2006/relationships/slide" Target="/ppt/slides/slide50.xml" Id="Rdecf071636c04097" /><Relationship Type="http://schemas.openxmlformats.org/officeDocument/2006/relationships/slide" Target="/ppt/slides/slide51.xml" Id="Rf3a10b48f2ee4316" /><Relationship Type="http://schemas.openxmlformats.org/officeDocument/2006/relationships/slide" Target="/ppt/slides/slide52.xml" Id="Rac251b190fa44ef5" /><Relationship Type="http://schemas.openxmlformats.org/officeDocument/2006/relationships/slide" Target="/ppt/slides/slide53.xml" Id="Rd9831b3a17564a07" /><Relationship Type="http://schemas.openxmlformats.org/officeDocument/2006/relationships/slide" Target="/ppt/slides/slide54.xml" Id="Rcd2bfa0f5e614e67" /><Relationship Type="http://schemas.openxmlformats.org/officeDocument/2006/relationships/slide" Target="/ppt/slides/slide55.xml" Id="Rac06e4d7654f4913" /><Relationship Type="http://schemas.openxmlformats.org/officeDocument/2006/relationships/slide" Target="/ppt/slides/slide56.xml" Id="R9d4cdca5553b4611" /><Relationship Type="http://schemas.openxmlformats.org/officeDocument/2006/relationships/slide" Target="/ppt/slides/slide57.xml" Id="R2d1b8f2019fc43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86dcd0a99949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45a84578ff40f0" /><Relationship Type="http://schemas.openxmlformats.org/officeDocument/2006/relationships/notesMaster" Target="/ppt/notesMasters/notesMaster1.xml" Id="Ra4563c5e907c45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99cd1869c440ec" /><Relationship Type="http://schemas.openxmlformats.org/officeDocument/2006/relationships/notesMaster" Target="/ppt/notesMasters/notesMaster1.xml" Id="R02452ef3af6742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032c53aa1f483a" /><Relationship Type="http://schemas.openxmlformats.org/officeDocument/2006/relationships/notesMaster" Target="/ppt/notesMasters/notesMaster1.xml" Id="R7c5be9fde7ec44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9a6883b28e446f" /><Relationship Type="http://schemas.openxmlformats.org/officeDocument/2006/relationships/notesMaster" Target="/ppt/notesMasters/notesMaster1.xml" Id="R49f0d5b296f04c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190763892a41fc" /><Relationship Type="http://schemas.openxmlformats.org/officeDocument/2006/relationships/notesMaster" Target="/ppt/notesMasters/notesMaster1.xml" Id="Rdf00de58695242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43a395ee4d4d00" /><Relationship Type="http://schemas.openxmlformats.org/officeDocument/2006/relationships/notesMaster" Target="/ppt/notesMasters/notesMaster1.xml" Id="R68e8397d7c7c4b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9c759062fa4dd4" /><Relationship Type="http://schemas.openxmlformats.org/officeDocument/2006/relationships/notesMaster" Target="/ppt/notesMasters/notesMaster1.xml" Id="R88f27cb6d26d49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f0996eea3e481e" /><Relationship Type="http://schemas.openxmlformats.org/officeDocument/2006/relationships/notesMaster" Target="/ppt/notesMasters/notesMaster1.xml" Id="Ra34f69dc809143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0193ce2b564255" /><Relationship Type="http://schemas.openxmlformats.org/officeDocument/2006/relationships/notesMaster" Target="/ppt/notesMasters/notesMaster1.xml" Id="Rc823cc4b8fb04b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5b3cad4c70f44a9" /><Relationship Type="http://schemas.openxmlformats.org/officeDocument/2006/relationships/notesMaster" Target="/ppt/notesMasters/notesMaster1.xml" Id="Rc4379c6e7d1f4d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e5d4a92d8d42b8" /><Relationship Type="http://schemas.openxmlformats.org/officeDocument/2006/relationships/notesMaster" Target="/ppt/notesMasters/notesMaster1.xml" Id="R3dc42b38494144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d064af166f42a2" /><Relationship Type="http://schemas.openxmlformats.org/officeDocument/2006/relationships/notesMaster" Target="/ppt/notesMasters/notesMaster1.xml" Id="R4ae2e4201c0147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408bd01d6243e8" /><Relationship Type="http://schemas.openxmlformats.org/officeDocument/2006/relationships/notesMaster" Target="/ppt/notesMasters/notesMaster1.xml" Id="R6e8c509526994c2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60d6f8ec494081" /><Relationship Type="http://schemas.openxmlformats.org/officeDocument/2006/relationships/notesMaster" Target="/ppt/notesMasters/notesMaster1.xml" Id="R3bc95d483f6747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72e0ac5cdd642eb" /><Relationship Type="http://schemas.openxmlformats.org/officeDocument/2006/relationships/notesMaster" Target="/ppt/notesMasters/notesMaster1.xml" Id="Rb769786b91fb4c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ed2501152bc42fa" /><Relationship Type="http://schemas.openxmlformats.org/officeDocument/2006/relationships/notesMaster" Target="/ppt/notesMasters/notesMaster1.xml" Id="Rae88b30efd65459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0745c52fff4fff" /><Relationship Type="http://schemas.openxmlformats.org/officeDocument/2006/relationships/notesMaster" Target="/ppt/notesMasters/notesMaster1.xml" Id="R86dbae363dc743f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003637ed2b64570" /><Relationship Type="http://schemas.openxmlformats.org/officeDocument/2006/relationships/notesMaster" Target="/ppt/notesMasters/notesMaster1.xml" Id="R37c99283ec634c8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6e9958b4ce14f55" /><Relationship Type="http://schemas.openxmlformats.org/officeDocument/2006/relationships/notesMaster" Target="/ppt/notesMasters/notesMaster1.xml" Id="R6b3952bca01d46e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f40693e1c154d94" /><Relationship Type="http://schemas.openxmlformats.org/officeDocument/2006/relationships/notesMaster" Target="/ppt/notesMasters/notesMaster1.xml" Id="R46cb1473956f40f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f6eec48fa842c5" /><Relationship Type="http://schemas.openxmlformats.org/officeDocument/2006/relationships/notesMaster" Target="/ppt/notesMasters/notesMaster1.xml" Id="Re43df179b4434ac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ca59bd4f81540a4" /><Relationship Type="http://schemas.openxmlformats.org/officeDocument/2006/relationships/notesMaster" Target="/ppt/notesMasters/notesMaster1.xml" Id="R8f61a2c4babf494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5d32d9ba0da4a7a" /><Relationship Type="http://schemas.openxmlformats.org/officeDocument/2006/relationships/notesMaster" Target="/ppt/notesMasters/notesMaster1.xml" Id="R3491504646514d4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c4d803ea16a433d" /><Relationship Type="http://schemas.openxmlformats.org/officeDocument/2006/relationships/notesMaster" Target="/ppt/notesMasters/notesMaster1.xml" Id="R57c7efa27aff427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a7dac0e1f8545c9" /><Relationship Type="http://schemas.openxmlformats.org/officeDocument/2006/relationships/notesMaster" Target="/ppt/notesMasters/notesMaster1.xml" Id="R9307f2fcd366422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58f25e2e81e4e3a" /><Relationship Type="http://schemas.openxmlformats.org/officeDocument/2006/relationships/notesMaster" Target="/ppt/notesMasters/notesMaster1.xml" Id="R5ec14cb4a8ab429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8e7cfe23d9a4b3f" /><Relationship Type="http://schemas.openxmlformats.org/officeDocument/2006/relationships/notesMaster" Target="/ppt/notesMasters/notesMaster1.xml" Id="R52faa16b52df4a5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0224610dc4d4d46" /><Relationship Type="http://schemas.openxmlformats.org/officeDocument/2006/relationships/notesMaster" Target="/ppt/notesMasters/notesMaster1.xml" Id="R4ee3a0ca15294eb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316af28842d4ad6" /><Relationship Type="http://schemas.openxmlformats.org/officeDocument/2006/relationships/notesMaster" Target="/ppt/notesMasters/notesMaster1.xml" Id="Rff656ad1af514d4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6fcb58e101d4ccc" /><Relationship Type="http://schemas.openxmlformats.org/officeDocument/2006/relationships/notesMaster" Target="/ppt/notesMasters/notesMaster1.xml" Id="Rdea6ca948343413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2bac3dac42b49ee" /><Relationship Type="http://schemas.openxmlformats.org/officeDocument/2006/relationships/notesMaster" Target="/ppt/notesMasters/notesMaster1.xml" Id="R8ca0ae76a2b149b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142cf9b58da4246" /><Relationship Type="http://schemas.openxmlformats.org/officeDocument/2006/relationships/notesMaster" Target="/ppt/notesMasters/notesMaster1.xml" Id="R1d78b4b8fa84450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d6f251614ca41e4" /><Relationship Type="http://schemas.openxmlformats.org/officeDocument/2006/relationships/notesMaster" Target="/ppt/notesMasters/notesMaster1.xml" Id="R66a1fb9bcdb2469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a07950253a2496d" /><Relationship Type="http://schemas.openxmlformats.org/officeDocument/2006/relationships/notesMaster" Target="/ppt/notesMasters/notesMaster1.xml" Id="Rbc68108e7ee44ef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2b0dbe0221742b9" /><Relationship Type="http://schemas.openxmlformats.org/officeDocument/2006/relationships/notesMaster" Target="/ppt/notesMasters/notesMaster1.xml" Id="R106378a804b74ad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34c796d6dc4fbf" /><Relationship Type="http://schemas.openxmlformats.org/officeDocument/2006/relationships/notesMaster" Target="/ppt/notesMasters/notesMaster1.xml" Id="Rbb1a8a7a26b34c8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67cee56f6424b95" /><Relationship Type="http://schemas.openxmlformats.org/officeDocument/2006/relationships/notesMaster" Target="/ppt/notesMasters/notesMaster1.xml" Id="Rfaf494a19b3e465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4249625023a4725" /><Relationship Type="http://schemas.openxmlformats.org/officeDocument/2006/relationships/notesMaster" Target="/ppt/notesMasters/notesMaster1.xml" Id="R664f185bdbc74ad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f28a346548743eb" /><Relationship Type="http://schemas.openxmlformats.org/officeDocument/2006/relationships/notesMaster" Target="/ppt/notesMasters/notesMaster1.xml" Id="R45686282b5c24b59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bc10f9b232540e9" /><Relationship Type="http://schemas.openxmlformats.org/officeDocument/2006/relationships/notesMaster" Target="/ppt/notesMasters/notesMaster1.xml" Id="R4ecc0aa7fb044a8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6a12e8e8edd430d" /><Relationship Type="http://schemas.openxmlformats.org/officeDocument/2006/relationships/notesMaster" Target="/ppt/notesMasters/notesMaster1.xml" Id="R413c5dfd4418402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2f9924874c846de" /><Relationship Type="http://schemas.openxmlformats.org/officeDocument/2006/relationships/notesMaster" Target="/ppt/notesMasters/notesMaster1.xml" Id="Ra8df5e8caa584bf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76495ea7127458e" /><Relationship Type="http://schemas.openxmlformats.org/officeDocument/2006/relationships/notesMaster" Target="/ppt/notesMasters/notesMaster1.xml" Id="R606d54bf0254447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839260c729e1424e" /><Relationship Type="http://schemas.openxmlformats.org/officeDocument/2006/relationships/notesMaster" Target="/ppt/notesMasters/notesMaster1.xml" Id="Rcebb8dbce1e248d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86bbc75c2134868" /><Relationship Type="http://schemas.openxmlformats.org/officeDocument/2006/relationships/notesMaster" Target="/ppt/notesMasters/notesMaster1.xml" Id="Rf82f6782d1f44f7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cb738b826b54d1d" /><Relationship Type="http://schemas.openxmlformats.org/officeDocument/2006/relationships/notesMaster" Target="/ppt/notesMasters/notesMaster1.xml" Id="Re28bf48e7b58473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f578238362b4ec3" /><Relationship Type="http://schemas.openxmlformats.org/officeDocument/2006/relationships/notesMaster" Target="/ppt/notesMasters/notesMaster1.xml" Id="R777344d3de6b46d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38efaeeb2ad4d2d" /><Relationship Type="http://schemas.openxmlformats.org/officeDocument/2006/relationships/notesMaster" Target="/ppt/notesMasters/notesMaster1.xml" Id="R0ed573fb54c94b85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605f0d786b349ad" /><Relationship Type="http://schemas.openxmlformats.org/officeDocument/2006/relationships/notesMaster" Target="/ppt/notesMasters/notesMaster1.xml" Id="Rea287a24ee6d4b2a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1936066fb0a4e31" /><Relationship Type="http://schemas.openxmlformats.org/officeDocument/2006/relationships/notesMaster" Target="/ppt/notesMasters/notesMaster1.xml" Id="R83ddc8a003774506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41011450fca406c" /><Relationship Type="http://schemas.openxmlformats.org/officeDocument/2006/relationships/notesMaster" Target="/ppt/notesMasters/notesMaster1.xml" Id="R89063916daf1493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471158c15954716" /><Relationship Type="http://schemas.openxmlformats.org/officeDocument/2006/relationships/notesMaster" Target="/ppt/notesMasters/notesMaster1.xml" Id="R8757e88a5ec3481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4eba1ecae1c24dfe" /><Relationship Type="http://schemas.openxmlformats.org/officeDocument/2006/relationships/notesMaster" Target="/ppt/notesMasters/notesMaster1.xml" Id="R1c1ff7221879489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39fef2e1197a4fee" /><Relationship Type="http://schemas.openxmlformats.org/officeDocument/2006/relationships/notesMaster" Target="/ppt/notesMasters/notesMaster1.xml" Id="R67c1453ac62243d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2211163221aa4502" /><Relationship Type="http://schemas.openxmlformats.org/officeDocument/2006/relationships/notesMaster" Target="/ppt/notesMasters/notesMaster1.xml" Id="Rd3527701768147e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21727a821eb4bb2" /><Relationship Type="http://schemas.openxmlformats.org/officeDocument/2006/relationships/notesMaster" Target="/ppt/notesMasters/notesMaster1.xml" Id="R7173c4ee4f124a18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bf051c5249b4ec8" /><Relationship Type="http://schemas.openxmlformats.org/officeDocument/2006/relationships/notesMaster" Target="/ppt/notesMasters/notesMaster1.xml" Id="R8690ee52b11d42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d4008646a47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c4df82cf2e4bda" /><Relationship Type="http://schemas.openxmlformats.org/officeDocument/2006/relationships/slideLayout" Target="/ppt/slideLayouts/slideLayout1.xml" Id="R8c38eec2767842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38eec2767842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98d74abcd401f" /><Relationship Type="http://schemas.openxmlformats.org/officeDocument/2006/relationships/notesSlide" Target="/ppt/notesSlides/notesSlide1.xml" Id="R9c39cf539fd547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1dc5bb9154e96" /><Relationship Type="http://schemas.openxmlformats.org/officeDocument/2006/relationships/notesSlide" Target="/ppt/notesSlides/notesSlide2.xml" Id="Rc4fe693fef0446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b9a8b888b64b59" /><Relationship Type="http://schemas.openxmlformats.org/officeDocument/2006/relationships/chart" Target="/ppt/slides/charts/chart1.xml" Id="Rb46ea54a12e44d99" /><Relationship Type="http://schemas.openxmlformats.org/officeDocument/2006/relationships/chart" Target="/ppt/slides/charts/chart2.xml" Id="R2d743892cf7f4dd0" /><Relationship Type="http://schemas.openxmlformats.org/officeDocument/2006/relationships/notesSlide" Target="/ppt/notesSlides/notesSlide3.xml" Id="R190d767661f947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f9bc69eea4cc0" /><Relationship Type="http://schemas.openxmlformats.org/officeDocument/2006/relationships/chart" Target="/ppt/slides/charts/chart3.xml" Id="R348caab23d474a35" /><Relationship Type="http://schemas.openxmlformats.org/officeDocument/2006/relationships/chart" Target="/ppt/slides/charts/chart4.xml" Id="Re827ada563ab410e" /><Relationship Type="http://schemas.openxmlformats.org/officeDocument/2006/relationships/notesSlide" Target="/ppt/notesSlides/notesSlide4.xml" Id="Rce6e33856bcb44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d90db64d04ea5" /><Relationship Type="http://schemas.openxmlformats.org/officeDocument/2006/relationships/chart" Target="/ppt/slides/charts/chart5.xml" Id="R31aefbe2006d4ab4" /><Relationship Type="http://schemas.openxmlformats.org/officeDocument/2006/relationships/notesSlide" Target="/ppt/notesSlides/notesSlide5.xml" Id="Ra29aa7c9abd947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eebb19bbd4c65" /><Relationship Type="http://schemas.openxmlformats.org/officeDocument/2006/relationships/chart" Target="/ppt/slides/charts/chart6.xml" Id="Rec1bae8ec36542cc" /><Relationship Type="http://schemas.openxmlformats.org/officeDocument/2006/relationships/chart" Target="/ppt/slides/charts/chart7.xml" Id="R7dc30a929f064200" /><Relationship Type="http://schemas.openxmlformats.org/officeDocument/2006/relationships/chart" Target="/ppt/slides/charts/chart8.xml" Id="R7e6b8a917bf6468c" /><Relationship Type="http://schemas.openxmlformats.org/officeDocument/2006/relationships/notesSlide" Target="/ppt/notesSlides/notesSlide6.xml" Id="Rfc4bca7d08974c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5855516a24a1f" /><Relationship Type="http://schemas.openxmlformats.org/officeDocument/2006/relationships/chart" Target="/ppt/slides/charts/chart9.xml" Id="R7394973ba90d4cdd" /><Relationship Type="http://schemas.openxmlformats.org/officeDocument/2006/relationships/chart" Target="/ppt/slides/charts/chart10.xml" Id="R4fcf9db1989e4c16" /><Relationship Type="http://schemas.openxmlformats.org/officeDocument/2006/relationships/chart" Target="/ppt/slides/charts/chart11.xml" Id="R62075d2a0ff54359" /><Relationship Type="http://schemas.openxmlformats.org/officeDocument/2006/relationships/chart" Target="/ppt/slides/charts/chart12.xml" Id="R709acfb4f6814e04" /><Relationship Type="http://schemas.openxmlformats.org/officeDocument/2006/relationships/notesSlide" Target="/ppt/notesSlides/notesSlide7.xml" Id="Rf788920fc9be4b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76380c94c40fe" /><Relationship Type="http://schemas.openxmlformats.org/officeDocument/2006/relationships/chart" Target="/ppt/slides/charts/chart13.xml" Id="R50c795adb58341e9" /><Relationship Type="http://schemas.openxmlformats.org/officeDocument/2006/relationships/chart" Target="/ppt/slides/charts/chart14.xml" Id="Re3fc8e79357b4cab" /><Relationship Type="http://schemas.openxmlformats.org/officeDocument/2006/relationships/notesSlide" Target="/ppt/notesSlides/notesSlide8.xml" Id="R46a79a8afa714b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beed926b44058" /><Relationship Type="http://schemas.openxmlformats.org/officeDocument/2006/relationships/chart" Target="/ppt/slides/charts/chart15.xml" Id="R6254a2d4ef50483f" /><Relationship Type="http://schemas.openxmlformats.org/officeDocument/2006/relationships/chart" Target="/ppt/slides/charts/chart16.xml" Id="R7e22ac4ac00a483d" /><Relationship Type="http://schemas.openxmlformats.org/officeDocument/2006/relationships/notesSlide" Target="/ppt/notesSlides/notesSlide9.xml" Id="R2771fc397a754f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e0af54863463c" /><Relationship Type="http://schemas.openxmlformats.org/officeDocument/2006/relationships/chart" Target="/ppt/slides/charts/chart17.xml" Id="R4e0e4d98969e45e5" /><Relationship Type="http://schemas.openxmlformats.org/officeDocument/2006/relationships/chart" Target="/ppt/slides/charts/chart18.xml" Id="R8e1adfa51e924199" /><Relationship Type="http://schemas.openxmlformats.org/officeDocument/2006/relationships/notesSlide" Target="/ppt/notesSlides/notesSlide10.xml" Id="R998a9394b58b48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c59cf95b64942" /><Relationship Type="http://schemas.openxmlformats.org/officeDocument/2006/relationships/chart" Target="/ppt/slides/charts/chart19.xml" Id="Rd84b90be95b64516" /><Relationship Type="http://schemas.openxmlformats.org/officeDocument/2006/relationships/notesSlide" Target="/ppt/notesSlides/notesSlide11.xml" Id="R81d773e4461143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83741025e4ab3" /><Relationship Type="http://schemas.openxmlformats.org/officeDocument/2006/relationships/chart" Target="/ppt/slides/charts/chart20.xml" Id="Raeb12c8937e04ba8" /><Relationship Type="http://schemas.openxmlformats.org/officeDocument/2006/relationships/notesSlide" Target="/ppt/notesSlides/notesSlide12.xml" Id="Rde202835035247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465cf8001400c" /><Relationship Type="http://schemas.openxmlformats.org/officeDocument/2006/relationships/chart" Target="/ppt/slides/charts/chart21.xml" Id="R92c5755cf2364bed" /><Relationship Type="http://schemas.openxmlformats.org/officeDocument/2006/relationships/notesSlide" Target="/ppt/notesSlides/notesSlide13.xml" Id="Rea39169500b94e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85eac9f1d47aa" /><Relationship Type="http://schemas.openxmlformats.org/officeDocument/2006/relationships/chart" Target="/ppt/slides/charts/chart22.xml" Id="R28e654b0f9f148e2" /><Relationship Type="http://schemas.openxmlformats.org/officeDocument/2006/relationships/notesSlide" Target="/ppt/notesSlides/notesSlide14.xml" Id="R5bfb0b37e0a44c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eb4c2ff98424a" /><Relationship Type="http://schemas.openxmlformats.org/officeDocument/2006/relationships/chart" Target="/ppt/slides/charts/chart23.xml" Id="R175b905398984d53" /><Relationship Type="http://schemas.openxmlformats.org/officeDocument/2006/relationships/chart" Target="/ppt/slides/charts/chart24.xml" Id="R206c3afc493e4c19" /><Relationship Type="http://schemas.openxmlformats.org/officeDocument/2006/relationships/notesSlide" Target="/ppt/notesSlides/notesSlide15.xml" Id="R09c479104caa4b9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1ba9ce0c64936" /><Relationship Type="http://schemas.openxmlformats.org/officeDocument/2006/relationships/chart" Target="/ppt/slides/charts/chart25.xml" Id="Re78277fb35ea4f68" /><Relationship Type="http://schemas.openxmlformats.org/officeDocument/2006/relationships/chart" Target="/ppt/slides/charts/chart26.xml" Id="R31539f0a2d014da4" /><Relationship Type="http://schemas.openxmlformats.org/officeDocument/2006/relationships/chart" Target="/ppt/slides/charts/chart27.xml" Id="R2feb52112c7147a6" /><Relationship Type="http://schemas.openxmlformats.org/officeDocument/2006/relationships/chart" Target="/ppt/slides/charts/chart28.xml" Id="R0aae0c6a97c74654" /><Relationship Type="http://schemas.openxmlformats.org/officeDocument/2006/relationships/chart" Target="/ppt/slides/charts/chart29.xml" Id="R00fe72f48743477a" /><Relationship Type="http://schemas.openxmlformats.org/officeDocument/2006/relationships/chart" Target="/ppt/slides/charts/chart30.xml" Id="R57e9ff4e58f54a82" /><Relationship Type="http://schemas.openxmlformats.org/officeDocument/2006/relationships/notesSlide" Target="/ppt/notesSlides/notesSlide16.xml" Id="R23df7bd2a4c1451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111fdc4094963" /><Relationship Type="http://schemas.openxmlformats.org/officeDocument/2006/relationships/chart" Target="/ppt/slides/charts/chart31.xml" Id="Ree54b7981acc4c86" /><Relationship Type="http://schemas.openxmlformats.org/officeDocument/2006/relationships/notesSlide" Target="/ppt/notesSlides/notesSlide17.xml" Id="R899f877504dd4f3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c02225c9c4605" /><Relationship Type="http://schemas.openxmlformats.org/officeDocument/2006/relationships/chart" Target="/ppt/slides/charts/chart32.xml" Id="R3f407b586492474d" /><Relationship Type="http://schemas.openxmlformats.org/officeDocument/2006/relationships/chart" Target="/ppt/slides/charts/chart33.xml" Id="R1b8dee08fe06451c" /><Relationship Type="http://schemas.openxmlformats.org/officeDocument/2006/relationships/notesSlide" Target="/ppt/notesSlides/notesSlide18.xml" Id="Rf041c62b730f411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9248503ed412d" /><Relationship Type="http://schemas.openxmlformats.org/officeDocument/2006/relationships/chart" Target="/ppt/slides/charts/chart34.xml" Id="R5238d21a6dc442b4" /><Relationship Type="http://schemas.openxmlformats.org/officeDocument/2006/relationships/notesSlide" Target="/ppt/notesSlides/notesSlide19.xml" Id="R60596b1f65b7425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5ee3c7c43499d" /><Relationship Type="http://schemas.openxmlformats.org/officeDocument/2006/relationships/chart" Target="/ppt/slides/charts/chart35.xml" Id="Rcee07f8fc7f64e2b" /><Relationship Type="http://schemas.openxmlformats.org/officeDocument/2006/relationships/notesSlide" Target="/ppt/notesSlides/notesSlide20.xml" Id="R095d514859ef417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80f2e0c554d1c" /><Relationship Type="http://schemas.openxmlformats.org/officeDocument/2006/relationships/chart" Target="/ppt/slides/charts/chart36.xml" Id="Rd2512b3118be42f9" /><Relationship Type="http://schemas.openxmlformats.org/officeDocument/2006/relationships/notesSlide" Target="/ppt/notesSlides/notesSlide21.xml" Id="R3706ce5237224a9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07c8bdb204e32" /><Relationship Type="http://schemas.openxmlformats.org/officeDocument/2006/relationships/notesSlide" Target="/ppt/notesSlides/notesSlide22.xml" Id="R35584850c8ba46b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9fc63a69547b1" /><Relationship Type="http://schemas.openxmlformats.org/officeDocument/2006/relationships/notesSlide" Target="/ppt/notesSlides/notesSlide23.xml" Id="Ra0ec9aaa7c6c4e3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99ef5879b43b5" /><Relationship Type="http://schemas.openxmlformats.org/officeDocument/2006/relationships/chart" Target="/ppt/slides/charts/chart37.xml" Id="Rbb60f1a6f90d41f8" /><Relationship Type="http://schemas.openxmlformats.org/officeDocument/2006/relationships/notesSlide" Target="/ppt/notesSlides/notesSlide24.xml" Id="Raec36eef5fea4e0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35d0ffaf54d60" /><Relationship Type="http://schemas.openxmlformats.org/officeDocument/2006/relationships/notesSlide" Target="/ppt/notesSlides/notesSlide25.xml" Id="Rcd8eeb7311cb4a6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43a29254b42fc" /><Relationship Type="http://schemas.openxmlformats.org/officeDocument/2006/relationships/chart" Target="/ppt/slides/charts/chart38.xml" Id="R0654b5ad571e44c7" /><Relationship Type="http://schemas.openxmlformats.org/officeDocument/2006/relationships/chart" Target="/ppt/slides/charts/chart39.xml" Id="R8b4a3046c35841a2" /><Relationship Type="http://schemas.openxmlformats.org/officeDocument/2006/relationships/notesSlide" Target="/ppt/notesSlides/notesSlide26.xml" Id="R9d883e8c221e452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b79369d7149ec" /><Relationship Type="http://schemas.openxmlformats.org/officeDocument/2006/relationships/chart" Target="/ppt/slides/charts/chart40.xml" Id="R00bf14365a9f417d" /><Relationship Type="http://schemas.openxmlformats.org/officeDocument/2006/relationships/chart" Target="/ppt/slides/charts/chart41.xml" Id="R81bbdf34d0404bb2" /><Relationship Type="http://schemas.openxmlformats.org/officeDocument/2006/relationships/chart" Target="/ppt/slides/charts/chart42.xml" Id="Rbc7712dc784340a9" /><Relationship Type="http://schemas.openxmlformats.org/officeDocument/2006/relationships/notesSlide" Target="/ppt/notesSlides/notesSlide27.xml" Id="R6a51c98d435147e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ff6b94fd94d6d" /><Relationship Type="http://schemas.openxmlformats.org/officeDocument/2006/relationships/chart" Target="/ppt/slides/charts/chart43.xml" Id="R42408c7ef22447f5" /><Relationship Type="http://schemas.openxmlformats.org/officeDocument/2006/relationships/chart" Target="/ppt/slides/charts/chart44.xml" Id="Rabfe9656f1234ce8" /><Relationship Type="http://schemas.openxmlformats.org/officeDocument/2006/relationships/chart" Target="/ppt/slides/charts/chart45.xml" Id="R7c7bccc2f41f4196" /><Relationship Type="http://schemas.openxmlformats.org/officeDocument/2006/relationships/chart" Target="/ppt/slides/charts/chart46.xml" Id="R791f4aa60f384b2e" /><Relationship Type="http://schemas.openxmlformats.org/officeDocument/2006/relationships/notesSlide" Target="/ppt/notesSlides/notesSlide28.xml" Id="R84472b09ef83465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2656ea74b457f" /><Relationship Type="http://schemas.openxmlformats.org/officeDocument/2006/relationships/notesSlide" Target="/ppt/notesSlides/notesSlide29.xml" Id="R8678dad8a3704a9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e58cc044d48f1" /><Relationship Type="http://schemas.openxmlformats.org/officeDocument/2006/relationships/notesSlide" Target="/ppt/notesSlides/notesSlide30.xml" Id="Re1b06874dfa047f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57ff9298b47a3" /><Relationship Type="http://schemas.openxmlformats.org/officeDocument/2006/relationships/notesSlide" Target="/ppt/notesSlides/notesSlide31.xml" Id="Rfc2f3193f5ce4cc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033d6efc44372" /><Relationship Type="http://schemas.openxmlformats.org/officeDocument/2006/relationships/notesSlide" Target="/ppt/notesSlides/notesSlide32.xml" Id="Ra31c9350d7f44d8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149b7fc0c4a3e" /><Relationship Type="http://schemas.openxmlformats.org/officeDocument/2006/relationships/notesSlide" Target="/ppt/notesSlides/notesSlide33.xml" Id="R1ec875ee56ff4b6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f8257ca5042e1" /><Relationship Type="http://schemas.openxmlformats.org/officeDocument/2006/relationships/notesSlide" Target="/ppt/notesSlides/notesSlide34.xml" Id="R146b96ca81cc4dd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9f9f9fff54bb6" /><Relationship Type="http://schemas.openxmlformats.org/officeDocument/2006/relationships/notesSlide" Target="/ppt/notesSlides/notesSlide35.xml" Id="R8e9e21672300449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a47e7b35b4268" /><Relationship Type="http://schemas.openxmlformats.org/officeDocument/2006/relationships/notesSlide" Target="/ppt/notesSlides/notesSlide36.xml" Id="Rce3d06033e73402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f34a2917d40b0" /><Relationship Type="http://schemas.openxmlformats.org/officeDocument/2006/relationships/notesSlide" Target="/ppt/notesSlides/notesSlide37.xml" Id="R4cea8aa5cd3046c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fc6966e714b00" /><Relationship Type="http://schemas.openxmlformats.org/officeDocument/2006/relationships/notesSlide" Target="/ppt/notesSlides/notesSlide38.xml" Id="Rc11cd26120584b6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4e2a0c98845a3" /><Relationship Type="http://schemas.openxmlformats.org/officeDocument/2006/relationships/notesSlide" Target="/ppt/notesSlides/notesSlide39.xml" Id="R2aaf0b473a604dc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134f69db94e6f" /><Relationship Type="http://schemas.openxmlformats.org/officeDocument/2006/relationships/notesSlide" Target="/ppt/notesSlides/notesSlide40.xml" Id="R28f215b0420341a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6a3e5e6b74893" /><Relationship Type="http://schemas.openxmlformats.org/officeDocument/2006/relationships/notesSlide" Target="/ppt/notesSlides/notesSlide41.xml" Id="Rb8283ece863c4d9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d59e39af741f2" /><Relationship Type="http://schemas.openxmlformats.org/officeDocument/2006/relationships/notesSlide" Target="/ppt/notesSlides/notesSlide42.xml" Id="Rec2423de384245c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7ba2cdafe4272" /><Relationship Type="http://schemas.openxmlformats.org/officeDocument/2006/relationships/notesSlide" Target="/ppt/notesSlides/notesSlide43.xml" Id="Ra4e747bfc16d472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b0a1c995c47fe" /><Relationship Type="http://schemas.openxmlformats.org/officeDocument/2006/relationships/notesSlide" Target="/ppt/notesSlides/notesSlide44.xml" Id="Rf2818d15f5574ae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413673e7445f6" /><Relationship Type="http://schemas.openxmlformats.org/officeDocument/2006/relationships/notesSlide" Target="/ppt/notesSlides/notesSlide45.xml" Id="Ra2aa5eac948f4bb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b349a76cf462b" /><Relationship Type="http://schemas.openxmlformats.org/officeDocument/2006/relationships/notesSlide" Target="/ppt/notesSlides/notesSlide46.xml" Id="R7cf28061c42e434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16870fd8c4fa3" /><Relationship Type="http://schemas.openxmlformats.org/officeDocument/2006/relationships/notesSlide" Target="/ppt/notesSlides/notesSlide47.xml" Id="R61a4346de40a44a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b110311024ff3" /><Relationship Type="http://schemas.openxmlformats.org/officeDocument/2006/relationships/notesSlide" Target="/ppt/notesSlides/notesSlide48.xml" Id="R99893cec71f24d1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f12ce30eb438f" /><Relationship Type="http://schemas.openxmlformats.org/officeDocument/2006/relationships/notesSlide" Target="/ppt/notesSlides/notesSlide49.xml" Id="R0192c1d3d9b94c9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f3bc77e944ca6" /><Relationship Type="http://schemas.openxmlformats.org/officeDocument/2006/relationships/notesSlide" Target="/ppt/notesSlides/notesSlide50.xml" Id="Rf4d4a4296b854c7a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48bf8362a497b" /><Relationship Type="http://schemas.openxmlformats.org/officeDocument/2006/relationships/notesSlide" Target="/ppt/notesSlides/notesSlide51.xml" Id="R2ff9bc74ca56410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a5651fc2d45d6" /><Relationship Type="http://schemas.openxmlformats.org/officeDocument/2006/relationships/notesSlide" Target="/ppt/notesSlides/notesSlide52.xml" Id="R1e9d631200474b5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b61c233734ba7" /><Relationship Type="http://schemas.openxmlformats.org/officeDocument/2006/relationships/notesSlide" Target="/ppt/notesSlides/notesSlide53.xml" Id="R879390772de04d3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fc00efd734e89" /><Relationship Type="http://schemas.openxmlformats.org/officeDocument/2006/relationships/chart" Target="/ppt/slides/charts/chart47.xml" Id="R2bf6552aceae4020" /><Relationship Type="http://schemas.openxmlformats.org/officeDocument/2006/relationships/notesSlide" Target="/ppt/notesSlides/notesSlide54.xml" Id="R1a0e357c13404954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fc1947b744246" /><Relationship Type="http://schemas.openxmlformats.org/officeDocument/2006/relationships/chart" Target="/ppt/slides/charts/chart48.xml" Id="R1d52b96d19124bde" /><Relationship Type="http://schemas.openxmlformats.org/officeDocument/2006/relationships/notesSlide" Target="/ppt/notesSlides/notesSlide55.xml" Id="R2ebce36b77cb497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88e735c6e4a8a" /><Relationship Type="http://schemas.openxmlformats.org/officeDocument/2006/relationships/chart" Target="/ppt/slides/charts/chart49.xml" Id="R054da35f164a4dd6" /><Relationship Type="http://schemas.openxmlformats.org/officeDocument/2006/relationships/notesSlide" Target="/ppt/notesSlides/notesSlide56.xml" Id="Rac05860dd224436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05393d60164159" /><Relationship Type="http://schemas.openxmlformats.org/officeDocument/2006/relationships/notesSlide" Target="/ppt/notesSlides/notesSlide57.xml" Id="R79197590658b41c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 xmlns:a="http://schemas.openxmlformats.org/drawingml/2006/main"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Original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Ex-zeros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4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</c:numLit>
          </c:xVal>
          <c:y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3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55972D-AC78-48F3-A175-BC83644E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0AF69E-7C8E-4235-AD93-A5988917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43760-35E8-4DF3-A303-2A4B0095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5DC1D8-204B-45BC-880E-489A2D4D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0BFBF-D5F2-478A-A709-D1C0184F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C6314-8E3B-4DF8-B4B5-9A3C572A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4FFE3-DCC0-4FB0-8CB0-19896CDA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0943316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C1B950-4BF8-4465-990A-C412AC26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A5C47-E79B-4A99-9918-B778EB0E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41CD3-FFA2-4A04-A96A-43626E00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3B1BF-268C-40B1-AE9C-BD9FEAF7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33B9F-4CFF-4C72-823E-4DC3EA0A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35BEF9-5D30-4545-9B2F-C7776FB9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C5B091-949B-4AE0-A5C3-8558072A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54FA2-1152-4467-BA9F-086A00DB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EC03C0-81AB-4B86-8F19-CABB0B0C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EE243E-FC38-4BB1-B1B6-2776A65C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612285-AE45-4030-8F64-4533CAF2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32CF14-9C48-4368-936C-E91019B1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9F10E1-86F9-45DF-846A-A7C6DDD2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B3373-0B6B-4191-9C44-EF0F5439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44717-F204-4716-A997-D9C20120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BE5D5-9AB0-47BC-A036-ED06401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8DA0D-3D03-4FAB-AE12-6EDFC4CA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DDDE5C-E405-40AB-B2B9-3CCAFA48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39E6F-A227-40CC-ABEF-D89BCD7A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535D44-621A-4C28-8D84-DCB8B5D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ABD59A-FAC0-4B34-AA3F-6AD0920C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4738123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08F6422-B671-4E9E-A245-4D3B21FB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109CB-B792-4A12-A67C-9DBB5DC9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3B6B9-1BE8-423E-AD1F-D9655331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74FC2-65AA-479C-A14C-5312DD81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258A3-52A4-4CC9-91FC-4E403D69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1CAC1-60D7-4978-A20F-1673F560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96C47-A4B0-403B-9C24-99A6B83C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76C85-66BB-4459-A0E9-0F6828FC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6ea54a12e44d9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297E3-485F-44B2-9E3D-159EF3FD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76590-5F73-4A80-B4B9-A2892BE7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1DDD9-65DB-423A-B71A-94275710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9CBE3-E0AB-4378-A776-18E2892B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D29DE1-6F0A-4C5A-9586-F85CFAD4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1C6198-5F44-4DEF-8806-D4D5ADC6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8D8891-C97A-4B70-8FB1-2D350089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D89E44-CDAD-4FA8-8B4F-0280138A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A9983-4E7F-4814-A656-D88B7F16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B214E5-A577-4699-9B39-A834AE88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3E9F6-9D7D-4BB3-AA9C-1D9A4865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247BC8-A794-411D-B6E2-6FDDF513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84BDF3-B448-42F0-9080-7E79A5B7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BE1DC4-CB1E-4946-B034-B6AFCD64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9138E6-F9C6-4A62-A175-D85C3111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5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743892cf7f4dd0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0208C-DE09-4F6A-A0B0-41C03CC5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479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5.748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83BD1D-381B-4046-A37C-0C2C2C4C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1809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5.419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1B8131-E846-4AF3-9D82-4D301213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39719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5.527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B6FF7C-65BC-47D0-84E6-2E911994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02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6.020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FA083B-5615-4209-9407-67DDA386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21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6.544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C293A6-DB42-4A30-AB3A-B7E51746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3000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7.594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49B7FD-33CD-4415-9FAB-919B871F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6983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8.797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E35A83-F4B1-4676-9BD2-523B1828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5853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9.759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9491CD-3898-417F-86EE-9680C7EB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4312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10.500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B2914F-6B3D-4699-AB17-894A0BB0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08323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12.376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75CEEF-1858-430B-B455-18730C8D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89297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13.368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890BBC-8607-44C4-B76C-C32B6447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455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13.672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4EF670-B52D-44A6-8BD4-898151E0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1E3737-B4E2-462C-95DE-E9954DD8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EF707F-7076-414C-A806-A9B04C99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1459A6-6DC5-4C01-9037-DC72C473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74A174-D9BE-4205-8992-10895D47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BB98CF-9552-4CB9-92C0-EB9D024B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ACF179-6A90-4454-B2BA-016A6105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C16C63-A67B-432C-A118-02057264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003357-492B-44B6-93CA-A3E1B1B5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6A3CEE-8360-4514-9E4C-D01D4233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94226A-75CF-4889-AEDA-66288CE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1E91803-CAAC-40A0-AC85-93BD18E7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A7DF9F-0C0E-41D9-8807-0B562528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21336918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AF89C5-4D78-4433-849E-85D9556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53829-1601-4E6E-976A-87DC809D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EC705-15D1-4327-B20A-51BF6E79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FB2E7-21C0-406A-B180-85B4638E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98922-FF1E-4DA3-BA5D-7F711DAA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C11C1-1D59-4EB0-BE20-8973EAB2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E4DEA-0AB3-466D-8928-29944217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5AFE1-2B77-4BCB-8032-5E31951E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8caab23d474a3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56119-21B2-4E82-9D3A-6C95FF64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B79A0D-DA75-4F4E-B0EB-8CFB6DE6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27ada563ab410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3CC92-ADDA-4BA4-B62A-59DF24F8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94C32F-4C28-414D-8D4D-4B394D23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01E7DC-7C55-4879-AFF3-8D8FBC7C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2174A-D95A-4DBF-B1CD-B2F0A7BE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33E2AF-FFD2-4E2F-8789-99D107F6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E2B28-CCEC-44E0-A158-6D66D196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D54279-4144-4EAC-8AED-26F685FD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97BABB-BAF3-4637-9D98-2CD9869E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1BBA38-9EEB-48BC-99AE-38291B61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DF739C-5646-4781-B98E-6B5F1FFA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F25865-5FD9-4085-AE83-AF9D7E1E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5D98A7-3CA9-43EA-9728-B316B64E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5428815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AE01FD-485F-409C-8FFE-937228D9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A60979-616A-4E07-9318-6DA3E23B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FB13E-AB7D-46E1-BE60-7107FC42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49291C-A1FD-4E67-AE50-46E8D4A3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F1CB6-654E-4B00-83F9-E0836E79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C73B1-EDAA-4715-9257-E4146FC1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05B3C-934C-43FA-93E4-9509689A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15F0FB-A259-46A2-A22D-93D529A9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aefbe2006d4ab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49699-FEF1-45B2-B42C-35F79D20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0D6D30-5AC0-484C-A2DD-84F7B87C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BB6E98-8710-4A51-BBAB-52B86218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43D24-A4AD-4CAF-B240-F725542B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E0310-99CE-4207-88B4-13D6215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F5CD62-8EF0-419E-874A-9FC901AE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927DA8-52E9-45F6-934B-EAB61685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F9ABA6-A2C1-42E6-A6C7-CCCE52A8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23A56-E3AB-49E8-9830-BBBD0A68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FD37F5-2560-4AFB-A233-1BA72FE3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4C209-2E19-4378-A640-CCD17A07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3E4F9E-3DCE-4913-9177-130786CC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9189897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C6BAE1-633A-475E-AAC3-834FAE89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B3797-31E9-46D8-A151-808BEBDF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69A52-4FB6-45E1-88FE-1A429C47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E792A-3BDF-49CC-9A4A-EDBD6CCA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312B8-F123-47EC-8273-19AFDAC3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1D901-3700-40FE-9827-675C40D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535DF-4443-44BC-B77B-0A2DD666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68A8D-4D71-46F1-8458-64BCE152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1bae8ec36542c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86D8E-1E55-4A49-AC30-62664F18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8E6C02-C907-42AF-A111-2A364F75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91628-3D13-43F8-93A5-9E722755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89E65-A600-4196-A812-FE778232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DCF6B9-1DE5-4402-AD6B-8444B278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BD89C-405A-4FE1-B05F-70F7E0FB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B5359-8EB4-4066-84D2-F043ECD6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c30a929f064200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8B636-440F-4AF7-87D5-51361B01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D19A6-B495-4C4F-95CA-2AFD92E2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6b8a917bf6468c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3E4C3-CB5B-4255-9C96-254B5707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4636024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0A9DD7-A95A-4409-89F7-24CC7539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C9C6C-ADFD-4697-845F-C1D0D90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6CA284-B0E4-4A95-9F9D-52316A56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2B2E8-CD07-40D6-83CE-93A5BFE3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57F7D-E494-4E71-B367-3D4EE4B1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58816-FA4E-4BAB-89D3-4F6A5073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B0BC5-08A9-4456-8DB4-30905C7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52B99-952C-44B7-809A-B5AEE01C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E9019-6A26-4AEC-91A0-09C2187F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28866-5789-4D9E-8BFD-EF2913E7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7025F-A940-4E45-A5FB-B7CA7A8C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8B44F-560A-43BF-A470-9AD1E622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94973ba90d4cd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65BA5-37C5-4B87-A181-C43F1050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D0838-F3CF-490F-9CE4-B38F06C0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cf9db1989e4c1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8F25-79A0-4AA5-B032-BA033454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F16B14-AB04-473B-AA1B-9402AD8A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075d2a0ff54359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4589FA-9E10-4763-B9C5-0A9905B4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E950E-067D-48EC-B1A9-B5DFF2F8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B1E759-A999-4125-A70B-03062A69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9acfb4f6814e04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05D9C1-D0A8-436D-B1DB-4114F688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26FA94-BD7C-4CD2-949A-A2CB6C0D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772216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A49BC7-19E4-499E-97F1-E119889E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0AAD4-0A0C-4DB5-AE14-DBA6A682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AE1BC0-5CC4-41C3-85A6-C4E6B7F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1B262-16DE-4B54-856D-E3D3B642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6C4BE-0917-4955-957A-6AFB699C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13E9B-AF53-4A40-A13D-D640FF68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75D68-6908-4327-879A-EE15A059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BB0DD-566D-44E0-AB08-50BB44EC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c795adb58341e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2C566B-DFBD-481E-B25A-C6F24282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26DE5-C8C1-4AEA-8565-8B207089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fc8e79357b4ca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7B6164-BE42-47B8-9D58-9B9F7BD1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32F1D-E6C1-4A27-89E5-BE5FFB80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F84B39-C77D-47BC-BD1C-833EE887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82758-43CE-4DAC-B169-9B43EFCD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BE5E8-F05B-4B26-9C7D-F625C86A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51DCD7-AC87-4B7A-9547-0F3EBDF2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F8D444-EBA2-455D-9F51-B62756C1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B854D9-B33E-4B9D-BFAB-AD06A96F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3FCBB5-2378-45AB-A518-08BA7D87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2A4D79-DCCD-41A7-B120-2F257778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Curadoria documental: 5 fundos e R$ 34,4 bi podem sair de Outros, sujeitos a validação manual; o gráfico mantém a taxonomia vigente.</a:t>
            </a:r>
          </a:p>
        </p:txBody>
      </p:sp>
    </p:spTree>
    <p:extLst>
      <p:ext uri="{BB962C8B-B14F-4D97-AF65-F5344CB8AC3E}">
        <p14:creationId xmlns:p14="http://schemas.microsoft.com/office/powerpoint/2010/main" val="16180063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022855-5780-4851-A900-4AD0D699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C6819-A6AF-4D3F-B307-FDE76646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E9AB5-AEC3-45CA-97C6-07910023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ED19F-6115-4B61-8722-58B44AC6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82581-7084-40E3-BD14-300BAFFC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77407-A0B4-490B-9DD8-EC493DAE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93AD5E-83CF-49B5-AAA1-B4868836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D7F55-B32D-4353-BC73-B36FC33D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54a2d4ef50483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9DB260-4507-4F7D-8466-1A438AF9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EDE4E-E8FC-4EB3-B4C5-51B71CC7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22ac4ac00a483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FC9307-C1A5-4141-A2F7-45DC5511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F4421D-21B7-4BAB-A8CD-46516BAD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0F485B-B2AA-4E39-86E3-9099F22D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D8614-BBBB-4A7B-B95F-7972A685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C8A371-D195-43EA-917C-BA45ECC1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7189124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33B5F-2196-41F4-A386-C744B72F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EE410-7154-4E87-B209-3F620554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EFFEC-446F-49BE-9275-9A5A949B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F39C5-7171-43E3-B14E-05BD3092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DD804-5A6F-4EEC-BB6B-62738E8F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1C22E-1607-4E20-BE52-D38CC2EB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C5ADB-5C93-4C63-9C1D-48975F16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D3086D-8B3E-4647-818F-14138DA1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0e4d98969e45e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7ED70-61C4-4089-8C76-7821AFD8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E7CA3-FBE2-4606-8418-7D8B85C4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1adfa51e92419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9F5043-EE9D-4C58-A3BC-11F65584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3B2673-9639-41ED-904D-5F9D85F4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03FE7-F435-4240-B401-814B5ED6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B156B-4FA9-411C-B737-B1767424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ED75D7-A940-4F99-905F-505E0FD7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BD7865-231F-438D-B967-77C39A83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9783263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DA5BDA-08F5-4F4C-90B2-15895A0C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6385D-9A33-4BB4-8E2F-89250E15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4F6C1-A1E1-4205-B614-ECD71A07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376300-D0CA-4711-81DD-621C77DF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50B07-207B-4041-BD94-562E2746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BBC627-3212-4A3B-8BB5-CCA9F27A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D790B-072E-42E5-BF23-E71658AC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13879-D893-45A0-B294-2C3B75A5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4b90be95b6451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97AFC-013F-44B5-914F-4A520028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82D34-B148-4983-A97C-D9BA88F9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6E4DD-62AC-4A14-9B7A-5F95DA07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BF6057-7DBE-4567-A501-9087D881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682671-401B-465B-B7A5-0C3C49FD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D60F4-475E-4ED5-BB78-A21278DB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74B3D-C6AE-497D-83A2-87ED783F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91599A-9E7E-46BB-BDAE-94549AF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8B9DE-5F96-43E3-86CA-F1FFBCE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F477E-846B-416E-AEED-05A9AB44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E4D47B-8FEE-48ED-92BC-304C4E6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735AB4-2CD7-4372-9087-58FB5652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3B7509-AABC-46DE-89D3-D9448579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70B864-5438-4512-95CF-170700B2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1D97FE-7D32-4984-8105-1F757619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4640F0-9EFE-4812-AC10-CF209B84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9F9DA-3701-4784-82A8-5A1093F3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1EC647-C973-4696-AED4-620FE521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F654D3-4A1F-44C5-90EE-A35E1E0B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96CAC5-9831-4CA3-B2B7-335EBA86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AACDE0-E12B-4C7E-92E9-A50D5187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20644368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E2E577-1351-4E1C-8154-563B0D75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357F4-1D50-410E-9CC8-B46CC3E0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D1E79D-6F84-4DB1-9936-377079A9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EDA26-BAC5-4194-8FDD-65F4C5F8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15FD5-35F6-418F-9354-F2AE66EC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F0939-4EC6-4BF5-9C0F-42530A5D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20AF4-7F82-4843-B0D8-2B01357C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95CAD5-2AF6-4A45-9611-AA6E740D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b12c8937e04ba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D52A9-0A26-43AE-B282-BF013019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3694D-5122-4530-8C28-D9DE5CC4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0F427-6408-49E0-BDFA-C75D264D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EAB6C0-430E-4919-9B34-7986FE91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5636B7-460C-4D3B-8E26-5F321E9F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32C94-D7F9-432D-AAF8-F2FE1910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8FBD4C-0F36-4255-8CC4-5E56D84B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2DC7DA-2E43-4E06-B450-92A5A878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AD729A-455B-4FBB-8D4F-F5ED614E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8482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Original · inclui zeros no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B06E47-C36A-452C-B68D-B105CEBA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729D79-D4FC-4378-8A3F-DE79E40E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5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66674-8391-4E16-BEC3-145181DD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E91B17-9E3D-4347-B8AB-3FFC0282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CF62D6-A029-4F4C-9D7E-32A28BBB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5320961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BAEA35-EC44-43CA-BEF2-833F8D49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80664-3D8B-4594-9C6B-FF3B4405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3FC9EA-0F52-490A-9DB7-52D6524A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12905-D76A-42BB-A9E5-7107263E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C15A0-3489-487C-B1A4-9FFEA382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BFCF2-1258-4090-8AF5-F2F48EBA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5C898-0B6B-4920-B4AA-969A6CA8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58C6C-B989-474D-BB0B-9F56A150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c5755cf2364be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6F9F4-46CA-45CA-9D43-B6454180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54D6F-4405-4C1D-B4F6-46A946C8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656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CB1C7-D2FA-4244-A974-0CA5CA65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06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A807E8-7CD2-4EAD-9B0F-E5940036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64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1DDBE-930F-4130-B68D-67CD1114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06966-0C22-4A03-81FC-19B8E683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C90BFC-5CC2-4E0F-A72B-E548FB9B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8482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Ex-zeros · denominador restrito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226F7-4A45-4FC2-A04E-7D135D6A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A40B3-6E53-4746-8FE5-40BA023C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86C56D-F0B5-4C4A-8844-8A936BA5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B0A75A-5403-43D7-9C6A-1E759C66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FE44FD-6911-43AA-8DB0-722F9B43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6013189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3C1D69-8DF1-4441-AE9C-42698D82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877427-DAF0-47C3-B15A-F07D0BFF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1C43F-96DB-458E-B191-B13D2AD7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4BCA9-A676-457D-938D-F6988025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4610D-2BDD-4EF8-95B6-733B5F24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EFF88-0E4F-448D-AAAF-DA964725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952CF-EE79-4D7B-8D10-51024B9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AAADC-225D-4E67-9210-DA43DE01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e654b0f9f148e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CC876-E1FB-4D57-999B-2A829CA3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82834-219B-4BB5-9398-E75729CE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1F2E00-2D58-4772-ABB6-B1EF9FA5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C0C531-6DC4-431D-9A61-2275E95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248224-5E56-4BCE-B9C2-BC892937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2B20FA-65E2-4251-A600-09AA882D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BF171-57AA-454E-9E66-49D005B4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F6D855-D229-402A-A4DF-7F951FA8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4BD82-59C3-4E3F-8A5B-C833DD69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79E170-8313-410D-9398-8526CDF5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01AECD-F4B6-4C7F-8100-90272C73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A5022B-541E-4635-9816-23F64CB0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808E1D-3D50-42BC-BE2F-4813594F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BA97F7-3A06-4A07-A64B-FA1CA4FE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44D6F-99EA-4260-BA35-945E8071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1B1B74-3330-4EEE-9939-2EF480DE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2FA257-98AA-4E8F-A615-4DBCA154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B30B85-1242-4ABF-9099-89D26D3C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9463BB-56CD-4680-A30C-A3D35581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E8A450-2123-4EFF-AE4A-52BF103B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533453-6FD5-4E2B-ABDC-2AD15019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FBE478-1E62-4180-BF4A-31C2FDDE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3ABB13-0AF9-415E-B93F-72CFF4E6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E746A4-95DB-4823-AC89-AC26590C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DC5C3D-07A3-4B6E-866A-02056FCF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6548C3-4636-42AF-997B-3726BB1D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72B35B-FDE2-4AD0-A89A-9972068B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D63D2E-AB72-4CE8-B526-8D16FCE1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804A4F-5ECC-4E97-B015-5BD93E8E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A4FE3C-5DC3-4D19-B9BE-A277626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8E98C5-B7D4-4395-8AEC-DDABEDC3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CACE1A-9C66-45AE-9887-67DD3175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DB3B7C-169B-47E8-9AE9-901633C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58F410-B9E7-49DB-8A45-40ADCA70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263897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7E2CAA-26D0-4F90-808E-D6D0298C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84BAB-EEC5-4D32-AF71-0676EB65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6FF60C-B419-4141-9231-21C9D12D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C199A-A490-49CA-BDA7-279E563F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84BA2-CD3D-4588-8676-7AA9DBA0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95931-734E-4850-A250-B40B29BD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29AA1-C8F2-4DA2-B8A7-A898ED31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5E1D2-D24D-4186-9952-751105F4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5b905398984d5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438F0-E9F1-4D55-A819-FD5804A5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9A0AC2-5C17-4C1E-A03D-70F17C27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11DD8-DE0F-4800-988C-9AC95A36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6c3afc493e4c1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7AEB0-AAB8-4947-9696-B6184892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B8FBBC-0CFB-4DE7-9718-88ABC1D6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1FF9EA-9F59-4BD5-919E-CDEB9057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8B21F2-4ADB-411A-932F-B469396B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C3DEEE-A8AB-4AAB-A5B7-69CEB979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F2916-90E1-4211-986A-E38AFCA9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11E8C4-38BA-4797-B4A6-D1781594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27208560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F61EF3-1D0B-4F10-B248-5E5E236A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CC3F5-EB7A-442A-8DF1-0B7B20F3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6B531-6A3E-4F1F-B9E5-D1C54209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659FA-1170-4084-B989-6DD70212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3EDD2-B3B5-4CE8-9C1E-180AA297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63C37-E67E-40A5-849F-71A15C32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25456A-556E-430B-A3D7-7DAB5DC1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E92C4-72C9-42CB-81DF-B31C70BC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97690-2696-4678-927F-7BDEBA55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19CE7-C14F-4595-B93F-1D0A0A00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12A2A-EC7F-4B9A-B838-144DBC42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27744-099C-4B73-BE06-C5C7026C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D029A6-C1B7-4A69-B78A-6C7A7387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2548C3-38A7-409E-8997-6AA4F445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7318A-7688-4EDC-8F91-F8F0D55F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0B95A-2CAB-4545-9E2D-452C2BA7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DCC9B-73E7-4337-B60C-20DC7578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AE7B40-8782-40F0-AC62-09EEB8EF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02BA4E-BA54-4F89-9EC0-8C516D40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58F678-55D0-44FE-A24C-2286F936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9D1BC0-01DA-42C5-A6AE-FFF64E6A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FED621-CB43-41A9-9340-580B2E13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CE83CE-DA6B-4A6C-894C-D66027F6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8277fb35ea4f68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D9ED3F-B1F9-45C5-8C8F-BDCFD4B2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539f0a2d014da4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A44371-3DA7-40D8-85AD-D0603BD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eb52112c7147a6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1754FD-5F13-4022-9611-3E598E9C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ae0c6a97c74654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41EB60-8893-4629-AF99-315D9AF6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fe72f48743477a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D640A4-4E3C-4F7D-9B62-0B7463A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e9ff4e58f54a82"/>
          </a:graphicData>
        </a:graphic>
      </p:graphicFrame>
    </p:spTree>
    <p:extLst>
      <p:ext uri="{BB962C8B-B14F-4D97-AF65-F5344CB8AC3E}">
        <p14:creationId xmlns:p14="http://schemas.microsoft.com/office/powerpoint/2010/main" val="12074392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6EA090-91AD-45AB-B80C-BF6C671C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D0C047-4701-4734-BA8B-811BCF84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913D6-F9D1-4CF7-89A6-DF664564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C2984-8B5C-4FF7-BF10-C66D1BC0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29E08-5D55-4B35-AAAE-93890E71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6632A-2433-4B2A-AF3B-FE714B8F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985A2-8658-4CE7-A836-630C0186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10F4A-B6DC-46A2-8FEE-2E1D7191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54b7981acc4c8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EB68E3-96DE-40A5-BDE9-093487BE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5A3D5-3752-478C-BD51-E0FEB097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41E25-2B32-412A-AD0A-AB95D01B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B8D89C-8DFF-4EF6-B9CE-FBF64D17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4862772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8DA025-7C23-44BA-81A0-CE4CBB89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141CE-98E0-4E68-A308-16CD0D12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8EA6B0-9046-4213-8CF7-ADF8E847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6C28A-2AB0-49D8-A9B7-A5D27A2D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6B4EE-1F10-461E-881A-BFEE2DBF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5B3C1-06B2-45D1-852E-AA802564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60D99-CC42-48EC-924F-CE857670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78CE9-D9FA-44AF-98FA-964340FA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407b586492474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301065-A479-4B94-9EBD-419728B0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5AC0A4-14F4-4F8A-A235-99265E3E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885BA-1E7D-48F4-A251-F7442785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F0BCA-E0D8-45A0-97E1-5A9E2AA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8dee08fe06451c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BC79A-C69B-48D9-9490-04A03EAE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1C37E-5E2A-47AB-AF9D-86D4C8DC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574776-975D-4D96-8B0D-03E79A51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7511323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9812B-E1AF-4B6E-AAE7-A7BE2717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D573E-F7F7-49D1-B3B7-D8F86137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3D9CA-485A-45D7-8613-60A6071E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B0111-7F66-43A5-97FB-BF753245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D133B-A6C8-4D1A-9878-880F488F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32C5E-B47E-4DA5-83AB-9DC7BB0B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38d21a6dc442b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6D9BD-12FD-48ED-B4A2-9F116531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4960734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ABDC6B-9EC1-487C-A75B-0DC29847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CB0B2-91C2-4980-ACCE-2F7954DE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DAF6D-22D3-4FB9-8CF1-44F2545E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8C778-477C-4D66-B370-7E0D85C4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51F9C-66D3-4C4C-8F88-78B8F23C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66BDD-1FE4-4569-92EC-7DE10437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e07f8fc7f64e2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4F75B-7DF2-48A8-B0C0-6FFBE615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2492721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143D3-2313-4D3A-9728-2FF74BAE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0237A-4055-47EC-BAE0-1B3D15F2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28391-E176-4E96-9782-9BD7AED6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9B7A9-9C9C-4A42-BD89-320A6A00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6E7B5-4A55-4944-A945-5BB23136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D5283B-47B0-4215-BB27-D6EFF325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512b3118be42f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A7EC3-590E-4ECF-99D7-B26E4BCC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73615960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3105B2C-4FED-4EE2-9118-66F14292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38469-67CD-4F21-BF39-1146A37C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17906-76E3-4E7B-9E74-C9D1D58A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CE848-96B4-48A3-AD56-73D13867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EFAC9-3440-4D37-8737-5E8CF19A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263F0-ECB9-475A-A174-EAB79950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7831FB-C82B-4D23-ACCF-47FEFEFD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8781A-4F8C-4049-A11D-CDEF487C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75186-F529-42DA-841D-198DDEFD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AB98E2-F8DD-4640-B781-7939010A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44DFBC-7907-40A6-89FF-D989B00D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0EFB3-9832-4318-97F9-45D6F637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12B4E4-DDC3-43AC-99E4-DA85BF14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B244E-E17D-49BE-9157-05FAC54B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78891-FE98-41B5-B698-153CD21F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B55CF-91ED-4C64-A53F-08D0B997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85D54C-2844-4C50-8305-5A9DD616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18164-077D-4060-844B-93032B68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8A9F2B-A2E7-4136-9919-0BFAB9AA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BAC40B-3FF1-450B-B39D-352F3D72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C59F3-D67B-448B-B251-3D37AAD9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F4EEC3-B4C1-4B63-B27C-68794570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710411-B411-4098-9C24-8E4905CB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08C880-FC1C-4F29-A25F-631515A9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AEF4E8-750F-4105-AFB8-9255BBF7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6B25EE-DD9F-4AE3-9C50-C7A4A604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9E29F3-A8D7-40E0-A19D-FAC6535C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6EE18B-D274-4468-82CD-5983650C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ADDF92-EBCC-42CC-905D-5CA98175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64D4AB-6DFF-4ACA-88C1-9F766EDA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B4781-1788-40AA-89AD-2159ED48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B16EAE-0EBA-4C87-9789-D3A7FDED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BAFA54-415C-4F65-81F3-0CC73A9B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2ED9DB-6B9B-4AF3-AEDF-43337341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C18485-355A-4637-AA27-FD984ECD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97905D-533F-484E-A2EA-548CC91D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425E7B-FF34-4936-B903-8B18E81B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F2B8B5-F67A-4118-875A-A06CD62A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EE7D4D-15BB-4160-96A8-07398C27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AE67E0-08FC-455F-8C24-1F457D9C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B94DEC-64B7-4894-9700-82141A79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39D093-46AD-4D42-806C-7DFAAD8D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FCD6D9-71B5-410A-8DB4-3944C033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37E226-4AE9-49F6-B902-BF12C629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B5A220-00B0-4B7D-9765-5E85CFC2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95834D-C2E0-4FB1-9622-0F6B7C99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954B98-7B7D-49FA-9E2F-11DF09B6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1454391-92E7-4DDD-B08B-7FA15B6B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081DE9-0379-4594-B505-F0CADA4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0DB5CA-6F8D-4D55-AF47-F3D9B0A3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EAEDCF-74A7-4830-AE1F-E944534A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A02474-2CAB-4B63-B5E3-00A8821B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Consignado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5C1B31F-ADAF-46AC-83F9-76A2DA99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0A061F-4DCB-4B7C-935B-76B5370F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06A0A46-5E34-48FF-ABC4-B0E761EE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5154523-E70C-49BD-BF53-CB4FB931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D259C74-8CE5-43D7-AC67-22B6F0E8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D8FB2FB-EABC-4568-999E-5B864FBC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62D1F4-9C53-4B98-A0C9-8EA3E6E8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D49639A-2BE2-4741-AC9C-7CCF7E60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C561BBC-3159-4594-817B-3FA00C75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0E0F605-F63B-4787-B58F-C37493C7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1BB737-1FBF-475C-9F5B-539C4AF7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6BA13DA-AC3D-4331-AB08-468A4FC3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0A8D9C4-77F9-4E0F-BBD7-3B294383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501E9B-66DC-49CF-9735-5D8F9F22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5F64E79-5C90-4951-9ED6-E830B2A8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213B977-4CAA-4C43-88B0-4105A482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2C5FDC-96F9-4C3A-9259-CEF8761D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854ACED-AFD9-447A-86AB-73E2DFDE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4CCFBFD-A46F-4A66-92D5-8AF9AA63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B8C362-92E5-4EEF-9E16-911DAE8A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8C4AEFB-CDC2-486F-BFC5-159A2482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E693621-5EEB-40B2-B05E-E66CB88A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388C5CE-2959-4D83-9981-ED064AC3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1F303BC-64B5-4884-940E-95A0AE44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90B2645-DB9A-4CA9-B49D-5BE7B276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D9EE3C0-9CEE-4D88-AB03-EF174E50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9C889A0-6F02-4B00-B61C-C53AB3FF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90476AD-25D0-4A04-82DA-945E21EA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9E94FD6-E92A-460B-8D6F-EC794CEB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32D768F-EB76-4961-B840-CB3926C2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6BFD12B-7526-4B9B-988D-78AE4D31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32689D2-B963-4BFA-9058-D9382173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2BB7565-FC9F-4EF5-A36D-9F442294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5F2EEEF-FFA5-41A7-95D0-E9B5D144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7961330-0856-43FD-970E-20AFF2C0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2E65C52-D715-4CED-8A9F-1D020268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8EA929D-27F4-4273-BA20-E99060B8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084FB6F-C221-4D16-804D-63015B99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9220C02-ECFD-4969-A0D8-7BB15D13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DD394FE-D582-4FB9-AE76-4CA84C4C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6E8C5C1-58C7-489E-A642-518A0C6A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488F2CB-A410-41F3-9AAD-4DF0001D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14AEAB5-7B21-4498-B964-C6B7A5A3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CE17B22-3D45-4826-9956-49689D1C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473C6F4-609C-40BB-B07A-76E0608B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0ADE6EC-B796-4851-ADEC-E7BAA803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1482321-2F7F-452F-8DC4-F9181161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802042C-FD31-4B58-9008-B1D19FCA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1389E56-8BAF-4DF8-B698-684F16CE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A36F3BB-8E61-4384-9E66-06F16243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6994D45-E3B3-4B45-9713-D75DE08D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BE195D5-1550-43A0-B92A-67002E86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61AA98-863E-4D25-A560-3E06C583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46102C6-352C-4610-BA60-11117CE7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DB4BE5F-DB65-4B9E-86D2-6B909552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DD73B14-B41B-4943-A2D7-7C9AE479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6A6E9F6-21A1-433A-BE7C-9CDA0DEF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2CF5324-8EE1-4DF5-980F-0F91B1B1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A784DA3-B3D6-4A62-B6E6-FBD478C9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7CDAFE4-5F44-4B42-B83E-E218FF32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1CB8189-5BC5-4F6E-9CFF-30FE23B7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86D0FDB7-1ACC-47F4-B193-08881752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04F55E4-F4FA-474F-8626-E2C9C50A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1E29866-EC40-4DB0-8D73-CFD9A18A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CF3AAE6-DAF6-4A17-99C0-422A3610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C04AD3F-775D-4ECC-8FFF-C90BB74C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A44E580-37C7-491A-9C26-423FDC8E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DAEC003-E9AE-4995-A5EC-7AE06F66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9D8E633-599C-4BCA-AE6F-AA4D3EAD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269D29E-EF39-4E26-AF3F-03C705D2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82746E5-2FC3-44F8-8392-BE770319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41FE1BC-5A18-4B46-8553-AFFBC1EC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DEA3029-CA61-4A90-AA43-83298DE2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E44FCE8-F27E-4619-B3FE-D90EA03F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5D9A229-86B1-4A1F-922A-09865CE6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B9F71A7-B5D8-45CB-B1F7-FA55E884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876C55F-8540-480A-A76E-7887C22E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B32F549-12FF-4A21-A5B1-858D4BAD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916B2CD-8ABC-4014-A0A9-EE245AEE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45EAE01-F08D-4CA6-A23C-4E3D231E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1DD8ACB-0574-44F8-8188-E9EEF4C0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DD995DB-84A9-408C-BA51-70C279A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2614DFD-3931-48A6-AA5E-3F6483E8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F4718BB-6D25-468E-9806-A12EEE2E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4F7B316B-EE1D-4C62-9DAE-017CB99D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2C8B8F8-433C-49C2-B1FF-3DCB4B33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CBD58BE-A67A-4753-B9E6-81DAC9F6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10B47F8-9151-4920-8CFD-6EFF5CA4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109C8399-A85C-4B74-9E02-B4592EDB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8F47716B-5DDA-4DD0-9F12-CF3C4D9F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9832FF4-8574-4A91-8711-C6394B4E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2EE13C7-078E-4BFF-BF49-B38759BA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F1359F0-837D-4C92-909C-185E2D10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7C9F4CB-39E6-430E-9E50-505E7AB6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88B8007D-757F-4CF2-BECA-47621009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C8FB3A2-04BF-4DAB-9FEF-FCD1894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1B2D4C2-B783-4366-AC9F-0D2E30D6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524A726-D163-4162-87C0-7D7E1C3B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6808AF9-3E8F-4383-920A-82938D3E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64FFC06D-7546-4D4F-82B4-EBDB544E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03FDE9B-E3B9-4D51-A17A-7033BC2E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865A0D8-0CC0-45A1-BF67-64C9F428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D249020-9E9C-4BD3-BE45-B3F88C13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0B66D5B-BA8D-4084-87E7-25F4162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4A42146-D9FF-4D43-AB9A-8CB0E682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52F43B63-0E09-436D-B4B5-CA0637DB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133E2FE-7C8A-4E23-99F0-DB77F64B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BD6ECA6D-8395-4CE6-8E5D-BD0DAD84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de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7878B8F-C799-4FD7-9807-EC2D3FEA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12F1C7C-0AA3-462E-86DB-AF4B2F77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D674E86-4EA0-4C92-AAE0-7D3081BA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0FCB3F5-288F-4A42-A884-0A9D3D30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9A96015-0DCC-4475-BEFE-28938387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D2BBA17-B080-43EA-AEC0-FCE3B127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AAB158C-7216-4D51-8947-1FE4DAC9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632300AB-A6CD-4B49-9116-1ADC5413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2CA0705-B16F-4215-9DE4-2EA79E9C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2F00650-5142-470B-A3EE-F5A8645B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074C274-2C82-42EB-89E5-B7D578D7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5208CE9-CA0C-4D2B-8DED-6E8F99AE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FBCD461-3CA9-485A-9048-350C65E4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3F353E0-B0E3-4719-9A16-5E7D12B0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2D3446F-E523-4A10-B903-6CB3EBE2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7B4E699-5CDD-4D07-9683-8FBF0502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9A4125F-E619-44E5-AFB8-37D74ED1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E5B84910-32B4-4E76-9F80-15E8D519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C6DAC0B-E895-43D0-BEFE-231A5C8A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6D896C8-6708-4B73-A1DB-622DB4C0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84021480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5D953E3-CC96-48BD-8501-D96DAD08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B3D68-7BF5-4EF2-8D1E-B3B73ECA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de Outros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B4BC72-FD1B-438F-AA46-D1EFBD1C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C285F-1232-4E6A-889F-ECC2BB09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10F94-AAEE-4126-9D64-036988E6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17450-2598-4D57-B8A6-0A129A11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2ACB3-6C73-41F0-9DFA-2223B192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F9ABF-1103-4BB0-9A0F-2644A1F2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E166A-D38A-4CC8-A832-0B5683DB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936C8-81D1-4FF6-9005-177A2E62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575F8-44C8-4442-9304-05E60CC2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97D77-29E6-42A6-BCA6-C8E5CDD8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12104B-5CB2-4DB4-B91F-E55557E9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A5046-B546-41A8-9663-2EAB5332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1FFCFD-0392-4701-A662-3E828704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86A7B3-04AF-4AC8-BB6D-753B1B5D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42121A-18A9-48FE-B266-B28FB473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AB09BE-C268-4680-9C51-EB7359BA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4A3F60-C81E-451F-8461-01F2D45D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CBDC22-F95D-4835-AE8D-DF5CD415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DE5B1-AA0D-4165-A737-0502E5DE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5C871-47B1-4C63-B8E2-99CC1447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EECC27-16EC-4BE6-87D7-B9C943B6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1E76BC-1469-45CA-A470-8867F40B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F97EE2-06D4-4192-8E65-01E86280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D0B053-308D-4A79-A3F4-B3BA8812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3F7F2A-9FF1-409E-A250-53B9D93F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cedente ou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A57347-D1C8-4430-9380-7907B57E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2A0548-A169-44D2-9ECD-14122A69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3E861-C808-447B-83BF-0D899FC9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9CA364-A03D-4AB6-AB55-DE1A1824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DA5330-80C3-4D8B-95B3-00CE5847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647EAF-CDC1-4352-991A-D6EC9014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FA5A22-092E-4EF1-98AA-B1C0E2E4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681C4D-67EB-4805-BBF7-4564F25A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6F5FB2-2672-460F-985B-0D7A3EA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B06885-CFB2-4E68-9F19-58652DE0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6530D5-B856-43F5-960C-2C083904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443592-05FD-4C3E-AD4E-9F168405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78E391-4AEE-4875-9E90-8473D8B9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0E1A31-4B61-4AD3-94C1-1243B5E4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CDC005-2923-4D30-B98D-EDA03F0E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AA4980-6A27-46C2-B96C-60407DD9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88A48D9-1935-4045-B8A0-4ED472A9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2F7390-D202-44A4-BD74-F21E2D90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0CE4DA-70E5-419C-9A29-E3A47C98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4C80A6-6A8E-4AE1-9080-FE9287B6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2F9E7C-A7C2-4E27-BF0C-620A4C76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909E6B-787A-4D8A-93D9-456A889E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6446C1-0BD4-4A0B-AA05-84316E5D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294A92-AD70-4A57-9A7E-378EC2B3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8F40C9-5F6B-4400-95D6-19081943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136EDE-2715-436B-9200-2648697C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1ADB442-402E-46EA-A320-B94C47B2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75A35-ABBD-437F-BA8A-27BDDCD7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8446E27-71B5-4A5B-81AA-9C774DA8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2DC511-81B8-40EA-913D-26C219D0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E27A9C8-4019-4ABA-B7FF-86395868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84D33AE-5101-4CFE-8672-A2F67380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9A088D-6E3B-4BDE-8A7B-849EC704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68424C1-88FE-48FB-B9B5-C7AE9BA0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6E784A-7D26-47C8-A65C-31229277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906854D-BB00-40FB-BE4D-D96A91BD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A43858F-1530-49D6-9314-6953E0B3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D8A7A53-B53F-4FDB-B061-B7AACD34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5FD918A-FA88-4404-A963-3C58DF9E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2CE5257-35F9-4BA8-9D73-450C462F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16909F4-6673-447C-B4AF-F97DD540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8FDED30-0620-4DD6-A80D-87293FBE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92789F-67EB-4C10-ACE4-21AFE302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9D0D71-7220-46F7-8ED3-FE777B71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2ABFBD4-2F6D-4BB4-B0DF-5479C191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986E5FF-96DE-4304-A525-EAF1778A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7D5F94C-44FC-47A6-97E7-F5CD508C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D227913-875D-46B7-BDC4-43928F47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EDD6335-9D80-4B04-A5EE-B66B577C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28A0EBC-670C-4283-B566-C7D62496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F676D83-29EC-473D-92D0-8B3713DB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CEB6BAC-DF4E-4F81-972C-95F7EB0A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46C9315-93C5-4E99-8EE8-D4DBB703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BF66341-DCA0-4CE4-9A0D-70C30A5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1C36639-7797-4664-884B-AA8EAAAA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0C039DE-827F-4BA9-93E6-3A95A9F9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S.A. (cedente) 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0D5CC54-A2D5-411C-B345-5252AB96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7A624AA-4C18-4DD2-98BF-6FAD617E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DC48EA0-F107-42AE-80C1-27B4C04A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29D380D-B2B1-4CE0-B9C4-A2A6A0C3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DE4F44E-526A-4BF2-AE05-12BCFE56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767F925-4CE6-4083-8BAA-868ACBE7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78F592D-FB8E-4248-93A9-A8525683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CF5E32D-38B5-43C5-9098-498B226D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CA104FD-AEE5-46C4-BF07-22A64B5F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A21E9DB-25FF-40AB-BB2F-E4B46B1C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4B7D281-73CB-4D93-B34C-4FF3AF14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8B129FD-C2F2-493C-8CC6-65148BB8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1D8DE37-A3B0-419F-AF5A-7A51AB58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A6059F0-8C11-4BC3-95A9-C40B1088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7AB992D-5549-4316-9088-206C398A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524710D-E975-49CA-B1C1-A79E06AC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5235339-0A94-4540-9EF7-9240364C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11516F8-5A8F-4D99-B825-AF5110DD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F9446DD-7EA9-4682-AC46-34808349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E1DB757-0414-4B4F-8893-C94540B9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430984B-74C8-4504-A24A-2C6627E3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7BE77BD-E1C5-444D-8994-546BBBBD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B6450FB-8006-457F-AE78-B0ABAE58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Regulamento não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02E6999-4418-4BFC-A597-028F3964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AA5D7AD-945E-471C-8B60-26C850F2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0C69498-5E73-4BC0-BE7B-967B3484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18FC662-BA77-459B-B29F-954A05FF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B55339D-BC6F-4CC6-8C15-3E666134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23463CC-B505-4A97-8AAF-9DE3503A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69F2408-96AA-45B7-ADFE-FE89191D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690925C-403E-4365-9C65-0832A556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44BA38C-5524-4D31-B40F-641BD130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96C2078-8262-4877-8D58-FC479A11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6640E18-5276-4011-87E3-7B6E8AEC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7FCDAB8-397F-4CFC-8C4A-5EF714D8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95D8036-5D58-458A-A44E-E7D114AE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91E57364-3433-4C32-ABDC-D925FB82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D077A82-E029-457A-952C-0FB40BA5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301B6A6-A98F-4256-9565-6967DB4E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6519FAA-0325-4F40-8806-D1183A91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A692844-5B02-4471-9B0E-DA0A6723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4F4FC82-C6CF-4412-8E45-0FBB1C99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149477A-0C37-4995-B443-4AF63223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99CF593-3456-4CB6-AC4A-196BCE51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B4F89E5-4ABF-4989-8277-3A3DB6BF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95025AE-7671-4B3C-A249-5A54C55A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72D5DC4-50F4-476B-B7C3-F37561C0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461B886-D476-4FAD-AE71-0812C2F2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B7AAE21-2C0A-45B7-AA08-4BF38B5C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10CEA946-077B-44A6-9464-48044B94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459863B-6CD4-4666-AA82-797BA7D4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1298E64-7281-4B71-BF94-BFE7374B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C429607-FA15-4B0B-8427-02DC85AF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PCG - BRASIL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D7BF9C5-0568-4629-BBED-79035F63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DA1B77D-90CA-4BB8-AFFD-BA7D295B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Entidades distintas;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613A024-7A44-458A-9C8D-93893721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8B64D9F-F97D-4EE2-8121-0913FF14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571495C-BB0D-4CFB-A09C-F7C419B2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5E38538-CAB0-4F31-91D4-694EC12D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6921429-C6B6-4A6A-AAE0-7A215F5B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6C5C863-88EF-49CA-AAF2-D5F4F0DF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F15F027-6A36-4138-9C17-AB1CE5D4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8F8BFF0-EA36-4FF8-B8BF-77689505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em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4371EBF-4848-465C-B583-4180C5BD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D804A78-EB3C-465A-B91D-3988D70E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D31756F-2FE3-44A3-85F1-ACDFCB9A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923B528-1DB4-4065-93A7-723B0AFC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EC6C0A4-B74C-4F13-8A66-7D09344C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6B9C4F1F-1A27-4387-8272-CACC2F2D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327B8E4-75DA-4BF8-9CA1-3B71BCF8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8A9BAB4-21A9-48A0-B37D-2268BFA3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21E59B6-4BE3-413F-9E09-CE0589E0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391C059-5230-4A3F-9823-ACDDC5F8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945A964-8FC8-4477-85A4-706564EF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FB4CEE7-244B-40E1-9401-DE7BF195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A645D45-C551-4153-BAF8-3F0D5CC2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9C70BEF-ED0F-4744-9F72-0B9FA860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1B8EDDE-E999-42D4-A3EB-96E4DEB1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30427A5-2664-4C6E-991B-D7ACE1D1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Aquele que realiza a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05A9824-E60C-4A3F-AE42-33183FBA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83C44502-C25F-46C5-9D03-DA82C372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B02E9AA-376F-4E2C-9C46-E61E7E28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35E3D8E-1970-4A69-9D08-CB42B872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924EA54-0777-46B6-8FB5-B62B93F3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42D841B4-BDD6-4434-A47C-D1C1AF29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A8E33DD-08D8-48AA-8013-C6CAFDD1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99B068C-0477-4783-9411-3DBF3D5A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188677CF-3052-4140-B320-C00BA9A4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4174A17-F6F6-431B-BA83-73E9A9DE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89AB674-9F11-4A37-A81C-10A80AE9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EF68165D-36DC-4683-9269-F0E80C07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93B7014-D98C-48E1-826B-33DA51FD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D55E83E-5D4C-421F-AFD2-090790A0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5AC7397-B477-4DA4-931F-9E6C7C9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BB633666-992B-49D8-B571-CC3E53AC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F4693C29-797A-4902-B972-4E0C8908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09942A3-C474-4573-8BAD-380E3ACB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</p:spTree>
    <p:extLst>
      <p:ext uri="{BB962C8B-B14F-4D97-AF65-F5344CB8AC3E}">
        <p14:creationId xmlns:p14="http://schemas.microsoft.com/office/powerpoint/2010/main" val="8371821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B885BF-5E28-4CC7-83C1-47EDE00F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DE1F1-8841-41F8-8FC2-94FC6AA9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41A68-2844-474E-A1F6-8635893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62B79-2ECA-40A4-8AFD-C3C1DFD6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41A4C-495F-41F2-8C47-C31421D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79C04-71EA-4493-8951-E8883543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60f1a6f90d41f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85489-448E-49E1-94E9-BFDA08EC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1417A-611F-4902-ADEA-4CB8B723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5BEF1-03A0-48EE-996F-D9446D1B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7CA84-A7C7-4C88-AFD7-D1B317B0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4AF80B-22F1-4FF0-8D44-BF5289C0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47470C-6EA1-4D48-A1A3-6D5A3623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CA03B9-0D74-47CF-8894-3F02381C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86C3D4-0EF8-4282-8F06-A8DECB58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A272B0-4B5F-43F4-A4BD-D540C7DB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AC3F3F-DD49-4E50-A1DB-7DBF020A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D2FDFB-2B89-4FBC-9CFE-E894DBD4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5A0C2-3400-4635-9F66-6D0B77AA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75841E-D2AE-471B-9CDD-056F02F9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7082B-A8C1-49C1-A6FD-6DA6AB17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B24AB2-B587-4D42-8E48-46FF37AD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F707AB-8712-4873-A2C1-7E39A61B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AD745-CD6F-45B5-9B5A-E492EC37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F4AFB1-F65E-4CAB-B7F2-26691794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59D167-C039-4266-8FAD-0C47222F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025517-2F31-45FA-BC93-A44DCF11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3953157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CD1F8F9-E091-440A-B1F9-B9D577ED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43FC5-E06B-4D3C-9C65-A50D990F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25113-1763-4A47-92E8-26C534AF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EDB9D-5A77-452B-823A-9793C887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FD15E-6998-42F3-A9DC-223E7F59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A405D-842B-4307-80D5-6B835012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301D7-FC96-402B-91CE-7F264411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5E9A7-522E-4519-96C7-364AF7AF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A13FF-D49A-42D7-A202-EC74CA0A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D3FD41-29B2-4FFE-8CD8-8A595B26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B2ED7-8AAC-4EE8-A36D-55BF4F32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9BA62-A919-4379-9B44-1F6C7D3E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595EB-AF4F-4241-9E14-9A363FF4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E966E-82BA-4F37-A493-1CC0202C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7B9D2-8AD6-4281-9075-9BD00FC1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655AA-CD59-478C-94E5-706A88EB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5C4CC7-C6B8-445D-80C5-2F143E07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7D4FA-AC6E-42E7-A22F-3993A138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269E4F-2124-4226-980B-679312C7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7BE036-D0D0-4BBA-8C2E-826F732D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CF3ED5-23B5-4C2A-A4D4-06825117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9841C7-75F3-4836-9B9E-1614CB27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09F598-D7D3-49F2-9671-84B3A0E1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98AE6-5992-4726-8D64-0AE28A03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FBCCCB-357D-4508-96CC-A5A3CE74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C0A68B-1440-42E7-8755-0D273525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8AE363-367F-4760-848A-FE1CCCBD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0B4949-0869-4B9C-91F0-AAC2D064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72ABC1-78B3-4B00-839F-94089057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760F75-5553-4979-A60D-787ED4F6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5F80A3-81AD-4C96-B9FC-24EF481F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90FD12-1E31-4D1A-9BC3-0DAB1504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17CB51-624E-4F46-949E-A56630ED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BB9291-24F2-4C27-82AB-08DCFC09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45C4AB-3B30-4B1C-9EFF-830EAF9E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CC34EC-8336-4F01-B3FB-CEBEF70C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7A57CE-07A7-4781-A55B-41196ED8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84301B-3625-4CA0-B2AE-CBC434F7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C56A32-E730-4926-9323-AAED0403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B92590-6812-4030-AE3E-40C70DC1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286F46-92BF-4803-AA24-03000623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0AB0F0-EA3F-44FD-A060-C1572566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E3121B-7910-4B4D-A2E7-4934DAFF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6FED8D-C7B1-45EF-A669-DD22377C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C1D24A-948D-4BF3-A16D-52634F88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B52123-3F3D-487E-9D4E-EC38BF49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E405F5-82E6-4D8F-BD7D-B7237226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301167-C140-458D-B143-80E56902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5FAD67F-5F37-4D2E-8682-C6C164F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3A6C4B-8026-4E21-8FE7-DD87AB5F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B54ADB-8F2B-40D6-9168-1D115BDB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A6BEEE-AF4F-4E3A-AA89-EB011BF9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C91179-CB7B-4280-A51E-C604CE42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17AC650-4305-41ED-9CAA-7F9C4EB2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8DDDB55-C991-4778-AB62-272E7EB3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EFC1B9-E4EF-4D43-9626-5B318D15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5738FB2-14A6-4403-9EBC-2B5D24F0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6CA522-8077-4B14-8176-C33A7575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10D5AD8-8867-44BC-A930-DB2959D4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CE48E0C-B17E-400B-A9B1-9B5D24F4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8BDAF5-3C62-4100-8087-3F32B203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D16C68B-73A3-410D-B8D1-5EAFD287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71D0A0-4FF4-469D-BB19-039B7B95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AD94CA4-F2EA-43A6-87AD-6C6C93F9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EDAEA4-64EB-4E65-8F2E-4B59AF58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0FE4436-9520-4DBF-A087-B557C95A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151E793-3FB8-4D57-958C-BB0F4930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044F68-C944-48C5-BB79-DAB8A415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341F448-E8B7-47BB-BB34-C09744C1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CF7E132-9742-4A09-A627-4A7215F8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EBAEE35-EA96-4103-90C4-EFC5F69E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BF6D35E-C663-49AD-BB07-1C42934C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92CB5A-4792-4D07-88BA-E168B7EB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42A46D7-412F-4EEC-AC02-F91D2A78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657A804-3541-4435-BB73-01CE6C6A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12D4B59-AAF4-4590-91A2-5049A34A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BA2BE63-CD6C-4F4F-A2ED-8DFF1C3D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F1E749E-2ED7-4D79-BDED-E3771537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71AA65D-EDC9-4F2E-97AD-07E662BF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02323090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1CCEF-F564-495D-80CA-BBE4E6A8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F4138-0426-4756-95BD-8143E2D5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605CA-0553-4617-BA2E-58D17117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914FB-3955-4A54-BB77-78AAF89C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A0E5F-F931-4A55-9892-416A0D55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DD687-9027-4ABC-9DB1-EFAC1DB0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EE142-9189-4D78-899C-49F52969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B3CBC-0EDE-4648-AFD9-35C97D82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54b5ad571e44c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CC067A-D3B0-4C1E-A207-B5A6D37A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304E-A7CB-415C-BDAE-82A964B6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4a3046c35841a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A3DC7-4DEE-47AB-8F8A-11FAB56B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DC7BEC-493C-4CF6-B8C2-C43D4978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732E6-B826-4E64-A326-50E990D8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0C8A6-443E-49BE-AE60-62A3EAB3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8AACC-2EB5-4B40-B701-4013EB9C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8E6D4-2802-4AF8-A2BE-D3129FB8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A74228-48B3-47B1-BBA7-C454D436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5CFC6-C7DC-4E67-BB32-C8D62710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6B3846-349B-44B7-9F93-A268045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28CFD8-C7F4-48F0-9B8F-B3725E54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8F188B-985B-49F5-B5D2-DF2A0659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F1D034-AFCF-466D-933B-BA0BC312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3E8EDA-4129-43D2-856F-0522C6A7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2CD5F-4CC9-4D37-92DC-8F04CE69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57C0C-CCAB-414C-AB06-0C3A7B0D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109773372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DA2F41-092E-41B4-8D7E-16F2D523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C3785-B4DD-4758-AE82-75C9164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9875F-1848-4FEB-97CD-6CB2D86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7269F-1712-4527-AF45-B714CD5F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656DE-9233-4C74-8303-D4C0709B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C110D-875B-412B-9AFD-A8040EAB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33B76-91D8-4C59-81AC-452DFFBE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09FBF-55DB-4336-8793-4DB14634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bf14365a9f417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23FD2-EA99-4F32-A8E7-40D779F6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46A67-AC58-4819-86FB-694D37E5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bbdf34d0404bb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76E5C-F0CA-4427-AB06-2FB5249A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64CDB3-1F76-4543-A575-B3E7169D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7712dc784340a9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4B4F47-3075-49A7-8CEE-21B9B6E6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9A589-E8D0-4F4D-9162-EA11D783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DC3260-B879-4416-9D87-E0ED4D7E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49605-492F-4247-AC45-B930F90E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7F949-40F3-4FC3-99C6-4D85A37F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B34B6-BFDF-44FD-A16E-2F1CFA2C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BA782-F8F8-4B82-8B63-09FD40CD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5E8E3D-7AE4-4B2D-8C13-08EBF034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B9440E-F55F-4F50-A7A6-1257F969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727067-3D5D-4E78-AE39-CC37135C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77A75E-710E-463A-BF3D-96B9C9D7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1C9E56-38C9-4AA2-A20E-03033259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657755-778B-4962-B8C5-E295C5F2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350099-B5A2-4ACC-9D35-D6A9B46A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16409956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CD30E6-2CF7-4F94-BA34-1B6F9955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927B7-9226-4345-98ED-39CD7289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4C151-0B7A-4470-B2D5-57E23587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0844C-76AD-4FFB-B7ED-06186E8B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E3ECE-4245-4914-8D2F-6767BD4A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A8570-0CBB-4E41-8B7E-21FE2992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8F6BC-3FFD-43C3-BA1D-0A00FD26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37CE1-21A4-4883-ACB1-6A1194F8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408c7ef22447f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D3FC0-6DA7-40CF-8C8B-D82A5086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4AA69-ADC7-4905-8E2B-943B3073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fe9656f1234ce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5D5C20-FC48-4476-99A8-17F94314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861EA-6002-4B36-A735-2BAC7F90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5E353F-B3D7-4A47-AE3B-041C1712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135FDD-82E2-4131-B57E-0DDBF995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E4DBB-7C92-4A73-A4AC-D64A784B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C09B7C-0716-4310-A012-F5FB54A8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FF297D-67EA-46AB-AA55-2FD95479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49DBA9-EE79-4909-9A5B-4BA6B32D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C07B8-E412-43A4-90D0-5A6BE870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7bccc2f41f4196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6C8EEF-1A1A-4A4F-8981-48D68B65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EC7AC4-7E74-47DD-BCE8-868B0E57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1f4aa60f384b2e"/>
          </a:graphicData>
        </a:graphic>
      </p:graphicFrame>
    </p:spTree>
    <p:extLst>
      <p:ext uri="{BB962C8B-B14F-4D97-AF65-F5344CB8AC3E}">
        <p14:creationId xmlns:p14="http://schemas.microsoft.com/office/powerpoint/2010/main" val="179903111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18790058-A48E-4CFF-8A77-1DB21123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9ADDA-ADEB-4DEA-801F-7B6FE11D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AC0F3-1457-44CF-AA19-40610629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4126B-9A83-4661-8E1A-7E9225AE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0557D-3D51-457C-B4CD-C0D9203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F3CA24-BA7F-4B06-A615-B5E23D57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EBABB-EF53-422A-AD3E-3C6B6B8D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3BF1A-6366-4190-9EA2-6D00B669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51FBD9-0719-48DA-8303-420D4135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DBE03-FF7A-4C06-8835-78D8F0FC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A938D-2DCC-4292-AA57-F2151423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13B1E0-CB97-4A0E-8071-75D0041B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58478E-C36B-467D-B87C-4266D82B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D77334-3908-4C27-9FFD-C5B7280B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ED063-24C5-4062-9DCD-20A05B23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6E1637-88EA-48C9-AC3E-6FB7E907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04A016-BB15-40C9-92E4-E76F993D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C6148-0C14-42F1-A535-FB3FBAB8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7F3AA6-5768-4BE2-97E0-A5F007DD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87BA29-4DA2-46CD-9579-1082D241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529B77-5486-43C7-B062-BF5F059A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D851FE-4E3E-4D40-B9ED-2857C4CB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493C61-5D38-4828-BD6C-9DFAC3CC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2E6A3D-3F8E-47B5-996D-284C9B6A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04F9E2-11A8-43C4-B509-82B6F82C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7DE9A0-4AF7-4917-BF78-FAEE2A31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380F39-603F-40A6-9EE6-E4BCFC9F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D409EF-CB0B-4762-B6FF-07A8E940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EB9D02-52FA-458D-B025-9077F291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43DCBB-F907-4008-9F51-606E9C95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2C0CAD-095A-4149-A9CF-444F8988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AA+.br(sf)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BBB.br(sf)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E5C5E2-C3BF-449E-82E6-E1127472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35B9FF-9660-4E89-BB96-1BB80A21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33CA9F-0BDF-4DBC-B12D-BF4C8B83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1B7279-D6D0-49AE-BC5D-1070C72A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VTK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3B1BA4-32D3-4BC0-AB99-4EE1BE95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25BED1-7A81-4533-89C9-962586A4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2,85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007F5E-67F2-42A6-8394-923869E8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6EC5A0-870A-4AA9-9F4B-D3C1BF92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E1E956-9BC0-4754-B9DE-8276A2C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A703B4-55DA-42CD-9E7E-8A0F9625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39B228-3DE4-4C04-8AB1-706128A4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667EB5-05C2-4095-9EB1-C3E67DBE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CFC728-B2F6-4F80-AC5F-AE1BA837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2489F6-3B9C-40E8-95C4-17F28CC0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89DD35-67DE-445C-81DC-68D95779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C1EC25-B798-46AE-8255-B04EAED6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8B47C04-A88F-4997-A64C-827619C2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5DF3906-35B6-4D31-B463-0EFA7833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EA854F-2EA7-40F5-88AD-9F3E3EFB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937DB6-41F8-4E40-A34F-BDD04901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9F0D8C7-100C-484D-8184-7AE8C0E3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948C9A-ED80-454D-AB4F-3D0EA01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CB8431-0C3E-4228-B8B7-4939E20E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6B0018-AC2A-4C4D-BE6C-61039F00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A1E93C-96E5-48B0-9490-37444FE5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5076279-AFE2-4791-96F0-C27881E1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0D3300C-FCCF-414B-BDED-B1409D1D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B393270-9900-4AE1-BA9E-E8216905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192C1C-56EC-4CA5-B1E6-B6587143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74FF872-8876-49D1-9292-3CF739D1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CCD9BFA-8D8B-4537-BB4A-CD24EAA2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88A90F-3C34-4BD8-90BB-CF177893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915FF76-F841-4FF3-B781-B3856A44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5DADD85-CD90-4B9A-AFB6-36DCE6B6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426BFA1-442C-4296-8C82-BE3DF987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2C39104-8949-4AB1-B079-95ED0793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2047F95-536C-4A23-9312-2D2A43F0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11F985-54BB-40DA-AABB-4A9E943C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D9C8729-7B03-4034-A1DF-55650679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F2A001C-C767-4F04-9469-6E9108A5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3 MEIOS PAGAMENTO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B33AF1A-05DA-46B4-A5CB-482DD27E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4FD3460-0DC0-4B3D-BED6-A5EEA2C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5DB1E33-E3DB-4886-B187-905E19C2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4B8000C-D3B1-4282-AB63-187DE817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FB8B84D-19CE-428C-9144-8C45053E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C4460F1-5054-4919-9528-C1CBAB90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AA65AE8-2BF5-462F-9B04-935A141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CE205A1-10A7-4303-9F72-2C75007A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0AA038B-8CA9-492F-B86F-A6F8910B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1420FF5-3CA5-43FE-8ACA-87F7F21A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24945BA-24D5-4CC6-A9A4-9619A51F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82A12D1-2767-4BFF-A5BA-99AF6D7D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4BFED33-753C-41DC-95B6-07A86EDB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ACD1243-A7DA-40C7-8778-6E867050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4EF15CE-C297-4873-A755-9D557DE7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3A6BDD4-473A-453C-891E-13298BCD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DB68DA6-36AE-4451-BD19-A26AEF17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5569F53-26E9-49BE-A5E2-7059FE9A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4D015B3-BB7A-4829-84DF-11243058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FC2CBD0-1C64-4A84-944E-313BA3A2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616AC6E-585F-4814-9913-FE6E4FE0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EEA15D2-2364-4137-B229-6B864F97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5C4300C-8E54-47DD-9801-51BB6010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3B2A5EB-1936-48AE-BCAB-DA14DAF9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INVESTIMENTOS PICPAY FGTS II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5034B1C-2142-4E40-8FAD-8730F919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9F18FFE-86E7-4DDA-A27D-B686045F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FA80AEC-8F98-43F4-8B58-E54460D1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ABC BRASIL S.A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DC94658-FA21-472B-943A-C84472D5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4AEFC45-18F4-4848-BD58-3C8C8E78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13E979E-E517-4216-B91B-AA391259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CF5368C-0961-4B99-B9CD-B3EEB9B9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1605207-DD8A-4834-82E8-B18976A3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32D9AB6-CF5C-4F4D-8604-735C2C1E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175B147-D371-4B17-85C9-BBC7513A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1FC8A46-0135-4B18-B3EE-E90AB0CE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6419616-73DA-42E0-83A2-79F6D2BD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 INSS II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6761BE6-91C1-4139-83C1-386DA3C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AF94F43-AD14-4C91-95B4-C8039065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1,02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496AEEA-AA35-4AC4-A778-31BC0CDC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4019325-EB1C-47F4-BB73-B40C71A6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122C1A3-04D2-4F34-96DA-9D404C67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C32AEE9-11B5-4295-B315-57C477F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2E112F9-9953-402B-B760-7C3ADBAF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B6D0EAA-4F7D-434F-96F2-7768F1EB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E696EA5-4FE0-415A-80F5-BCEC4B2A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AE2A93D-689A-49BF-A4D8-FF59C054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98EE9B0-E9DD-48C5-82F8-1DC13A11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CECCF7F-B3FA-4B91-88B8-DFF0D1C2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JIVEMAUÁ BOSSANOVA CRÉDITO SECURITIZADO II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69C2D65-BC44-4918-A89E-34E2DFE7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A16D4A7-ACE1-47A8-A9BE-C70A3CCA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E87F596-9F4B-4DCC-8002-E932454C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08BA1BB-1A52-4AE5-B88B-E7C0374B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F33514A-B24A-4C18-95D3-140AF9E1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BC45D76-0772-4B7C-A4CF-1D7C8364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569AFC7-4740-4BFD-A57F-93D07BDB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3FB54CE-F524-49CC-AD44-3276DF09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6616D25-32AD-493B-B978-19C10F0A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64DBD0D-2AC4-4241-96A0-A47943B2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9FC2A25-0D6F-45EB-AB7E-7820474C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32E3058-92AC-4376-8F9B-21506D9A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COMERCIAIS MEDICI 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6F51161-A2F2-4608-B828-8B9CBBA0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Fornecedores de BRF 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9A52A02-D124-4950-994E-45BE07F6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13BC61A-5581-4E6A-9E7F-8C64F82F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A47579C-D0D9-41BC-AED7-DE7B55F6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8B96D03-BC90-4E93-81B9-234F4B9C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6B234E1-E097-49C8-B37B-CB15E303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F490023-A4A6-4312-9C2E-F9ABEED3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75C724A-B5B3-4ED2-96E1-235EC22F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AAAsf(bra)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28C7BE2-9DDA-4362-854E-B4C9E4C4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3A33C0A-545C-4B5B-A9AE-DD00B66F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DCD11C5-07C7-412E-BE16-41CA4794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91E9B26-1962-49F2-9DB1-3C7A2AA7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132E726-917F-4E51-A5A1-0B405D3A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12E39F2-8425-4640-82B5-1A00A22D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7AE0733-8DBF-45DF-BDD6-D586BB39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865BFA9-6B7F-4376-8DC3-87B4FA72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830C59D-2DCD-4E4B-BB8A-B22F9458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6011864-BF64-4D7A-91AD-0B52376E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13FB780-F3E2-4E19-B86D-478A3E84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A846D34-7842-4F42-9AC8-6E1A144C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C986B52-2B3B-4C64-AA7B-73CCA8F7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05A485E-596D-4DE1-9D80-518D075D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665EBA0-0890-42F9-8ACE-F9AC66BF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6C12CF1-D343-4D2B-AB54-2BE3BDDE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IS GREEN SOLFACIL VII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06F4006-3E69-4E0F-A3EB-A9B1C96D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2703AF4-59D3-45CB-A105-9B425BCD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0,77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33A5D7C-82BC-479C-B50A-014F9CB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7B69414-E4DB-4A15-9459-6B7501EB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D7783A0-75A0-4EA6-94A0-35B477C7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E2BAAE9-EEDD-4550-86A9-2DD1FD87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19A9E0A-57A4-4CFD-9B7C-A614882B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CD0384D-469B-4E5E-9FBA-DC22EC8C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br_Aa (AA)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279E4C7-7F1A-4B56-B533-6F78B2EC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58C7E18-4942-4708-8652-7C5C788F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0B36D3D-7CA2-454D-91D7-592FEF97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9BF02902-BB25-4534-B29A-4DF1C093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DAYCOVAL D413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FCBD8271-C62C-4FEA-90BA-066A76CF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00368AB-E300-45D7-8D3A-01FF2456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0,75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BFE0499D-BDD9-45D2-807F-70BB51D0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B6EFCD2-87D0-42A1-88AE-4827E4C6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7033ED7-716E-4142-8B09-A4150D07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69729D6D-7B39-42F4-A0D4-7A3BC7DA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B780CF1-F2F8-4E03-BE19-6D735FB9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45B7600-CCC8-4CFE-8E7E-1765ECCF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AAA(EXP)sf(bra)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AA+(EXP)sf(bra)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5FC6153-59D1-4B7D-897D-89FA7CBB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27547077-D185-4316-AE1F-1760C315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3147A114-E8B0-4E11-88E7-4611BEB1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A4BE61A-5469-4197-956C-872F59BB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 FORNECEDORES DO AGRONEGÓCIO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A85DCD1-1565-4EFD-AF1A-E8C50A49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FFB335DC-E034-490B-A2C5-93376B62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0,73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17E3AED9-434A-402C-8414-CE527D3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AC60810A-4DDC-428E-82B9-2D10C58A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6818F0B0-38E7-455D-8B03-22B6E30F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EAD166CB-7936-4869-94E8-15BFB546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559CBD5-BE63-4BC6-8280-A87966C8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9DBA949D-ECA6-417D-A4F0-72AC6C11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F455D41B-62C1-4B33-9F22-497B3588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F68EC5A5-DE85-4FB5-B665-01EE4177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00660E81-B936-4E3D-AB87-84E7A867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68E4D5B5-CF6E-4FC8-B358-922E3AA7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AGRO CITI-BAYER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7A6F6140-7F07-4CB9-BA37-C9A888B3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Bayer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E23BA5E9-CA9E-4904-ADA3-4928D045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C31F56A6-1AEA-4D7B-9A1F-B31CD73E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VORTX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5F3F56DF-3CC6-4735-BF9D-E73CD0D9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9A7C081D-3B8C-4D7E-9E9A-8BFCA642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E4EAB4B0-E6FD-4373-841F-D87CD4E7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DAC27C29-A795-4627-8581-9D937B3D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2F3A312B-B302-4ACC-95F5-E6513460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264C1BF9-9D9B-44A8-BC35-C4D664D2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968059AD-0036-46F4-BFD1-F13A11A7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E644BB84-1929-4C5E-92A4-FA3AB40E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1C1ADE59-16D1-47CC-82EB-5C8C9184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2387CF33-2BA3-4A43-966B-B8913166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38BAD902-EAEA-4F76-BAA6-780EF3A1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96012FDF-0906-4F6A-972D-DD9A0901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470C3A05-8315-4232-B416-1E87628B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9FADE48-C471-4480-A917-F0222C75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C26F79C-E46C-4EEF-B6E5-D27A326C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6C6C7844-0E37-42F5-88EF-B1FF8B24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EFE8B9D1-0B71-4FEC-9A63-0B5AEBBB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5725878E-4921-4BCB-B880-BDD8315C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3D29559D-5CA2-447D-9E66-D945E701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FC5118DB-99C9-4855-A7F9-D726D66D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622CC8C3-C582-4B28-A3EF-75CF7A4D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372F5542-B65D-4210-BD42-1AE8DC1E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B88B717E-56A7-454B-AFBF-8ED355C4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C2A56618-65A7-4425-A1A8-5489C509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3,40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9CD524FC-9081-4F97-8902-37E1FA4A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22A03D75-DC43-4259-8BDA-02AF8059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DB316ECC-C60C-4A1C-A23C-C4E8EBD7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78697297-37C6-41DF-8B2A-831DA82C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47BA1C2E-5CDF-4873-8615-FEC3C014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568208FC-7646-421F-90B4-CB024F61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AC919443-D352-4785-8A57-4895C534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A25A28EE-55E1-44E1-980B-8D495548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5EDE0900-4F68-4D86-B599-F77334B2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E1320849-4998-4EB6-84FC-6F1665F9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CW PI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108F0D2A-B372-4067-8A91-25E3187D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7C894234-AC65-4531-B3A3-2834EDAF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3,14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681B8F2E-825F-4610-A6BC-248FF96F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53A82073-A1D5-4F2C-AB65-A6801371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42705B33-B55E-4137-B1E7-A6CEADC2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754A9CFC-C859-459D-BDDF-6E549269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605E4FAA-1CA4-4A75-8462-13FEB61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6B97C252-52DB-4BED-BD5E-9131FEAA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AA+.br(sf)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3BD600C1-5B03-4F70-9DC8-EB8ABAB4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655E16F-ED5A-4EFD-B6F8-1C25E5DE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4719B8C2-65D5-47E6-BDCC-A7AC7E0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691778D1-BFFA-4D1E-87B7-9C690EB3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SANTANDER AUTO LOANS I FINANCEIRO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E5BF61BF-A2D1-49AB-8AC4-26AE54B8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DA13B1E0-0265-4DB5-BDF6-7866FC8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30DDC87B-1BE3-42C9-81BE-333F890F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8B482E67-81E4-47B4-8177-44E3AB21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2F5C7245-18B7-424C-B182-56E8C760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ECD2F51-C461-4260-B4D7-78E752C7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CF6B7291-05B3-488F-940A-8D9B6206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19693E04-F91F-4214-8AE4-5B407ADF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7CDAA0C5-E6DE-4E06-B773-8B16B634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F0F6EEC4-C035-49D6-9D28-0980A25F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13F8F520-44B7-4AAB-A546-AB75568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9598D86A-88B7-4871-B783-779CD42A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91F71A95-9CBD-4FA3-A7E4-5B6940D2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3C8E81C4-B2AD-4E2A-A948-BC2D9BE2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4EF5AD95-BFB5-43D2-838C-7638B784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5FAF8DEF-92BB-4F5C-9B31-9C7A5652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7E7F533A-BA99-45D7-BC95-820D2978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6FA9650-F491-4630-B350-2D4A25BD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0FFACE22-45E7-4569-ADE2-87F97D57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30841576-2F46-4859-A5FB-32B85C54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351EF9D1-81A0-4060-B550-796E6F4F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973BC31-25AE-4291-940C-F2D7B74A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AF4C51AA-4109-4465-A6E5-3E48127D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ACDC982D-92F9-4800-B407-E9DE21A6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ER - ENERGIA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30A5398E-81E3-4B2A-8D43-BBA30576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A404D5F6-C650-46E4-B1EA-E466B71B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1,90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C6275E9-39F2-48BE-890C-50839BC2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DB80B3F1-31E1-4EA7-8F1A-1367E666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727B923C-B51C-4A21-A4E0-34C213AC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53104DF3-14A9-49B6-B3E9-8E62D5B7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8BC4DA17-4F9C-490F-8836-DF89CE2F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BB4AA408-FD6D-4AD9-AEF3-3F1CDD56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A8115E45-A2C2-4685-99F8-75C1791B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5F28ABBC-98C9-453C-B756-A1AFAD49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6F5DCF8B-0B78-4EF2-BF3B-E7DBE633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A7156AE1-CE39-4B35-AC68-3F0B2238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 LP II COTAS LIM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CB7125BC-D2EC-4B17-8ED5-982AE860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aplicável ·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61EFEBCF-F260-449D-BF97-A499FD07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1,54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36ED6072-CD24-44B2-BDD1-F95F85EF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SINGULARE S.A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EBA90D46-5136-4E78-A76F-F1495C9E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D7D188D2-4EFE-4D0B-9E73-859F4E2A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BCDA2297-15B6-4091-BE8A-4A98F14F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CB7F6800-8B85-4943-898F-3562E684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7F62C878-4E25-4AB4-AAB6-393964FB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3947B8C-5D9C-4EEC-AE38-5CC85145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66EA6B21-6E4B-4926-809F-BD190350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772DA18F-E38F-4366-9449-3334756B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E7DC4C1-12A1-4CD7-8B89-9D4D0CF4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C19B6D62-D220-4EF6-8EC4-9D6C6390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1C99C718-3B6E-48B6-8F20-9587192A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842EF191-1393-4124-9626-CD5964B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5BC11D0F-C720-46E6-9354-09709061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B53A518D-76AA-4DF8-83F7-8BD5B594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F8F98784-ACB1-4A3C-A789-E5B5669D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91B90C35-D27A-4B59-93DF-33696438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B83FEE04-B420-4AA8-80F7-EF1AD71B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7B21B88E-56F9-4325-BF92-5C9FD072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375B3C30-D642-480B-8E1B-90C99E2B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510B2E0E-1496-4AA4-AB46-A8D62670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62BD4D93-EB16-462D-8517-63F27BB6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4FA56FFC-8250-4549-8984-D60D519B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D77E960B-7E92-4812-9DC7-C22E81BB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0D0C0DDC-3BB3-4157-A1A4-3F31838F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F82ADC6A-E184-4991-9695-A4291361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E3440019-810D-42AB-A6B4-19AB35EC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CC5EEE95-EDE2-4187-BF17-36560325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DB6163E2-9729-4FB4-A429-2E4FE713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A76982AA-8D6B-4934-BC13-60A46000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B1DC722F-7925-4B5C-A94F-E0DE3482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22711C88-A305-4068-BA4C-9BA3B765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DC3FF235-B635-4EFC-87BF-59F9B8A3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DB670534-FC96-49D4-ABA7-6D9ABF71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Sellers I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54FC852A-5588-4A4C-AACA-DF868836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1BBBA701-473B-4B7E-A8C7-608A1143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517EF03E-0227-4374-B7D3-36BCA180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FEAE0B67-CE31-4D4C-881F-F0798F59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33AE3361-A413-4457-9318-DDB8DC11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151BBCA0-DD13-4879-A428-4242F3D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7DA287AB-F5D7-45DA-9199-CFE47953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DB5A1684-3749-4D34-8D95-DC4C77ED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35BE989A-260F-4B60-8C1A-6CC1E9D9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F94EA0C6-900C-4B62-AD8A-8717B603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74BCA0C4-38E8-4577-90D7-B771EED7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5CE2018D-6E82-4BDE-82E4-DF0D71C3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BV AUTO II FINANCEIRO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149D2B72-C0D3-40E7-AC72-24E00992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27ED8479-2C71-4B68-BA07-02EA7F4C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D329B09E-0413-4BD5-A14D-E96A2CA8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4222B900-46FA-4D8F-AE67-8AB321C3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7093A457-3312-46BF-8C72-8A57CBD9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1772BBC1-619D-4179-9444-DFAA5E62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BBA54B06-65FF-4A7C-8935-AD52B8A9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847749E8-6F19-4E2E-8B5E-A3D2757C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32C256F1-5E2F-4C78-800D-9346C8B7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4783D91B-300F-49AF-AC56-8C550F81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85AE56C5-4236-41D8-8820-E6538790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6B5D6564-9CB5-4EFC-B887-869508B5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6D836F69-FA5F-499D-9C1F-58DEC01D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E912A1D0-2835-48DB-B890-6130D32C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7B30D2CE-9412-49E5-AD84-14C54992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762F1860-3ACD-4FB4-890D-F1C37CBD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765C61C4-6D3E-4184-B098-88A23978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C1E8F28D-AE67-47B8-8073-8F1EC63D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AADD8F03-E3C8-4D8C-84FC-70487405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D3295389-7568-43B4-A096-1A0018CD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AAA(br)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2262DDB6-6D1E-4D23-BF06-5FF67B06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B7760800-F97C-4BF3-BA86-68DE39CE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B868EA1D-5EAE-4CAD-BAB8-7265794B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45335383-063D-433E-9007-DD10971C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VOLKSWAGEN TERA RECEBIVEIS COMERCIAIS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8BC8A6E7-FCD5-493E-80CD-8C3516C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 /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51598629-3379-491F-925C-DAFD69F8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FEF66CB7-606F-4677-BF73-4C6A1710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AFEF61E6-DCC9-4B59-80EC-DE9F6F6C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533EABB0-16C1-475B-AC10-0CB8293D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23628310-ADFB-4489-8B28-9245930F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0AE4DE04-45E2-4EF6-81D5-4167E2A3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22D77555-A683-4D0E-B781-385D34AF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0E462368-A7E6-4626-8F07-83E5CEF1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814358A8-D214-46A8-83F7-D66DD423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0D676EA7-FA68-4AD0-90F7-84FB5E64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1CB8D3A4-083C-4063-B361-C54E1A0C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BYX MOZART - CRÉDITO CONSIGNADO .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563A1D3D-8FE6-4B1E-8F33-5881A7FB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0D44381B-CE11-47C5-A152-E4DB086C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D5FF786D-C3EA-4678-B8B0-47F03015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1FDD7742-9821-4B7D-9C70-A8A1B013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67A4B62D-7714-4C6C-A250-CA7836E0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4B567ED7-6B56-408F-BB60-4C7D9590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A9F35353-AC70-4DDC-9755-8AFCF505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A37CA464-555A-4C1D-8169-EF225BCB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50A9EBBD-3834-4092-954A-B34E3075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7053FA82-F255-4B79-A258-9108E34F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004743E8-C35F-48CE-9530-8C9F392E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2E1CAFDD-7E3F-447E-BCB2-5D3CDA63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PINE INSS FINANCEIRO</a:t>
            </a: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3163BA06-5C15-46BE-81CF-8A928A97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C3275DFC-6E48-4D09-BB6F-78A34C60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CAD3FE03-EF2C-4800-BA05-BA10A340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DDA7E2A9-B296-413D-8844-D2FCC43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A334DD0C-00E3-40C4-A141-2038B3F8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F9CF99E1-1D53-4A8A-A6AA-BEF82F2C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35916E31-F298-40FD-BF6F-EB2500A6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137D54E2-9032-4F06-8BCB-5E4B6029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516055CC-7E0F-4124-9C3B-C0E7CADD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300793E0-F528-4154-8FBF-18C09869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53402669-C200-4594-8259-77A55F7F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39DCFAF1-38F4-4EA0-93E7-2EC6B023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171E22F5-8B79-4CE2-A45F-C0A0E529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47A96DA0-5B79-4124-B719-CAD2E1D4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602A8B16-C56A-4AE2-93ED-4600C234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FINAXIS S.A</a:t>
            </a: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144C2AF8-B8A2-4C8A-B141-F0529EFB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4D0A3493-BC7B-44A0-AAA9-2EFE4FE9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BC91E4F4-4847-4A48-A66C-61DDDDFD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D09EBDB4-19C7-448D-8108-332DFBF0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DFA28B9C-08C3-4F0F-AE24-7B0A3879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48F3AF0D-B840-407D-B349-94021997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862DF02F-5971-4FE0-96B3-57F16C92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EA1EF0E3-61FA-4C69-9066-9666A152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  <p:graphicFrame>
        <p:nvGraphicFramePr>
          <p:cNvPr id="793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4" name=""/>
          <p:cNvGraphicFramePr/>
          <p:nvPr/>
        </p:nvGraphicFramePr>
        <p:xfrm>
          <a:off xmlns:a="http://schemas.openxmlformats.org/drawingml/2006/main" x="124968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136022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1FAD1A78-F309-4B92-9681-A77F0221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52113-3809-488D-B5DB-6E41416C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BD0EA-037D-4FF7-9EBA-D34C2D18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066CE-6801-43E5-AB36-F043360C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D890F-C7C9-403C-AFC5-AB63BB8C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BF017-EA5C-41ED-AC00-9FD1D473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2F6B6F-17E4-471D-A57D-D5D40090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3FB5F-E739-4596-A2C5-34603AA6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A775A-D090-4CBD-B67B-5D6BEA04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6345FF-9E70-4AEC-A378-D43BFC2B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9B847-E51E-404D-9F09-10CDF732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AD585-3A45-42C9-8225-2ECAA2D3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7CBF8-8DF4-48CB-99E3-ECFB903E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62412-3BFC-4256-A106-2F4602D4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5955A-6D8B-4EEC-ACA7-4C41F040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3CFA70-5EFC-498A-83DB-72E580E7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6FAA4A-CFED-4337-9808-196530BA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F0D63-C9B7-4358-9066-323D2CDB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D639C5-3329-4A41-B2EE-D4C835FF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CDE437-0FD1-4DCF-B35D-AEF8C8E7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2186FB-3B90-418B-914C-078783A4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4909AF-29C8-4264-8862-2D9C0ADB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A DO BV AUTO I FINANCEIRO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A0855F-E707-440D-81CF-4B498ECC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FF57ED-352F-459C-B2E5-28468835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82AB11-BB1F-429F-84E5-8A096D56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EE3149-082F-4DDF-A3CB-D4941AD0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CAC9C7-8B93-400B-81BB-FAF404E1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ACB5ED-492B-4C3F-9A88-DAB8A126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64509F-BBD1-4970-92F2-FB2880B5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4549A9-8679-4011-98DD-0C137D18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D9906A-405B-4281-A4DF-0031DCB6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7AFC-6E48-4E2A-A3DF-18497B39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B7C593-CDAE-426C-B010-8F312DA5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805B9A-407D-448F-9DD9-AA9579A4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405E8F-89F6-4027-99CA-E2555AED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265F56-971A-4D0D-B63F-B1097E14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171C95-EC14-4C81-94AE-4A28B084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6F557E-E8EE-4F53-88E1-82741B66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4AA98B-48E0-4F08-A37E-1C82E069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126FFB-6EF3-48BF-A366-2AF6CE98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49E1AE-0BAB-496E-BE09-2C12BDC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37605F-F387-44B2-B6E7-ACD1D935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86008C-620C-4928-B09E-5ED7DAD1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A67DE5-8AB6-408D-A3F2-A2CCA01C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B8BEFE-CC5A-4267-B997-7809DE88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B38FF1-B07F-43D9-9E14-78156B4B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4692F4-4FA3-4DB9-9CF3-9D1FB8EF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DA4102E-ADB6-4D19-B2F7-9C44A689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1CD49C-477A-4E30-B626-4A5412BC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2314D9-A6A7-48FA-AB3F-2699A2B8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C4E6BF-ED7D-41E1-AA10-86BDF2F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059DB3D-7920-43F6-A455-173C073E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DA5901-34C0-41D5-8B29-B287E306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D6B092-5B0E-4B20-8F7C-1D20AB21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410C73E-464C-4444-A0EC-A9A5F07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CITY - 02 NÃO-PADRONIZADOS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AADE777-1F66-4510-B1B5-BA79EDD6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CC99FE-C569-4367-8A1B-2D876631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27B10B-31AD-43B1-875D-E13C0B44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INDIGO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9E7BEF-F99C-492A-A966-F77D3FA7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BC0489B-2C97-4560-B843-EB83C118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88543A0-390C-4EB7-8123-B5B435B8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Liberum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632AC2F-9C88-4F33-BF43-FEFAC572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CCC(FE)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205FA0-7D7C-4ACE-BD8D-CCD8A682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B814A02-84A0-47A7-AA52-FB9A8810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6890E1-9C7D-4ACA-83E5-E314A783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E10C74D-3E32-4612-8645-C4647B0C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F6EB8D-98D0-4A19-916F-5912AAA0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1A2E210-E8ED-4935-9E54-F21E4104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2,78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5985A84-57E8-494F-9D5A-2CCE587F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ABC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939D02-3A34-49FE-9DAE-8196C471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D574A95-5BA5-4609-94C2-1C9A41C5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C88C71A-4459-4D2E-A423-9C1DE4FA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36A6E36-C102-466D-8B48-3F52FE84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E74BFD-B392-4E6C-B416-DB0FF286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812F086-F293-429C-9068-3BC1D33D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C6DDC3A-3E26-4A47-A739-BDC2A5B7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46C3EF4-3C02-4619-9F90-DCCD6E74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AGI MEIOS PAGAMENTO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BC1135D-C319-44AE-BC79-0CC59AEF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F478DBD-F042-49A3-9FF6-EF89B613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2,59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0756350-0501-432D-92A1-6C90C707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96DFED8-6AE8-48AB-90DD-49B1A2A1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E43FB3B-4EFA-410D-AE53-606FA3C0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0CD1009-B3A2-4C38-A9FD-8386C54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032A410-CF79-4D13-8EF0-B807CAA8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BBB.br(sf)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30C30E2-C84F-47FE-AA78-BDC40492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4FEAEF4-E3C7-47ED-B1E8-F391E595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6F4584D-D424-462B-8583-CE8775C8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CC37113-CA65-4B6B-B973-89E9BEF9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III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8EE330F-EC2F-40FE-99DD-BA1E9510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FF7EDDF-F88F-470C-B31E-B900AD9F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1,52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A5462A3-AD3E-4316-B944-BBCD7F2F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FE153AF-4E90-4C24-8391-14E4E6C2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EE27AD1-F7F0-4E0C-856C-8A3D2B27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E57DA19-7D21-4ED8-8A38-B10EB118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76EDB81-B8CD-4998-984D-B2AAAD2B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7F72985-AC27-4A1A-AA14-E023E834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CA751B3-E95E-4F38-A7B5-75F2AB7E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B98BE6E-C4A4-4F5F-8662-FD35239C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186916C-1FF8-4E81-A4D8-807443F3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F0B72E5-6490-4E59-AA42-901C4D29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1F1EDC6-06D3-4541-9EF0-9A24957A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5D97A82-9B47-4A99-8167-59A05A2D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C56DFFE-2F83-4C31-B11F-0819EE3E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17859A4-3C4B-48DB-92A8-6D4711DD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BA5E48C-174E-4D03-B2A0-E5EAEA8E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C39E405-1ED3-45EC-A647-ED906AF1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09D64B1-7DEA-47E4-9C38-CA6BA308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2A02D69-811B-4706-AAE7-D03D4A6F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8B31532-D8E9-45EF-9ECC-6B8D2B67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E3CD605-E1D6-4E93-96BE-6ED9B693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8C50823-8F16-48E0-9CF6-E6AB2EFB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C2DCC97-D1BD-43AD-A54D-B44D95CE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EEFBB99-FD8B-4068-935D-641AE877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1C572C-7483-474C-A809-EF97C19B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ECB4233-7C27-476A-BC63-D996A89E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8D39E1A-6440-48CA-A8AE-5580DC73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9323915-548C-42EF-BBED-F48AAEF2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01BC5AA-49F1-4DF1-8C96-D448D08E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B4D8404-C0B4-4BCC-BD5C-6D3ADDA9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6AA24AE-EE84-475D-B3B1-2A671DE7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9E92890-41F1-4A67-8EBD-844AE2E2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II MEIOS PAGAMENTO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C560BFB-A4C0-40E7-A502-B6BC2340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BEEE671-804D-43F4-AFBB-D403533F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E20A579-A05A-4C5C-853E-47970DFD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7816CA8-E644-4F82-B23C-5C2C5D10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AF5E7F6-73F8-4222-80E0-37D60555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91C0057-E459-422F-9344-DBD0387F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13AF31F-A537-4DD0-9DBE-3E4CC6E2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B826385-6717-47BA-8A89-C1DDBBF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FF77A53-E7D3-4874-8C98-C5B96ABC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D30B51E-2504-4A30-BB4C-553EDA77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E5C95A4-9A36-43FF-B153-4683988E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CBDC4F0-E3D9-4335-A60E-10A34FD7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268F9C4-8D6E-4ECA-B6EA-796A9CD1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4F078A3-613C-4239-99BA-34547F0B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2510494-A9B5-44C0-99C7-1713DA98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047F39F-2DAA-4D6D-BFA4-E3B07E5C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AD63FA3-A213-4A36-98D5-258AAB63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4ED80AF-8A56-4DC7-83B0-0D3C7890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D483C7F-6A88-495B-A58B-E9968894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C4E336F-B357-450E-9B7F-CDEC654D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04673C0-5C39-41FF-91F0-266DF293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B76B3673-8FDD-4E0F-8376-6E693C81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CITI-SYNGENTA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F2548BA-F616-4A56-9295-757C6671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94353ED5-70D9-4431-972E-C654768D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79C5DBD-FF65-431C-B907-25AEA574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INTEGRAL ACCESS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0862C45-9CCC-4B52-8D99-DE204A88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38929C2-DBF9-4527-8ABC-9BB217B6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9624BBE-E4E4-4303-9432-B403FF62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4A6B1E7-DF3D-4D6F-8707-882E490E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F9A45FC-D0A5-4BAB-9389-444CC42D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280A9C8-C465-45F0-8A22-0608A7DE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191C229-9908-4B9B-9F17-A2571E1E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67E78E2-9BEC-441C-932F-8D76818C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IS GREEN SOLFACIL VI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3C6EE95-53D7-410D-B11B-BF358F70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78DCC7B-8F20-4A31-B601-C3AFC2C7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37B4AF6-C4CD-4DB6-9CE8-F3F4F0F0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MODAL S.A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8AF6877-F3D3-47F7-8B58-5F980624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006FF9C-3EF2-4075-BF43-45B0D471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FCBC3DB-880D-4CFB-84D1-C9664C87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1C15857-1DA8-4236-B500-172A1C49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brAA(sf)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36EB2FC-D5F8-481F-AE82-FCAACACA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7A94EED-4A41-4812-BC3C-E74546BC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53AC33D-FC2C-4B28-8210-75D14455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D5EEA2A-53F8-40FB-8179-54A9680B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CW Big Pic. I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80B527C-CF02-407C-8EDB-26DC17C3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82F660C-DB64-4209-AC01-45293D51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0,88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439D5EA7-9472-49D5-B969-4FD16B57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AE99C2E-DED3-42FC-85DB-FAD9529A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FE79F8A-EA23-450E-B37E-8E6DF326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D62AE2D-006F-4BAD-A088-751568ED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DF53FAD7-664F-449C-A68D-20AB2D2C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BD8E4E4-87AA-4257-B32C-48FFE703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4E57919F-613E-4D3A-9281-25DC720F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F8C127E-3E55-4B1C-B50A-3F887E62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1886F69-B18D-4D16-84BE-20E424A3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Estrat. Vinc. II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73D777FD-DBEF-449E-A49C-C55AB0E0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69858D9-4FE8-48F6-AAF1-4E506132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0,85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652E9D09-F5FC-433D-A754-E6AF26AA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76D26FDE-3CC7-4D74-A362-AF79F48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E55E217-EF85-4312-A82F-CA2A0469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3612BD92-F80E-44C2-B69B-708E023C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2EF9DDB-A245-4CD4-A649-FA5E5649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2E6A190E-19E2-44A7-8CD0-DA735427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C648A267-CD53-441F-B3B5-C8419A16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9F67241-90F3-4FB0-B6E7-6F876A9C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39E0A8C0-5236-4639-B860-BC0F2D6E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84781553-1736-4591-813B-531353A1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37185F57-03FD-40D7-BE7A-21E24858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93B0B596-A3F2-4E42-8261-525C3517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AC1C6DCD-8E0D-41AA-A316-623E0E88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8134EC13-49F2-47A5-B508-602D2C09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916BB7CB-F27D-4293-B544-47EE74B8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19F5AE72-8199-497B-AB5D-C1902291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DA1E97BE-AAD5-43F9-857E-F3E5BB8E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29DA03FD-53A4-44E3-909D-B5C8DBA7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E7F431C7-37F9-46F5-9C72-B5178EE5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CE7C967F-FEE6-4970-B53F-427CE1B5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B7BC7E94-2674-4338-9192-02EE8380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9E5E0245-893E-4A9D-B9E8-D3E8680D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188CF287-EF03-43DB-B9B3-D3DE14F8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E44B9964-F0D1-40D7-BE9F-226C29BE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01D75BB6-1185-4138-868D-A4CA03F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6721E5D4-B3E4-4337-B27B-738F477E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0129C6C1-B08C-4353-9BDA-E0E6F664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D73EA577-B05A-4F4F-9630-D9663450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81B8765B-9241-4150-8442-1272AF0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CCB30D6-D13F-4C9B-955E-6D24BAF0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13D7CF5E-FA63-4702-BCE3-DA5FAF26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7587D83A-8F19-4501-90F4-684402E8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4A066F4F-C057-42F2-AA0F-E0E8D6E5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IV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BC10999-F4AF-47EF-A6E5-0F6B3F1E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ED8C2DB2-EE12-44B7-A0FE-ABECB0FF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1,03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D2663E8B-945B-4A89-A324-B03B1144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CAIXA ECONOMICA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C05B18EE-6B2F-4B7A-8DC4-A34DC71B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84B5997F-409B-478A-B4C5-F5D024E7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A64C2D5A-8580-4443-9F83-2163E5A3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D5128B26-6B16-4BC4-884F-1D491B96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722AE8BA-F68D-476F-87B7-54B1F1E7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4E81D334-1D6C-4759-A8EA-D72D6619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9EAB3AE3-04B9-4B26-9F6A-C8F7E09D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52BFD19C-2B4D-4A48-8AFD-E34FC63D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 INFRA CRÉDITO I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510F613E-0CAD-430B-9820-05E4F32C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2E07B1DA-C44A-47CB-82DF-5C767473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0,98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0DAC8D6C-5E68-4C14-BF08-4DD9DD1B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6B2C6DA0-178C-4451-A215-5EEC845F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39EB1291-F5B5-4752-BD93-A123C462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CEE3CDC8-E519-4347-8B33-B3E803F5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543126F0-97C8-4670-8F5F-33364B42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D5FBF4CC-5FF7-4537-846E-72EF3F22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71802901-9328-4333-8D4E-6687A63F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E652243D-C957-4369-B038-FF15C136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95B2F833-47DB-4B33-A45C-6BEE1DA8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 BRF II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6BBEB917-0C4A-472C-9A2C-9E08F5E4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8310E309-C1E8-4A7A-89CC-9D052715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0,94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0960478-C405-4F92-BB27-B4675C8C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BRASIL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16030F24-BA31-4907-8699-BDAE04C8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270C3A52-4635-4BF1-AC6C-0EB2586C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393BD16D-BA58-430E-852F-EE680EE6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2B18DDCD-6679-402C-8168-F4AC91DC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B56ABDD6-10F3-4E5A-ACD5-E78C376A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06A81715-D150-4168-82CF-C09C992C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8DB000E-C014-402D-8590-C9A0156F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E6BD6EEB-AC3D-47F8-BF67-1F400A63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F63974D5-2BAE-4C0B-B952-29CB7210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B767914B-1B66-41E7-8A4E-E15F0672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4686ABF7-A213-44BD-BBB4-E750D8F8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FF253705-1F85-437A-BF85-A1690B4E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EDDFE95E-166A-45BF-9FC2-BBF95F60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69479630-6F48-4AD0-9664-53F6BDC5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54F494D0-4E5D-42EC-9F35-9F31423B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F5301232-C224-4456-8587-0E655E34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D407FF07-86DE-4F59-B530-8F683012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B5756F51-093C-4F98-83FB-7B1FAB7F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2877FC43-0AEE-4A30-9952-2A9A6765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93012E35-9405-47F3-AFA7-B1BED039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5C74533B-8933-4EBA-BE86-1EAB9327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0,61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D905A626-7FFA-417F-8F1D-0F7120E1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18AF670C-2951-450C-AE68-281325CE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0E4EE0ED-4836-4303-8ED4-26150DC9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82549F12-689D-40D9-97D3-0D4B84B6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BAFE5F52-4173-4149-9CDD-1A518580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brAA+(sf)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brBBB-(sf)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B5DB251F-01DA-4C3F-A7BC-4B5784F8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926DEB43-C00B-4866-8EE5-E293206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A80E9D6F-87A6-4E6A-B90F-37D984B9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FCCD7BBC-68A3-43FF-B94D-B21B7F9E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TERRAMAR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D6EE52C4-976D-4B84-AA96-BB033852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7CBF88E4-9CFA-41A7-8696-EF9EA25A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0,51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08718DC7-8A4C-4851-A537-8ECBE874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1F5222F6-F6A4-49B0-B6FF-74E26520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E37484F4-BE02-4A17-9A4E-E7ED6E2A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5C33FBFB-C05C-41BC-A66C-F91A57FA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406A8FFA-6E6E-4F45-B4B7-DC69F4A7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8559FF1B-6A58-43E3-A12D-23EAA306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26372511-BFB7-476A-B58E-A416DB9F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71FEF2F9-F1DD-4CAF-8120-A387CD35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3F1B9B16-91FD-40F8-A793-302A2226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OPEA AGRO INSUMOS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28713157-12F5-4E9A-86E5-F1F4126B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9B4B2F01-63CB-4A81-81A2-953DDC68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B1E416BA-0FBA-4A8E-A229-405AF1E4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4FE6BA98-DA9E-426F-8FBC-B5205988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40E7D271-28A7-4815-9178-02B73465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D8FBD7A0-86E3-4C84-96FF-143BF828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390C0BC5-AAED-412A-A650-ED1E5C0C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6599E27-356C-4B99-8C6E-E868D6C9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CC1D233B-5D67-40CC-A440-BA2EAFC3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D4F04D4F-9912-4575-B043-FE6BC4A7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78946459-7D49-4293-BD1F-13638C1A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SUMUP I MEIOS PAGAMENTO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AD703004-B9C7-4A67-B16B-F0C99763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E7317EC8-75FB-46EC-A72E-1BC83E8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175C0707-B4DD-43F4-AFE5-2BD1E478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DC27E8AE-3CF6-4ED0-950D-9E6803B3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5793E795-EE70-401A-8CB6-E4F11B2F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2E9E2EAD-3831-44CC-8A5E-E73E63FD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46038DC4-A396-4CCC-BF20-644D7782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F1F606DB-B512-44BC-9CC4-CCACD0A6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6A84E028-97E8-4515-8307-BFA1439E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C1B0A3B7-614B-468B-8695-DE8EF3D6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CA06CF6E-D3FE-43EB-A768-76DF9918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GREEN SOLFÁCIL III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24E68192-4DA6-4DC7-A924-24A34C9E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EA3C801F-7A29-465C-BE97-8884D0C2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0,48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C83FAF5E-CEB6-4511-9B57-79AF1049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89756D0C-9B69-41F0-A6D8-88F9CBD6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6EF88B93-54FF-448C-A137-B8D8903C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6C648D9D-B70A-45C6-BA45-B48320DC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31B3616A-7563-4DF3-A109-05CAACD2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BBBsf(bra)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F5AEB6E8-97D3-46F4-879E-A007EB40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10135B11-BF4F-4019-850B-22A06BEF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27BAA526-3F00-4ABC-9202-CD53E71D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51B47949-F93D-4013-B3F8-138D67B3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CHEMICAL XIII - - INDÚSTRIA PETROQUÍMICA</a:t>
            </a: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8173C4B4-4A5F-4C86-9FA8-00DCE30C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059730AB-1607-4AE9-8451-E6AE1606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0,44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108BE3E6-6712-43E6-B11E-098EE199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34177236-279A-48F4-BA7F-361A21A9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B26B3000-D223-467D-AB28-98EA125E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A788538E-E093-485C-A404-F433A174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A61CBE85-A80B-4FCE-823F-042BBD30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189F3B7C-2529-40CB-AB4C-3CB2D21A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4334E92F-1A7A-4450-B359-813D02A2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EC162EC1-8D08-4CCF-8B74-E97170F7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C18C085F-E7BB-4A82-BE21-454CD5C7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CREDZ</a:t>
            </a: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36BBE3E3-BE8B-4A20-9D07-59AC7429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F387643F-B411-4F12-89E9-C133D3D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07CB78F1-926E-4FF9-9A1E-A808F709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2322593E-6DFE-46F0-8383-D8A42486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46684E9F-2877-4872-8986-56FF7542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1328C3C3-8D63-4177-841B-0605EB6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213913A3-8292-4DBD-9CCC-1658A781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0F51A78A-3AE1-49B4-92B6-F4177146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4F9A964F-8EFE-4253-903E-0AE4DC4E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B65D0479-8E32-417C-A2AF-67C48EAE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0E3D384A-198C-43B3-9633-7B4092C4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60C91337-00E5-4580-84BC-3857D696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E98B3BF3-7BD3-4343-8077-9F88071F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DC0C0159-A1D5-4134-9051-38551EC9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ITAU BBA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9FEFB8A3-032E-4590-ACAB-D1F1DB76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7CB8FE58-895E-4E19-BD86-A12A4C95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EB67ED08-806A-4F98-B3A7-4E48715A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D3163407-445E-4F6C-B882-C8FAEFF2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214BFA16-B9D7-4009-8342-F0AA1CE9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BD6D0742-A9C2-43B3-994E-57293854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02F6BA79-8C66-4EC6-A7C4-3B94588D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FD39EEAD-125C-4C8E-924E-6A2CC176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PLATINUM NÃO-PADRONIZADOS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B1916B59-7BEA-4DF9-B0C5-E46CC42A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2BFF1825-85F9-4A32-A453-553A31D9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0,36</a:t>
            </a:r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783B217B-37C9-4104-8473-13637B92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53FE1F8F-896E-4D6C-B6A6-9C6A7AA5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92DE27B1-87F8-449A-8FC1-905CE1B5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D623E9C2-E132-4B50-B024-22A914EB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DE5EE43B-30DD-44BA-90B3-808BB6EE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CFC098B1-ADC5-4BEB-902D-2A9B1CED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A915B330-3F0B-4023-AA93-9DDC14AE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5281BF96-3B4E-40FF-AE93-F87B8882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39EE60D6-C194-46FD-8937-F1F0804E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ATRANI NÃO-PADRONIZADOS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CE6BA4EE-4F12-489C-B436-27114114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F81FADEA-279F-42E8-8384-CBDD68BA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6421EC60-200E-4997-AF0B-E37BF0AD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2E0AEF5E-CAC8-471A-88CF-33381B40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164BD403-02B0-4A80-861C-FD647B00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F1703B69-689E-40E2-A2DA-E5E55F6C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51FFC6D1-F1BF-4D1C-B36D-6A0BD202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4B174697-2ACA-4FD0-95A1-A5A7C4F2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61D4D362-6775-430B-8D07-59E5F8CC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7189587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3C64D13-2D5E-4A34-880C-B3E099C7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24DB4-58EC-4059-9F63-739D9D7E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9E2E5-468E-48B2-8794-698D5306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F0AE82-AE3A-4665-853F-1A3EC34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6979E-DB03-4B91-800F-3D62A7C6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71516-748D-4951-AE9F-2C3C1A95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FF483-6FB9-484E-A1D1-5C0EA7F0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6CB2F-DB0B-4071-B207-0BE22892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3B4CA-89F1-4D49-86D1-B2423CC4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19954-71F5-4F12-A5F7-6B1A140A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04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14806-36A6-4087-93B4-ADED3A59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435E6-B3CD-49A4-8862-8FE50992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5049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Coordenador líder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F33C2-7321-484C-AFFA-1C51426B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04950"/>
            <a:ext cx="504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E19CF-FFCD-4DD6-BB01-58B071D2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2B31F-CC80-49F6-B59D-64E8A21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A6058-B143-493D-A12E-8E327EE2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5049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C5A2E-037E-4AA4-98A1-6FF12A2B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2C159-BD54-4EB9-B0D6-914AC353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0686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C353E6-7404-49FB-B275-9618D585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9EC728-A4B8-4E2F-8DC5-BF8A51CA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28800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F8FD6-6388-45D2-8283-5A73EB13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828800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B6FC53-E9B0-48D4-B883-8A81F238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828800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1,68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F4576C-C0D8-4B42-9296-C8C2BB11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77A47B-D992-4ABF-91F1-F7EF5CE5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828800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C91070-94AE-4C72-82C5-E5145BF0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28800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AF7C45-9540-4E49-9BBF-7B4A0E67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828800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E319D-EAF8-40E4-BC8C-CDBF1E6E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28800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5826D9-7456-44BA-B2DB-91779965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0211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6DF824-3CEC-4385-AFEE-7D905DCB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50671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5559C4-BDC3-4FB2-852F-EC0CE905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58786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277CEC-6B17-4FDC-B042-A5A2DF3D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58786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CRÉDITO AGRÍCOLA COTAS FIAGRO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A3824F-3BB8-4876-96BC-C39D384C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58786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F720EA-93BE-461D-A0C8-A05AA431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58786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8A52BD-221B-4DEB-9A14-E2A42A22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258786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C1A94C-2A08-4CCA-8C90-098A24E2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58786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CA61DC-2A38-4BBA-A6B3-D0653FC0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58786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4D3AE0-875D-45EE-B788-0D41B743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258786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549C2A-D1DA-4E50-942D-17C2AEEB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258786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A65AA2-53FC-48F8-8734-E258D04F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0196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85CCE1-6EF8-4C8B-BE1F-9053C099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0657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2B0603-DE95-42E1-88C7-C1902A57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88771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F7516B-309A-4DAD-AC9B-8A5FA2F5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688771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4DC605-9105-4C2A-94CD-1D74288C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88771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54FDA5-5F9B-460F-828B-ED97E2B8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88771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DE3CE8-8E5C-44E8-BBF4-0F17CDD8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88771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1FE21D-3ED9-44D0-8F7B-52097F30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688771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33367C4-3329-44F9-B4AD-642CB03C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8771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553CA1E-EBBE-4922-92A4-F6CABF9B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88771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3EC1A3D-0E7B-4363-AFA7-4EE0CA5F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688771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4AE5E2-57A9-4621-B7F0-0A694AAF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0182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3EFC5F3-B5E7-4AC0-A0E1-81FF0D33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0643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03359F-D644-439A-9CC8-39965C46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8757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B812B2-43D9-4442-9BAC-65CBF4E8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18757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F0D725-5B8E-49E5-9511-9F69788A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118757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A6BAFB-161C-45B8-B5B2-4A61E0ED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118757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3E2C6E-C796-4396-A925-F405DEA3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118757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DE024B-03A7-4BDD-8E73-E60DFB82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18757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205D1AF-2A6A-4699-9C3A-3C692AFB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18757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CC4B635-EDCF-4871-951F-64431A9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18757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C24AA1-1C2A-4A82-B92F-6A8820F5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118757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61AB0C3-2E06-4B5B-A086-3CAF992D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0168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2A476C-5804-4098-AA29-E707DB95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0629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3A99F3B-F003-4EC7-A616-AA97BE88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8743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C7DDF7-A8CC-4AC8-9BBB-EA41C5A9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8743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D9F8D8-6267-46AB-8C8B-5283D945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48743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D3965A4-00E9-405C-91ED-95DA0924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548743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62D480A-E4F1-461A-9353-2265AB37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548743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F2677F6-7F7C-40AF-92F4-0305CF0F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48743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EC8C1F-6C4B-49AF-94B5-42F96683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48743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D204F4B-D184-4B08-B618-178E4883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548743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4152536-BDA0-420A-AFF9-BA500A34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548743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8336D04-3CEC-4E8B-9088-75C309A7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0154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5ACB3E6-80A3-4F3C-9D16-4805639E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0614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9359B19-EDD5-4289-B346-BD7B6006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78729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27AFE8-72ED-4D8D-8E26-2D53F3B4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78729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740CA2B-63B9-4E57-AA7E-AAFFB870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78729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00C0DD4-4422-41FD-BD60-7A29D27F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978729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84A76C4-3CE2-4F29-9AA5-CA19A377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978729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A4224D1-3858-4F6D-83EC-2BA665CE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978729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97B14BA-D4FA-4980-A890-2A4C61E8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78729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31345C-E2D7-4909-8AD9-36B3A4A1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8729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DFD61D2-7116-4E63-8379-56F2470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978729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A537033-B0BF-414F-AD2E-9D0C71F6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0139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1574D2A-62D1-412D-8F8D-089C70F4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587200F-7450-401E-936E-6492B8CA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08714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2AB7838-8AF7-47A3-AB1D-D663BA45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408714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091C6A4-E3FF-4D34-8690-8B68F81F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408714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C0F5390-5871-4540-89AD-245CD426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408714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0,09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9F9DA21-D70E-441E-8985-6EE2BEFE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408714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481DD1C-1E41-4649-AE09-5E6329CB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408714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211B4E5-B6AC-4D01-AEAF-31FAEEF3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08714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16F564A-C381-4409-B1C1-0BCD44DC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408714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8A9B606-D0F2-418B-99ED-2786740C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08714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00415CD-2B84-4BF9-854A-8BFAF6BC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1748486-F1E6-4FD7-B026-89C96683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254235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B1F14F-6D9F-42C9-B074-AC30BAB3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D6492B-835D-4A8C-ABF5-F75A950F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DDD1E0-B7AE-4D8B-A4DC-85BFE21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DB7A1-C087-4387-B236-21229F6B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A4857-8EC1-4FFB-8CBC-17EDB9C8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D0912-7EE8-41F1-ADF5-0D78A8C9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3A216-A3FC-4D81-957E-7C5AD767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AD7EA-842F-4986-97F6-9E9681A3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6F048-98D9-4729-B03D-2F187695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7D870-3BF8-424F-81C7-DFA4EE33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5C726B-EE36-42FC-990F-2F66567F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64604-A1B1-4E72-A3A4-335BB28A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AFAAFC-667B-4B77-9774-88D3038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83F1C-017B-4717-AE26-2867A660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96D57E-4DFF-4D99-92B1-23389AB8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1CEA87-39E6-4890-B222-46CBF885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34C910-A840-4117-A187-FD6C768C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27A1D-CC9D-4B8F-97F7-713F0927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F558C-0866-4C0E-8309-DAB9D915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0D5D6C-47A8-4722-BD2D-872E9AE1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476E6-18F1-4F0F-8BE1-CB04B9D2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B4152C-8342-42B2-8B63-84C99AEC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18AFDA-738F-4AD8-AFDD-5DDEF467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2D5DB8-D816-4129-BF9A-CD482EF0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AEF5F8-A8FB-490F-816A-D7BAC876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3474C-5717-4740-919D-D17C9074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C0FC46-8FD5-42D8-8181-8A294D55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58868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489C30-24C7-4E75-A6A2-7BF03876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083C5-525A-4E99-933C-04DE90D38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67C8C-0DBE-475A-B8EE-D4D2F6A2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C884F-FF44-41DA-8E4D-DCFD9076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047E-C8F4-4EC9-A18B-941E59D7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9164B-6B67-4C66-96B0-DDFC20D3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7D65B-7C5C-4D75-8DBD-3599A49D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625BF-1421-4053-A301-406DE29E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F0FE36-AECC-4420-AA94-C8A1639A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D27E1D-73E1-434C-8037-0931631B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9D7E2-3450-4277-9546-42578CC1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BD285-3D7A-451B-8C7F-7F0C2691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55A44-EEEA-47B3-8D9F-441E231B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82D20-509E-47A9-AB80-A5532C09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BFC4A-B124-458A-ACB8-0026B29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6D640-2225-4843-8FF7-2F854782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188E7C-BF1E-46EB-B61C-157904A6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9FF29-DFF3-4C37-AB69-48D4FEE2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FD473C-21C7-47B5-9484-EFC89DD1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EB2897-03B2-46E2-92A7-D536C35A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FEA64A-7FC4-4897-AEA8-0756B9B3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E0C077-128D-4C9A-90BC-0550AB15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4FFC3D-FD9B-4C61-94F9-4B58E848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50E2B1-5263-4DFA-947E-4D3A24FD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614341-C04A-494C-8930-B4766B2F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07CAFF-6BD5-4A21-B750-76BD50E9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4FCAC9-3C2B-48A3-9DC0-9FB32AC1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DD67BB-2E6C-4219-AF31-EEF51AE7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A3A703-E0C1-430E-82A5-AA46A548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DE56CB-452A-4E4E-B714-0F856BB6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2C77A4-4B59-4455-8207-5A5D2562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6C5F87-0B17-4C80-A5D8-D06E6AB4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BE5A08-2D4E-4367-AF56-A7F7F880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6D33BC-7A30-45C5-A3BA-F1EC0D8C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20C214-698E-4E76-BE3E-13BA0860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73AF94-8021-4398-B970-60078D42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2731D8-AC82-4932-A225-C1E117F7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02C6DE-951D-4AA5-AEFE-171F432A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6DF77E-CCFA-45A4-8A69-1021B824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271277-77D2-447A-A9E3-2887EE85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6037C-1206-4BB7-8F6D-7D3159C5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35C5C5-2D8B-4BDD-9F3B-57A0A53D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0CA383-80F3-4791-8EF4-C989BA93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C0157E-DC06-486E-9BDD-B409AA1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5F6B3F-8E5A-4485-9428-7BD3CFD3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06323854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CCD752-3FAB-48AF-A613-D662696A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CA1AD-A2D5-4530-8142-38DDD800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CE0D2-2098-40C9-A806-2FACBA3A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033C4-A0CF-41ED-930C-E0E0B6AE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89D31-BDDD-457D-91A7-0FDE133B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E5DEA-AC89-4B98-9F4A-944BC0DE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99E9B3-71D8-433B-9457-D3157722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6D9AD-627B-4CC1-BF71-E832BC42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95460-E7D6-453D-AA8C-7063BA0C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44788-0C46-4A55-86C3-A85B881B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B0263-89EC-4D40-A0D1-A5DEB6A1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FF8DF-CF90-49A1-A9DF-49C223EE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8E0DE4-0A97-448E-9EE2-3DD146CB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42CC3C-88C6-46A9-B78E-66377154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528C2-1815-4741-B7DE-6D789AA0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660C15-C3A5-40DA-A131-8F7F392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D62408-6E30-4FD7-885F-977AF52C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C95BF6-1FAA-4A3D-A947-D5F4C635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FD4F6-B69F-4499-B65A-ADD3076D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E7A90-2031-4289-857B-E1B15D8B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FBFB1-F5D9-474D-A264-EC8281E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45442D-4128-4C74-9DF0-1CF4944D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D8F8F-A299-447E-A90E-81396AE2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D16912-05D1-4089-B7A4-024321BF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378759-4C5C-4CE8-982C-349D1D18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7DADEC-9B48-4B61-BD11-A2EA7DAD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DA908E-F093-4676-B8CF-A8797B7B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485F9-4E06-41A1-9798-D491D805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5D5E33-CFA3-4949-9439-51EE0B22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19570281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8A66BB-1202-4CD4-86BA-CF0D1906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12104-5820-40E6-9ABC-A2781DDA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8B09A-1901-46CA-9148-880BE9E0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7B7C7-A1F7-4F98-8385-444265DB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FB212-E31A-4806-B522-97F9C6C7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E1F8E-1A9D-4BC0-A996-9B614C8B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98652-82F6-4E5C-B05C-D3EA5849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21A79B-755A-4384-839A-E670911E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72071-1DDD-41B7-B2F5-7F433568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C427F-973A-4D5F-A577-C4B4B45F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33F8D-24AC-430B-8C46-3B9ACA1F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50D35-54EE-4F61-B58B-B1E2EE11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8F6EA-CBCA-492D-9D24-8E5668DD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961C8F-A0EA-4EF7-AE8E-41A51371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3157F8-8456-4718-846A-EB993EA2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41FBB7-0904-44C3-BBD6-E3320705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7280E-6855-40B8-B20E-29E71B9F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A0F0A-837E-4669-8804-BB22DDCE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184809-58BC-423C-8F35-FF5646DE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E95B37-D162-4561-80A6-21EF87B4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F38EC5-D362-4710-BC5B-69C5D360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215306-B092-41DA-927D-F1F0A51F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7B20F5-0FE9-4DC4-AE2F-BD68DB95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BBDDBC-509B-4A45-98CC-E90D0998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858FC2-7E23-47FB-875A-E0AF40D2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0FB68-443B-4A32-8251-05DBF7F1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C3D65A-4312-4416-BEEE-869F48A0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73F4FD-4CBA-45A7-9F91-545C0188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FEABB6-97CE-4047-9BDF-1C664A3A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43627119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004082-6725-4EA0-B8DC-9578406F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B6754-3D1C-4010-BA95-E117285E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90BCD-FA10-433B-8BDA-54A8B438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A06AE-8BFC-44FB-9A79-BE4AFA36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E060B-023A-4865-A71D-98EFF7FF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F5EC3-352F-436C-A62A-58A0A356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4C4FF-E924-464B-884C-7FA57B83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CE926-43EC-42DF-9C38-D2FAD2AE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19BB5-0D2E-44D0-AAEB-26DA80B2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695C68-BF48-4DBF-9D59-D8FB496D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6F62F-D897-493B-9C6B-3CFDE007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A9B9F-ACB3-4F73-8616-8F14456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23C3A-66F2-4332-82FC-D27A567F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1B57F-07FE-4B36-B771-6E074528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88A9B-62A2-49F6-BA8E-2ED928E9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95417-38EC-4B46-A2E8-B0289039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B6D83-FA34-4F07-97FF-8B399313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AD121-2B48-47FE-B109-FEA092AE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3E686F-7033-49DB-8305-5C08AA75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82D568-A0E1-4E5F-9D43-C86D6B9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9C4281-020B-4B23-B393-F38A44E4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677AE-61C2-46B2-82E9-FD42D4B5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5F0D6D-BA98-4BA6-BC43-3AD68B5A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A9ADEE-86B8-4566-B0DD-78B71239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7C3B5E-66A4-42B9-8BDC-96C91DAB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E3FB85-DB88-4114-89C9-CC58A2D1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9C385B-29E1-40E0-9FDE-FBBA02CD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7E3067-ED73-4DEA-8581-44BDD618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F8DFE3-62FA-437C-8877-2408F10B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30183731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BE4DC9-06C5-404A-B45F-5E29A79C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C2D16-FC1F-4222-890E-7F094530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68B82-F7DA-4569-B8E9-D19922B2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90FD9B-76B3-4C1C-B358-5C96C9B7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76130-8559-435F-9168-FE944FF6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A5F31-A4D5-4217-809A-A965D148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792F0-252F-490D-898D-BAA2B854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015F4-1FCA-4E94-A447-4BF1095E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05603-6792-4DEC-8977-44CD81E7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BD53E-6239-454C-9C8D-6697EFDC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25E35-3C77-48EB-9145-29449D6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6A5A7-14A7-4C64-9A07-FE65162D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DC7DB-2CAD-4118-8B14-9AC00357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B13EBD-CD02-4364-B6C5-734BE8B8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CF779A-B622-4C7F-9C59-4E40AF3D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4B1820-17D7-470B-84CF-973CC0CA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9ABEE5-6507-4234-8A59-B24A2DC6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6719B2-3BCB-4F5F-A380-067F02E2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CECFE6-E71F-4231-B519-0BCE6A7A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1E402C-B3AE-4953-AEE3-DB08E1DC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DE618-A9BE-457F-ACA6-85689889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F28778-8597-4BE3-983C-8D5399C5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B24D38-ABBB-4E9F-82A5-5E024CC0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F4F4CE-19A6-418F-8F60-BFE2DEBF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A0C96C-0C2E-48D3-A1EE-559F2DF8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247904-1676-441F-86C6-D14B9CA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402AA-CC4A-4EDE-9F64-C35CD785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4927D0-CBA4-42CB-9A9F-3662D57D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68577-39AF-44B3-8B48-CA0557B6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841065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D725E2-58EC-4EAB-9ACF-B245200A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2B046-5FAA-4D50-ABC7-F56939BB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F0DCF0-8B04-4ECB-93C1-47D97662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27413-2FE4-41AE-8FE5-C11B49AB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A6A10-DCA5-4CB2-87D9-8B9D1D26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4E2F0-51E8-412B-ABD8-54C772D0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11286B-ED73-44F3-9C86-344C3865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EBA26-C634-4CA1-9600-FEB22889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CD049D-BF7D-4A68-B6F0-F64432B7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57D34-52E8-4093-9DC1-0087BAB5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350CA-4225-4B72-9570-449EB3FF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F7CD0-C0A7-4494-BE39-64A3CAB0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46B305-BDA5-430B-806D-F594D9FE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5646D-7920-422A-A91D-7071AAC6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1F06AD-36CF-4300-AED1-81CE7B30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6F65F-6F51-448C-8376-6BB8D8E7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49625E-1EE8-409C-85E6-7A54D542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FFDC3-F539-4814-A8B1-218A1AA1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52DEC-421B-47CA-BB82-2483799D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D83C1-B3C6-4948-9A99-6979854A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AA7721-C5A2-48AD-ABBD-3A09221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80A34A-1051-4A3A-969D-1A55FD5F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37949E-76E4-4471-9CF2-FB8AA264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E94AC-8C13-493E-AE50-7886A7E5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5DDC97-F83D-4CC8-9311-975A7200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0B3286-450E-4BC7-BE5A-47CB265D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D66E-4F40-48D8-97B8-98638926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56CBB4-3B37-4C7F-8BF7-1B662899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234D6E-5652-4C53-AE98-9A8F2C54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99762259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71B6FA-32C4-41C7-9FB4-CD349CD8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53B58-683C-47AE-940A-45320EA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74522-2098-4D18-94F9-491F8F6A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8D0F4-AB2F-4636-A4A0-CD0F3689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9E87DF-45C2-4E0E-8ACE-03571823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BF816-2C5F-4CE4-B662-0BB02A27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36494-D74A-4026-851E-4732056B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0C06F-C7FC-4388-8A8E-FAA90D6A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072CA-32F0-4B11-ADF5-B17B20F0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7CBD3-7D87-47BA-A3AB-66A7FA48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D0D96-5C67-4F58-9A19-9B5E8DE5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6D88C-A389-4FDD-8D19-1CC92CFB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1A461-5065-4CF3-87BB-47A97B6F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27567-37E4-44BC-BF8E-30EC7BF6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BA43D-0ADE-4ADF-9096-E1A9880F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18A7F-F8BE-4000-B508-0C28D0E4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9522D-D55B-42DD-AC4C-4EE34F0E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C1100-3AC4-4B13-87A0-3196DF44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A0BF7-3C17-466F-8066-5116112E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CEBE2-B850-459E-8A01-FA951BBE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03AA4-8AD6-44E3-B1D1-ECB623B4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0FF75A-6E29-48DA-8455-3FBDD3FE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96420F-C6BD-42DB-90F1-F74A1639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39A982-084D-4C1C-85A7-9821831E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92FF00-4127-4D1A-B6A7-907FB61E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C1F9F2-8149-455C-A41A-D02F77BC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F5BF89-2DE3-4652-9163-BAFCFEF1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6E3462-9ECC-43DC-AA75-F6F4AF87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C61F41-835D-4629-AB6C-16F3213B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75390020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B4ADCE-0112-42FB-81CB-BBA8D8AF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7A57B-0418-42C7-9824-DD197FCF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1FF37C-D9A5-411E-92AB-F4839E4F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4293C-EE60-425F-BBD2-6C9696F5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F70D3-BF88-4A75-8ABC-62108E91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FD878-1C02-40E4-81D1-E56256DC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2B7F1A-42BE-425D-8FA7-58A15F3D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9CB78-1E97-42EC-BB1E-9D7E4CFB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955B93-62A0-4315-BC5E-9A99C535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04C16-1566-461F-AE56-E76B02E5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DB440-E885-4B99-BE6C-1990508E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D33B4-24C4-45C6-BDD7-AB2A4DCF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A5D35-29F0-4144-801C-C4C533CB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C3BBF-009A-4E11-870E-4A4844EC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77A0E7-59AF-45BB-9583-4CADB8C2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0B83D-B3D2-43E2-8173-BE8D9FCA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997B56-EA5E-462A-B6BE-D0EF3772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3A9014-744A-4B6F-A7C4-B954F03D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D2DD7-B40F-4459-94E9-AEC9959F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681E8-A911-42CB-A22B-2A1FA7CC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C79FC2-D953-456A-B67E-3FEDFEF2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EA5EF1-B795-4CAA-BC66-B17758B4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AD639B-E542-4A68-BD7D-904751C2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18F1E4-0C1A-4368-B567-6E8BC140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269BDD-1AA0-4758-BF76-ED9B9DD0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7EB374-AA58-46E2-BEAE-6B29C29A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934C5-B95D-4BF1-8EA1-A0B0E54B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086EB-1624-4B4C-A527-2D3AAD6B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1B6645-5954-42B1-92D8-DC1A4F4F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96042056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F11D5E-6238-4E59-8889-3E208AC8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BCE497-F879-42E3-A1EB-EDC4D365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B2EB4-1982-4630-B57A-9FB1D550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CDBB1-BD38-4832-8260-19CE8D23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96868-9E3D-41F2-86B3-EF7FE5DE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DDE81-FB0D-497A-989F-AE123AF6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ABA7A-BA7F-467E-8F27-891EEE5A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884EC-5CF3-49E8-88D7-16377B7F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2623F-DA7B-4B50-82E4-EA6602BB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5ABD0-3FD2-4D60-983B-394B4EB3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9C16DE-F27B-48C2-8234-085437DA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4CC13-5C24-41B1-835D-D9372B5C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5396C-E699-420A-BD3D-D780BCFF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49D193-D330-48BE-AA94-D88722B4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51F2E-93EF-4582-93C5-3A53CE2A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47107-E982-4C7C-8362-ADE8F410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DCBA5-069E-4926-A5F3-44417456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8BDE8-ACE5-43A3-8FC3-701D2ECB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99B00D-3728-4C13-9614-F85E7497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1937B3-ABC2-4E7B-8DDE-277C64D1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87651D-A6C3-4E1D-98FB-A26C581F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CB5A8B-D64E-40F2-9FA3-4C0D6FC5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85339A-0568-4BCB-8FFC-F73BF4F5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5AF8E9-4180-4EA7-9ED5-B3205731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82F7D7-5E16-415D-BD46-353B3542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1B3192-CA23-4D3F-A46F-A1C1464E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A832A2-78DF-4EEA-8829-92460416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AB52A5-2256-4B3B-9B06-4702720F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33C01-FEF6-46F8-8B73-5983D4B1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72345226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C7FB3A-622F-4B56-AA5F-4A8E9344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3C000-E084-4E63-8587-9B41E278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D026A-9249-4AD7-885F-BA9998B2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A7B9C-7433-4D31-B2F8-0B8E51D7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76A77-4C66-45DC-8022-013775AF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1B4B-2169-4740-9308-25BEF492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279B5-E6C9-4D7F-8FB5-E217B6CF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77114B-5DA2-408F-9CD8-1E1946FC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BB632-52F8-40AF-A15E-A379C78B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DD626-CF40-457E-96DC-60A16290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6A542-713A-4472-B682-BF36385D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2DA35F-831B-4C91-B8F7-E4C8A189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BCA6C-0267-4BFD-A5C4-98CD3A7A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9D701-68FE-45BD-B949-3BBD893A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ACDBF8-B5D1-433D-87FC-E6A57DAF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C6493-FA86-4F41-8F5F-37120A19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5C9DD-D04A-496C-8B9F-FC761018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F084C-AFCB-4D9B-A521-233E8BC8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C2C3CF-1623-405D-BCD8-809AFD33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85FE3-CE65-44EE-933A-B7C140FE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33FCD-A7F7-45F2-8A91-BE169BDE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4B153-09C8-4F73-9E0A-ED757D79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EA382-777D-4CEC-A3B1-88E2372D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317BE-634B-4BA5-96CD-6229FFE8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5502F3-FB0B-4870-A1EF-4B5D3575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D46F84-BCB7-4263-9264-E93A6B03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AC7DD-8467-4B90-B725-3DD37E56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329663-792F-4697-81D5-8263E5E2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833404-B4A9-411F-9C94-63E7DBA7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4824434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9034B8-EA87-408C-B164-B4603F78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16D43-FDDA-41D5-87EF-3871B9E6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ED2F9-DCE5-4C0B-AB62-F79145AF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1608F-BA7A-4B94-A3FE-E4D7C89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2BD50-639C-4D91-A992-D03045F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E16F2-6306-46F8-A3D3-E36A7DC9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F9955-AC83-4C7C-8760-2AC0D68D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90BF4-062A-4884-8321-AAACCDC9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367BC-C686-4559-99CA-203FDD77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C3C25-6D76-4D7B-9108-5B3DA4D9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9F712-778B-469C-886F-00FA6D32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D0E24-82AB-4E48-B3BA-86D71D5B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553BB5-A7E3-4AF2-B47C-51AFC9E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03517-5A4C-4AD6-9127-6710E2F9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730B6E-8E4C-483E-BE4D-959E3CB8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B4D59-D215-4E19-BB05-8B2DF7DE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AAA93-FD51-4E28-81AD-C5922F67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C8C915-F09E-460E-8F3B-A5AAC1A5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246F80-CBCA-47C8-94D6-574360BC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1CDA5A-8827-4573-916C-50BB4076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C00F4B-A9DA-4BE7-B105-3A8A7C12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7340A0-F086-4875-AEFA-D9E8BA26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064604-CE43-442D-AC65-2BD07B34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EC93A6-F2C7-42D0-A03F-7EA08F5F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419C62-6DF9-423D-A3FD-EF68AF9F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69C63B-3989-4C43-A7CB-52500606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51CADC-F587-4810-A9FB-1DA8792D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8A0009-A255-456B-8C6B-DF2B2658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060722-DEB1-4D6D-8CDE-4CEFC96C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0499270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4368E-9331-45EF-A041-521D1151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189FD-D3CB-4B95-B9CC-BBDA59E2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799FE-F048-4A72-B97D-2CB6B157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1B91B-DE13-4F86-9130-44978D64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854CD-1477-44F8-8E85-3D0C4BEF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980EB-84E9-4CFC-8683-BDE221B4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CE22B2-1CE5-4B9E-94CD-55F39BD1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3A7B8-4FC9-4720-92FE-DD648F37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9A94B-F00B-4E05-A177-E5B4EC9C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15829D-1C25-4CCB-B2F3-BB236C2E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356C19-04AC-4FE8-B858-0156BB38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58733-91BC-417D-9EDC-DFDF76F4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4BE1F5-2BB1-4FEB-BDAC-2AE241D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F03BE3-0C7A-46C9-84CB-7F230015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F9B90F-7086-40FC-82C8-D34A06DF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C96A24-AC2D-41CA-ADD6-69429F0E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028148-65C3-415B-88EE-0DA04F38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2892AB-F322-411A-A472-2B63B2BD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0B2DC1-4313-428E-BA8A-18CAD6DD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140082-4127-4E83-B27C-2BE33F2F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08FD35-B9F8-424C-8AEB-2EF54161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262322-1F03-4720-9C97-33399CC7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9C8F30-EBFF-46CC-9F24-D2E089B9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3A0785-BD38-4BE8-9D6E-69AF6A15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FE5CA4-AF10-4A6C-AE5A-4E2D277B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AC681A-FDC1-421E-BF8B-B6CD936E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95019D-FD2D-493D-88B2-99970419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361BFA-AD12-4B72-9976-89709EC2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417FB7-8EE9-486D-B861-178F8B13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6671790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E7EC90-57A6-4CA0-AA58-D85A931F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5896E0-AD2B-4CF3-8F7D-DE549C6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849F2-24E9-461B-A7CA-DFF3BC75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6A981-7373-42BD-AAA7-33DAF0CB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827A9-2AA0-4CF5-A3C5-503DAE59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BE08BD-2748-4708-B7F5-E8AFDB59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1EE99-2800-4D03-880E-E06EE383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68150-3EB0-4510-A90D-F5E6E84F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560855-6B14-4B1B-8880-6B70D188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D05FD-DD86-491A-B7B9-EDB02D92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35077-B6BC-4335-A380-1EB6CA69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3A2CA7-6115-4E3A-9F76-40978B7F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8273F4-0D78-4D7F-9CAB-DD1CA942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6B55C6-C0A3-4DE7-9146-7BA86281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1A4780-76D9-46F0-A59C-B3F7D2A4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5EE7BC-AA26-4732-A769-D4E09AD7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94717A-ADC2-428F-89BC-B7EC7E22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711089-C37C-40BD-8EC1-0DCF0C56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A4ECBF-B905-4F79-BF55-4CF1D01A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55F593-1E41-4F6D-B768-151496F9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B6AB46-5070-4DDE-BDEA-A99878FA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5A2009-97BE-43A8-B077-A3AAF613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02440E-03A3-42D9-A789-46FE7F81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654FD7-0C41-4E14-B7C9-13613748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E7375E-8BAE-4FBC-BF95-AEEF17F3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E24E3-3F7D-4AF4-A27A-7D22909F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00DAA8-8372-40D5-A210-64D2A917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BC84D9-880E-4C65-9675-A04B0B6B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A95539-F1B8-4270-ABB8-F15E9289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98680559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BAD8FE-4223-458B-93C4-C7C5CAC3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1A3A5-97BF-4D05-A378-AA3DC0B3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C9D0A-BDEC-412F-8CCA-7D321C14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45A76-9A71-41BD-A98B-5A377592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83ED2-FF20-4A6B-BB4C-6439BD94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40E63C-14CC-4E97-BA77-22ADBA9B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21079-E9D0-4352-A52A-35BFE86E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4A952-8295-439C-8E51-AE0D39B8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F9B99-7DCF-4D78-A5A2-D9216767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8EA40F-321A-4046-908E-E5BBF11C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8729-35FD-472D-B679-1A2692AF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EC31F-8FF2-4886-8F0F-A7D10505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8EB6D-3B20-4EDD-A3C1-BCCE4F65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DB6C7-AF62-4EFF-8FBF-D4869E11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C940D8-433E-41F1-9C1C-1E94A450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2E70A-B509-4D1E-9C25-7C61AA29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DA96C7-4433-4AA5-8A07-B8062E5D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B8D4A9-94DE-4105-876F-3F127B40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EAF387-3E3C-4ABE-888B-31EAAF67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1DEA03-3033-47D2-AF3E-607BE2A6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CDDB8-32B8-439C-81C6-5C107177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FAF4C-5925-4C3F-A368-8A5EB23C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EEDC5A-8067-465D-83AC-5482C58E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084E47-C09F-431A-B5B7-C48E3418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D74FBD-5586-4C7F-979D-40996B45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308BEC-16A9-4E60-B922-8AAE47BC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16F8E7-1464-4104-BD31-DA6E6DDC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74C8A7-A60D-4FA1-9E06-377259ED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E8C337-8C47-4A47-9BD8-2C47970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77385419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F5F4DE-7727-491B-843B-442E1909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DEB78-041C-4FFC-B798-CAC02FC6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9A15E-39AC-4DA5-BC24-83E8891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1CC21-F259-4826-AFCC-F534C5D2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C685C-968C-4451-AB19-726D37B0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EC919-931F-41A4-B724-01D2C529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1AD57-9F9C-4989-B583-8BE5F751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AC9A2-F986-4728-9188-785132C8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018A3E-6DAE-4BE1-AD6C-02FEAC64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8C9E3-F7A2-475F-B893-30077E41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52F45-CED2-4ACF-B94E-414E4EAF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A846D-BC44-4E2C-BDFB-438E3350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C9864-D7A7-4A1D-BB67-05385AE1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B201F-28B8-4107-9A2F-503F7889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27887-A4C1-4267-A4C6-13EC9DBE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4A9A8A-FCFB-4649-9CDB-3A9BADCA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71416B-1293-4129-9B2A-76E9829A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2FE7FE-85EC-4D65-94EE-671FD1FD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A0E73-5B85-4135-BC7B-C74870E3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AE28A-6B4F-4913-AFD3-76B1CB9C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501122-367B-4DCC-BAA5-CA23D2CF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C05CB3-76E0-4DF9-909D-26AC3F88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AE49D1-5F3E-427F-9FA1-0D5988DB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4FA0E1-367B-408A-8268-EA220A03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540E05-CA28-4B67-AD3B-F14B95E4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399F5D-1C30-4B23-AC26-826B1D22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5EC51-2334-4B62-BACE-01B6E72B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3BFF24-391A-4F86-9107-DA5EAD2A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9407A3-2008-4AB3-B39A-ECC60F60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0464103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4EE4B-5183-4B7E-B98A-5EC578DE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07104-D1CF-42B4-A1DD-F8A1927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FD355-9856-4AA6-A22F-F2D6109B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C6906-8279-4C7A-9B15-6C49E670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CF039-D21B-4E45-A219-C3DD66AC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AE165-53D9-4A0A-8E59-83FD6ADB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8AFCC-DC64-486D-8966-4F8F78AC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F9576-A446-430E-9285-AF495B2C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25EF14-811B-45F6-AA87-7E075E49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F6E0D-7990-4FBD-BBA7-A34EC87C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111A5-4077-40D9-BAC4-FEE44458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62091-2127-4756-B2A7-070CA55B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FC694D-581D-4529-8E73-43E55081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61798-8854-496A-90A9-8E60A44D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D3F1B-BD4D-45E3-B8D3-DC1682D3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67DF25-2ECB-4F9C-B769-CE4BCB4E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75B42-EC96-4024-8245-C9CCDB5B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BF0700-EFE9-4B35-BDCB-A4EA491F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B2376-3B5D-4BF0-A7F8-F1F0120C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8A837-3C72-464E-9D78-8EAFBAA4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204CA-53A6-4E45-B2F6-E30DC57D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AA466E-80FC-4CA4-9432-4B4EFA29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516A07-278C-4B54-A6D0-A1513B83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568A81-FC5A-4468-A0D9-9E161148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A71ECA-8AB3-4384-AC39-504993E7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7193EA-2F1B-40D9-9B2B-2D79F2CF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C2CAF0-EF49-4885-A716-F15FA718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84A611-A954-4176-BDC0-1A7CEC3C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A38DD4-74CC-4F4F-B3AA-F358B236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4239860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5F5DA7-5571-40FC-961F-77E4526B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52DA1-D5E2-42F6-AC9E-02AEEB6E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10B4B-64C6-4555-AD4D-ECEC39D3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3BC6F-4BA2-49DE-B77A-794C59DE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696D-986E-4407-BA0D-B2C3422D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EEE69-6896-43F6-A05E-DC7FD427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917F2-F3F4-4FBA-9911-F0FC4F9C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AE141-E96A-4A68-98C2-B7000B86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F4685-10A0-4531-B899-5E7F5B06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306936-C4AA-47F0-93EA-867DE9EA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DEF2CB-90BD-4A1D-AE1C-FEA6EBF5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85E76F-2FBB-43AC-A48B-57B1E849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1BC97D-BAF9-4421-945F-6CAE06D0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34AE4-4C12-4134-AE31-025B2EBF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95DB25-2262-4EDB-9267-F7DA11AC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74A26-0885-4C93-814A-B2490FA0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78B813-17DC-4F52-9025-0E3C6BF9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51F75-32A5-47F1-A61A-62F75F5C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CEC41D-4C54-4F96-9D37-3D255D2C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F4EED1-2278-4A98-946A-02C43C13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0C529-4DBD-4058-A251-385CDB5E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2A07B-A038-4548-BE2A-3E707613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2CCC31-AA6E-450B-A80A-64DD5B42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9A8A88-77B8-4FCA-BC1D-0E7B80B8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69AE8-AEFC-433B-B313-CBFB8D17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BDE6E6-9F0E-4B33-806E-3B1944F4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83CB52-EED9-4191-BC38-D84897B9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21000C-E032-495A-A3C0-56401CA6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68BF49-0EC6-443A-A6D8-C6FFDC98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75412391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407E13-4748-4AB4-BAD1-1703C9C6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02B3C-1FE4-4033-92CE-CC34F442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B85FA-9673-47B6-BAF4-B93B74F8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FE6AF-AB68-4276-9FF4-A1F7AEE5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49459-315B-4055-A271-2327C524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C5B23-2599-421E-9424-EA6DA986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ADCE0-126D-471E-AC98-D4A8C19F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B8AE3-6299-4DFF-9CE8-E04BBC01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C4D67-580D-489E-9284-C3595141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86368-18D0-4A00-96AE-3838C40F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D94F3-301C-459F-AC90-5E39E53F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C6D4F-69ED-4A27-A86B-6E8011C8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54A1C6-C56E-4430-B5BA-A0683442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1DFD3C-8FEF-4BF3-B9B6-354A5D66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F96551-6E87-476A-A839-4FEE53A3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FC9332-6805-49D0-84D4-968C890E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9EDDA4-2B42-4CE1-884D-60B64A8B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1E887-8D22-4D57-BCBA-A3AF9E92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6D9A17-600A-4C1A-8485-A0F87353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2F3D50-C803-4817-88ED-D2C6A161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7ACFAC-CADF-418A-BB90-627E15F0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70BC8F-A4AE-4C42-9700-C555A354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7AFE9-5BAF-4713-9EBE-3E15C508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830CD3-366F-4D91-ADBE-61CBC781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A17E9D-986C-4A5D-9281-DE521F3D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CFB9FB-7B63-43A5-A3C1-39E5B46A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AD6D43-2D88-40F0-911B-7765672A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CAE068-8C63-465A-9D21-8F9AA37F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7E221B-9A9E-4BBF-9917-BF5D14FF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91028678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A34163-7B8A-4544-AAD0-AC0F6B2E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2EE77-03D6-4423-A7F9-1322E6FF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7DD4B-D1BB-40CC-95AA-5F0703EF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F6A14-91BC-4A65-A7BB-6054426D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E0DB7-B1F0-4F0C-89A7-471131B5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07CB6-7A0D-4F0D-82E9-2DB6B4D2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5CBF0-A3B3-40E3-B937-47D9A383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399DB-A23E-4A8C-91D2-515BCFCF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79DCA-AD9E-4C70-903C-28DA54B9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DC61F4-E251-42EF-914C-A8E448A5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2B21B-2D04-4FB6-BFD8-A5C550A2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46047-521D-401E-9A81-3EDF8093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36063-D025-4DC3-8B15-121261DA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0CF52-B0DE-4A77-A3CC-26C3F531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3F687-357C-49FF-97A3-4F30B8F0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A5B097-DB92-4D02-A5C7-DAFE824E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A85AA7-055F-409E-A727-31C071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EA7C38-56E5-4A4F-A649-CD50DF4E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162726-C65D-443C-BD77-A0885E01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A34400-B5D7-4FD8-B42D-65682D37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E80DE1-D97D-46CD-873C-55DC2128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5CADE8-C8D2-4C0F-ACB9-2B889943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8656D2-5FA5-4F6E-B45C-0E8C725E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F69406-453F-404B-91C1-925573EE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827E0C-B27D-4514-BF61-2E7FEF0D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B992F-146A-4896-9A4C-12C5DC12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3988AF-B067-4C16-AA32-973C083E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CC02BE-F5B1-4A32-BBB0-06ED80BB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7D19EA-C86B-48DB-B6DE-AEFBDCBD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87873903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2C039E-2F15-4440-82CA-15ACBBC7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57A133-8A97-4FAC-A90D-91FB7A6B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05F56-AED7-4F5E-8B1A-BD1E5D48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33807-2F6F-4AE2-93E2-ECC100D2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0F893-076F-4445-9B85-CACD5022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21CE7B-F050-436A-90C3-B18302B5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5F209-5812-45AC-BD66-FDEEA51F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34302F-5D14-4448-ABEC-551124AD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B4136-92B2-4E55-B412-4CED57DF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A3E6F-9AF0-437E-BE59-EF66181B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78B29-55F3-4883-A892-140578C0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310AB5-8B27-461B-A7A8-98BBCCF1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8F074E-9588-4AC2-BD2F-F0184D3E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139F8-1C11-4630-A957-86E9D04B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738A8-6DA1-46CA-BD2A-05A23B9D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83501B-0326-4AA4-ABEB-148C56F7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7FC506-137F-45A6-BCFF-4EFF5A80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CBBB77-0AE4-4339-B62B-69269989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FADC2A-46E5-498A-929F-521A1E9E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024562-9895-4843-A20A-699BFB1E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EE4ABA-86AD-4E78-B25E-8DEB48FF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68E2A-E09A-4395-A265-DCB22468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18C62D-47E5-4B37-9A09-D91FEE85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8A11EF-BE30-44AD-8BFA-A689AE45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67CFC9-8057-484E-8CE5-4918EECF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811CD2-D386-4ACC-BC28-4A4EAE2F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46CE1F-D5D3-45E7-B780-1E9B36A1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DFCAC9-FC98-4D3B-8487-691D5B7B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BE4BB9-6DCE-4808-A343-820AC5C5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210665087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3BE17C-3BF2-4824-98D2-1B9B6664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C2AE8-82BD-4184-9B90-1557D4CE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01AC1-A90D-4382-8C04-14598104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AECBB-1DB8-4652-84E1-A4C6F18E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313CF-7709-438C-BAEC-EAB5295E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A967D-958E-42CF-9CBD-34BB0A59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37D84-613D-4AC2-B69E-184C9175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AE9DB-92F2-4EBF-A081-7CFE0D55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1DD28-2EA2-4309-8829-7C97054D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BDE50A-59B6-4809-97CB-0D874CD1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D7581-4508-4C92-96CB-2C1FCE6C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558AA-51D3-4FD5-ABD5-C6BA51E8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BEA82-F0BA-484A-B2DD-AB74C6B9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128D12-189E-472B-A38F-1547F231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27511-C90B-4DBD-8BF6-EF9391D4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4D3D1-21B5-4F76-AE22-90E8B943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362338-C1F6-42BD-9FFD-2A7B7F1F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D1DB16-2D0F-44F3-843D-2E0BCE54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2D1A80-B554-4AD2-AC44-54BE311A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200A8-79FD-4322-853E-60E75127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11FA90-CB48-4E43-A132-EF36B53B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8730D2-CD46-4BE3-93F8-92EEB71A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DEA4EE-A6FB-400F-817E-1D027693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5855B3-C553-497A-8FC9-A33977AF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49C49D-F0ED-44D3-A92C-B3C7938B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A71AF6-250F-4D8D-A36E-C5BBC974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73E5B3-ABC3-41AA-8EEC-6D13FAF2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342BFE-6055-4E9A-930B-25FEBE2B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155C46-E0ED-4B91-A7A2-ADB01686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18169526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7C8CC1-E2C5-4745-9ADA-5FBB22A2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69A1A-A5F1-40C3-AFD4-DDA7B5F7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0A64F-C453-4AA8-BB1A-30D68A0F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E9A72-4749-49AF-B959-27F8D43C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50C4B-0C84-48B7-8EE4-500DFF98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31561-A0AB-47B8-B93F-07B8C646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f6552aceae402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8ACED-7A85-402B-AD44-31D5D5DE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CB0AB-36E0-446B-BFCD-BA423E1D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6040218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4CDA6-0C87-422F-9BA5-4AA9B6CC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B5E0F-6A07-449A-891B-C001452D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3BFCB-2178-48E1-91B0-C6DA9AA5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B8F3F-A977-42FD-8158-E37817B0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C262E-30D0-4708-B963-1A9CAC2D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ECA27-16E6-4638-86D8-0D51A5AF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52b96d19124bd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AA2DE0-1907-4B98-BAA9-A060F636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9E69B1-2348-4644-8F93-3DBA1155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05670873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54954-D6E8-4474-97DE-2AD5660D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55A19-01BA-41EA-A51F-FDCDB63C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85E0D-2A73-4322-8F23-15AC6664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8E7FE-4E90-421D-89A1-04FF71CD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194CB-C57E-486F-95A8-1E57C991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7052E-5462-4256-9668-4FCE4A84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4da35f164a4dd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070BE-2793-437E-95B5-E276A3F6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05313-9353-4884-8B5A-7224C9CE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63466579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B58F029-BB19-4ED4-BC8A-E6D930EE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2A523-425D-4C1E-95DA-65C8298D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86D7E6-B4AB-489C-A833-FD178911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82082-504D-4AA1-91A2-E1D9AC1E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8D104-CAE0-4478-8912-D8CFD9A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CC94E-D3E4-4408-A2B2-3C506AF4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C1C32-CB91-4F9E-BBAD-DD8E1645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65D25-CB41-4F3B-BC0F-F3B82CCD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5A832-8F80-4367-B8C4-24AA29A3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C68E5-90EB-44E1-ABD1-C0E4CF75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12340-AE67-4896-AB5A-C55E1672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CA88E-2F46-4613-A2F0-7BAD01A5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71FCC-D0E4-4DDC-A090-CD643399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7799C8-BA3B-4DB1-B362-CF43D236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8E1722-CC99-4D88-9385-94E8985A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627D4-59B2-4BDE-920D-A8381571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5F84BA-5A34-484D-AB78-23561012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BDCA83-131C-45D2-A385-4EE3A0F6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C495D3-6CB3-4D1C-9CD0-5A55D52C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C32AB-A7FA-4DF8-BEAE-74FCB4F9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746665-4D63-4E82-ACDE-CFA21AF7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955001-67E9-4911-A437-BB1ABE89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3B5662-8245-4099-9890-EF1FB5B5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593618-9A14-4052-941D-9F87B76E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89D7FE-BA13-4D27-90E5-F8BBCBE5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095535-4F9D-48F9-BCF5-3D58A962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7E6948-C359-4D2B-A394-6C722519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9BE590-F3C4-4AAD-9667-57AFF83E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EFC913-32C9-4EEC-A093-44E2723F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D0C0BA-FEED-427D-B62E-875D23FC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F98CF1-EE24-45C2-AE10-BBF92EFC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3EE5D5-63E5-4B5A-8A8E-C3B4A838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B65B36-B41E-4544-8451-4D380644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367345-18D7-4BD3-8266-1B4F1CF8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BC9A8A-1CDB-4814-B0B0-5D1D0880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BB6D68-CEDD-4971-A4F5-9D117BB6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0E7C51-22B1-481A-A6B1-83C06ED0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FD2F5-898D-49D3-B3BD-FE569A88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6FB0F1-3627-4902-B943-B4290DB0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8FB318-7597-4DD4-8299-0DD08490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0EC8A8-C6D8-42D8-90EB-E3A7A1D4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C6B997-5DDF-4C3B-9E46-7248170A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508B65-A63C-4677-A6A9-B669EB93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ACE277-AF77-410C-9503-56716A92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8AEE48-8702-489E-8CE6-34F58D0B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21DE65-C86E-4A6E-888F-571EECDA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AA0D96-E3D2-4E81-B1E7-B272348F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FBDA22-2AAF-4529-B7DA-BB698BD3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1D2EBA-DA5C-411D-ADFB-121A2AEB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035044-81E2-4E4E-A8BB-0971996A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6297B2-F424-48FC-AA87-FA4944DB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FCED4E-8D83-4E57-BA91-2CF72A0B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94586D-9859-4D5B-825D-F114AEB2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B792DA6-D951-44D2-8F7B-43B26A6A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23084125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2026-07-27T19:36:12.3900000Z</dcterms:created>
  <dcterms:modified xsi:type="dcterms:W3CDTF">2026-07-27T19:36:12.3900000Z</dcterms:modified>
</coreProperties>
</file>