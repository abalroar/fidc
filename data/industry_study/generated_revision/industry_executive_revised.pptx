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51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54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55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56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57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58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59.xml" ContentType="application/vnd.openxmlformats-officedocument.drawingml.chart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08123722264366" /><Relationship Type="http://schemas.openxmlformats.org/officeDocument/2006/relationships/extended-properties" Target="/docProps/app.xml" Id="R48c8701ca4d14ca4" /><Relationship Type="http://schemas.openxmlformats.org/officeDocument/2006/relationships/officeDocument" Target="/ppt/presentation.xml" Id="R9358b1a7b01340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0721ad8b1e495e"/>
  </p:sldMasterIdLst>
  <p:notesMasterIdLst>
    <p:notesMasterId xmlns:r="http://schemas.openxmlformats.org/officeDocument/2006/relationships" r:id="R525a18b2b7674b91"/>
  </p:notesMasterIdLst>
  <p:sldIdLst>
    <p:sldId xmlns:r="http://schemas.openxmlformats.org/officeDocument/2006/relationships" id="256" r:id="R64e55c947c624ccc"/>
    <p:sldId xmlns:r="http://schemas.openxmlformats.org/officeDocument/2006/relationships" id="257" r:id="Rad3127fb5a4f4d65"/>
    <p:sldId xmlns:r="http://schemas.openxmlformats.org/officeDocument/2006/relationships" id="258" r:id="R35bc06614e5840d4"/>
    <p:sldId xmlns:r="http://schemas.openxmlformats.org/officeDocument/2006/relationships" id="259" r:id="R9c09928c808d424a"/>
    <p:sldId xmlns:r="http://schemas.openxmlformats.org/officeDocument/2006/relationships" id="260" r:id="R655e9a16cf2d44fa"/>
    <p:sldId xmlns:r="http://schemas.openxmlformats.org/officeDocument/2006/relationships" id="261" r:id="Rfa04de05aa364488"/>
    <p:sldId xmlns:r="http://schemas.openxmlformats.org/officeDocument/2006/relationships" id="262" r:id="R3d1ef852ae404bbf"/>
    <p:sldId xmlns:r="http://schemas.openxmlformats.org/officeDocument/2006/relationships" id="263" r:id="Rf2c1c1516a764211"/>
    <p:sldId xmlns:r="http://schemas.openxmlformats.org/officeDocument/2006/relationships" id="264" r:id="R740bb1d77fad4a8d"/>
    <p:sldId xmlns:r="http://schemas.openxmlformats.org/officeDocument/2006/relationships" id="265" r:id="R819dbe793e6f4d51"/>
    <p:sldId xmlns:r="http://schemas.openxmlformats.org/officeDocument/2006/relationships" id="266" r:id="Rc68362a4ba1a420a"/>
    <p:sldId xmlns:r="http://schemas.openxmlformats.org/officeDocument/2006/relationships" id="267" r:id="Rbbd1eb7a5c864735"/>
    <p:sldId xmlns:r="http://schemas.openxmlformats.org/officeDocument/2006/relationships" id="268" r:id="R266c8b981ec948f9"/>
    <p:sldId xmlns:r="http://schemas.openxmlformats.org/officeDocument/2006/relationships" id="269" r:id="Ra49bdc77caeb4a91"/>
    <p:sldId xmlns:r="http://schemas.openxmlformats.org/officeDocument/2006/relationships" id="270" r:id="Rdb807da86d1d412b"/>
    <p:sldId xmlns:r="http://schemas.openxmlformats.org/officeDocument/2006/relationships" id="271" r:id="R35564776e9024113"/>
    <p:sldId xmlns:r="http://schemas.openxmlformats.org/officeDocument/2006/relationships" id="272" r:id="R58194f3bb866411a"/>
    <p:sldId xmlns:r="http://schemas.openxmlformats.org/officeDocument/2006/relationships" id="273" r:id="Ra97d0df7dfcb4e8d"/>
    <p:sldId xmlns:r="http://schemas.openxmlformats.org/officeDocument/2006/relationships" id="274" r:id="R572eb73e40554c3c"/>
    <p:sldId xmlns:r="http://schemas.openxmlformats.org/officeDocument/2006/relationships" id="275" r:id="R6200776aebde4a7c"/>
    <p:sldId xmlns:r="http://schemas.openxmlformats.org/officeDocument/2006/relationships" id="276" r:id="Re28b25a7d22542a3"/>
    <p:sldId xmlns:r="http://schemas.openxmlformats.org/officeDocument/2006/relationships" id="277" r:id="R569cc8f1313d477f"/>
    <p:sldId xmlns:r="http://schemas.openxmlformats.org/officeDocument/2006/relationships" id="278" r:id="Re880afad4f62486a"/>
    <p:sldId xmlns:r="http://schemas.openxmlformats.org/officeDocument/2006/relationships" id="279" r:id="R2fab387279b7444b"/>
    <p:sldId xmlns:r="http://schemas.openxmlformats.org/officeDocument/2006/relationships" id="280" r:id="R9b7fede3ccd0494b"/>
    <p:sldId xmlns:r="http://schemas.openxmlformats.org/officeDocument/2006/relationships" id="281" r:id="Rc8e9365b7cfd4aa6"/>
    <p:sldId xmlns:r="http://schemas.openxmlformats.org/officeDocument/2006/relationships" id="282" r:id="Rf3cdbeae615246e0"/>
    <p:sldId xmlns:r="http://schemas.openxmlformats.org/officeDocument/2006/relationships" id="283" r:id="R1be22c7e002f47c8"/>
    <p:sldId xmlns:r="http://schemas.openxmlformats.org/officeDocument/2006/relationships" id="284" r:id="Rcbcae54978a84c3f"/>
    <p:sldId xmlns:r="http://schemas.openxmlformats.org/officeDocument/2006/relationships" id="285" r:id="R3bc97facc64d48eb"/>
    <p:sldId xmlns:r="http://schemas.openxmlformats.org/officeDocument/2006/relationships" id="286" r:id="R9a19c4f51a5f43c4"/>
    <p:sldId xmlns:r="http://schemas.openxmlformats.org/officeDocument/2006/relationships" id="287" r:id="Rec333265fefe48f2"/>
    <p:sldId xmlns:r="http://schemas.openxmlformats.org/officeDocument/2006/relationships" id="288" r:id="R90c3cf5948594325"/>
    <p:sldId xmlns:r="http://schemas.openxmlformats.org/officeDocument/2006/relationships" id="289" r:id="Rcf9945f31bc04a1d"/>
    <p:sldId xmlns:r="http://schemas.openxmlformats.org/officeDocument/2006/relationships" id="290" r:id="R2913db80cee14c43"/>
    <p:sldId xmlns:r="http://schemas.openxmlformats.org/officeDocument/2006/relationships" id="291" r:id="Rde6e116ad7b342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e9ef66e55c47af" /><Relationship Type="http://schemas.openxmlformats.org/officeDocument/2006/relationships/slideMaster" Target="/ppt/slideMasters/slideMaster1.xml" Id="R050721ad8b1e495e" /><Relationship Type="http://schemas.openxmlformats.org/officeDocument/2006/relationships/notesMaster" Target="/ppt/notesMasters/notesMaster1.xml" Id="R525a18b2b7674b91" /><Relationship Type="http://schemas.openxmlformats.org/officeDocument/2006/relationships/presProps" Target="/ppt/presProps.xml" Id="R4ba049152e0140b9" /><Relationship Type="http://schemas.openxmlformats.org/officeDocument/2006/relationships/tableStyles" Target="/ppt/tableStyles.xml" Id="R44b0ac0905ef41c9" /><Relationship Type="http://schemas.openxmlformats.org/officeDocument/2006/relationships/slide" Target="/ppt/slides/slide1.xml" Id="R64e55c947c624ccc" /><Relationship Type="http://schemas.openxmlformats.org/officeDocument/2006/relationships/slide" Target="/ppt/slides/slide2.xml" Id="Rad3127fb5a4f4d65" /><Relationship Type="http://schemas.openxmlformats.org/officeDocument/2006/relationships/slide" Target="/ppt/slides/slide3.xml" Id="R35bc06614e5840d4" /><Relationship Type="http://schemas.openxmlformats.org/officeDocument/2006/relationships/slide" Target="/ppt/slides/slide4.xml" Id="R9c09928c808d424a" /><Relationship Type="http://schemas.openxmlformats.org/officeDocument/2006/relationships/slide" Target="/ppt/slides/slide5.xml" Id="R655e9a16cf2d44fa" /><Relationship Type="http://schemas.openxmlformats.org/officeDocument/2006/relationships/slide" Target="/ppt/slides/slide6.xml" Id="Rfa04de05aa364488" /><Relationship Type="http://schemas.openxmlformats.org/officeDocument/2006/relationships/slide" Target="/ppt/slides/slide7.xml" Id="R3d1ef852ae404bbf" /><Relationship Type="http://schemas.openxmlformats.org/officeDocument/2006/relationships/slide" Target="/ppt/slides/slide8.xml" Id="Rf2c1c1516a764211" /><Relationship Type="http://schemas.openxmlformats.org/officeDocument/2006/relationships/slide" Target="/ppt/slides/slide9.xml" Id="R740bb1d77fad4a8d" /><Relationship Type="http://schemas.openxmlformats.org/officeDocument/2006/relationships/slide" Target="/ppt/slides/slide10.xml" Id="R819dbe793e6f4d51" /><Relationship Type="http://schemas.openxmlformats.org/officeDocument/2006/relationships/slide" Target="/ppt/slides/slide11.xml" Id="Rc68362a4ba1a420a" /><Relationship Type="http://schemas.openxmlformats.org/officeDocument/2006/relationships/slide" Target="/ppt/slides/slide12.xml" Id="Rbbd1eb7a5c864735" /><Relationship Type="http://schemas.openxmlformats.org/officeDocument/2006/relationships/slide" Target="/ppt/slides/slide13.xml" Id="R266c8b981ec948f9" /><Relationship Type="http://schemas.openxmlformats.org/officeDocument/2006/relationships/slide" Target="/ppt/slides/slide14.xml" Id="Ra49bdc77caeb4a91" /><Relationship Type="http://schemas.openxmlformats.org/officeDocument/2006/relationships/slide" Target="/ppt/slides/slide15.xml" Id="Rdb807da86d1d412b" /><Relationship Type="http://schemas.openxmlformats.org/officeDocument/2006/relationships/slide" Target="/ppt/slides/slide16.xml" Id="R35564776e9024113" /><Relationship Type="http://schemas.openxmlformats.org/officeDocument/2006/relationships/slide" Target="/ppt/slides/slide17.xml" Id="R58194f3bb866411a" /><Relationship Type="http://schemas.openxmlformats.org/officeDocument/2006/relationships/slide" Target="/ppt/slides/slide18.xml" Id="Ra97d0df7dfcb4e8d" /><Relationship Type="http://schemas.openxmlformats.org/officeDocument/2006/relationships/slide" Target="/ppt/slides/slide19.xml" Id="R572eb73e40554c3c" /><Relationship Type="http://schemas.openxmlformats.org/officeDocument/2006/relationships/slide" Target="/ppt/slides/slide20.xml" Id="R6200776aebde4a7c" /><Relationship Type="http://schemas.openxmlformats.org/officeDocument/2006/relationships/slide" Target="/ppt/slides/slide21.xml" Id="Re28b25a7d22542a3" /><Relationship Type="http://schemas.openxmlformats.org/officeDocument/2006/relationships/slide" Target="/ppt/slides/slide22.xml" Id="R569cc8f1313d477f" /><Relationship Type="http://schemas.openxmlformats.org/officeDocument/2006/relationships/slide" Target="/ppt/slides/slide23.xml" Id="Re880afad4f62486a" /><Relationship Type="http://schemas.openxmlformats.org/officeDocument/2006/relationships/slide" Target="/ppt/slides/slide24.xml" Id="R2fab387279b7444b" /><Relationship Type="http://schemas.openxmlformats.org/officeDocument/2006/relationships/slide" Target="/ppt/slides/slide25.xml" Id="R9b7fede3ccd0494b" /><Relationship Type="http://schemas.openxmlformats.org/officeDocument/2006/relationships/slide" Target="/ppt/slides/slide26.xml" Id="Rc8e9365b7cfd4aa6" /><Relationship Type="http://schemas.openxmlformats.org/officeDocument/2006/relationships/slide" Target="/ppt/slides/slide27.xml" Id="Rf3cdbeae615246e0" /><Relationship Type="http://schemas.openxmlformats.org/officeDocument/2006/relationships/slide" Target="/ppt/slides/slide28.xml" Id="R1be22c7e002f47c8" /><Relationship Type="http://schemas.openxmlformats.org/officeDocument/2006/relationships/slide" Target="/ppt/slides/slide29.xml" Id="Rcbcae54978a84c3f" /><Relationship Type="http://schemas.openxmlformats.org/officeDocument/2006/relationships/slide" Target="/ppt/slides/slide30.xml" Id="R3bc97facc64d48eb" /><Relationship Type="http://schemas.openxmlformats.org/officeDocument/2006/relationships/slide" Target="/ppt/slides/slide31.xml" Id="R9a19c4f51a5f43c4" /><Relationship Type="http://schemas.openxmlformats.org/officeDocument/2006/relationships/slide" Target="/ppt/slides/slide32.xml" Id="Rec333265fefe48f2" /><Relationship Type="http://schemas.openxmlformats.org/officeDocument/2006/relationships/slide" Target="/ppt/slides/slide33.xml" Id="R90c3cf5948594325" /><Relationship Type="http://schemas.openxmlformats.org/officeDocument/2006/relationships/slide" Target="/ppt/slides/slide34.xml" Id="Rcf9945f31bc04a1d" /><Relationship Type="http://schemas.openxmlformats.org/officeDocument/2006/relationships/slide" Target="/ppt/slides/slide35.xml" Id="R2913db80cee14c43" /><Relationship Type="http://schemas.openxmlformats.org/officeDocument/2006/relationships/slide" Target="/ppt/slides/slide36.xml" Id="Rde6e116ad7b342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684fb9efdb4e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8ae71795db4ee6" /><Relationship Type="http://schemas.openxmlformats.org/officeDocument/2006/relationships/notesMaster" Target="/ppt/notesMasters/notesMaster1.xml" Id="R1a4f2fc9289f4b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94d44abc05450a" /><Relationship Type="http://schemas.openxmlformats.org/officeDocument/2006/relationships/notesMaster" Target="/ppt/notesMasters/notesMaster1.xml" Id="R08659ca11f4841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19644671ef480c" /><Relationship Type="http://schemas.openxmlformats.org/officeDocument/2006/relationships/notesMaster" Target="/ppt/notesMasters/notesMaster1.xml" Id="R0052b5cb1f1f43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6cdb961a144a53" /><Relationship Type="http://schemas.openxmlformats.org/officeDocument/2006/relationships/notesMaster" Target="/ppt/notesMasters/notesMaster1.xml" Id="Re1837069dd8249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73af737cfd45dc" /><Relationship Type="http://schemas.openxmlformats.org/officeDocument/2006/relationships/notesMaster" Target="/ppt/notesMasters/notesMaster1.xml" Id="R4a771fa97b3147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94bf1905634b1c" /><Relationship Type="http://schemas.openxmlformats.org/officeDocument/2006/relationships/notesMaster" Target="/ppt/notesMasters/notesMaster1.xml" Id="R8565c2f2cb4841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2216fef55843bd" /><Relationship Type="http://schemas.openxmlformats.org/officeDocument/2006/relationships/notesMaster" Target="/ppt/notesMasters/notesMaster1.xml" Id="Red743d2f48414a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9a2e060214438c" /><Relationship Type="http://schemas.openxmlformats.org/officeDocument/2006/relationships/notesMaster" Target="/ppt/notesMasters/notesMaster1.xml" Id="R6dd367c4763e45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8d1ad4ac734146" /><Relationship Type="http://schemas.openxmlformats.org/officeDocument/2006/relationships/notesMaster" Target="/ppt/notesMasters/notesMaster1.xml" Id="R696cb2ab38db49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9a66f02c5a4735" /><Relationship Type="http://schemas.openxmlformats.org/officeDocument/2006/relationships/notesMaster" Target="/ppt/notesMasters/notesMaster1.xml" Id="R9b1af544dd6348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51dde429d54ee5" /><Relationship Type="http://schemas.openxmlformats.org/officeDocument/2006/relationships/notesMaster" Target="/ppt/notesMasters/notesMaster1.xml" Id="R36fca32838b04c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6838dfae554aa1" /><Relationship Type="http://schemas.openxmlformats.org/officeDocument/2006/relationships/notesMaster" Target="/ppt/notesMasters/notesMaster1.xml" Id="R70d493590faf41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02fb6492ef4530" /><Relationship Type="http://schemas.openxmlformats.org/officeDocument/2006/relationships/notesMaster" Target="/ppt/notesMasters/notesMaster1.xml" Id="Re4180d4f009541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60c718cb5f641c5" /><Relationship Type="http://schemas.openxmlformats.org/officeDocument/2006/relationships/notesMaster" Target="/ppt/notesMasters/notesMaster1.xml" Id="Rd419c4c589f148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33230592e24237" /><Relationship Type="http://schemas.openxmlformats.org/officeDocument/2006/relationships/notesMaster" Target="/ppt/notesMasters/notesMaster1.xml" Id="Rc06849d9b18442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53568f62054878" /><Relationship Type="http://schemas.openxmlformats.org/officeDocument/2006/relationships/notesMaster" Target="/ppt/notesMasters/notesMaster1.xml" Id="R3e8417eca7474fe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6f632326b5746d5" /><Relationship Type="http://schemas.openxmlformats.org/officeDocument/2006/relationships/notesMaster" Target="/ppt/notesMasters/notesMaster1.xml" Id="Rc952b97b328049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9e386684b414fac" /><Relationship Type="http://schemas.openxmlformats.org/officeDocument/2006/relationships/notesMaster" Target="/ppt/notesMasters/notesMaster1.xml" Id="R88e4f384a71f441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93dee24e994429" /><Relationship Type="http://schemas.openxmlformats.org/officeDocument/2006/relationships/notesMaster" Target="/ppt/notesMasters/notesMaster1.xml" Id="Rebf371eb3068401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4e1cb375c53477f" /><Relationship Type="http://schemas.openxmlformats.org/officeDocument/2006/relationships/notesMaster" Target="/ppt/notesMasters/notesMaster1.xml" Id="Rc785bcf95018458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218cf6dc014490e" /><Relationship Type="http://schemas.openxmlformats.org/officeDocument/2006/relationships/notesMaster" Target="/ppt/notesMasters/notesMaster1.xml" Id="Ra65bc5121f0240b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b360ca5cd354cee" /><Relationship Type="http://schemas.openxmlformats.org/officeDocument/2006/relationships/notesMaster" Target="/ppt/notesMasters/notesMaster1.xml" Id="R6c9a738f93ef471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220ad8d31654f4f" /><Relationship Type="http://schemas.openxmlformats.org/officeDocument/2006/relationships/notesMaster" Target="/ppt/notesMasters/notesMaster1.xml" Id="R61aed4fae7cf4e5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8652042ba0488e" /><Relationship Type="http://schemas.openxmlformats.org/officeDocument/2006/relationships/notesMaster" Target="/ppt/notesMasters/notesMaster1.xml" Id="Rbe8bd93031d34d3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a0ed435f9b44ec4" /><Relationship Type="http://schemas.openxmlformats.org/officeDocument/2006/relationships/notesMaster" Target="/ppt/notesMasters/notesMaster1.xml" Id="R9d51bd845bf44dd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44e450211943e0" /><Relationship Type="http://schemas.openxmlformats.org/officeDocument/2006/relationships/notesMaster" Target="/ppt/notesMasters/notesMaster1.xml" Id="R3010891b9310400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c52c95d1943467f" /><Relationship Type="http://schemas.openxmlformats.org/officeDocument/2006/relationships/notesMaster" Target="/ppt/notesMasters/notesMaster1.xml" Id="Reea7ccad87d7405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debd248bdc24a20" /><Relationship Type="http://schemas.openxmlformats.org/officeDocument/2006/relationships/notesMaster" Target="/ppt/notesMasters/notesMaster1.xml" Id="R5d259c936fb84d9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93477609c394e27" /><Relationship Type="http://schemas.openxmlformats.org/officeDocument/2006/relationships/notesMaster" Target="/ppt/notesMasters/notesMaster1.xml" Id="R745cb76c9419443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a783c7aff944abd" /><Relationship Type="http://schemas.openxmlformats.org/officeDocument/2006/relationships/notesMaster" Target="/ppt/notesMasters/notesMaster1.xml" Id="Rbbb221d5056d4e6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b84e1ef9c74654" /><Relationship Type="http://schemas.openxmlformats.org/officeDocument/2006/relationships/notesMaster" Target="/ppt/notesMasters/notesMaster1.xml" Id="R1deefc07d907479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caf8b3bbe9542a5" /><Relationship Type="http://schemas.openxmlformats.org/officeDocument/2006/relationships/notesMaster" Target="/ppt/notesMasters/notesMaster1.xml" Id="R38b2f18ff1d44fe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de9aed3df374297" /><Relationship Type="http://schemas.openxmlformats.org/officeDocument/2006/relationships/notesMaster" Target="/ppt/notesMasters/notesMaster1.xml" Id="R5f98e0f47fd7439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e1f515bdbd242d3" /><Relationship Type="http://schemas.openxmlformats.org/officeDocument/2006/relationships/notesMaster" Target="/ppt/notesMasters/notesMaster1.xml" Id="R19fabfeb478345b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d532bf95fac46f2" /><Relationship Type="http://schemas.openxmlformats.org/officeDocument/2006/relationships/notesMaster" Target="/ppt/notesMasters/notesMaster1.xml" Id="R2a29bb2c7466480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a3d302ab27e49d1" /><Relationship Type="http://schemas.openxmlformats.org/officeDocument/2006/relationships/notesMaster" Target="/ppt/notesMasters/notesMaster1.xml" Id="Rd8726605d1d74e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raiz e nome fotografados, identidade oficial, PL, subordinação, emissão, tipo, família de referência, documento, página e lacunas por CNPJ.</a:t>
            </a:r>
          </a:p>
          <a:p xmlns:a="http://schemas.openxmlformats.org/drawingml/2006/main">
            <a:r>
              <a:t>- 1 veículo fora da base mensal FIDC foi mantido com status explícito; métricas FIDC não foram imputadas.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daa2756074c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5d38c063844279" /><Relationship Type="http://schemas.openxmlformats.org/officeDocument/2006/relationships/slideLayout" Target="/ppt/slideLayouts/slideLayout1.xml" Id="R14b977c25b344d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b977c25b344d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6993070f5421d" /><Relationship Type="http://schemas.openxmlformats.org/officeDocument/2006/relationships/notesSlide" Target="/ppt/notesSlides/notesSlide1.xml" Id="R48f0565254ed4d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be1c7f8d54862" /><Relationship Type="http://schemas.openxmlformats.org/officeDocument/2006/relationships/notesSlide" Target="/ppt/notesSlides/notesSlide2.xml" Id="R329bda4fe59646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e452f16b64083" /><Relationship Type="http://schemas.openxmlformats.org/officeDocument/2006/relationships/chart" Target="/ppt/slides/charts/chart1.xml" Id="R7e1a5d60d665465c" /><Relationship Type="http://schemas.openxmlformats.org/officeDocument/2006/relationships/chart" Target="/ppt/slides/charts/chart2.xml" Id="R37ebab9664fa4432" /><Relationship Type="http://schemas.openxmlformats.org/officeDocument/2006/relationships/chart" Target="/ppt/slides/charts/chart3.xml" Id="Ra66296d4975f4fc0" /><Relationship Type="http://schemas.openxmlformats.org/officeDocument/2006/relationships/notesSlide" Target="/ppt/notesSlides/notesSlide3.xml" Id="Rbf290cac3bb748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ed95bc4a84857" /><Relationship Type="http://schemas.openxmlformats.org/officeDocument/2006/relationships/chart" Target="/ppt/slides/charts/chart4.xml" Id="R8c47ae2196c24b6c" /><Relationship Type="http://schemas.openxmlformats.org/officeDocument/2006/relationships/chart" Target="/ppt/slides/charts/chart5.xml" Id="Rbe5da0701bfe4cb9" /><Relationship Type="http://schemas.openxmlformats.org/officeDocument/2006/relationships/notesSlide" Target="/ppt/notesSlides/notesSlide4.xml" Id="R5723f6ec7d5a41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0fe59ccf74742" /><Relationship Type="http://schemas.openxmlformats.org/officeDocument/2006/relationships/chart" Target="/ppt/slides/charts/chart6.xml" Id="R40b20534871c438a" /><Relationship Type="http://schemas.openxmlformats.org/officeDocument/2006/relationships/chart" Target="/ppt/slides/charts/chart7.xml" Id="R0cb8ac0eb12e4a16" /><Relationship Type="http://schemas.openxmlformats.org/officeDocument/2006/relationships/notesSlide" Target="/ppt/notesSlides/notesSlide5.xml" Id="Rd43887f34d5d4e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842ea728146dd" /><Relationship Type="http://schemas.openxmlformats.org/officeDocument/2006/relationships/chart" Target="/ppt/slides/charts/chart8.xml" Id="Rfef914475da44e00" /><Relationship Type="http://schemas.openxmlformats.org/officeDocument/2006/relationships/chart" Target="/ppt/slides/charts/chart9.xml" Id="R33f0d84d8bc4494d" /><Relationship Type="http://schemas.openxmlformats.org/officeDocument/2006/relationships/chart" Target="/ppt/slides/charts/chart10.xml" Id="R940c91b0239b495c" /><Relationship Type="http://schemas.openxmlformats.org/officeDocument/2006/relationships/notesSlide" Target="/ppt/notesSlides/notesSlide6.xml" Id="R9b2ce829ca5644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546808e4b46b3" /><Relationship Type="http://schemas.openxmlformats.org/officeDocument/2006/relationships/chart" Target="/ppt/slides/charts/chart11.xml" Id="R98e137bd2b134c78" /><Relationship Type="http://schemas.openxmlformats.org/officeDocument/2006/relationships/chart" Target="/ppt/slides/charts/chart12.xml" Id="R14ccdafd0d92485d" /><Relationship Type="http://schemas.openxmlformats.org/officeDocument/2006/relationships/chart" Target="/ppt/slides/charts/chart13.xml" Id="R9640b2d704294872" /><Relationship Type="http://schemas.openxmlformats.org/officeDocument/2006/relationships/chart" Target="/ppt/slides/charts/chart14.xml" Id="Rb5c337592b0c4972" /><Relationship Type="http://schemas.openxmlformats.org/officeDocument/2006/relationships/chart" Target="/ppt/slides/charts/chart15.xml" Id="R5f3652dc02e94b3f" /><Relationship Type="http://schemas.openxmlformats.org/officeDocument/2006/relationships/notesSlide" Target="/ppt/notesSlides/notesSlide7.xml" Id="R6f9d490427844f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f3c1d28004182" /><Relationship Type="http://schemas.openxmlformats.org/officeDocument/2006/relationships/chart" Target="/ppt/slides/charts/chart16.xml" Id="R12004a8cb1814128" /><Relationship Type="http://schemas.openxmlformats.org/officeDocument/2006/relationships/chart" Target="/ppt/slides/charts/chart17.xml" Id="R719db2ecff774f10" /><Relationship Type="http://schemas.openxmlformats.org/officeDocument/2006/relationships/chart" Target="/ppt/slides/charts/chart18.xml" Id="R89efe1610bb44a68" /><Relationship Type="http://schemas.openxmlformats.org/officeDocument/2006/relationships/notesSlide" Target="/ppt/notesSlides/notesSlide8.xml" Id="R93ff05ee82b342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da3fcbaaa424c" /><Relationship Type="http://schemas.openxmlformats.org/officeDocument/2006/relationships/chart" Target="/ppt/slides/charts/chart19.xml" Id="Rcd31a1ae9a0c4b26" /><Relationship Type="http://schemas.openxmlformats.org/officeDocument/2006/relationships/chart" Target="/ppt/slides/charts/chart20.xml" Id="R3aaaab08e8d64f05" /><Relationship Type="http://schemas.openxmlformats.org/officeDocument/2006/relationships/chart" Target="/ppt/slides/charts/chart21.xml" Id="R942af5851cf34604" /><Relationship Type="http://schemas.openxmlformats.org/officeDocument/2006/relationships/notesSlide" Target="/ppt/notesSlides/notesSlide9.xml" Id="R8e502252756e41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15747a82c4a29" /><Relationship Type="http://schemas.openxmlformats.org/officeDocument/2006/relationships/chart" Target="/ppt/slides/charts/chart22.xml" Id="R40f9c59d9dd5459e" /><Relationship Type="http://schemas.openxmlformats.org/officeDocument/2006/relationships/chart" Target="/ppt/slides/charts/chart23.xml" Id="R3c70b163f72646c3" /><Relationship Type="http://schemas.openxmlformats.org/officeDocument/2006/relationships/chart" Target="/ppt/slides/charts/chart24.xml" Id="R62bc7bc208f04730" /><Relationship Type="http://schemas.openxmlformats.org/officeDocument/2006/relationships/notesSlide" Target="/ppt/notesSlides/notesSlide10.xml" Id="R3124f48d137447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fea6a5b28453e" /><Relationship Type="http://schemas.openxmlformats.org/officeDocument/2006/relationships/chart" Target="/ppt/slides/charts/chart25.xml" Id="R667fcef199b8427a" /><Relationship Type="http://schemas.openxmlformats.org/officeDocument/2006/relationships/chart" Target="/ppt/slides/charts/chart26.xml" Id="R64c8bc4757204ff4" /><Relationship Type="http://schemas.openxmlformats.org/officeDocument/2006/relationships/chart" Target="/ppt/slides/charts/chart27.xml" Id="R80e4e3d81a3c4b35" /><Relationship Type="http://schemas.openxmlformats.org/officeDocument/2006/relationships/notesSlide" Target="/ppt/notesSlides/notesSlide11.xml" Id="Raf0393e1ce3245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419af9f45411c" /><Relationship Type="http://schemas.openxmlformats.org/officeDocument/2006/relationships/notesSlide" Target="/ppt/notesSlides/notesSlide12.xml" Id="R0c191318ea694e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d501d7bad4948" /><Relationship Type="http://schemas.openxmlformats.org/officeDocument/2006/relationships/notesSlide" Target="/ppt/notesSlides/notesSlide13.xml" Id="R58a9649a1c8542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3b503ff594633" /><Relationship Type="http://schemas.openxmlformats.org/officeDocument/2006/relationships/notesSlide" Target="/ppt/notesSlides/notesSlide14.xml" Id="Rf5ea24a1be9246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8b32e4c1640eb" /><Relationship Type="http://schemas.openxmlformats.org/officeDocument/2006/relationships/notesSlide" Target="/ppt/notesSlides/notesSlide15.xml" Id="R3cbf1789e8cb43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7b83196b54fd4" /><Relationship Type="http://schemas.openxmlformats.org/officeDocument/2006/relationships/notesSlide" Target="/ppt/notesSlides/notesSlide16.xml" Id="R2d41b3ad18a747f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7fb018c744e7f" /><Relationship Type="http://schemas.openxmlformats.org/officeDocument/2006/relationships/notesSlide" Target="/ppt/notesSlides/notesSlide17.xml" Id="R0c4aa8dc6dab4b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2cc5cd0644376" /><Relationship Type="http://schemas.openxmlformats.org/officeDocument/2006/relationships/notesSlide" Target="/ppt/notesSlides/notesSlide18.xml" Id="R77034a006a5341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efda459e847dc" /><Relationship Type="http://schemas.openxmlformats.org/officeDocument/2006/relationships/chart" Target="/ppt/slides/charts/chart28.xml" Id="R314656f0125b4c4a" /><Relationship Type="http://schemas.openxmlformats.org/officeDocument/2006/relationships/chart" Target="/ppt/slides/charts/chart29.xml" Id="R56f4712464ac48c9" /><Relationship Type="http://schemas.openxmlformats.org/officeDocument/2006/relationships/chart" Target="/ppt/slides/charts/chart30.xml" Id="Re0cd418e97a74e2e" /><Relationship Type="http://schemas.openxmlformats.org/officeDocument/2006/relationships/notesSlide" Target="/ppt/notesSlides/notesSlide19.xml" Id="Rc3b40c462c6f4d4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89b52727d4084" /><Relationship Type="http://schemas.openxmlformats.org/officeDocument/2006/relationships/chart" Target="/ppt/slides/charts/chart31.xml" Id="R40d43d47ba0c4f32" /><Relationship Type="http://schemas.openxmlformats.org/officeDocument/2006/relationships/notesSlide" Target="/ppt/notesSlides/notesSlide20.xml" Id="R7d2d50a8bb13455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d1a946aa14421" /><Relationship Type="http://schemas.openxmlformats.org/officeDocument/2006/relationships/notesSlide" Target="/ppt/notesSlides/notesSlide21.xml" Id="Re84cae4712db445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b13d2f0f6483a" /><Relationship Type="http://schemas.openxmlformats.org/officeDocument/2006/relationships/chart" Target="/ppt/slides/charts/chart32.xml" Id="R8f19aa7c1b314fd3" /><Relationship Type="http://schemas.openxmlformats.org/officeDocument/2006/relationships/chart" Target="/ppt/slides/charts/chart33.xml" Id="R2897e617e9ab4ba7" /><Relationship Type="http://schemas.openxmlformats.org/officeDocument/2006/relationships/chart" Target="/ppt/slides/charts/chart34.xml" Id="R7c6fb82f2e244cde" /><Relationship Type="http://schemas.openxmlformats.org/officeDocument/2006/relationships/notesSlide" Target="/ppt/notesSlides/notesSlide22.xml" Id="R5ed9e1adbd42494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7a494c79d4f45" /><Relationship Type="http://schemas.openxmlformats.org/officeDocument/2006/relationships/chart" Target="/ppt/slides/charts/chart35.xml" Id="Rbb4c0207c98841d9" /><Relationship Type="http://schemas.openxmlformats.org/officeDocument/2006/relationships/chart" Target="/ppt/slides/charts/chart36.xml" Id="Ra0386f4fdf49479c" /><Relationship Type="http://schemas.openxmlformats.org/officeDocument/2006/relationships/chart" Target="/ppt/slides/charts/chart37.xml" Id="R6f499906aea044f3" /><Relationship Type="http://schemas.openxmlformats.org/officeDocument/2006/relationships/chart" Target="/ppt/slides/charts/chart38.xml" Id="Ree31f6a190484f4f" /><Relationship Type="http://schemas.openxmlformats.org/officeDocument/2006/relationships/notesSlide" Target="/ppt/notesSlides/notesSlide23.xml" Id="R2343b517c33a419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36e5be3274723" /><Relationship Type="http://schemas.openxmlformats.org/officeDocument/2006/relationships/chart" Target="/ppt/slides/charts/chart39.xml" Id="R8802edeb7c1a4c6e" /><Relationship Type="http://schemas.openxmlformats.org/officeDocument/2006/relationships/chart" Target="/ppt/slides/charts/chart40.xml" Id="R6c61c31e97cd4c90" /><Relationship Type="http://schemas.openxmlformats.org/officeDocument/2006/relationships/chart" Target="/ppt/slides/charts/chart41.xml" Id="R1da131c0ec4a4ee2" /><Relationship Type="http://schemas.openxmlformats.org/officeDocument/2006/relationships/chart" Target="/ppt/slides/charts/chart42.xml" Id="R2222d3b7b793422b" /><Relationship Type="http://schemas.openxmlformats.org/officeDocument/2006/relationships/chart" Target="/ppt/slides/charts/chart43.xml" Id="R3d72e5d1f80a46f5" /><Relationship Type="http://schemas.openxmlformats.org/officeDocument/2006/relationships/notesSlide" Target="/ppt/notesSlides/notesSlide24.xml" Id="Rb0f01ad0f56e4d3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fb0d000824434" /><Relationship Type="http://schemas.openxmlformats.org/officeDocument/2006/relationships/notesSlide" Target="/ppt/notesSlides/notesSlide25.xml" Id="Rb4da88ed042e462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c3955b7d1444a" /><Relationship Type="http://schemas.openxmlformats.org/officeDocument/2006/relationships/notesSlide" Target="/ppt/notesSlides/notesSlide26.xml" Id="R40bf24a65240446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f6b63e8b74112" /><Relationship Type="http://schemas.openxmlformats.org/officeDocument/2006/relationships/notesSlide" Target="/ppt/notesSlides/notesSlide27.xml" Id="R2a6e9a2c4fc4494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7ec6b5b6a499a" /><Relationship Type="http://schemas.openxmlformats.org/officeDocument/2006/relationships/chart" Target="/ppt/slides/charts/chart44.xml" Id="Rb2fe46b33c074390" /><Relationship Type="http://schemas.openxmlformats.org/officeDocument/2006/relationships/chart" Target="/ppt/slides/charts/chart45.xml" Id="Rec557a45458e4106" /><Relationship Type="http://schemas.openxmlformats.org/officeDocument/2006/relationships/chart" Target="/ppt/slides/charts/chart46.xml" Id="R5819c8ffa84b4975" /><Relationship Type="http://schemas.openxmlformats.org/officeDocument/2006/relationships/chart" Target="/ppt/slides/charts/chart47.xml" Id="R9d3f2d5790aa41a2" /><Relationship Type="http://schemas.openxmlformats.org/officeDocument/2006/relationships/chart" Target="/ppt/slides/charts/chart48.xml" Id="R429cfb9888c34778" /><Relationship Type="http://schemas.openxmlformats.org/officeDocument/2006/relationships/chart" Target="/ppt/slides/charts/chart49.xml" Id="R7c6a403f8092408e" /><Relationship Type="http://schemas.openxmlformats.org/officeDocument/2006/relationships/chart" Target="/ppt/slides/charts/chart50.xml" Id="R96ce0214d6a749f1" /><Relationship Type="http://schemas.openxmlformats.org/officeDocument/2006/relationships/notesSlide" Target="/ppt/notesSlides/notesSlide28.xml" Id="R8f72b3b05bb24ca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48d5ed98d449a" /><Relationship Type="http://schemas.openxmlformats.org/officeDocument/2006/relationships/chart" Target="/ppt/slides/charts/chart51.xml" Id="Re996296f02cf4df6" /><Relationship Type="http://schemas.openxmlformats.org/officeDocument/2006/relationships/notesSlide" Target="/ppt/notesSlides/notesSlide29.xml" Id="R4fd67490941f478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7d0bad5bf45f6" /><Relationship Type="http://schemas.openxmlformats.org/officeDocument/2006/relationships/chart" Target="/ppt/slides/charts/chart52.xml" Id="Rc36d0ce157fa4cc9" /><Relationship Type="http://schemas.openxmlformats.org/officeDocument/2006/relationships/chart" Target="/ppt/slides/charts/chart53.xml" Id="R143ea6da12b24c1e" /><Relationship Type="http://schemas.openxmlformats.org/officeDocument/2006/relationships/notesSlide" Target="/ppt/notesSlides/notesSlide30.xml" Id="R47f0a7fd232c475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48a912a634d40" /><Relationship Type="http://schemas.openxmlformats.org/officeDocument/2006/relationships/chart" Target="/ppt/slides/charts/chart54.xml" Id="Rea307f46b7a241f0" /><Relationship Type="http://schemas.openxmlformats.org/officeDocument/2006/relationships/notesSlide" Target="/ppt/notesSlides/notesSlide31.xml" Id="R5d27f711463b414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694b1241a450a" /><Relationship Type="http://schemas.openxmlformats.org/officeDocument/2006/relationships/chart" Target="/ppt/slides/charts/chart55.xml" Id="R6d64ab1474c04140" /><Relationship Type="http://schemas.openxmlformats.org/officeDocument/2006/relationships/notesSlide" Target="/ppt/notesSlides/notesSlide32.xml" Id="Rb47419a4a7104ea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69a14d9d0461d" /><Relationship Type="http://schemas.openxmlformats.org/officeDocument/2006/relationships/chart" Target="/ppt/slides/charts/chart56.xml" Id="R426ba5c9b8f243f2" /><Relationship Type="http://schemas.openxmlformats.org/officeDocument/2006/relationships/notesSlide" Target="/ppt/notesSlides/notesSlide33.xml" Id="Re6dbc0762e4a427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40f8d432c494b" /><Relationship Type="http://schemas.openxmlformats.org/officeDocument/2006/relationships/chart" Target="/ppt/slides/charts/chart57.xml" Id="Rd60fd1c3406043de" /><Relationship Type="http://schemas.openxmlformats.org/officeDocument/2006/relationships/notesSlide" Target="/ppt/notesSlides/notesSlide34.xml" Id="R38f2f649c209488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d3d773809478b" /><Relationship Type="http://schemas.openxmlformats.org/officeDocument/2006/relationships/chart" Target="/ppt/slides/charts/chart58.xml" Id="R80ea982fa65b401a" /><Relationship Type="http://schemas.openxmlformats.org/officeDocument/2006/relationships/notesSlide" Target="/ppt/notesSlides/notesSlide35.xml" Id="Raae92035d2f3404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8a98c65fda406e" /><Relationship Type="http://schemas.openxmlformats.org/officeDocument/2006/relationships/chart" Target="/ppt/slides/charts/chart59.xml" Id="Rd918579d59404bb6" /><Relationship Type="http://schemas.openxmlformats.org/officeDocument/2006/relationships/notesSlide" Target="/ppt/notesSlides/notesSlide36.xml" Id="R53ffa5285dcd4b1c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8E6C5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527A91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43.06066586029</c:v>
              </c:pt>
              <c:pt idx="1">
                <c:v>62.02603059119</c:v>
              </c:pt>
              <c:pt idx="2">
                <c:v>84.95793395782</c:v>
              </c:pt>
              <c:pt idx="3">
                <c:v>61.35233705676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9B7A2E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13.91501486645</c:v>
              </c:pt>
              <c:pt idx="1">
                <c:v>22.18727313388</c:v>
              </c:pt>
              <c:pt idx="2">
                <c:v>21.90540664313</c:v>
              </c:pt>
              <c:pt idx="3">
                <c:v>23.075044690040002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8E6C5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527A91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0.09519639665077897</c:v>
              </c:pt>
              <c:pt idx="1">
                <c:v>0.09521186498455976</c:v>
              </c:pt>
              <c:pt idx="2">
                <c:v>0.1100336823365087</c:v>
              </c:pt>
              <c:pt idx="3">
                <c:v>0.07469589532557215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9B7A2E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0.03076262868126348</c:v>
              </c:pt>
              <c:pt idx="1">
                <c:v>0.03405814677908125</c:v>
              </c:pt>
              <c:pt idx="2">
                <c:v>0.028370894202993425</c:v>
              </c:pt>
              <c:pt idx="3">
                <c:v>0.02809365063315407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8E6C5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527A9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9B7A2E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3.11957026737</c:v>
              </c:pt>
              <c:pt idx="1">
                <c:v>4.65168180405</c:v>
              </c:pt>
              <c:pt idx="2">
                <c:v>7.920784716230001</c:v>
              </c:pt>
              <c:pt idx="3">
                <c:v>9.64414138726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8.58137355388</c:v>
              </c:pt>
              <c:pt idx="1">
                <c:v>12.459143317879999</c:v>
              </c:pt>
              <c:pt idx="2">
                <c:v>16.40492035881</c:v>
              </c:pt>
              <c:pt idx="3">
                <c:v>17.22580007099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16.3035695109</c:v>
              </c:pt>
              <c:pt idx="1">
                <c:v>21.46851025722</c:v>
              </c:pt>
              <c:pt idx="2">
                <c:v>22.67079903384</c:v>
              </c:pt>
              <c:pt idx="3">
                <c:v>28.4103754775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0.11139526798305908</c:v>
              </c:pt>
              <c:pt idx="1">
                <c:v>0.12057444116997353</c:v>
              </c:pt>
              <c:pt idx="2">
                <c:v>0.16853987049503466</c:v>
              </c:pt>
              <c:pt idx="3">
                <c:v>0.17445886568394645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0.30642823362433985</c:v>
              </c:pt>
              <c:pt idx="1">
                <c:v>0.3229486250977117</c:v>
              </c:pt>
              <c:pt idx="2">
                <c:v>0.34906682251947085</c:v>
              </c:pt>
              <c:pt idx="3">
                <c:v>0.31160820027516895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0.5821764983926011</c:v>
              </c:pt>
              <c:pt idx="1">
                <c:v>0.5564769337323148</c:v>
              </c:pt>
              <c:pt idx="2">
                <c:v>0.4823933069854944</c:v>
              </c:pt>
              <c:pt idx="3">
                <c:v>0.5139329340408845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B4E9933F-EB05-474E-B3C4-BB8A75AD072F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8E6D83C7-0ED1-4E80-8FD7-7CACDC507719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7413402-262A-4867-B3AF-8EF166FA34CB}"/>
              </a:ext>
            </a:extLst>
          </ns0:cNvPr>
          <ns0:cNvSpPr>
            <a:spLocks noGrp="1"/>
          </ns0:cNvSpPr>
          <ns0:nvPr/>
        </ns0:nvSpPr>
        <ns0:spPr>
          <a:xfrm>
            <a:off x="571500" y="2400300"/>
            <a:ext cx="962025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E3A1D9D2-60DE-4FF2-99A0-5F80FC0DADA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C989A6-93BD-43D1-9BB1-A8F6A8BBB003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09D9DC-07FF-446E-80E5-23E6DB293F26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E4A3029-D4E2-41C0-BF21-4671CED29853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2145114762"/>
      </ns0:ext>
    </ns0:extLst>
  </ns0:cSld>
</ns0:sld>
</file>

<file path=ppt/slides/slide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CDC39CB0-B609-4B3D-BB54-31982D00E02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0D0F390-B96F-428B-8C4D-183AA0D5A4C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FF775C2-3AA4-4941-BCB5-A46A694DF0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E2F81BB-2ADB-4BCB-A853-FB94A8E8203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A32C668-162C-492A-B76B-B4822C65009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23260BC-12B7-4703-94D6-31FDF583ED5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1CCDD0E-4BDA-4EAA-AE21-B26357F9859B}"/>
              </a:ext>
            </a:extLst>
          </ns0:cNvPr>
          <ns0:cNvSpPr>
            <a:spLocks noGrp="1"/>
          </ns0:cNvSpPr>
          <ns0:nvPr/>
        </ns0:nvSpPr>
        <ns0:spPr>
          <a:xfrm>
            <a:off x="647700" y="13811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69115AD-D0EE-4FF9-8F2D-3C88CEC96FE1}"/>
              </a:ext>
            </a:extLst>
          </ns0:cNvPr>
          <ns0:cNvSpPr>
            <a:spLocks noGrp="1"/>
          </ns0:cNvSpPr>
          <ns0:nvPr/>
        </ns0:nvSpPr>
        <ns0:spPr>
          <a:xfrm>
            <a:off x="2571750" y="14001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ED325D4-2E75-4739-B138-ABD5CDC171A1}"/>
              </a:ext>
            </a:extLst>
          </ns0:cNvPr>
          <ns0:cNvSpPr>
            <a:spLocks noGrp="1"/>
          </ns0:cNvSpPr>
          <ns0:nvPr/>
        </ns0:nvSpPr>
        <ns0:spPr>
          <a:xfrm>
            <a:off x="2571750" y="17811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680E5E17-316A-43A5-8DFC-83DC54F83047}"/>
              </a:ext>
            </a:extLst>
          </ns0:cNvPr>
          <ns0:cNvSpPr>
            <a:spLocks noGrp="1"/>
          </ns0:cNvSpPr>
          <ns0:nvPr/>
        </ns0:nvSpPr>
        <ns0:spPr>
          <a:xfrm>
            <a:off x="647700" y="23717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9BE28C41-A483-4C75-A8CD-476E95F11664}"/>
              </a:ext>
            </a:extLst>
          </ns0:cNvPr>
          <ns0:cNvSpPr>
            <a:spLocks noGrp="1"/>
          </ns0:cNvSpPr>
          <ns0:nvPr/>
        </ns0:nvSpPr>
        <ns0:spPr>
          <a:xfrm>
            <a:off x="647700" y="25431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E9139AD-3E7E-4686-BA18-B7B2175470FE}"/>
              </a:ext>
            </a:extLst>
          </ns0:cNvPr>
          <ns0:cNvSpPr>
            <a:spLocks noGrp="1"/>
          </ns0:cNvSpPr>
          <ns0:nvPr/>
        </ns0:nvSpPr>
        <ns0:spPr>
          <a:xfrm>
            <a:off x="2571750" y="25622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F12FC2D-7F0B-47B8-8077-8FE465F2D972}"/>
              </a:ext>
            </a:extLst>
          </ns0:cNvPr>
          <ns0:cNvSpPr>
            <a:spLocks noGrp="1"/>
          </ns0:cNvSpPr>
          <ns0:nvPr/>
        </ns0:nvSpPr>
        <ns0:spPr>
          <a:xfrm>
            <a:off x="2571750" y="29432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4404021-CCC1-429B-8521-44723D0E2D84}"/>
              </a:ext>
            </a:extLst>
          </ns0:cNvPr>
          <ns0:cNvSpPr>
            <a:spLocks noGrp="1"/>
          </ns0:cNvSpPr>
          <ns0:nvPr/>
        </ns0:nvSpPr>
        <ns0:spPr>
          <a:xfrm>
            <a:off x="647700" y="353377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8BF190C-5E82-4A4E-990F-860463F0EFAB}"/>
              </a:ext>
            </a:extLst>
          </ns0:cNvPr>
          <ns0:cNvSpPr>
            <a:spLocks noGrp="1"/>
          </ns0:cNvSpPr>
          <ns0:nvPr/>
        </ns0:nvSpPr>
        <ns0:spPr>
          <a:xfrm>
            <a:off x="647700" y="37052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F4AE3D9-7B09-437E-86D7-A20A7A678D87}"/>
              </a:ext>
            </a:extLst>
          </ns0:cNvPr>
          <ns0:cNvSpPr>
            <a:spLocks noGrp="1"/>
          </ns0:cNvSpPr>
          <ns0:nvPr/>
        </ns0:nvSpPr>
        <ns0:spPr>
          <a:xfrm>
            <a:off x="2571750" y="37242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4D8217A-1BF0-447E-9310-016A50CEC37E}"/>
              </a:ext>
            </a:extLst>
          </ns0:cNvPr>
          <ns0:cNvSpPr>
            <a:spLocks noGrp="1"/>
          </ns0:cNvSpPr>
          <ns0:nvPr/>
        </ns0:nvSpPr>
        <ns0:spPr>
          <a:xfrm>
            <a:off x="2571750" y="41052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493843F-40B7-4257-BB04-E18F5B3694BC}"/>
              </a:ext>
            </a:extLst>
          </ns0:cNvPr>
          <ns0:cNvSpPr>
            <a:spLocks noGrp="1"/>
          </ns0:cNvSpPr>
          <ns0:nvPr/>
        </ns0:nvSpPr>
        <ns0:spPr>
          <a:xfrm>
            <a:off x="647700" y="46958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C3AD56B2-316E-47CE-BB7A-30ADC3B59A6D}"/>
              </a:ext>
            </a:extLst>
          </ns0:cNvPr>
          <ns0:cNvSpPr>
            <a:spLocks noGrp="1"/>
          </ns0:cNvSpPr>
          <ns0:nvPr/>
        </ns0:nvSpPr>
        <ns0:spPr>
          <a:xfrm>
            <a:off x="647700" y="48672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DADE5BC7-20BE-4EC8-9777-8A4E2D8DCED7}"/>
              </a:ext>
            </a:extLst>
          </ns0:cNvPr>
          <ns0:cNvSpPr>
            <a:spLocks noGrp="1"/>
          </ns0:cNvSpPr>
          <ns0:nvPr/>
        </ns0:nvSpPr>
        <ns0:spPr>
          <a:xfrm>
            <a:off x="2571750" y="48863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BDD84E9-040E-4BB2-87DE-501CBF0E704A}"/>
              </a:ext>
            </a:extLst>
          </ns0:cNvPr>
          <ns0:cNvSpPr>
            <a:spLocks noGrp="1"/>
          </ns0:cNvSpPr>
          <ns0:nvPr/>
        </ns0:nvSpPr>
        <ns0:spPr>
          <a:xfrm>
            <a:off x="2571750" y="52673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ns0:txBody>
      </ns0:sp>
    </ns0:spTree>
    <ns0:extLst>
      <ns0:ext uri="{BB962C8B-B14F-4D97-AF65-F5344CB8AC3E}">
        <ns3:creationId val="1038319119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850AC8F3-7BF6-4D39-ACD1-9A0435D312C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8AC10E5-E6F3-47E1-9175-5F4BCF1A9C4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70D90D7-F67F-49A9-94D8-736FAF1DB36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362B741-78F2-4B1C-B600-216067A2B80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F00E9D4-1A5C-4186-AFE7-01283930A9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78D1360-974D-430A-B1D5-01A0F8E8E3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0184E20-DB74-4890-9DC0-A82AEADC6524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1549BD9-CD00-466F-87F0-B5B2919ED589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7e1a5d60d665465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13F58E9-9124-409A-AD02-666CB3CECD89}"/>
              </a:ext>
            </a:extLst>
          </ns0:cNvPr>
          <ns0:cNvSpPr>
            <a:spLocks noGrp="1"/>
          </ns0:cNvSpPr>
          <ns0:nvPr/>
        </ns0:nvSpPr>
        <ns0:spPr>
          <a:xfrm>
            <a:off x="3476625" y="1676400"/>
            <a:ext cx="2095500" cy="41910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157E07E9-F495-4355-8AB4-4C2ACC3446CA}"/>
              </a:ext>
            </a:extLst>
          </ns0:cNvPr>
          <ns0:cNvSpPr>
            <a:spLocks noGrp="1"/>
          </ns0:cNvSpPr>
          <ns0:nvPr/>
        </ns0:nvSpPr>
        <ns0:spPr>
          <a:xfrm>
            <a:off x="3590925" y="1752600"/>
            <a:ext cx="18669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· R$ 821,0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E731968-A6A6-4B02-B227-2099D07D29BB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09032D8-CDBE-4F26-A7D7-5C75ECD25E2D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3855516-3881-4AE3-BF34-4D6BE63B6B49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6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37ebab9664fa4432"/>
          </a:graphicData>
        </a:graphic>
      </ns0:graphicFrame>
      <ns0:sp>
        <ns0:nvSpPr>
          <ns0:cNvPr id="16" name="">
            <a:extLst>
              <a:ext uri="{FF2B5EF4-FFF2-40B4-BE49-F238E27FC236}">
                <ns2:creationId id="{972B8028-2814-46E1-B46F-528560A4CB97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E625F992-F116-42C6-8DD1-B632E50D4584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9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a66296d4975f4fc0"/>
          </a:graphicData>
        </a:graphic>
      </ns0:graphicFrame>
      <ns0:sp>
        <ns0:nvSpPr>
          <ns0:cNvPr id="19" name="">
            <a:extLst>
              <a:ext uri="{FF2B5EF4-FFF2-40B4-BE49-F238E27FC236}">
                <ns2:creationId id="{FFC9AF27-51E6-4466-BFC0-25B67AAD0BAD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4387A74-C328-4DB2-8C99-EA734B14FB79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B3AA0FC-2E36-437F-9254-221DF6F6D66C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47464065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B5BB2B79-BCD7-4997-93E4-92FDF349BF3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CVM E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EE22F24-F357-41FE-9A03-01CB4E1807F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671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mantêm ganho de escala; a abertura por instrumento usa o valor encerrado da ANBIMA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366C23D-A321-4EA2-8107-1FF3069DF9C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72FB152-D17D-422A-8EF6-4FE9E6E914C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1F7180-8240-4D02-A5FF-2014237AB5B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snapshot 24/jul/26; ANBIMA Data, Boletim de Mercado de Capitais,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21AC112-EA31-489D-8DEE-BAF319FA37C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7572146-B0F6-4616-81A8-FDBD0E98874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1957DE-5BBD-475B-8655-08000B6C4FC5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Chart"/>
          <ns0:cNvGraphicFramePr/>
          <ns0:nvPr/>
        </ns0:nvGraphicFramePr>
        <ns0:xfrm>
          <a:off x="571500" y="1666875"/>
          <a:ext cx="5238750" cy="3857625"/>
        </ns0:xfrm>
        <a:graphic>
          <a:graphicData uri="http://schemas.openxmlformats.org/drawingml/2006/chart">
            <c:chart ns4:id="R8c47ae2196c24b6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48FC30A-2388-47F1-806C-B98813A3360A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4B2F92A-D9DA-4BEB-9FB8-B3866A649353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6381750" y="1666875"/>
          <a:ext cx="5238750" cy="3857625"/>
        </ns0:xfrm>
        <a:graphic>
          <a:graphicData uri="http://schemas.openxmlformats.org/drawingml/2006/chart">
            <c:chart ns4:id="Rbe5da0701bfe4cb9"/>
          </a:graphicData>
        </a:graphic>
      </ns0:graphicFrame>
    </ns0:spTree>
    <ns0:extLst>
      <ns0:ext uri="{BB962C8B-B14F-4D97-AF65-F5344CB8AC3E}">
        <ns5:creationId val="148963183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2654F5C2-9C06-4174-9021-AA206C53706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20E72E-F94E-4709-A32D-E3A498CDD15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70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lidera o 1S26; a composição mostra quais categorias explicam o aumento dos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776510-B0E2-49B3-90DD-DD7A03BFCBA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A1AA96C-4163-4C09-BADA-FF327F4EFFD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4C0E3D3-F103-4909-9DA7-51F08F30364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251F62F-580E-46E5-AA2D-02D11BD33E4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9304D80-58F1-4287-8FE2-597D2D8DCBA7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48FF3E5-59EE-4716-835C-AC0FF87ACEB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40b20534871c438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CEA1836-32D0-492C-BE1A-9AA8E2351238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ACF96D4-6E8D-4621-AC9C-0DF6BB6A4E78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0cb8ac0eb12e4a1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DE5F8DE-3373-476B-8FBB-B0EEDC9C1418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EFCFB9B-BAC7-476E-8FEC-CBD8DB13B6C7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571500" y="3810000"/>
          <a:ext cx="11049000" cy="22383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949212155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6E387BE-96AF-4DC2-B720-B44B6CEDC07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2675D63-CD42-47E0-882E-7C71C3164F3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8606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2C46A13-C25B-41CD-BEC5-8B26477C41A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F4FBD79-5797-4821-A1E6-976F54CF81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C54C8BC-C41F-44CB-BDF6-7FED5BD5C75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CA707D-44CB-4B9D-A3EB-602D4534865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E15B98E-D923-4131-82C5-BA32ECA5D5EF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7263A7F-C8DB-45FD-996C-193DB406A3D6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fef914475da44e0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FA0D367-D0E0-4DE4-91FF-129683609ADE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B6E2C05-6C4E-4670-93E8-4ACCF90A5A70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33f0d84d8bc4494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57F2AC0E-2675-400A-B05E-BF97EDDE2685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591B18E-0F20-4529-84CB-670A600CBC0F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940c91b0239b495c"/>
          </a:graphicData>
        </a:graphic>
      </ns0:graphicFrame>
      <ns0:sp>
        <ns0:nvSpPr>
          <ns0:cNvPr id="16" name="">
            <a:extLst>
              <a:ext uri="{FF2B5EF4-FFF2-40B4-BE49-F238E27FC236}">
                <ns2:creationId id="{3D11AF4F-A7A1-4249-B0AA-04E1281CBA27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483041864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576EC32C-C981-4C97-9DEB-4CCF405D93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5063FDE-4899-45E5-A960-B177F858E68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079F1DF-33B1-4436-8FDB-3420200E4AF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1E55E0C-0F59-4CA3-A1D9-31E76F6D746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4D64BE1-EA34-4F6B-B248-E31A88B0EB2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905BEE4-CC93-433D-9ADC-85AB48137F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98e137bd2b134c78"/>
          </a:graphicData>
        </a:graphic>
      </ns0:graphicFrame>
      <ns0:sp>
        <ns0:nvSpPr>
          <ns0:cNvPr id="8" name="">
            <a:extLst>
              <a:ext uri="{FF2B5EF4-FFF2-40B4-BE49-F238E27FC236}">
                <ns2:creationId id="{6FAEE87C-1CF7-49E9-8676-83BB3C0BEA90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CBCD4F4-1E86-4904-9093-62404DD0F888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14ccdafd0d92485d"/>
          </a:graphicData>
        </a:graphic>
      </ns0:graphicFrame>
      <ns0:sp>
        <ns0:nvSpPr>
          <ns0:cNvPr id="11" name="">
            <a:extLst>
              <a:ext uri="{FF2B5EF4-FFF2-40B4-BE49-F238E27FC236}">
                <ns2:creationId id="{BC4AD90B-45CE-469A-92A0-23E55FA92E34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8AF6E80-C4A0-43F5-901A-1858157C56EB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9640b2d70429487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3F5F63B-7C2B-49E2-A4FA-F0D11DD485E0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B9DFA3F-C6D8-4CAF-8E6B-8C2673B481B0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b5c337592b0c4972"/>
          </a:graphicData>
        </a:graphic>
      </ns0:graphicFrame>
      <ns0:sp>
        <ns0:nvSpPr>
          <ns0:cNvPr id="17" name="">
            <a:extLst>
              <a:ext uri="{FF2B5EF4-FFF2-40B4-BE49-F238E27FC236}">
                <ns2:creationId id="{6EE89A31-34AC-480A-A92E-B54FF7FF5831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A4A43C6-A28F-4D2B-B4D6-001AB717AD77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1541E98-CFBC-4A97-98FB-027FF89FDD8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5f3652dc02e94b3f"/>
          </a:graphicData>
        </a:graphic>
      </ns0:graphicFrame>
      <ns0:sp>
        <ns0:nvSpPr>
          <ns0:cNvPr id="21" name="">
            <a:extLst>
              <a:ext uri="{FF2B5EF4-FFF2-40B4-BE49-F238E27FC236}">
                <ns2:creationId id="{DABB8E89-8253-4EAC-8F80-BBAB4A6C22CE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1F19AA7-DCB4-4FFC-99BD-580B7F7F9C83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80396339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174427A-EB2E-4D51-AD2E-FC3C281CA81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OUTROS ABERTO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105FB3A-BAD6-49CB-B438-CD4EBD24B1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componentes de Outros = 60,2% do PL ex-FIC ·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4D33169-C3D4-4A54-9131-EC0CBE9751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36351A7-E663-4AEF-A5E6-69105B97FF2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DA25D8-B24D-422A-821C-967D73D7B0A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43F552D-E1DD-46EF-BB3B-87B8B8885E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4E7599-4D5D-431B-96BF-41AA4BF47713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E369CE-FBA5-460F-AA28-55EECDD13A0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12004a8cb18141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6133502-F924-4DF5-A35C-D1FFA40B403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46FE43-D29D-493E-B386-221A5E72C5A9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719db2ecff774f10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89efe1610bb44a6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6FE9B37-93D3-4E30-8078-9CF2C0E473FE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435A4D6-B09A-4A77-8220-53ED93B4A54F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1459130434"/>
      </ns0:ext>
    </ns0:extLst>
  </ns0:cSld>
</ns0:sld>
</file>

<file path=ppt/slides/slide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8F3C0A9C-B4BB-4A80-ABF2-8D25938EF9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10A3A60-BE09-4F48-BA86-90BB31CCBDE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C0AA343-A16D-4CF2-979D-7D7087CFC9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6506A05-6902-4C28-9FC4-4688BE7DCC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88D5EF6-FE3B-4FF8-A147-28C7F176CE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F494629-CB5D-4763-AD27-410D30F4339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4D718E8-A0E5-4264-98D3-F0DA83A5C2DF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EACF5A9-FCD5-4AFB-8177-D69C543CEE00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cd31a1ae9a0c4b2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B006B18-7680-46D2-A7EC-C936E6BA4B2D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2056A3A-76CD-412B-9C4A-43BF1D30592E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3aaaab08e8d64f05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942af5851cf3460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9C5A0A7-EEBB-4C41-831E-962B94CE5C3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26159857"/>
      </ns0:ext>
    </ns0:extLst>
  </ns0:cSld>
</ns0:sld>
</file>

<file path=ppt/slides/slide1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138696B-DE71-4427-B898-E576E3CF25F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9F8529-3E5E-47AA-A005-B976CCA724A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4A47025-02ED-4DCE-A4B5-E580E52D5B3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984DFBF-B5DF-4F32-91BE-050682D4008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B0A8EA9-71E0-4C54-AE1D-B6DFCB91337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A76DB12-F80B-44BE-9B40-E6A34BA04FC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22715F2-1B2D-4F3F-8BA3-A2F488037ACF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699B2EA-9D00-4639-97BE-B931333B0A05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40f9c59d9dd5459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E6760E-8399-419A-B624-18737070BA94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53EF6D2-DC34-4232-8047-801CD86DC5F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3c70b163f72646c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9BACCC56-954A-4FEF-93F3-681F2490F8C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B902497E-55AA-4B1E-82E5-09A9BABF6246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2bc7bc208f04730"/>
          </a:graphicData>
        </a:graphic>
      </ns0:graphicFrame>
    </ns0:spTree>
    <ns0:extLst>
      <ns0:ext uri="{BB962C8B-B14F-4D97-AF65-F5344CB8AC3E}">
        <ns5:creationId val="130668449"/>
      </ns0:ext>
    </ns0:extLst>
  </ns0:cSld>
</ns0:sld>
</file>

<file path=ppt/slides/slide1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706A553-AC03-4963-B54D-3692F6C0428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4B2559-03C4-484D-A4B4-EF9ED4EAD91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986A9ED-2357-4B69-8E10-8BA823D967D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29B95AC-7180-4848-84DE-6BAC8B1D7A7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E457C74-2022-4892-995D-B30A3C9C7C1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400466D-94D0-468E-83D6-BA78C709AF3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5631671-D7B4-41A0-BD81-30F376BDA646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7A1D3D5-723C-47C4-B2B0-C5B74C9485F0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667fcef199b8427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0A71652-6D20-421D-B3C7-A7E59B660214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C0EEED1-6720-4D0E-8FCE-15904A1E905D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9152F24-BDE2-423A-AE59-A301E8E30716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64c8bc4757204ff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83948C4-7527-4AF7-9F2F-9843D1917993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ABE0C04C-5E83-4558-A7FB-BCA39D565D8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C76DE933-DF7B-4A3D-82DE-9EB15BDA8DC0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80e4e3d81a3c4b35"/>
          </a:graphicData>
        </a:graphic>
      </ns0:graphicFrame>
    </ns0:spTree>
    <ns0:extLst>
      <ns0:ext uri="{BB962C8B-B14F-4D97-AF65-F5344CB8AC3E}">
        <ns5:creationId val="1557387956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90767F45-59E4-4B2B-B619-6E66265762D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D6B057D-6D1C-4FB7-9EEB-6CEACCBB521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FEF54D0-01E4-4CBC-B894-23EB8FEC0F1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FD268D5-62AE-467F-A92F-9FC86B5C086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1D427CD-FD56-4660-80E2-4DB28D3D066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6B3ADEC-84A8-4F40-86EE-DD1C15E342B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313831466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2D009632-ECB6-4DE1-871A-C79B5F46365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009F7D-051B-43FB-A72B-18D804D647B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Top 15: R$ 42,4 bi em jun/26 e R$ 39,1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F05CBFA-3003-42AA-AD5D-08F98FA03BD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3BC8E9-E45C-452D-86EC-CB5B3A7F03B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CB5661E-0043-4566-8AF8-FB656FDB728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B76911B-5D22-4816-B498-144D3620693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A8D2376-0C31-478D-8295-598186976DB9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C182DF1-76D2-497F-98FD-1F8056180DF8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D84E38A-0297-4CBF-814D-BBB205124D6F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R$ 42,4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C33E380-AD55-4011-8F0D-C4C892503F57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5604BB1-0507-409F-BB1A-A7B2A80EA8F2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F72A3CC7-143D-432F-84E0-AB78C139B009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R$ 39,1 bi</a:t>
            </a:r>
          </a:p>
        </ns0:txBody>
      </ns0:sp>
    </ns0:spTree>
    <ns0:extLst>
      <ns0:ext uri="{BB962C8B-B14F-4D97-AF65-F5344CB8AC3E}">
        <ns3:creationId val="678439029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9D472494-529B-4FB8-A8C0-CF27BB22D60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AAA26FC-BF2A-414B-BE82-EBE5D5D3D27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Top 15: R$ 114,7 bi em jun/26 e R$ 96,4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83DF395-9C07-43F5-BE8C-D7C04CCBE9A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579206C-C99D-4D9A-8249-6859D016F13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5FDD5FC-A9D9-4378-885F-D584544BFBE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735CAC-E722-4474-BA6E-01FD87876D7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A322F26-AD6C-4162-95AE-B0F4BE1D7869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068CCF-0F35-42BC-8981-C511F0635D50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D692F46-94D3-4EFE-AE2B-E7738D4E97CD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R$ 114,7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5D1465-E6BD-465A-BE4A-9D05690130F5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D2FF898-7354-40DE-9EAC-1F47543B410F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MULTIMERCADO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D5BB5CBC-F813-473C-A597-50DAD8894D12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R$ 96,4 bi</a:t>
            </a:r>
          </a:p>
        </ns0:txBody>
      </ns0:sp>
    </ns0:spTree>
    <ns0:extLst>
      <ns0:ext uri="{BB962C8B-B14F-4D97-AF65-F5344CB8AC3E}">
        <ns3:creationId val="374164960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D2B01F74-3588-46E5-8CEC-D06E5C155F9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2FD799-09ED-4D1A-8BD7-EA5A0893C08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Top 15: R$ 121,1 bi em jun/26 e R$ 106,3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374CA3-FD24-4DD6-9D7C-28CB126482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5834C2E-BEE6-44E6-A248-732D0510AC1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9048374-CE63-4809-851F-C4E7C29EB31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9511FD5-87E5-4E8E-9C3E-F35C5131F69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185CFA3-E9D9-457E-8265-1D0D8B6A65AB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BF9C577-FB4C-4FDD-9D43-4E149513717C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175AB7C-7AE8-40EB-97C2-C0D574FFD816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F56027F-62DA-49AF-87EE-A15A044B9C0A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7784B7C-A0E6-4FE2-B572-67BF12649259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37ED0A2F-173F-448A-8106-21CFDED09891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1803656618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456D681A-167C-4CC1-845D-968D4AF4CDE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AFCC2BF-6A55-4BFF-99E4-97DB3F2B2C7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Top 15: R$ 45,2 bi em jun/26 e R$ 54,8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9B22157-B797-4505-8F4F-5304BCF520B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CFF0ED-E2BC-43E3-82CF-5F96BAAFB30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92CB1E7-62A2-4D56-9986-CF58D48423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85006CB-C9C6-433A-9F98-8A1DC319902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52B7F32-CD34-4859-B935-4C70FEF36CF4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7335BD9-1455-40E2-86D6-56E97A0EFA29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998C9C6-D4B1-448D-A302-E1F366016713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R$ 45,2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5A99938-8D1F-42F3-9B93-E66445D9494E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C6DDFF6-A488-45B7-84AB-6E34C1341202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CLAIM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5B5D170C-1BB6-4D1E-BEA6-3D3E64BB983F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R$ 54,8 bi</a:t>
            </a:r>
          </a:p>
        </ns0:txBody>
      </ns0:sp>
    </ns0:spTree>
    <ns0:extLst>
      <ns0:ext uri="{BB962C8B-B14F-4D97-AF65-F5344CB8AC3E}">
        <ns3:creationId val="1354292101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D88C452C-B11F-42F3-BC9E-1AE21879F32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CF93BDE-A5BF-43FA-9A5D-0E9FA24B4BB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5DD7F1-A414-4478-A229-8FDB2F8429A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75CD48-C3CE-470D-9F07-D2D8FB80D86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E50D8FA-94DC-4B11-8956-60F8982C2E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0C2CBEE-5FFF-4DE2-BA16-58FA12B52D8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281C4B9-7EC4-423F-A46E-7FFC9F3B6576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7C07734E-6D65-4DC2-8364-F5CE034AF115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617CA8-D5E0-44F5-B7C0-8148288EE4ED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2B52424A-84F7-44AC-A372-7FA994E9583F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D9F9788-A281-47CC-A2C6-C41CE608B006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C62937CD-1909-4EA6-BF8A-07B23D376188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1ADD82B-00F7-4B46-AF72-A52D84C889DA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218D4B7B-16BC-4140-8B48-14E6600A1CA7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10060C5-07F5-4E66-933B-E9C33E46E54F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3AE50497-562A-4C02-AD71-A01455875B4B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E0E9227-817C-4015-AF2C-ACD140A563C6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4B823BE-E25D-4A4A-994B-091A8400D946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1EF9470-E970-4EB6-A432-22EE5D8A97EC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1064AC93-B7C5-4249-817C-4C3A6E81F9E0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DF62A501-EE2C-41C5-AB71-227822F54C60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6B4595B-CA4A-49BE-BD4D-22BAC9138DBF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42F20F5-59FC-4BF6-A849-9050B3C025C7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5200CE1-2508-4FFB-8768-FA593C480F7D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4927B49-5470-4D75-B39D-7FF8A859E125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82F447FC-CB95-4F5B-8C8D-3665D3A46E41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A74A4E0F-6F03-445F-BA27-15DA5F8456E6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5301070F-9E0D-4F9F-8453-E27A80104911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6356FD84-B129-4782-B55B-0D1F4C96C892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EEADF367-0E43-4F74-82FF-14348FBB64F7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BCD48E5D-40FF-4C79-B64D-D749369C127A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3761F037-7DA8-4095-A14D-05CC337906D0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4925C62D-4E80-43E1-90D5-E3407D59A199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94827BFC-EEC9-49CB-A655-04DB1ECC8CEC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4EB0FC5F-DD83-4534-8DEB-F2276D72E0B8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E53A631B-245A-48E3-B395-9725C30A1570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E8EC2A8A-F683-401A-A78F-FF1DF8B2689D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5B16EAD0-42A9-4B0E-BE8B-B9F82A9B7F1B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516ABBB5-C305-4F33-ACC6-4B7437D90E51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80493DB4-19F1-4418-994C-C8782C685458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3B71FC27-71EA-4EAC-90EB-EBE11D0E54BA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37A53139-0489-472D-9DA6-25841440BC8A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CB98BF5C-51F7-489B-ABC7-B50A1B308979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65149D75-855F-4EE5-A002-2B7F05DEA4BE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1BEEDBB2-2CAF-4D8A-B8B9-85BF87A5D89C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7D4263AA-3F4A-4A30-9B71-0650A7B59D6B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76EA1975-76D3-485D-8065-9C6D1E2A39CB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B3A730C0-051E-40DD-9963-B51B435EC604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C3FBCA45-FC96-4636-885F-DA4FF45F788F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EE6CE6CD-414D-4108-AF43-569E1046EBEB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07B071DD-A4A6-4115-9682-CD974CDFCC3C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73E8ACDA-6BEB-4E09-9872-257153BC9EDE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EA7F53AA-F9DC-48DA-B153-8F4052879780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3EEBF089-F554-48D3-B080-FD4A03EB6904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16E1F81F-B01A-493E-810E-1D560A360C28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623520F5-4046-47E2-9164-43E3C0D5E128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A63E0C0E-821E-418F-B008-60A6D0296678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B08991FE-BBA6-4538-9F7C-F677F1A3BF9A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8963871A-62CD-418D-B870-A2B2C429ED95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AC2259CE-F8E8-4BDD-8F76-8C0F7C4D83C1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C001734B-C3A6-49C2-B3CC-730CFC8719C7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6D3E29D5-7BF5-486D-A8CF-328D602E2514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EAEF9A1B-528B-40C6-89FF-93DCFEC18113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4588A53F-A2BD-4627-A7F8-858186B74771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648A4FFD-8EE9-4525-B792-025F6942F3D5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DC47B5E8-829E-43BC-B443-F567F449EFE9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BD09845C-B344-4C37-B2EF-108640258727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373EBB4E-59BB-45DC-98A7-B93389B6E56B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59A601E9-6DCC-429A-8BF1-76E15312F312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2DEB2FE1-3DFF-4EB1-BFB3-879EF773DD5A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D974F813-7A2B-499D-8B55-41A3B9528FD3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BEC78FEB-3D22-488A-852E-76794237E682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AB915F89-7C48-407B-B033-9E3EF86F682D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3F0827DB-EA72-4D80-94DB-9343C3DA1C2C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5E6C48E4-B04C-4B6B-B02A-0FF9A6F81F14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78CB0AB3-DE4E-4975-92BD-60DC248B6686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27560CAD-2370-408B-B251-3D2136E11192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66BEAD6C-2FDD-4DD6-A939-E45C3CE50933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8D108891-0017-4806-AEB7-8DA957896D33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DE48641D-A730-4C40-A0E1-1D50F9CB77C1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563AF15D-1AFA-4213-981E-2C6A030B7C23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7EA64BD1-5122-4D16-8613-02DC83F7AD3B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B7DB0B81-D998-4AF9-9C4E-40E76D6DB382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3EE35FE5-51C4-4A93-BB22-1BDF7D5628D1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E7DB6E39-D7B6-459E-BC5A-93EFD9C1D86A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77556B3F-B9B4-42B6-97DF-F246BE049074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429AF2F4-8613-4BD1-AF10-3899D6E4D687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FA602631-E22C-45AA-9F6C-755AF32DCC9B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5683195E-226F-41ED-8F20-90F64EC71CA1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7D36F1F1-5643-4BAC-ABF6-F0587800D9D1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A9A9268D-1254-456F-8DA0-637D4509ED87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6F570AAB-6D78-4735-9AB5-05608024862E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EE790694-AF80-41FE-AB06-B714470278C9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8056B97E-76E3-4A64-A469-2EAC33AA8B5E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70BABB75-BF60-4BB4-9889-8E6BD37CF0B2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F2B576F2-11B4-485B-933A-B5235B0E1658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E84D8F84-AD14-4C69-B3C1-E61888C4C1CF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53741884-57E6-49E9-9C59-3EC7C0C1FE3F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39CCB47F-A09B-46E3-9111-5F3A705506D2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BC11F3BE-7BC4-4545-8BF4-388F8ACAD11C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CA54DF55-4343-485C-8157-065BCFBDA94F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B36534F8-B3D8-430A-8A81-880E196F249D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514F5EF0-ABA8-4AF9-A564-31F1D5C28E55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C6F724C4-EB52-4295-9EAD-56E63405976E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730BEB88-2BA9-4B42-97ED-7E78DFB6A073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BD43734F-5577-4B29-A29C-EEA7E6ADA7DD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B183B4A6-753E-4247-AD42-E771063B6909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3B3CC670-5D14-42A8-9661-39D147A8D912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6FF6C991-AEF1-4F65-ACA9-F23B341C90CD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7E36844B-0B8B-40F6-9B15-81197C22D836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DAC66B69-732A-49F0-912C-97CC4684D3D9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D779A751-1425-4162-BBAD-2390398339E2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002A6E46-132F-4B5F-9670-2E028B41AEEA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9DBE1EE1-0364-4C94-BA2A-7F9C2995E59C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DE7709FD-E25F-4958-9CFC-1DDD399E9322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E3D84BB7-1FB4-4586-BC17-48DD7B51368F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E7525F9F-CBE8-4415-B209-9C09375D582A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AD87851A-DF47-43C1-A3C4-C16E4A5264B1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B3580E49-E01D-460A-B865-433BFE139C54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51927280-85CD-42D4-8BD6-DF0B4EEA0EC9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FE11F2ED-B603-4FE5-AC19-7C3322BED0FC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D2F27347-DB58-4E55-8821-2B96C167AEB3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92407FBA-0A0E-427D-9CBF-4EAAE1C39A6F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098E79DF-4551-433D-9561-5B2C174F45D6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DB5A1025-601D-4805-816C-3C096FAA375A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BDFD439C-9EDF-481D-94EC-162C5072F26E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C3C7F2E6-0CD2-4CAE-96AD-D77882EC546D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D6591822-8633-44AF-A3F8-D55B7503AB21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FAF219B9-C008-492B-84ED-CF9922606664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FBF09583-1612-49ED-832C-4DFC482551C2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FA588DBF-D7FD-4278-9621-F5C8DA09AD79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F9DF54F4-19B9-47F7-8D9A-C98A61FD09F6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1F9A0646-024F-4A4C-BDE7-545310EE078D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3D454652-8A7A-4478-A28B-56A4948160A2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5BC22C30-F32D-459E-8ACD-2A698C520765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DA939615-EFA9-4CFF-AA7D-312933905A22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AC7A6627-DCEB-4EDD-9046-537DA536DE8D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9F91F7EC-F88F-4E2F-935A-505858C703D8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F8838B3C-9D03-4A85-8828-EFB35E1AEE6A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FBCCDEE3-8A61-4CCA-8AD7-80287BCB081F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DB95AF5B-8E26-4227-B7E0-E4B5144B6FBF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AC1D748C-3AA2-4E9F-8202-763DCBD5B128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B749B3C9-DDA3-453A-BEE9-C03B738D0E4D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4F48850E-59B6-4A9F-8B02-58C7B2DFCE21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CB3A04EC-297F-4E38-89B0-FD26970C22CB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277A88E3-4274-47D2-B1DA-6227189CC949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F90EC2FB-1C2B-4874-8FFC-B059B6911BCF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9368B049-AB10-4C61-9F9E-2793512DE2AE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8C0FD44E-FCD2-48E2-9E20-C01D8E1AFC9F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86BBB097-2663-463F-AC28-D34AD31AF226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5A6726B1-8754-47C5-9FE6-888389197369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8E9D5060-255F-40B6-916A-54D20CDE874D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DA03B6B3-BDE9-465F-8C2B-82D6B0BB2A55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F74EC14A-AC9F-4428-8660-4C7FAC8B454F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B8ECEDDC-9E90-4480-9768-0F51562F0919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EFC0DA88-C770-4D7D-A23F-514FF446CEBB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94688A9E-E906-4BF1-A45A-8CDAE169A6CE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F4E3EF25-70EC-4B22-BC80-D737CA73DA33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0FC12ED6-1928-4785-B41D-2C08E1F3208C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5D150A60-52C8-40AC-9899-F64195E6C3CC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D41BA4B1-8697-41C4-934F-BCA562EDB329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9B045535-D5E7-4E45-9AEB-B7C8AE05BCF5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5F7187AE-7639-4299-83B4-52552A65784C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6E42EE37-0D94-407E-8582-2C56A8F9C0BE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62EBE407-FC6A-4924-B3C3-2B60AEF73030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F99586A0-56BE-4E87-9B9B-9E90B919184F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48818380-C749-4F60-AC92-C31348D16AD7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C8A874B4-BCE9-4BBA-9407-F7E29C8A8299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5837C61E-A9AC-4B12-988E-5544D8CB5A95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5059C6DC-1848-4C86-BD27-EF8320E409AB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E3A05F34-A738-412F-84E2-56348DE3590B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8D404C5F-5FC7-4A4A-BAD3-29100CD67EEB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894C8A81-5222-4049-96B2-9E93C544A69B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9090E40D-B7B9-4C5A-96DA-154ECF764165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D721C153-4A36-4510-B076-90E5785E0197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067FCF1D-2662-4826-ABF0-17286328A80A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AC5478BD-3082-4A11-8412-B2C58717A273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B44AB54A-FC05-4F19-B427-F34F69C313AE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BD516BC6-4370-4DB1-B86D-F0B8DDB413A1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B94332A0-D60D-4931-979E-402F92CB8F4B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61542328-1216-44A3-AEC7-210C487D0BE4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20F5AB55-17D5-41CE-8F3B-B30BB002102E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714446F9-5D11-4F8D-A0F2-52753B4D806A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B2134C9B-51C1-42AB-9EA7-4035311B6B73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82CD7C07-B6A6-4AA4-B463-3958046F1481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14671E48-6328-4D4A-81BB-4C20E88B9490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8A3446AC-C2A9-42E7-A14D-A4281BD96544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24DD9F2A-2BAA-47B4-A005-808A04BEC1A9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E593FECA-91EA-4197-87B1-9B2E88974B45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0A70020B-B1AC-43A4-AE04-9F32C2E04BAA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35DC2FAB-153F-463F-8ED5-8C65FE68E80F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DDE73697-6A1D-4FB7-9BF3-B9D9EE0A6811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02BE2382-633C-4D12-854C-577DDFF0A3BD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76655605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8" name="">
            <a:extLst>
              <a:ext uri="{FF2B5EF4-FFF2-40B4-BE49-F238E27FC236}">
                <ns2:creationId id="{7CAA4399-884B-4B32-8FE3-97BBCC301E0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CARTEIRA 1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6D2B27B-544C-43F2-ADA9-178BEABED40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044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101 CNPJs transcritos · 68 com subordinação atual comparável · detalhe individual no workbook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6B52D63-2C79-47D8-A4E8-28344920790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F48ABAD-C1B2-4991-8871-203C38D346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A03E469-F0D3-41D8-A77D-B882E64C9AE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FundosNet/B3 para documentos e emissões. Ausência permanece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E5BFC23-C2DF-4347-B1E6-F92E102CCE2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33D9E2C-FFE6-43D0-B0C2-D3755B7C1AAE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101 FUNDOS · CAIXAS INDIVIDUAIS ORDENADAS POR TIPO E PL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15B716-713B-4CBE-8EF2-BC2E8C6C9061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A273109E-05FE-4B0F-AEF1-73293DC43F60}"/>
              </a:ext>
            </a:extLst>
          </ns0:cNvPr>
          <ns0:cNvSpPr>
            <a:spLocks noGrp="1"/>
          </ns0:cNvSpPr>
          <ns0:nvPr/>
        </ns0:nvSpPr>
        <ns0:spPr>
          <a:xfrm>
            <a:off x="70485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B3B4B68-4E10-4F9F-BFFA-8D444D3E71AF}"/>
              </a:ext>
            </a:extLst>
          </ns0:cNvPr>
          <ns0:cNvSpPr>
            <a:spLocks noGrp="1"/>
          </ns0:cNvSpPr>
          <ns0:nvPr/>
        </ns0:nvSpPr>
        <ns0:spPr>
          <a:xfrm>
            <a:off x="1352550" y="1304925"/>
            <a:ext cx="95250" cy="95250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CD53F98-5CFA-4878-AA17-A3F00AFD669B}"/>
              </a:ext>
            </a:extLst>
          </ns0:cNvPr>
          <ns0:cNvSpPr>
            <a:spLocks noGrp="1"/>
          </ns0:cNvSpPr>
          <ns0:nvPr/>
        </ns0:nvSpPr>
        <ns0:spPr>
          <a:xfrm>
            <a:off x="1485900" y="1276350"/>
            <a:ext cx="78867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 / revenda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BE20866-6A68-40D1-9D08-A734EAE337E2}"/>
              </a:ext>
            </a:extLst>
          </ns0:cNvPr>
          <ns0:cNvSpPr>
            <a:spLocks noGrp="1"/>
          </ns0:cNvSpPr>
          <ns0:nvPr/>
        </ns0:nvSpPr>
        <ns0:spPr>
          <a:xfrm>
            <a:off x="2274570" y="1304925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74F02F93-94AB-4588-9E13-A1A12313E0A3}"/>
              </a:ext>
            </a:extLst>
          </ns0:cNvPr>
          <ns0:cNvSpPr>
            <a:spLocks noGrp="1"/>
          </ns0:cNvSpPr>
          <ns0:nvPr/>
        </ns0:nvSpPr>
        <ns0:spPr>
          <a:xfrm>
            <a:off x="240792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A8D14AD-F6DA-40E0-8C6A-677392D650F3}"/>
              </a:ext>
            </a:extLst>
          </ns0:cNvPr>
          <ns0:cNvSpPr>
            <a:spLocks noGrp="1"/>
          </ns0:cNvSpPr>
          <ns0:nvPr/>
        </ns0:nvSpPr>
        <ns0:spPr>
          <a:xfrm>
            <a:off x="3246120" y="1304925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3CF5308C-3C5C-427D-AFF4-B2898F269561}"/>
              </a:ext>
            </a:extLst>
          </ns0:cNvPr>
          <ns0:cNvSpPr>
            <a:spLocks noGrp="1"/>
          </ns0:cNvSpPr>
          <ns0:nvPr/>
        </ns0:nvSpPr>
        <ns0:spPr>
          <a:xfrm>
            <a:off x="337947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DA0FE92-28F2-4CB2-8FF6-2E35F91FE4FE}"/>
              </a:ext>
            </a:extLst>
          </ns0:cNvPr>
          <ns0:cNvSpPr>
            <a:spLocks noGrp="1"/>
          </ns0:cNvSpPr>
          <ns0:nvPr/>
        </ns0:nvSpPr>
        <ns0:spPr>
          <a:xfrm>
            <a:off x="4217670" y="1304925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39755F3D-66AA-44A5-9019-2D57AB35D818}"/>
              </a:ext>
            </a:extLst>
          </ns0:cNvPr>
          <ns0:cNvSpPr>
            <a:spLocks noGrp="1"/>
          </ns0:cNvSpPr>
          <ns0:nvPr/>
        </ns0:nvSpPr>
        <ns0:spPr>
          <a:xfrm>
            <a:off x="43510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0A6AC33-DAD7-4E40-BA5F-887BABACDA20}"/>
              </a:ext>
            </a:extLst>
          </ns0:cNvPr>
          <ns0:cNvSpPr>
            <a:spLocks noGrp="1"/>
          </ns0:cNvSpPr>
          <ns0:nvPr/>
        </ns0:nvSpPr>
        <ns0:spPr>
          <a:xfrm>
            <a:off x="4998720" y="1304925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C0ECB8A8-BF8E-4CC0-A265-BCB453A0C6B2}"/>
              </a:ext>
            </a:extLst>
          </ns0:cNvPr>
          <ns0:cNvSpPr>
            <a:spLocks noGrp="1"/>
          </ns0:cNvSpPr>
          <ns0:nvPr/>
        </ns0:nvSpPr>
        <ns0:spPr>
          <a:xfrm>
            <a:off x="51320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5C11537-806C-44AD-AD3D-90ECAC3DBAF2}"/>
              </a:ext>
            </a:extLst>
          </ns0:cNvPr>
          <ns0:cNvSpPr>
            <a:spLocks noGrp="1"/>
          </ns0:cNvSpPr>
          <ns0:nvPr/>
        </ns0:nvSpPr>
        <ns0:spPr>
          <a:xfrm>
            <a:off x="5779770" y="1304925"/>
            <a:ext cx="95250" cy="95250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B952AAB0-5F95-4552-8420-FA93F45DE2FB}"/>
              </a:ext>
            </a:extLst>
          </ns0:cNvPr>
          <ns0:cNvSpPr>
            <a:spLocks noGrp="1"/>
          </ns0:cNvSpPr>
          <ns0:nvPr/>
        </ns0:nvSpPr>
        <ns0:spPr>
          <a:xfrm>
            <a:off x="59131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73B3E2A-6750-4586-A664-E33AC687EEC0}"/>
              </a:ext>
            </a:extLst>
          </ns0:cNvPr>
          <ns0:cNvSpPr>
            <a:spLocks noGrp="1"/>
          </ns0:cNvSpPr>
          <ns0:nvPr/>
        </ns0:nvSpPr>
        <ns0:spPr>
          <a:xfrm>
            <a:off x="6560820" y="1304925"/>
            <a:ext cx="95250" cy="95250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78FAB980-4AAB-4DEA-9066-998B68D5F454}"/>
              </a:ext>
            </a:extLst>
          </ns0:cNvPr>
          <ns0:cNvSpPr>
            <a:spLocks noGrp="1"/>
          </ns0:cNvSpPr>
          <ns0:nvPr/>
        </ns0:nvSpPr>
        <ns0:spPr>
          <a:xfrm>
            <a:off x="66941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FCADB1B-7453-405B-A6D1-F9DE286F79A0}"/>
              </a:ext>
            </a:extLst>
          </ns0:cNvPr>
          <ns0:cNvSpPr>
            <a:spLocks noGrp="1"/>
          </ns0:cNvSpPr>
          <ns0:nvPr/>
        </ns0:nvSpPr>
        <ns0:spPr>
          <a:xfrm>
            <a:off x="57150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A2D08CE0-67FC-4CE4-9C9A-DB29574BA56F}"/>
              </a:ext>
            </a:extLst>
          </ns0:cNvPr>
          <ns0:cNvSpPr>
            <a:spLocks noGrp="1"/>
          </ns0:cNvSpPr>
          <ns0:nvPr/>
        </ns0:nvSpPr>
        <ns0:spPr>
          <a:xfrm>
            <a:off x="61912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5FED113-7E5B-47C1-A6BE-BE62676B9AEF}"/>
              </a:ext>
            </a:extLst>
          </ns0:cNvPr>
          <ns0:cNvSpPr>
            <a:spLocks noGrp="1"/>
          </ns0:cNvSpPr>
          <ns0:nvPr/>
        </ns0:nvSpPr>
        <ns0:spPr>
          <a:xfrm>
            <a:off x="61912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D92D034-3CB2-4866-BB15-B3C86FD3DFC7}"/>
              </a:ext>
            </a:extLst>
          </ns0:cNvPr>
          <ns0:cNvSpPr>
            <a:spLocks noGrp="1"/>
          </ns0:cNvSpPr>
          <ns0:nvPr/>
        </ns0:nvSpPr>
        <ns0:spPr>
          <a:xfrm>
            <a:off x="195738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BEFA676E-70E7-4FA1-97EF-721EAD015821}"/>
              </a:ext>
            </a:extLst>
          </ns0:cNvPr>
          <ns0:cNvSpPr>
            <a:spLocks noGrp="1"/>
          </ns0:cNvSpPr>
          <ns0:nvPr/>
        </ns0:nvSpPr>
        <ns0:spPr>
          <a:xfrm>
            <a:off x="200501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FIDC SEGMENTO MEIOS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D111B927-520C-4917-B62E-9017DFAA9266}"/>
              </a:ext>
            </a:extLst>
          </ns0:cNvPr>
          <ns0:cNvSpPr>
            <a:spLocks noGrp="1"/>
          </ns0:cNvSpPr>
          <ns0:nvPr/>
        </ns0:nvSpPr>
        <ns0:spPr>
          <a:xfrm>
            <a:off x="200501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412D5CCB-80CA-4163-9C60-A9315AF7324C}"/>
              </a:ext>
            </a:extLst>
          </ns0:cNvPr>
          <ns0:cNvSpPr>
            <a:spLocks noGrp="1"/>
          </ns0:cNvSpPr>
          <ns0:nvPr/>
        </ns0:nvSpPr>
        <ns0:spPr>
          <a:xfrm>
            <a:off x="334327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8B0B8C4C-8255-464E-91F9-4DBDC8617A1F}"/>
              </a:ext>
            </a:extLst>
          </ns0:cNvPr>
          <ns0:cNvSpPr>
            <a:spLocks noGrp="1"/>
          </ns0:cNvSpPr>
          <ns0:nvPr/>
        </ns0:nvSpPr>
        <ns0:spPr>
          <a:xfrm>
            <a:off x="339090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HOTFUND SEGMENTO MEIOS DE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673ACC6F-0E9D-4FFC-8E6E-7B0CAA6D0A14}"/>
              </a:ext>
            </a:extLst>
          </ns0:cNvPr>
          <ns0:cNvSpPr>
            <a:spLocks noGrp="1"/>
          </ns0:cNvSpPr>
          <ns0:nvPr/>
        </ns0:nvSpPr>
        <ns0:spPr>
          <a:xfrm>
            <a:off x="339090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R$ 1,7 bi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388C8D6F-2BEF-4DD7-9D66-EEEA67C8367C}"/>
              </a:ext>
            </a:extLst>
          </ns0:cNvPr>
          <ns0:cNvSpPr>
            <a:spLocks noGrp="1"/>
          </ns0:cNvSpPr>
          <ns0:nvPr/>
        </ns0:nvSpPr>
        <ns0:spPr>
          <a:xfrm>
            <a:off x="4729163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5235F00F-635B-442F-9F72-1A007DA67155}"/>
              </a:ext>
            </a:extLst>
          </ns0:cNvPr>
          <ns0:cNvSpPr>
            <a:spLocks noGrp="1"/>
          </ns0:cNvSpPr>
          <ns0:nvPr/>
        </ns0:nvSpPr>
        <ns0:spPr>
          <a:xfrm>
            <a:off x="477678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 SEGMENTO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8B063305-C5E9-4A6A-B824-A5D56900B2CB}"/>
              </a:ext>
            </a:extLst>
          </ns0:cNvPr>
          <ns0:cNvSpPr>
            <a:spLocks noGrp="1"/>
          </ns0:cNvSpPr>
          <ns0:nvPr/>
        </ns0:nvSpPr>
        <ns0:spPr>
          <a:xfrm>
            <a:off x="477678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R$ 308,2 mi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FC2FC8B4-CCAB-4196-BEC0-A52D9669C6A1}"/>
              </a:ext>
            </a:extLst>
          </ns0:cNvPr>
          <ns0:cNvSpPr>
            <a:spLocks noGrp="1"/>
          </ns0:cNvSpPr>
          <ns0:nvPr/>
        </ns0:nvSpPr>
        <ns0:spPr>
          <a:xfrm>
            <a:off x="611505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330F2159-0257-4693-83FC-289B83549039}"/>
              </a:ext>
            </a:extLst>
          </ns0:cNvPr>
          <ns0:cNvSpPr>
            <a:spLocks noGrp="1"/>
          </ns0:cNvSpPr>
          <ns0:nvPr/>
        </ns0:nvSpPr>
        <ns0:spPr>
          <a:xfrm>
            <a:off x="616267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II FIDC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C09734F9-ED4C-4628-AB2D-C4200DF6D862}"/>
              </a:ext>
            </a:extLst>
          </ns0:cNvPr>
          <ns0:cNvSpPr>
            <a:spLocks noGrp="1"/>
          </ns0:cNvSpPr>
          <ns0:nvPr/>
        </ns0:nvSpPr>
        <ns0:spPr>
          <a:xfrm>
            <a:off x="616267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47D1837-A2B2-495D-8D51-36B24346B187}"/>
              </a:ext>
            </a:extLst>
          </ns0:cNvPr>
          <ns0:cNvSpPr>
            <a:spLocks noGrp="1"/>
          </ns0:cNvSpPr>
          <ns0:nvPr/>
        </ns0:nvSpPr>
        <ns0:spPr>
          <a:xfrm>
            <a:off x="750093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294C2620-649A-4F7C-8183-98B40D51216D}"/>
              </a:ext>
            </a:extLst>
          </ns0:cNvPr>
          <ns0:cNvSpPr>
            <a:spLocks noGrp="1"/>
          </ns0:cNvSpPr>
          <ns0:nvPr/>
        </ns0:nvSpPr>
        <ns0:spPr>
          <a:xfrm>
            <a:off x="754856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3DE24A7C-E633-42CB-B196-921B7AEE9921}"/>
              </a:ext>
            </a:extLst>
          </ns0:cNvPr>
          <ns0:cNvSpPr>
            <a:spLocks noGrp="1"/>
          </ns0:cNvSpPr>
          <ns0:nvPr/>
        </ns0:nvSpPr>
        <ns0:spPr>
          <a:xfrm>
            <a:off x="754856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EE879E56-114B-448F-8E08-C023A840F024}"/>
              </a:ext>
            </a:extLst>
          </ns0:cNvPr>
          <ns0:cNvSpPr>
            <a:spLocks noGrp="1"/>
          </ns0:cNvSpPr>
          <ns0:nvPr/>
        </ns0:nvSpPr>
        <ns0:spPr>
          <a:xfrm>
            <a:off x="888682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12DA5C6C-441B-4DEA-9480-3FFA5BB73D98}"/>
              </a:ext>
            </a:extLst>
          </ns0:cNvPr>
          <ns0:cNvSpPr>
            <a:spLocks noGrp="1"/>
          </ns0:cNvSpPr>
          <ns0:nvPr/>
        </ns0:nvSpPr>
        <ns0:spPr>
          <a:xfrm>
            <a:off x="893445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II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BF8DC121-493C-479F-A173-92D59BB6D382}"/>
              </a:ext>
            </a:extLst>
          </ns0:cNvPr>
          <ns0:cNvSpPr>
            <a:spLocks noGrp="1"/>
          </ns0:cNvSpPr>
          <ns0:nvPr/>
        </ns0:nvSpPr>
        <ns0:spPr>
          <a:xfrm>
            <a:off x="893445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44B580E2-FAEF-4F09-A04E-6155AAA3A223}"/>
              </a:ext>
            </a:extLst>
          </ns0:cNvPr>
          <ns0:cNvSpPr>
            <a:spLocks noGrp="1"/>
          </ns0:cNvSpPr>
          <ns0:nvPr/>
        </ns0:nvSpPr>
        <ns0:spPr>
          <a:xfrm>
            <a:off x="10272713" y="15049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98373C9E-7A32-4F55-9780-F37E49FA30AF}"/>
              </a:ext>
            </a:extLst>
          </ns0:cNvPr>
          <ns0:cNvSpPr>
            <a:spLocks noGrp="1"/>
          </ns0:cNvSpPr>
          <ns0:nvPr/>
        </ns0:nvSpPr>
        <ns0:spPr>
          <a:xfrm>
            <a:off x="1032033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GAZIN MULTISSEGMENTOS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3F7D8C72-5B37-4B88-B3BF-3586497358BC}"/>
              </a:ext>
            </a:extLst>
          </ns0:cNvPr>
          <ns0:cNvSpPr>
            <a:spLocks noGrp="1"/>
          </ns0:cNvSpPr>
          <ns0:nvPr/>
        </ns0:nvSpPr>
        <ns0:spPr>
          <a:xfrm>
            <a:off x="1032033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R$ 2,5 bi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EBF981CF-8DA2-4FFF-A1EB-25E10EE327CC}"/>
              </a:ext>
            </a:extLst>
          </ns0:cNvPr>
          <ns0:cNvSpPr>
            <a:spLocks noGrp="1"/>
          </ns0:cNvSpPr>
          <ns0:nvPr/>
        </ns0:nvSpPr>
        <ns0:spPr>
          <a:xfrm>
            <a:off x="57150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234353F4-FD6A-4359-ADE6-90E12571CFDD}"/>
              </a:ext>
            </a:extLst>
          </ns0:cNvPr>
          <ns0:cNvSpPr>
            <a:spLocks noGrp="1"/>
          </ns0:cNvSpPr>
          <ns0:nvPr/>
        </ns0:nvSpPr>
        <ns0:spPr>
          <a:xfrm>
            <a:off x="61912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ENDURANCE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BC43B5C1-7D45-46F9-818D-85C882164925}"/>
              </a:ext>
            </a:extLst>
          </ns0:cNvPr>
          <ns0:cNvSpPr>
            <a:spLocks noGrp="1"/>
          </ns0:cNvSpPr>
          <ns0:nvPr/>
        </ns0:nvSpPr>
        <ns0:spPr>
          <a:xfrm>
            <a:off x="61912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R$ 2,0 bi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BB62F22A-1D55-4604-97B5-7373AB75EA16}"/>
              </a:ext>
            </a:extLst>
          </ns0:cNvPr>
          <ns0:cNvSpPr>
            <a:spLocks noGrp="1"/>
          </ns0:cNvSpPr>
          <ns0:nvPr/>
        </ns0:nvSpPr>
        <ns0:spPr>
          <a:xfrm>
            <a:off x="195738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A63573FB-59AA-4D5A-97DB-578ECA82C5FE}"/>
              </a:ext>
            </a:extLst>
          </ns0:cNvPr>
          <ns0:cNvSpPr>
            <a:spLocks noGrp="1"/>
          </ns0:cNvSpPr>
          <ns0:nvPr/>
        </ns0:nvSpPr>
        <ns0:spPr>
          <a:xfrm>
            <a:off x="200501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COBUCCIO DE RESPONS LIMITADA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2A532468-8957-4694-B026-64BE2ADBD87B}"/>
              </a:ext>
            </a:extLst>
          </ns0:cNvPr>
          <ns0:cNvSpPr>
            <a:spLocks noGrp="1"/>
          </ns0:cNvSpPr>
          <ns0:nvPr/>
        </ns0:nvSpPr>
        <ns0:spPr>
          <a:xfrm>
            <a:off x="200501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R$ 1,8 bi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9CA0D19E-DE01-4563-8132-317E44E068A2}"/>
              </a:ext>
            </a:extLst>
          </ns0:cNvPr>
          <ns0:cNvSpPr>
            <a:spLocks noGrp="1"/>
          </ns0:cNvSpPr>
          <ns0:nvPr/>
        </ns0:nvSpPr>
        <ns0:spPr>
          <a:xfrm>
            <a:off x="334327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30732B9E-4ACA-4F91-81F6-39A9DF96AD6C}"/>
              </a:ext>
            </a:extLst>
          </ns0:cNvPr>
          <ns0:cNvSpPr>
            <a:spLocks noGrp="1"/>
          </ns0:cNvSpPr>
          <ns0:nvPr/>
        </ns0:nvSpPr>
        <ns0:spPr>
          <a:xfrm>
            <a:off x="339090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LF III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68992163-70E6-4B5C-B491-581D73632C3E}"/>
              </a:ext>
            </a:extLst>
          </ns0:cNvPr>
          <ns0:cNvSpPr>
            <a:spLocks noGrp="1"/>
          </ns0:cNvSpPr>
          <ns0:nvPr/>
        </ns0:nvSpPr>
        <ns0:spPr>
          <a:xfrm>
            <a:off x="339090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R$ 1,4 bi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3810E190-AF17-4664-B8E7-C1379D94FC2F}"/>
              </a:ext>
            </a:extLst>
          </ns0:cNvPr>
          <ns0:cNvSpPr>
            <a:spLocks noGrp="1"/>
          </ns0:cNvSpPr>
          <ns0:nvPr/>
        </ns0:nvSpPr>
        <ns0:spPr>
          <a:xfrm>
            <a:off x="472916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8" name="">
            <a:extLst>
              <a:ext uri="{FF2B5EF4-FFF2-40B4-BE49-F238E27FC236}">
                <ns2:creationId id="{024687B9-53B0-4EB9-B57D-613A6B17CAC8}"/>
              </a:ext>
            </a:extLst>
          </ns0:cNvPr>
          <ns0:cNvSpPr>
            <a:spLocks noGrp="1"/>
          </ns0:cNvSpPr>
          <ns0:nvPr/>
        </ns0:nvSpPr>
        <ns0:spPr>
          <a:xfrm>
            <a:off x="477678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INVESTCRED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01E1330F-3CD4-4206-B1FB-B8690B25FDA9}"/>
              </a:ext>
            </a:extLst>
          </ns0:cNvPr>
          <ns0:cNvSpPr>
            <a:spLocks noGrp="1"/>
          </ns0:cNvSpPr>
          <ns0:nvPr/>
        </ns0:nvSpPr>
        <ns0:spPr>
          <a:xfrm>
            <a:off x="477678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E2DBAC56-ADDB-4994-94B9-A1E64CAED9F6}"/>
              </a:ext>
            </a:extLst>
          </ns0:cNvPr>
          <ns0:cNvSpPr>
            <a:spLocks noGrp="1"/>
          </ns0:cNvSpPr>
          <ns0:nvPr/>
        </ns0:nvSpPr>
        <ns0:spPr>
          <a:xfrm>
            <a:off x="611505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D440FC8C-8A42-48FC-B0C4-74BFF7B422E3}"/>
              </a:ext>
            </a:extLst>
          </ns0:cNvPr>
          <ns0:cNvSpPr>
            <a:spLocks noGrp="1"/>
          </ns0:cNvSpPr>
          <ns0:nvPr/>
        </ns0:nvSpPr>
        <ns0:spPr>
          <a:xfrm>
            <a:off x="616267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VOLKSWAGEN TERA RECEBÍVEIS</a:t>
            </a:r>
          </a:p>
        </ns0:txBody>
      </ns0:sp>
      <ns0:sp>
        <ns0:nvSpPr>
          <ns0:cNvPr id="62" name="">
            <a:extLst>
              <a:ext uri="{FF2B5EF4-FFF2-40B4-BE49-F238E27FC236}">
                <ns2:creationId id="{7BB15780-B404-462E-AEAE-5C5421714D2C}"/>
              </a:ext>
            </a:extLst>
          </ns0:cNvPr>
          <ns0:cNvSpPr>
            <a:spLocks noGrp="1"/>
          </ns0:cNvSpPr>
          <ns0:nvPr/>
        </ns0:nvSpPr>
        <ns0:spPr>
          <a:xfrm>
            <a:off x="616267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424BF652-B72D-41ED-AE6F-BD1749FE2D29}"/>
              </a:ext>
            </a:extLst>
          </ns0:cNvPr>
          <ns0:cNvSpPr>
            <a:spLocks noGrp="1"/>
          </ns0:cNvSpPr>
          <ns0:nvPr/>
        </ns0:nvSpPr>
        <ns0:spPr>
          <a:xfrm>
            <a:off x="750093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4" name="">
            <a:extLst>
              <a:ext uri="{FF2B5EF4-FFF2-40B4-BE49-F238E27FC236}">
                <ns2:creationId id="{D1B0FD10-1B05-4797-AEEF-E8CCD0ECA902}"/>
              </a:ext>
            </a:extLst>
          </ns0:cNvPr>
          <ns0:cNvSpPr>
            <a:spLocks noGrp="1"/>
          </ns0:cNvSpPr>
          <ns0:nvPr/>
        </ns0:nvSpPr>
        <ns0:spPr>
          <a:xfrm>
            <a:off x="754856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TRADEPAY VAREJO I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F38B4951-2D06-40D1-B7DA-B5DE47C1A388}"/>
              </a:ext>
            </a:extLst>
          </ns0:cNvPr>
          <ns0:cNvSpPr>
            <a:spLocks noGrp="1"/>
          </ns0:cNvSpPr>
          <ns0:nvPr/>
        </ns0:nvSpPr>
        <ns0:spPr>
          <a:xfrm>
            <a:off x="754856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R$ 702,1 mi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7CFFB0D3-3677-4FD1-AF7C-9B7719AA957D}"/>
              </a:ext>
            </a:extLst>
          </ns0:cNvPr>
          <ns0:cNvSpPr>
            <a:spLocks noGrp="1"/>
          </ns0:cNvSpPr>
          <ns0:nvPr/>
        </ns0:nvSpPr>
        <ns0:spPr>
          <a:xfrm>
            <a:off x="888682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DBBF3E5F-07AE-4DC3-9F7B-DEF9AF69EB50}"/>
              </a:ext>
            </a:extLst>
          </ns0:cNvPr>
          <ns0:cNvSpPr>
            <a:spLocks noGrp="1"/>
          </ns0:cNvSpPr>
          <ns0:nvPr/>
        </ns0:nvSpPr>
        <ns0:spPr>
          <a:xfrm>
            <a:off x="893445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AGRO CAPITAL FINANCE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C9F92373-6CA2-4A6F-A76E-DBCF8393DC4C}"/>
              </a:ext>
            </a:extLst>
          </ns0:cNvPr>
          <ns0:cNvSpPr>
            <a:spLocks noGrp="1"/>
          </ns0:cNvSpPr>
          <ns0:nvPr/>
        </ns0:nvSpPr>
        <ns0:spPr>
          <a:xfrm>
            <a:off x="893445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R$ 522,1 mi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72347FB6-F1C1-4E1D-A905-97DE382C2781}"/>
              </a:ext>
            </a:extLst>
          </ns0:cNvPr>
          <ns0:cNvSpPr>
            <a:spLocks noGrp="1"/>
          </ns0:cNvSpPr>
          <ns0:nvPr/>
        </ns0:nvSpPr>
        <ns0:spPr>
          <a:xfrm>
            <a:off x="1027271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0" name="">
            <a:extLst>
              <a:ext uri="{FF2B5EF4-FFF2-40B4-BE49-F238E27FC236}">
                <ns2:creationId id="{9B094702-E3E6-45EE-98CA-B13413B8D5E4}"/>
              </a:ext>
            </a:extLst>
          </ns0:cNvPr>
          <ns0:cNvSpPr>
            <a:spLocks noGrp="1"/>
          </ns0:cNvSpPr>
          <ns0:nvPr/>
        </ns0:nvSpPr>
        <ns0:spPr>
          <a:xfrm>
            <a:off x="1032033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UPL 02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246702D1-C66D-4FC7-9803-6A2231125CEB}"/>
              </a:ext>
            </a:extLst>
          </ns0:cNvPr>
          <ns0:cNvSpPr>
            <a:spLocks noGrp="1"/>
          </ns0:cNvSpPr>
          <ns0:nvPr/>
        </ns0:nvSpPr>
        <ns0:spPr>
          <a:xfrm>
            <a:off x="1032033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R$ 482,9 mi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E66A0288-72A3-479E-B462-5BC84BF0549F}"/>
              </a:ext>
            </a:extLst>
          </ns0:cNvPr>
          <ns0:cNvSpPr>
            <a:spLocks noGrp="1"/>
          </ns0:cNvSpPr>
          <ns0:nvPr/>
        </ns0:nvSpPr>
        <ns0:spPr>
          <a:xfrm>
            <a:off x="57150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4C7DA25C-74D3-4707-9F48-10B5379662E1}"/>
              </a:ext>
            </a:extLst>
          </ns0:cNvPr>
          <ns0:cNvSpPr>
            <a:spLocks noGrp="1"/>
          </ns0:cNvSpPr>
          <ns0:nvPr/>
        </ns0:nvSpPr>
        <ns0:spPr>
          <a:xfrm>
            <a:off x="61912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WORKCAP AGRO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77FD34FE-551D-45E3-90EC-EE35ECB284C3}"/>
              </a:ext>
            </a:extLst>
          </ns0:cNvPr>
          <ns0:cNvSpPr>
            <a:spLocks noGrp="1"/>
          </ns0:cNvSpPr>
          <ns0:nvPr/>
        </ns0:nvSpPr>
        <ns0:spPr>
          <a:xfrm>
            <a:off x="61912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R$ 443,2 mi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F56E5C3A-0E4D-436D-8AED-68E77CE0D407}"/>
              </a:ext>
            </a:extLst>
          </ns0:cNvPr>
          <ns0:cNvSpPr>
            <a:spLocks noGrp="1"/>
          </ns0:cNvSpPr>
          <ns0:nvPr/>
        </ns0:nvSpPr>
        <ns0:spPr>
          <a:xfrm>
            <a:off x="195738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6" name="">
            <a:extLst>
              <a:ext uri="{FF2B5EF4-FFF2-40B4-BE49-F238E27FC236}">
                <ns2:creationId id="{301A7E41-37A0-4C28-B3FD-BEBF91E1ED45}"/>
              </a:ext>
            </a:extLst>
          </ns0:cNvPr>
          <ns0:cNvSpPr>
            <a:spLocks noGrp="1"/>
          </ns0:cNvSpPr>
          <ns0:nvPr/>
        </ns0:nvSpPr>
        <ns0:spPr>
          <a:xfrm>
            <a:off x="200501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SOLO SEGMENTO MEIOS DE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906C2136-7D38-49C4-9CD9-6DA607F8D415}"/>
              </a:ext>
            </a:extLst>
          </ns0:cNvPr>
          <ns0:cNvSpPr>
            <a:spLocks noGrp="1"/>
          </ns0:cNvSpPr>
          <ns0:nvPr/>
        </ns0:nvSpPr>
        <ns0:spPr>
          <a:xfrm>
            <a:off x="200501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R$ 378,1 mi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3F947676-02A7-45D9-85E4-136F49D8E697}"/>
              </a:ext>
            </a:extLst>
          </ns0:cNvPr>
          <ns0:cNvSpPr>
            <a:spLocks noGrp="1"/>
          </ns0:cNvSpPr>
          <ns0:nvPr/>
        </ns0:nvSpPr>
        <ns0:spPr>
          <a:xfrm>
            <a:off x="334327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DE13FB61-03B4-4144-A1FB-5A44565BD66F}"/>
              </a:ext>
            </a:extLst>
          </ns0:cNvPr>
          <ns0:cNvSpPr>
            <a:spLocks noGrp="1"/>
          </ns0:cNvSpPr>
          <ns0:nvPr/>
        </ns0:nvSpPr>
        <ns0:spPr>
          <a:xfrm>
            <a:off x="339090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FRIMESA</a:t>
            </a:r>
          </a:p>
        </ns0:txBody>
      </ns0:sp>
      <ns0:sp>
        <ns0:nvSpPr>
          <ns0:cNvPr id="80" name="">
            <a:extLst>
              <a:ext uri="{FF2B5EF4-FFF2-40B4-BE49-F238E27FC236}">
                <ns2:creationId id="{57041E7F-C6A4-42BC-8615-3337369847F4}"/>
              </a:ext>
            </a:extLst>
          </ns0:cNvPr>
          <ns0:cNvSpPr>
            <a:spLocks noGrp="1"/>
          </ns0:cNvSpPr>
          <ns0:nvPr/>
        </ns0:nvSpPr>
        <ns0:spPr>
          <a:xfrm>
            <a:off x="339090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R$ 357,7 mi</a:t>
            </a:r>
          </a:p>
        </ns0:txBody>
      </ns0:sp>
      <ns0:sp>
        <ns0:nvSpPr>
          <ns0:cNvPr id="81" name="">
            <a:extLst>
              <a:ext uri="{FF2B5EF4-FFF2-40B4-BE49-F238E27FC236}">
                <ns2:creationId id="{90E7EA86-F253-49E0-A6DE-3D68610D2586}"/>
              </a:ext>
            </a:extLst>
          </ns0:cNvPr>
          <ns0:cNvSpPr>
            <a:spLocks noGrp="1"/>
          </ns0:cNvSpPr>
          <ns0:nvPr/>
        </ns0:nvSpPr>
        <ns0:spPr>
          <a:xfrm>
            <a:off x="472916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2" name="">
            <a:extLst>
              <a:ext uri="{FF2B5EF4-FFF2-40B4-BE49-F238E27FC236}">
                <ns2:creationId id="{97FB576C-7CF6-4521-9D84-BA5A312C4269}"/>
              </a:ext>
            </a:extLst>
          </ns0:cNvPr>
          <ns0:cNvSpPr>
            <a:spLocks noGrp="1"/>
          </ns0:cNvSpPr>
          <ns0:nvPr/>
        </ns0:nvSpPr>
        <ns0:spPr>
          <a:xfrm>
            <a:off x="477678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SMART IV FIDC SEGMENTO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B2364FED-7576-4428-8EE4-969DF663CBA2}"/>
              </a:ext>
            </a:extLst>
          </ns0:cNvPr>
          <ns0:cNvSpPr>
            <a:spLocks noGrp="1"/>
          </ns0:cNvSpPr>
          <ns0:nvPr/>
        </ns0:nvSpPr>
        <ns0:spPr>
          <a:xfrm>
            <a:off x="477678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R$ 356,8 mi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99F0F1CF-CFE2-45FF-B0EB-7CBB5EB10EEB}"/>
              </a:ext>
            </a:extLst>
          </ns0:cNvPr>
          <ns0:cNvSpPr>
            <a:spLocks noGrp="1"/>
          </ns0:cNvSpPr>
          <ns0:nvPr/>
        </ns0:nvSpPr>
        <ns0:spPr>
          <a:xfrm>
            <a:off x="611505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9BFCBED3-E227-4E5F-85CA-CC1B77EA58C9}"/>
              </a:ext>
            </a:extLst>
          </ns0:cNvPr>
          <ns0:cNvSpPr>
            <a:spLocks noGrp="1"/>
          </ns0:cNvSpPr>
          <ns0:nvPr/>
        </ns0:nvSpPr>
        <ns0:spPr>
          <a:xfrm>
            <a:off x="616267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KIWIFY SEGMENTO MEIOS DE</a:t>
            </a:r>
          </a:p>
        </ns0:txBody>
      </ns0:sp>
      <ns0:sp>
        <ns0:nvSpPr>
          <ns0:cNvPr id="86" name="">
            <a:extLst>
              <a:ext uri="{FF2B5EF4-FFF2-40B4-BE49-F238E27FC236}">
                <ns2:creationId id="{BD3E3EBC-2993-4027-9A52-48484F62D2A1}"/>
              </a:ext>
            </a:extLst>
          </ns0:cNvPr>
          <ns0:cNvSpPr>
            <a:spLocks noGrp="1"/>
          </ns0:cNvSpPr>
          <ns0:nvPr/>
        </ns0:nvSpPr>
        <ns0:spPr>
          <a:xfrm>
            <a:off x="616267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R$ 347,3 mi</a:t>
            </a:r>
          </a:p>
        </ns0:txBody>
      </ns0:sp>
      <ns0:sp>
        <ns0:nvSpPr>
          <ns0:cNvPr id="87" name="">
            <a:extLst>
              <a:ext uri="{FF2B5EF4-FFF2-40B4-BE49-F238E27FC236}">
                <ns2:creationId id="{00A11AB0-AC39-4C51-A1D7-90C0A81D57F3}"/>
              </a:ext>
            </a:extLst>
          </ns0:cNvPr>
          <ns0:cNvSpPr>
            <a:spLocks noGrp="1"/>
          </ns0:cNvSpPr>
          <ns0:nvPr/>
        </ns0:nvSpPr>
        <ns0:spPr>
          <a:xfrm>
            <a:off x="750093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8" name="">
            <a:extLst>
              <a:ext uri="{FF2B5EF4-FFF2-40B4-BE49-F238E27FC236}">
                <ns2:creationId id="{0B1F0222-BE3D-4F1C-BED8-717F7E0E9ECF}"/>
              </a:ext>
            </a:extLst>
          </ns0:cNvPr>
          <ns0:cNvSpPr>
            <a:spLocks noGrp="1"/>
          </ns0:cNvSpPr>
          <ns0:nvPr/>
        </ns0:nvSpPr>
        <ns0:spPr>
          <a:xfrm>
            <a:off x="754856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DESBRAVA UNO ARTIGOS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744E39C0-12F5-4D2A-A822-E020FC64B121}"/>
              </a:ext>
            </a:extLst>
          </ns0:cNvPr>
          <ns0:cNvSpPr>
            <a:spLocks noGrp="1"/>
          </ns0:cNvSpPr>
          <ns0:nvPr/>
        </ns0:nvSpPr>
        <ns0:spPr>
          <a:xfrm>
            <a:off x="754856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R$ 343,6 mi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CADC67C1-5720-4541-BE46-632272B36132}"/>
              </a:ext>
            </a:extLst>
          </ns0:cNvPr>
          <ns0:cNvSpPr>
            <a:spLocks noGrp="1"/>
          </ns0:cNvSpPr>
          <ns0:nvPr/>
        </ns0:nvSpPr>
        <ns0:spPr>
          <a:xfrm>
            <a:off x="888682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D6D2501F-2679-413F-AC7B-C0098C0D0B39}"/>
              </a:ext>
            </a:extLst>
          </ns0:cNvPr>
          <ns0:cNvSpPr>
            <a:spLocks noGrp="1"/>
          </ns0:cNvSpPr>
          <ns0:nvPr/>
        </ns0:nvSpPr>
        <ns0:spPr>
          <a:xfrm>
            <a:off x="893445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MSV3 RECEBÍVEIS COMERCIAIS</a:t>
            </a:r>
          </a:p>
        </ns0:txBody>
      </ns0:sp>
      <ns0:sp>
        <ns0:nvSpPr>
          <ns0:cNvPr id="92" name="">
            <a:extLst>
              <a:ext uri="{FF2B5EF4-FFF2-40B4-BE49-F238E27FC236}">
                <ns2:creationId id="{CEF0843F-A624-4A92-810D-C7EBE5B3ECF1}"/>
              </a:ext>
            </a:extLst>
          </ns0:cNvPr>
          <ns0:cNvSpPr>
            <a:spLocks noGrp="1"/>
          </ns0:cNvSpPr>
          <ns0:nvPr/>
        </ns0:nvSpPr>
        <ns0:spPr>
          <a:xfrm>
            <a:off x="893445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R$ 311,5 mi</a:t>
            </a:r>
          </a:p>
        </ns0:txBody>
      </ns0:sp>
      <ns0:sp>
        <ns0:nvSpPr>
          <ns0:cNvPr id="93" name="">
            <a:extLst>
              <a:ext uri="{FF2B5EF4-FFF2-40B4-BE49-F238E27FC236}">
                <ns2:creationId id="{3C5BA374-A8FE-46F7-869F-5F771795A8F5}"/>
              </a:ext>
            </a:extLst>
          </ns0:cNvPr>
          <ns0:cNvSpPr>
            <a:spLocks noGrp="1"/>
          </ns0:cNvSpPr>
          <ns0:nvPr/>
        </ns0:nvSpPr>
        <ns0:spPr>
          <a:xfrm>
            <a:off x="1027271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4" name="">
            <a:extLst>
              <a:ext uri="{FF2B5EF4-FFF2-40B4-BE49-F238E27FC236}">
                <ns2:creationId id="{743F88D1-D7E7-4F44-BAA3-2540540F26B8}"/>
              </a:ext>
            </a:extLst>
          </ns0:cNvPr>
          <ns0:cNvSpPr>
            <a:spLocks noGrp="1"/>
          </ns0:cNvSpPr>
          <ns0:nvPr/>
        </ns0:nvSpPr>
        <ns0:spPr>
          <a:xfrm>
            <a:off x="1032033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CD CASH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4995076E-1EB9-46A8-B90E-620784918A97}"/>
              </a:ext>
            </a:extLst>
          </ns0:cNvPr>
          <ns0:cNvSpPr>
            <a:spLocks noGrp="1"/>
          </ns0:cNvSpPr>
          <ns0:nvPr/>
        </ns0:nvSpPr>
        <ns0:spPr>
          <a:xfrm>
            <a:off x="1032033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R$ 291,8 mi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355F54ED-B494-4694-BB7F-9445EA673209}"/>
              </a:ext>
            </a:extLst>
          </ns0:cNvPr>
          <ns0:cNvSpPr>
            <a:spLocks noGrp="1"/>
          </ns0:cNvSpPr>
          <ns0:nvPr/>
        </ns0:nvSpPr>
        <ns0:spPr>
          <a:xfrm>
            <a:off x="57150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59CA988F-A32C-4B42-BE70-674C888DE1FB}"/>
              </a:ext>
            </a:extLst>
          </ns0:cNvPr>
          <ns0:cNvSpPr>
            <a:spLocks noGrp="1"/>
          </ns0:cNvSpPr>
          <ns0:nvPr/>
        </ns0:nvSpPr>
        <ns0:spPr>
          <a:xfrm>
            <a:off x="61912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RECARGAPAY I</a:t>
            </a:r>
          </a:p>
        </ns0:txBody>
      </ns0:sp>
      <ns0:sp>
        <ns0:nvSpPr>
          <ns0:cNvPr id="98" name="">
            <a:extLst>
              <a:ext uri="{FF2B5EF4-FFF2-40B4-BE49-F238E27FC236}">
                <ns2:creationId id="{8AAD5ABC-0280-4D5B-9F39-FB0F83FA7A69}"/>
              </a:ext>
            </a:extLst>
          </ns0:cNvPr>
          <ns0:cNvSpPr>
            <a:spLocks noGrp="1"/>
          </ns0:cNvSpPr>
          <ns0:nvPr/>
        </ns0:nvSpPr>
        <ns0:spPr>
          <a:xfrm>
            <a:off x="61912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R$ 281,5 mi</a:t>
            </a:r>
          </a:p>
        </ns0:txBody>
      </ns0:sp>
      <ns0:sp>
        <ns0:nvSpPr>
          <ns0:cNvPr id="99" name="">
            <a:extLst>
              <a:ext uri="{FF2B5EF4-FFF2-40B4-BE49-F238E27FC236}">
                <ns2:creationId id="{33EB2620-53C5-4CB3-AA4D-4C27AFC11307}"/>
              </a:ext>
            </a:extLst>
          </ns0:cNvPr>
          <ns0:cNvSpPr>
            <a:spLocks noGrp="1"/>
          </ns0:cNvSpPr>
          <ns0:nvPr/>
        </ns0:nvSpPr>
        <ns0:spPr>
          <a:xfrm>
            <a:off x="195738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0" name="">
            <a:extLst>
              <a:ext uri="{FF2B5EF4-FFF2-40B4-BE49-F238E27FC236}">
                <ns2:creationId id="{EC859265-2A9C-45A7-8566-2D7253401B12}"/>
              </a:ext>
            </a:extLst>
          </ns0:cNvPr>
          <ns0:cNvSpPr>
            <a:spLocks noGrp="1"/>
          </ns0:cNvSpPr>
          <ns0:nvPr/>
        </ns0:nvSpPr>
        <ns0:spPr>
          <a:xfrm>
            <a:off x="200501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OPEA AGRO SUMITOMO CHEMICAL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47DEED24-07AD-4B49-94D7-47F55286C4E6}"/>
              </a:ext>
            </a:extLst>
          </ns0:cNvPr>
          <ns0:cNvSpPr>
            <a:spLocks noGrp="1"/>
          </ns0:cNvSpPr>
          <ns0:nvPr/>
        </ns0:nvSpPr>
        <ns0:spPr>
          <a:xfrm>
            <a:off x="200501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R$ 256,0 mi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C0C8C257-F13C-4116-92EC-26995573156A}"/>
              </a:ext>
            </a:extLst>
          </ns0:cNvPr>
          <ns0:cNvSpPr>
            <a:spLocks noGrp="1"/>
          </ns0:cNvSpPr>
          <ns0:nvPr/>
        </ns0:nvSpPr>
        <ns0:spPr>
          <a:xfrm>
            <a:off x="334327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DD362C52-6C5B-4B27-BB95-F7CBC96D34D4}"/>
              </a:ext>
            </a:extLst>
          </ns0:cNvPr>
          <ns0:cNvSpPr>
            <a:spLocks noGrp="1"/>
          </ns0:cNvSpPr>
          <ns0:nvPr/>
        </ns0:nvSpPr>
        <ns0:spPr>
          <a:xfrm>
            <a:off x="339090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VIXTRA</a:t>
            </a:r>
          </a:p>
        </ns0:txBody>
      </ns0:sp>
      <ns0:sp>
        <ns0:nvSpPr>
          <ns0:cNvPr id="104" name="">
            <a:extLst>
              <a:ext uri="{FF2B5EF4-FFF2-40B4-BE49-F238E27FC236}">
                <ns2:creationId id="{4EF1F1F2-FEA1-404E-9FF5-5BC9AFD8583F}"/>
              </a:ext>
            </a:extLst>
          </ns0:cNvPr>
          <ns0:cNvSpPr>
            <a:spLocks noGrp="1"/>
          </ns0:cNvSpPr>
          <ns0:nvPr/>
        </ns0:nvSpPr>
        <ns0:spPr>
          <a:xfrm>
            <a:off x="339090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R$ 233,6 mi</a:t>
            </a:r>
          </a:p>
        </ns0:txBody>
      </ns0:sp>
      <ns0:sp>
        <ns0:nvSpPr>
          <ns0:cNvPr id="105" name="">
            <a:extLst>
              <a:ext uri="{FF2B5EF4-FFF2-40B4-BE49-F238E27FC236}">
                <ns2:creationId id="{4D504B9B-474B-4695-82FF-FDB596C63A96}"/>
              </a:ext>
            </a:extLst>
          </ns0:cNvPr>
          <ns0:cNvSpPr>
            <a:spLocks noGrp="1"/>
          </ns0:cNvSpPr>
          <ns0:nvPr/>
        </ns0:nvSpPr>
        <ns0:spPr>
          <a:xfrm>
            <a:off x="472916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6" name="">
            <a:extLst>
              <a:ext uri="{FF2B5EF4-FFF2-40B4-BE49-F238E27FC236}">
                <ns2:creationId id="{CF3C1A99-71B3-4ED0-A07C-AEF21B843B56}"/>
              </a:ext>
            </a:extLst>
          </ns0:cNvPr>
          <ns0:cNvSpPr>
            <a:spLocks noGrp="1"/>
          </ns0:cNvSpPr>
          <ns0:nvPr/>
        </ns0:nvSpPr>
        <ns0:spPr>
          <a:xfrm>
            <a:off x="477678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PERNAMBUCANAS FIDC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34132747-7EB9-455A-96FA-4FED4202B289}"/>
              </a:ext>
            </a:extLst>
          </ns0:cNvPr>
          <ns0:cNvSpPr>
            <a:spLocks noGrp="1"/>
          </ns0:cNvSpPr>
          <ns0:nvPr/>
        </ns0:nvSpPr>
        <ns0:spPr>
          <a:xfrm>
            <a:off x="477678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R$ 226,6 mi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CE465971-3DF9-484A-BC46-38A051C6FA3B}"/>
              </a:ext>
            </a:extLst>
          </ns0:cNvPr>
          <ns0:cNvSpPr>
            <a:spLocks noGrp="1"/>
          </ns0:cNvSpPr>
          <ns0:nvPr/>
        </ns0:nvSpPr>
        <ns0:spPr>
          <a:xfrm>
            <a:off x="611505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EA54CFEE-4DD1-4212-B417-EF1D2874569C}"/>
              </a:ext>
            </a:extLst>
          </ns0:cNvPr>
          <ns0:cNvSpPr>
            <a:spLocks noGrp="1"/>
          </ns0:cNvSpPr>
          <ns0:nvPr/>
        </ns0:nvSpPr>
        <ns0:spPr>
          <a:xfrm>
            <a:off x="616267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CEREALIS</a:t>
            </a:r>
          </a:p>
        </ns0:txBody>
      </ns0:sp>
      <ns0:sp>
        <ns0:nvSpPr>
          <ns0:cNvPr id="110" name="">
            <a:extLst>
              <a:ext uri="{FF2B5EF4-FFF2-40B4-BE49-F238E27FC236}">
                <ns2:creationId id="{70E8408F-107F-4AD4-8B22-411244E29C36}"/>
              </a:ext>
            </a:extLst>
          </ns0:cNvPr>
          <ns0:cNvSpPr>
            <a:spLocks noGrp="1"/>
          </ns0:cNvSpPr>
          <ns0:nvPr/>
        </ns0:nvSpPr>
        <ns0:spPr>
          <a:xfrm>
            <a:off x="616267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R$ 215,3 mi</a:t>
            </a:r>
          </a:p>
        </ns0:txBody>
      </ns0:sp>
      <ns0:sp>
        <ns0:nvSpPr>
          <ns0:cNvPr id="111" name="">
            <a:extLst>
              <a:ext uri="{FF2B5EF4-FFF2-40B4-BE49-F238E27FC236}">
                <ns2:creationId id="{BE116FE4-D256-43F3-A2BE-7742BF99185C}"/>
              </a:ext>
            </a:extLst>
          </ns0:cNvPr>
          <ns0:cNvSpPr>
            <a:spLocks noGrp="1"/>
          </ns0:cNvSpPr>
          <ns0:nvPr/>
        </ns0:nvSpPr>
        <ns0:spPr>
          <a:xfrm>
            <a:off x="750093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2" name="">
            <a:extLst>
              <a:ext uri="{FF2B5EF4-FFF2-40B4-BE49-F238E27FC236}">
                <ns2:creationId id="{A6189D4A-1519-4104-92B6-12AB4E3D3E8E}"/>
              </a:ext>
            </a:extLst>
          </ns0:cNvPr>
          <ns0:cNvSpPr>
            <a:spLocks noGrp="1"/>
          </ns0:cNvSpPr>
          <ns0:nvPr/>
        </ns0:nvSpPr>
        <ns0:spPr>
          <a:xfrm>
            <a:off x="754856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FORNECEDORES MADEIRA MADEIRA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150221F0-C9E0-466B-9195-5F04ADADFEDA}"/>
              </a:ext>
            </a:extLst>
          </ns0:cNvPr>
          <ns0:cNvSpPr>
            <a:spLocks noGrp="1"/>
          </ns0:cNvSpPr>
          <ns0:nvPr/>
        </ns0:nvSpPr>
        <ns0:spPr>
          <a:xfrm>
            <a:off x="754856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R$ 196,7 mi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C276C5F4-9150-43FC-B160-07408EF4112B}"/>
              </a:ext>
            </a:extLst>
          </ns0:cNvPr>
          <ns0:cNvSpPr>
            <a:spLocks noGrp="1"/>
          </ns0:cNvSpPr>
          <ns0:nvPr/>
        </ns0:nvSpPr>
        <ns0:spPr>
          <a:xfrm>
            <a:off x="888682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FC4B81CD-72CC-49A7-BB19-991A0EC14D4B}"/>
              </a:ext>
            </a:extLst>
          </ns0:cNvPr>
          <ns0:cNvSpPr>
            <a:spLocks noGrp="1"/>
          </ns0:cNvSpPr>
          <ns0:nvPr/>
        </ns0:nvSpPr>
        <ns0:spPr>
          <a:xfrm>
            <a:off x="893445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LEO MADEIRAS FIDC SEGMENTO</a:t>
            </a:r>
          </a:p>
        </ns0:txBody>
      </ns0:sp>
      <ns0:sp>
        <ns0:nvSpPr>
          <ns0:cNvPr id="116" name="">
            <a:extLst>
              <a:ext uri="{FF2B5EF4-FFF2-40B4-BE49-F238E27FC236}">
                <ns2:creationId id="{B9D99079-8E52-4B6F-8621-546143CB0056}"/>
              </a:ext>
            </a:extLst>
          </ns0:cNvPr>
          <ns0:cNvSpPr>
            <a:spLocks noGrp="1"/>
          </ns0:cNvSpPr>
          <ns0:nvPr/>
        </ns0:nvSpPr>
        <ns0:spPr>
          <a:xfrm>
            <a:off x="893445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R$ 177,0 mi</a:t>
            </a:r>
          </a:p>
        </ns0:txBody>
      </ns0:sp>
      <ns0:sp>
        <ns0:nvSpPr>
          <ns0:cNvPr id="117" name="">
            <a:extLst>
              <a:ext uri="{FF2B5EF4-FFF2-40B4-BE49-F238E27FC236}">
                <ns2:creationId id="{66462F9B-FB8A-42B3-B103-4868AF3C3B98}"/>
              </a:ext>
            </a:extLst>
          </ns0:cNvPr>
          <ns0:cNvSpPr>
            <a:spLocks noGrp="1"/>
          </ns0:cNvSpPr>
          <ns0:nvPr/>
        </ns0:nvSpPr>
        <ns0:spPr>
          <a:xfrm>
            <a:off x="1027271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8" name="">
            <a:extLst>
              <a:ext uri="{FF2B5EF4-FFF2-40B4-BE49-F238E27FC236}">
                <ns2:creationId id="{A6841CC1-7577-498E-B7D9-59140E88EF38}"/>
              </a:ext>
            </a:extLst>
          </ns0:cNvPr>
          <ns0:cNvSpPr>
            <a:spLocks noGrp="1"/>
          </ns0:cNvSpPr>
          <ns0:nvPr/>
        </ns0:nvSpPr>
        <ns0:spPr>
          <a:xfrm>
            <a:off x="1032033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SAGA CRÉDITO PRIVADO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868A492B-6744-407F-9CF8-E1018FBA3981}"/>
              </a:ext>
            </a:extLst>
          </ns0:cNvPr>
          <ns0:cNvSpPr>
            <a:spLocks noGrp="1"/>
          </ns0:cNvSpPr>
          <ns0:nvPr/>
        </ns0:nvSpPr>
        <ns0:spPr>
          <a:xfrm>
            <a:off x="1032033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R$ 167,6 mi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AE82EF4C-7BDC-4814-8F87-0E6508066F79}"/>
              </a:ext>
            </a:extLst>
          </ns0:cNvPr>
          <ns0:cNvSpPr>
            <a:spLocks noGrp="1"/>
          </ns0:cNvSpPr>
          <ns0:nvPr/>
        </ns0:nvSpPr>
        <ns0:spPr>
          <a:xfrm>
            <a:off x="57150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463CA1DE-6C8A-4B46-A1D2-6EA117F4E76D}"/>
              </a:ext>
            </a:extLst>
          </ns0:cNvPr>
          <ns0:cNvSpPr>
            <a:spLocks noGrp="1"/>
          </ns0:cNvSpPr>
          <ns0:nvPr/>
        </ns0:nvSpPr>
        <ns0:spPr>
          <a:xfrm>
            <a:off x="61912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ARCELORMITTAL VÉRTICE</a:t>
            </a:r>
          </a:p>
        </ns0:txBody>
      </ns0:sp>
      <ns0:sp>
        <ns0:nvSpPr>
          <ns0:cNvPr id="122" name="">
            <a:extLst>
              <a:ext uri="{FF2B5EF4-FFF2-40B4-BE49-F238E27FC236}">
                <ns2:creationId id="{19813FAB-ABE5-40B5-ACC3-330B489B75B6}"/>
              </a:ext>
            </a:extLst>
          </ns0:cNvPr>
          <ns0:cNvSpPr>
            <a:spLocks noGrp="1"/>
          </ns0:cNvSpPr>
          <ns0:nvPr/>
        </ns0:nvSpPr>
        <ns0:spPr>
          <a:xfrm>
            <a:off x="61912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R$ 162,6 mi</a:t>
            </a:r>
          </a:p>
        </ns0:txBody>
      </ns0:sp>
      <ns0:sp>
        <ns0:nvSpPr>
          <ns0:cNvPr id="123" name="">
            <a:extLst>
              <a:ext uri="{FF2B5EF4-FFF2-40B4-BE49-F238E27FC236}">
                <ns2:creationId id="{04B43F3A-EBC1-4624-A23D-D7ADB3FF1518}"/>
              </a:ext>
            </a:extLst>
          </ns0:cNvPr>
          <ns0:cNvSpPr>
            <a:spLocks noGrp="1"/>
          </ns0:cNvSpPr>
          <ns0:nvPr/>
        </ns0:nvSpPr>
        <ns0:spPr>
          <a:xfrm>
            <a:off x="195738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4" name="">
            <a:extLst>
              <a:ext uri="{FF2B5EF4-FFF2-40B4-BE49-F238E27FC236}">
                <ns2:creationId id="{A70224C5-4EE8-46C2-98B2-E3E9B66A923A}"/>
              </a:ext>
            </a:extLst>
          </ns0:cNvPr>
          <ns0:cNvSpPr>
            <a:spLocks noGrp="1"/>
          </ns0:cNvSpPr>
          <ns0:nvPr/>
        </ns0:nvSpPr>
        <ns0:spPr>
          <a:xfrm>
            <a:off x="200501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HEALTH FIDC RECEBÍVEIS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B539F644-184B-40F1-BBA2-4E6EBAD01687}"/>
              </a:ext>
            </a:extLst>
          </ns0:cNvPr>
          <ns0:cNvSpPr>
            <a:spLocks noGrp="1"/>
          </ns0:cNvSpPr>
          <ns0:nvPr/>
        </ns0:nvSpPr>
        <ns0:spPr>
          <a:xfrm>
            <a:off x="200501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R$ 142,2 mi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699B9770-D2DC-4F9F-AB47-1828EA1417AF}"/>
              </a:ext>
            </a:extLst>
          </ns0:cNvPr>
          <ns0:cNvSpPr>
            <a:spLocks noGrp="1"/>
          </ns0:cNvSpPr>
          <ns0:nvPr/>
        </ns0:nvSpPr>
        <ns0:spPr>
          <a:xfrm>
            <a:off x="334327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5B905CA8-CF2C-4416-9704-6C9E78903FC8}"/>
              </a:ext>
            </a:extLst>
          </ns0:cNvPr>
          <ns0:cNvSpPr>
            <a:spLocks noGrp="1"/>
          </ns0:cNvSpPr>
          <ns0:nvPr/>
        </ns0:nvSpPr>
        <ns0:spPr>
          <a:xfrm>
            <a:off x="339090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INDIE MERX RAIZ I CRÉDITO</a:t>
            </a:r>
          </a:p>
        </ns0:txBody>
      </ns0:sp>
      <ns0:sp>
        <ns0:nvSpPr>
          <ns0:cNvPr id="128" name="">
            <a:extLst>
              <a:ext uri="{FF2B5EF4-FFF2-40B4-BE49-F238E27FC236}">
                <ns2:creationId id="{B5693124-9743-4161-86B9-A5480B54032C}"/>
              </a:ext>
            </a:extLst>
          </ns0:cNvPr>
          <ns0:cNvSpPr>
            <a:spLocks noGrp="1"/>
          </ns0:cNvSpPr>
          <ns0:nvPr/>
        </ns0:nvSpPr>
        <ns0:spPr>
          <a:xfrm>
            <a:off x="339090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R$ 104,2 mi</a:t>
            </a:r>
          </a:p>
        </ns0:txBody>
      </ns0:sp>
      <ns0:sp>
        <ns0:nvSpPr>
          <ns0:cNvPr id="129" name="">
            <a:extLst>
              <a:ext uri="{FF2B5EF4-FFF2-40B4-BE49-F238E27FC236}">
                <ns2:creationId id="{96927E65-5406-4ACB-8AA8-E2530860D2B0}"/>
              </a:ext>
            </a:extLst>
          </ns0:cNvPr>
          <ns0:cNvSpPr>
            <a:spLocks noGrp="1"/>
          </ns0:cNvSpPr>
          <ns0:nvPr/>
        </ns0:nvSpPr>
        <ns0:spPr>
          <a:xfrm>
            <a:off x="472916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0" name="">
            <a:extLst>
              <a:ext uri="{FF2B5EF4-FFF2-40B4-BE49-F238E27FC236}">
                <ns2:creationId id="{3DDD2944-F505-491F-AE25-6E894D219711}"/>
              </a:ext>
            </a:extLst>
          </ns0:cNvPr>
          <ns0:cNvSpPr>
            <a:spLocks noGrp="1"/>
          </ns0:cNvSpPr>
          <ns0:nvPr/>
        </ns0:nvSpPr>
        <ns0:spPr>
          <a:xfrm>
            <a:off x="477678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MAQNELSON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93C580AB-B52F-4644-BD77-1E57CD3DECD7}"/>
              </a:ext>
            </a:extLst>
          </ns0:cNvPr>
          <ns0:cNvSpPr>
            <a:spLocks noGrp="1"/>
          </ns0:cNvSpPr>
          <ns0:nvPr/>
        </ns0:nvSpPr>
        <ns0:spPr>
          <a:xfrm>
            <a:off x="477678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R$ 100,0 mi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97B71E54-765F-4ADA-81A7-1D0CC264C706}"/>
              </a:ext>
            </a:extLst>
          </ns0:cNvPr>
          <ns0:cNvSpPr>
            <a:spLocks noGrp="1"/>
          </ns0:cNvSpPr>
          <ns0:nvPr/>
        </ns0:nvSpPr>
        <ns0:spPr>
          <a:xfrm>
            <a:off x="611505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553BC5E2-7614-4983-A0F4-BD09495070F8}"/>
              </a:ext>
            </a:extLst>
          </ns0:cNvPr>
          <ns0:cNvSpPr>
            <a:spLocks noGrp="1"/>
          </ns0:cNvSpPr>
          <ns0:nvPr/>
        </ns0:nvSpPr>
        <ns0:spPr>
          <a:xfrm>
            <a:off x="616267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ALTOMAX SEGMENTO RECEBÍVEIS</a:t>
            </a:r>
          </a:p>
        </ns0:txBody>
      </ns0:sp>
      <ns0:sp>
        <ns0:nvSpPr>
          <ns0:cNvPr id="134" name="">
            <a:extLst>
              <a:ext uri="{FF2B5EF4-FFF2-40B4-BE49-F238E27FC236}">
                <ns2:creationId id="{B36E46AF-D2E0-4EC1-91ED-CD5EEC848AFD}"/>
              </a:ext>
            </a:extLst>
          </ns0:cNvPr>
          <ns0:cNvSpPr>
            <a:spLocks noGrp="1"/>
          </ns0:cNvSpPr>
          <ns0:nvPr/>
        </ns0:nvSpPr>
        <ns0:spPr>
          <a:xfrm>
            <a:off x="616267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R$ 89,9 mi</a:t>
            </a:r>
          </a:p>
        </ns0:txBody>
      </ns0:sp>
      <ns0:sp>
        <ns0:nvSpPr>
          <ns0:cNvPr id="135" name="">
            <a:extLst>
              <a:ext uri="{FF2B5EF4-FFF2-40B4-BE49-F238E27FC236}">
                <ns2:creationId id="{9CDB33C2-B00A-44B2-91F3-E2FA7602175C}"/>
              </a:ext>
            </a:extLst>
          </ns0:cNvPr>
          <ns0:cNvSpPr>
            <a:spLocks noGrp="1"/>
          </ns0:cNvSpPr>
          <ns0:nvPr/>
        </ns0:nvSpPr>
        <ns0:spPr>
          <a:xfrm>
            <a:off x="750093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6" name="">
            <a:extLst>
              <a:ext uri="{FF2B5EF4-FFF2-40B4-BE49-F238E27FC236}">
                <ns2:creationId id="{10E5051F-A6B1-4C87-8B58-FFC81CEEA694}"/>
              </a:ext>
            </a:extLst>
          </ns0:cNvPr>
          <ns0:cNvSpPr>
            <a:spLocks noGrp="1"/>
          </ns0:cNvSpPr>
          <ns0:nvPr/>
        </ns0:nvSpPr>
        <ns0:spPr>
          <a:xfrm>
            <a:off x="754856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INOVA CREDTECH III FIDC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A7157C2D-0A8A-4ECC-BCAA-FBCC6053B779}"/>
              </a:ext>
            </a:extLst>
          </ns0:cNvPr>
          <ns0:cNvSpPr>
            <a:spLocks noGrp="1"/>
          </ns0:cNvSpPr>
          <ns0:nvPr/>
        </ns0:nvSpPr>
        <ns0:spPr>
          <a:xfrm>
            <a:off x="754856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R$ 86,1 mi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FF0A4AFB-B686-4BDF-A997-64AA92B6AA6D}"/>
              </a:ext>
            </a:extLst>
          </ns0:cNvPr>
          <ns0:cNvSpPr>
            <a:spLocks noGrp="1"/>
          </ns0:cNvSpPr>
          <ns0:nvPr/>
        </ns0:nvSpPr>
        <ns0:spPr>
          <a:xfrm>
            <a:off x="888682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3382E5FD-F4C8-480C-964A-7071A802CF25}"/>
              </a:ext>
            </a:extLst>
          </ns0:cNvPr>
          <ns0:cNvSpPr>
            <a:spLocks noGrp="1"/>
          </ns0:cNvSpPr>
          <ns0:nvPr/>
        </ns0:nvSpPr>
        <ns0:spPr>
          <a:xfrm>
            <a:off x="893445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SOULPAY</a:t>
            </a:r>
          </a:p>
        </ns0:txBody>
      </ns0:sp>
      <ns0:sp>
        <ns0:nvSpPr>
          <ns0:cNvPr id="140" name="">
            <a:extLst>
              <a:ext uri="{FF2B5EF4-FFF2-40B4-BE49-F238E27FC236}">
                <ns2:creationId id="{CE8CFCB3-AFDD-4888-9F82-D2B03981E00E}"/>
              </a:ext>
            </a:extLst>
          </ns0:cNvPr>
          <ns0:cNvSpPr>
            <a:spLocks noGrp="1"/>
          </ns0:cNvSpPr>
          <ns0:nvPr/>
        </ns0:nvSpPr>
        <ns0:spPr>
          <a:xfrm>
            <a:off x="893445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R$ 78,4 mi</a:t>
            </a:r>
          </a:p>
        </ns0:txBody>
      </ns0:sp>
      <ns0:sp>
        <ns0:nvSpPr>
          <ns0:cNvPr id="141" name="">
            <a:extLst>
              <a:ext uri="{FF2B5EF4-FFF2-40B4-BE49-F238E27FC236}">
                <ns2:creationId id="{B4C2FB82-4606-4864-9E6B-4E0845115E1F}"/>
              </a:ext>
            </a:extLst>
          </ns0:cNvPr>
          <ns0:cNvSpPr>
            <a:spLocks noGrp="1"/>
          </ns0:cNvSpPr>
          <ns0:nvPr/>
        </ns0:nvSpPr>
        <ns0:spPr>
          <a:xfrm>
            <a:off x="1027271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2" name="">
            <a:extLst>
              <a:ext uri="{FF2B5EF4-FFF2-40B4-BE49-F238E27FC236}">
                <ns2:creationId id="{E2B52107-92AE-48B4-AE18-E627AC1B3A80}"/>
              </a:ext>
            </a:extLst>
          </ns0:cNvPr>
          <ns0:cNvSpPr>
            <a:spLocks noGrp="1"/>
          </ns0:cNvSpPr>
          <ns0:nvPr/>
        </ns0:nvSpPr>
        <ns0:spPr>
          <a:xfrm>
            <a:off x="1032033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AGROMERCANTIL CRÉDITO AGRO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1BD3E6A4-26B5-4D1F-8613-74E87E8CC24F}"/>
              </a:ext>
            </a:extLst>
          </ns0:cNvPr>
          <ns0:cNvSpPr>
            <a:spLocks noGrp="1"/>
          </ns0:cNvSpPr>
          <ns0:nvPr/>
        </ns0:nvSpPr>
        <ns0:spPr>
          <a:xfrm>
            <a:off x="1032033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R$ 68,7 mi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1B4FBFD8-BE3C-4EBB-BD4B-B1088BC0B7E0}"/>
              </a:ext>
            </a:extLst>
          </ns0:cNvPr>
          <ns0:cNvSpPr>
            <a:spLocks noGrp="1"/>
          </ns0:cNvSpPr>
          <ns0:nvPr/>
        </ns0:nvSpPr>
        <ns0:spPr>
          <a:xfrm>
            <a:off x="57150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ECA3A354-32FC-4254-96C9-E843DBFEBA06}"/>
              </a:ext>
            </a:extLst>
          </ns0:cNvPr>
          <ns0:cNvSpPr>
            <a:spLocks noGrp="1"/>
          </ns0:cNvSpPr>
          <ns0:nvPr/>
        </ns0:nvSpPr>
        <ns0:spPr>
          <a:xfrm>
            <a:off x="61912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ÚNICA DO FIDC CRÉDITO</a:t>
            </a:r>
          </a:p>
        </ns0:txBody>
      </ns0:sp>
      <ns0:sp>
        <ns0:nvSpPr>
          <ns0:cNvPr id="146" name="">
            <a:extLst>
              <a:ext uri="{FF2B5EF4-FFF2-40B4-BE49-F238E27FC236}">
                <ns2:creationId id="{A6988682-9783-431F-BE2C-62A3DBC83DBF}"/>
              </a:ext>
            </a:extLst>
          </ns0:cNvPr>
          <ns0:cNvSpPr>
            <a:spLocks noGrp="1"/>
          </ns0:cNvSpPr>
          <ns0:nvPr/>
        </ns0:nvSpPr>
        <ns0:spPr>
          <a:xfrm>
            <a:off x="61912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R$ 64,5 mi</a:t>
            </a:r>
          </a:p>
        </ns0:txBody>
      </ns0:sp>
      <ns0:sp>
        <ns0:nvSpPr>
          <ns0:cNvPr id="147" name="">
            <a:extLst>
              <a:ext uri="{FF2B5EF4-FFF2-40B4-BE49-F238E27FC236}">
                <ns2:creationId id="{1341F6B7-2E11-48F2-853C-2D47A3925563}"/>
              </a:ext>
            </a:extLst>
          </ns0:cNvPr>
          <ns0:cNvSpPr>
            <a:spLocks noGrp="1"/>
          </ns0:cNvSpPr>
          <ns0:nvPr/>
        </ns0:nvSpPr>
        <ns0:spPr>
          <a:xfrm>
            <a:off x="195738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8" name="">
            <a:extLst>
              <a:ext uri="{FF2B5EF4-FFF2-40B4-BE49-F238E27FC236}">
                <ns2:creationId id="{1E9E249B-A7F0-4E42-A952-7717CE501D4C}"/>
              </a:ext>
            </a:extLst>
          </ns0:cNvPr>
          <ns0:cNvSpPr>
            <a:spLocks noGrp="1"/>
          </ns0:cNvSpPr>
          <ns0:nvPr/>
        </ns0:nvSpPr>
        <ns0:spPr>
          <a:xfrm>
            <a:off x="200501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MOBILITAS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95252014-2414-4DAF-8263-FF2C68F86130}"/>
              </a:ext>
            </a:extLst>
          </ns0:cNvPr>
          <ns0:cNvSpPr>
            <a:spLocks noGrp="1"/>
          </ns0:cNvSpPr>
          <ns0:nvPr/>
        </ns0:nvSpPr>
        <ns0:spPr>
          <a:xfrm>
            <a:off x="200501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R$ 53,0 mi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FCDD9C04-56DB-4CCC-81C9-F965DFBFB828}"/>
              </a:ext>
            </a:extLst>
          </ns0:cNvPr>
          <ns0:cNvSpPr>
            <a:spLocks noGrp="1"/>
          </ns0:cNvSpPr>
          <ns0:nvPr/>
        </ns0:nvSpPr>
        <ns0:spPr>
          <a:xfrm>
            <a:off x="334327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FC703BD1-AAAC-46A9-B549-1938DE452ADA}"/>
              </a:ext>
            </a:extLst>
          </ns0:cNvPr>
          <ns0:cNvSpPr>
            <a:spLocks noGrp="1"/>
          </ns0:cNvSpPr>
          <ns0:nvPr/>
        </ns0:nvSpPr>
        <ns0:spPr>
          <a:xfrm>
            <a:off x="339090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II SEGMENTO CRÉDITO</a:t>
            </a:r>
          </a:p>
        </ns0:txBody>
      </ns0:sp>
      <ns0:sp>
        <ns0:nvSpPr>
          <ns0:cNvPr id="152" name="">
            <a:extLst>
              <a:ext uri="{FF2B5EF4-FFF2-40B4-BE49-F238E27FC236}">
                <ns2:creationId id="{AA06E617-4D3B-453A-8F11-DBD65F59D786}"/>
              </a:ext>
            </a:extLst>
          </ns0:cNvPr>
          <ns0:cNvSpPr>
            <a:spLocks noGrp="1"/>
          </ns0:cNvSpPr>
          <ns0:nvPr/>
        </ns0:nvSpPr>
        <ns0:spPr>
          <a:xfrm>
            <a:off x="339090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R$ 44,0 mi</a:t>
            </a:r>
          </a:p>
        </ns0:txBody>
      </ns0:sp>
      <ns0:sp>
        <ns0:nvSpPr>
          <ns0:cNvPr id="153" name="">
            <a:extLst>
              <a:ext uri="{FF2B5EF4-FFF2-40B4-BE49-F238E27FC236}">
                <ns2:creationId id="{68588538-CF94-4FEF-B57D-1F38E1CEB981}"/>
              </a:ext>
            </a:extLst>
          </ns0:cNvPr>
          <ns0:cNvSpPr>
            <a:spLocks noGrp="1"/>
          </ns0:cNvSpPr>
          <ns0:nvPr/>
        </ns0:nvSpPr>
        <ns0:spPr>
          <a:xfrm>
            <a:off x="472916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4" name="">
            <a:extLst>
              <a:ext uri="{FF2B5EF4-FFF2-40B4-BE49-F238E27FC236}">
                <ns2:creationId id="{AB42EFED-2F53-45BE-A361-C315C9227941}"/>
              </a:ext>
            </a:extLst>
          </ns0:cNvPr>
          <ns0:cNvSpPr>
            <a:spLocks noGrp="1"/>
          </ns0:cNvSpPr>
          <ns0:nvPr/>
        </ns0:nvSpPr>
        <ns0:spPr>
          <a:xfrm>
            <a:off x="477678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 TECH IBBA I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B39F3A54-161E-4533-A8B2-E9F88D527DD2}"/>
              </a:ext>
            </a:extLst>
          </ns0:cNvPr>
          <ns0:cNvSpPr>
            <a:spLocks noGrp="1"/>
          </ns0:cNvSpPr>
          <ns0:nvPr/>
        </ns0:nvSpPr>
        <ns0:spPr>
          <a:xfrm>
            <a:off x="477678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R$ 9,4 mi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B9B2D27F-92EF-4BD0-8C70-FBCC22D085F2}"/>
              </a:ext>
            </a:extLst>
          </ns0:cNvPr>
          <ns0:cNvSpPr>
            <a:spLocks noGrp="1"/>
          </ns0:cNvSpPr>
          <ns0:nvPr/>
        </ns0:nvSpPr>
        <ns0:spPr>
          <a:xfrm>
            <a:off x="611505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83186E7E-E8D7-42C8-9DE7-6DC27A265297}"/>
              </a:ext>
            </a:extLst>
          </ns0:cNvPr>
          <ns0:cNvSpPr>
            <a:spLocks noGrp="1"/>
          </ns0:cNvSpPr>
          <ns0:nvPr/>
        </ns0:nvSpPr>
        <ns0:spPr>
          <a:xfrm>
            <a:off x="616267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TALÓ 1</a:t>
            </a:r>
          </a:p>
        </ns0:txBody>
      </ns0:sp>
      <ns0:sp>
        <ns0:nvSpPr>
          <ns0:cNvPr id="158" name="">
            <a:extLst>
              <a:ext uri="{FF2B5EF4-FFF2-40B4-BE49-F238E27FC236}">
                <ns2:creationId id="{C1F1DE3D-A725-4D31-BEC7-36C5B30B2102}"/>
              </a:ext>
            </a:extLst>
          </ns0:cNvPr>
          <ns0:cNvSpPr>
            <a:spLocks noGrp="1"/>
          </ns0:cNvSpPr>
          <ns0:nvPr/>
        </ns0:nvSpPr>
        <ns0:spPr>
          <a:xfrm>
            <a:off x="616267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R$ 7,0 mi</a:t>
            </a:r>
          </a:p>
        </ns0:txBody>
      </ns0:sp>
      <ns0:sp>
        <ns0:nvSpPr>
          <ns0:cNvPr id="159" name="">
            <a:extLst>
              <a:ext uri="{FF2B5EF4-FFF2-40B4-BE49-F238E27FC236}">
                <ns2:creationId id="{AC088380-E02D-4AC2-BF89-49062EC2F4FD}"/>
              </a:ext>
            </a:extLst>
          </ns0:cNvPr>
          <ns0:cNvSpPr>
            <a:spLocks noGrp="1"/>
          </ns0:cNvSpPr>
          <ns0:nvPr/>
        </ns0:nvSpPr>
        <ns0:spPr>
          <a:xfrm>
            <a:off x="750093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0" name="">
            <a:extLst>
              <a:ext uri="{FF2B5EF4-FFF2-40B4-BE49-F238E27FC236}">
                <ns2:creationId id="{798EE82D-5821-4132-973E-D39ADD0BF2D4}"/>
              </a:ext>
            </a:extLst>
          </ns0:cNvPr>
          <ns0:cNvSpPr>
            <a:spLocks noGrp="1"/>
          </ns0:cNvSpPr>
          <ns0:nvPr/>
        </ns0:nvSpPr>
        <ns0:spPr>
          <a:xfrm>
            <a:off x="754856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AGRO BR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551F87D2-9A82-4555-A6D6-27226A35207D}"/>
              </a:ext>
            </a:extLst>
          </ns0:cNvPr>
          <ns0:cNvSpPr>
            <a:spLocks noGrp="1"/>
          </ns0:cNvSpPr>
          <ns0:nvPr/>
        </ns0:nvSpPr>
        <ns0:spPr>
          <a:xfrm>
            <a:off x="754856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R$ 0,6 mi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A8D11B39-527F-4F57-BD07-679059652DF2}"/>
              </a:ext>
            </a:extLst>
          </ns0:cNvPr>
          <ns0:cNvSpPr>
            <a:spLocks noGrp="1"/>
          </ns0:cNvSpPr>
          <ns0:nvPr/>
        </ns0:nvSpPr>
        <ns0:spPr>
          <a:xfrm>
            <a:off x="888682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461D9E59-F976-4855-A8EA-314D80596435}"/>
              </a:ext>
            </a:extLst>
          </ns0:cNvPr>
          <ns0:cNvSpPr>
            <a:spLocks noGrp="1"/>
          </ns0:cNvSpPr>
          <ns0:nvPr/>
        </ns0:nvSpPr>
        <ns0:spPr>
          <a:xfrm>
            <a:off x="893445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AGRICONNECTION FIAGRO</a:t>
            </a:r>
          </a:p>
        </ns0:txBody>
      </ns0:sp>
      <ns0:sp>
        <ns0:nvSpPr>
          <ns0:cNvPr id="164" name="">
            <a:extLst>
              <a:ext uri="{FF2B5EF4-FFF2-40B4-BE49-F238E27FC236}">
                <ns2:creationId id="{F0A4B284-13FE-4750-8EF9-226ED1D6F2D5}"/>
              </a:ext>
            </a:extLst>
          </ns0:cNvPr>
          <ns0:cNvSpPr>
            <a:spLocks noGrp="1"/>
          </ns0:cNvSpPr>
          <ns0:nvPr/>
        </ns0:nvSpPr>
        <ns0:spPr>
          <a:xfrm>
            <a:off x="893445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5" name="">
            <a:extLst>
              <a:ext uri="{FF2B5EF4-FFF2-40B4-BE49-F238E27FC236}">
                <ns2:creationId id="{EB6C8C4C-BEE9-4804-85BA-612C2C8018F8}"/>
              </a:ext>
            </a:extLst>
          </ns0:cNvPr>
          <ns0:cNvSpPr>
            <a:spLocks noGrp="1"/>
          </ns0:cNvSpPr>
          <ns0:nvPr/>
        </ns0:nvSpPr>
        <ns0:spPr>
          <a:xfrm>
            <a:off x="1027271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6" name="">
            <a:extLst>
              <a:ext uri="{FF2B5EF4-FFF2-40B4-BE49-F238E27FC236}">
                <ns2:creationId id="{F64FA34F-F970-4790-955E-B87FEF641955}"/>
              </a:ext>
            </a:extLst>
          </ns0:cNvPr>
          <ns0:cNvSpPr>
            <a:spLocks noGrp="1"/>
          </ns0:cNvSpPr>
          <ns0:nvPr/>
        </ns0:nvSpPr>
        <ns0:spPr>
          <a:xfrm>
            <a:off x="1032033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BOASAFRA DO AGRONEGÓCIO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4CA5B84E-91D7-485E-A194-6BDB637C0CA6}"/>
              </a:ext>
            </a:extLst>
          </ns0:cNvPr>
          <ns0:cNvSpPr>
            <a:spLocks noGrp="1"/>
          </ns0:cNvSpPr>
          <ns0:nvPr/>
        </ns0:nvSpPr>
        <ns0:spPr>
          <a:xfrm>
            <a:off x="1032033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B099A2CD-F773-41DA-B269-2EBD9A866808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5A6AC960-64BB-46CA-AB5B-1776AB02E97A}"/>
              </a:ext>
            </a:extLst>
          </ns0:cNvPr>
          <ns0:cNvSpPr>
            <a:spLocks noGrp="1"/>
          </ns0:cNvSpPr>
          <ns0:nvPr/>
        </ns0:nvSpPr>
        <ns0:spPr>
          <a:xfrm>
            <a:off x="61912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CHEMICAL XIII - - INDÚSTRIA</a:t>
            </a:r>
          </a:p>
        </ns0:txBody>
      </ns0:sp>
      <ns0:sp>
        <ns0:nvSpPr>
          <ns0:cNvPr id="170" name="">
            <a:extLst>
              <a:ext uri="{FF2B5EF4-FFF2-40B4-BE49-F238E27FC236}">
                <ns2:creationId id="{639C20CC-3198-42A3-8915-A6311FE01D24}"/>
              </a:ext>
            </a:extLst>
          </ns0:cNvPr>
          <ns0:cNvSpPr>
            <a:spLocks noGrp="1"/>
          </ns0:cNvSpPr>
          <ns0:nvPr/>
        </ns0:nvSpPr>
        <ns0:spPr>
          <a:xfrm>
            <a:off x="61912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1" name="">
            <a:extLst>
              <a:ext uri="{FF2B5EF4-FFF2-40B4-BE49-F238E27FC236}">
                <ns2:creationId id="{F59D03D3-E41F-4FA5-B848-D14CE6A5F2A2}"/>
              </a:ext>
            </a:extLst>
          </ns0:cNvPr>
          <ns0:cNvSpPr>
            <a:spLocks noGrp="1"/>
          </ns0:cNvSpPr>
          <ns0:nvPr/>
        </ns0:nvSpPr>
        <ns0:spPr>
          <a:xfrm>
            <a:off x="195738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2" name="">
            <a:extLst>
              <a:ext uri="{FF2B5EF4-FFF2-40B4-BE49-F238E27FC236}">
                <ns2:creationId id="{1A34FAF5-046A-41D6-8C7C-30BF2EDAD433}"/>
              </a:ext>
            </a:extLst>
          </ns0:cNvPr>
          <ns0:cNvSpPr>
            <a:spLocks noGrp="1"/>
          </ns0:cNvSpPr>
          <ns0:nvPr/>
        </ns0:nvSpPr>
        <ns0:spPr>
          <a:xfrm>
            <a:off x="200501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EDUCACIONAL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8E0EABDA-D38A-4345-A041-AC5F85E5F067}"/>
              </a:ext>
            </a:extLst>
          </ns0:cNvPr>
          <ns0:cNvSpPr>
            <a:spLocks noGrp="1"/>
          </ns0:cNvSpPr>
          <ns0:nvPr/>
        </ns0:nvSpPr>
        <ns0:spPr>
          <a:xfrm>
            <a:off x="200501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97D99E82-2F4C-48AC-97B7-34636EBCA2A1}"/>
              </a:ext>
            </a:extLst>
          </ns0:cNvPr>
          <ns0:cNvSpPr>
            <a:spLocks noGrp="1"/>
          </ns0:cNvSpPr>
          <ns0:nvPr/>
        </ns0:nvSpPr>
        <ns0:spPr>
          <a:xfrm>
            <a:off x="334327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27559A34-2997-4272-A41D-C33B509FA296}"/>
              </a:ext>
            </a:extLst>
          </ns0:cNvPr>
          <ns0:cNvSpPr>
            <a:spLocks noGrp="1"/>
          </ns0:cNvSpPr>
          <ns0:nvPr/>
        </ns0:nvSpPr>
        <ns0:spPr>
          <a:xfrm>
            <a:off x="339090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FARMTECH SYNGENTA</a:t>
            </a:r>
          </a:p>
        </ns0:txBody>
      </ns0:sp>
      <ns0:sp>
        <ns0:nvSpPr>
          <ns0:cNvPr id="176" name="">
            <a:extLst>
              <a:ext uri="{FF2B5EF4-FFF2-40B4-BE49-F238E27FC236}">
                <ns2:creationId id="{F78AAA5F-B0EC-4C19-9569-29D4E2DFC337}"/>
              </a:ext>
            </a:extLst>
          </ns0:cNvPr>
          <ns0:cNvSpPr>
            <a:spLocks noGrp="1"/>
          </ns0:cNvSpPr>
          <ns0:nvPr/>
        </ns0:nvSpPr>
        <ns0:spPr>
          <a:xfrm>
            <a:off x="339090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7" name="">
            <a:extLst>
              <a:ext uri="{FF2B5EF4-FFF2-40B4-BE49-F238E27FC236}">
                <ns2:creationId id="{FDB2BDE3-2CE7-43E6-A32B-0E87CED284D3}"/>
              </a:ext>
            </a:extLst>
          </ns0:cNvPr>
          <ns0:cNvSpPr>
            <a:spLocks noGrp="1"/>
          </ns0:cNvSpPr>
          <ns0:nvPr/>
        </ns0:nvSpPr>
        <ns0:spPr>
          <a:xfrm>
            <a:off x="472916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8" name="">
            <a:extLst>
              <a:ext uri="{FF2B5EF4-FFF2-40B4-BE49-F238E27FC236}">
                <ns2:creationId id="{F0B5B977-A776-4B6A-98BA-ADA123110599}"/>
              </a:ext>
            </a:extLst>
          </ns0:cNvPr>
          <ns0:cNvSpPr>
            <a:spLocks noGrp="1"/>
          </ns0:cNvSpPr>
          <ns0:nvPr/>
        </ns0:nvSpPr>
        <ns0:spPr>
          <a:xfrm>
            <a:off x="477678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FATOR TARKEN FIAGRO</a:t>
            </a:r>
          </a:p>
        </ns0:txBody>
      </ns0:sp>
      <ns0:sp>
        <ns0:nvSpPr>
          <ns0:cNvPr id="179" name="">
            <a:extLst>
              <a:ext uri="{FF2B5EF4-FFF2-40B4-BE49-F238E27FC236}">
                <ns2:creationId id="{74D82995-F7FC-4DF5-BAE4-B3837C5CC896}"/>
              </a:ext>
            </a:extLst>
          </ns0:cNvPr>
          <ns0:cNvSpPr>
            <a:spLocks noGrp="1"/>
          </ns0:cNvSpPr>
          <ns0:nvPr/>
        </ns0:nvSpPr>
        <ns0:spPr>
          <a:xfrm>
            <a:off x="477678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0564BE9D-AAEF-4023-B8D5-C2F171D3CC99}"/>
              </a:ext>
            </a:extLst>
          </ns0:cNvPr>
          <ns0:cNvSpPr>
            <a:spLocks noGrp="1"/>
          </ns0:cNvSpPr>
          <ns0:nvPr/>
        </ns0:nvSpPr>
        <ns0:spPr>
          <a:xfrm>
            <a:off x="611505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3FC1DE63-B742-4AA1-BE86-8FE78118E9A4}"/>
              </a:ext>
            </a:extLst>
          </ns0:cNvPr>
          <ns0:cNvSpPr>
            <a:spLocks noGrp="1"/>
          </ns0:cNvSpPr>
          <ns0:nvPr/>
        </ns0:nvSpPr>
        <ns0:spPr>
          <a:xfrm>
            <a:off x="616267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ASAAS II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C4698499-FA56-4492-A80F-318FDDA4FBEB}"/>
              </a:ext>
            </a:extLst>
          </ns0:cNvPr>
          <ns0:cNvSpPr>
            <a:spLocks noGrp="1"/>
          </ns0:cNvSpPr>
          <ns0:nvPr/>
        </ns0:nvSpPr>
        <ns0:spPr>
          <a:xfrm>
            <a:off x="616267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3" name="">
            <a:extLst>
              <a:ext uri="{FF2B5EF4-FFF2-40B4-BE49-F238E27FC236}">
                <ns2:creationId id="{61D43619-90E3-47D1-8A99-A90E7FB0E275}"/>
              </a:ext>
            </a:extLst>
          </ns0:cNvPr>
          <ns0:cNvSpPr>
            <a:spLocks noGrp="1"/>
          </ns0:cNvSpPr>
          <ns0:nvPr/>
        </ns0:nvSpPr>
        <ns0:spPr>
          <a:xfrm>
            <a:off x="750093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4" name="">
            <a:extLst>
              <a:ext uri="{FF2B5EF4-FFF2-40B4-BE49-F238E27FC236}">
                <ns2:creationId id="{2E82F70C-A560-4FB4-8C68-4F314AA8C294}"/>
              </a:ext>
            </a:extLst>
          </ns0:cNvPr>
          <ns0:cNvSpPr>
            <a:spLocks noGrp="1"/>
          </ns0:cNvSpPr>
          <ns0:nvPr/>
        </ns0:nvSpPr>
        <ns0:spPr>
          <a:xfrm>
            <a:off x="754856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LIVERPOOL</a:t>
            </a:r>
          </a:p>
        </ns0:txBody>
      </ns0:sp>
      <ns0:sp>
        <ns0:nvSpPr>
          <ns0:cNvPr id="185" name="">
            <a:extLst>
              <a:ext uri="{FF2B5EF4-FFF2-40B4-BE49-F238E27FC236}">
                <ns2:creationId id="{412F72B6-6221-4C5E-9CAA-DA90A9BA337F}"/>
              </a:ext>
            </a:extLst>
          </ns0:cNvPr>
          <ns0:cNvSpPr>
            <a:spLocks noGrp="1"/>
          </ns0:cNvSpPr>
          <ns0:nvPr/>
        </ns0:nvSpPr>
        <ns0:spPr>
          <a:xfrm>
            <a:off x="754856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7AC493A0-C810-42B2-B8AC-B81E8D6DA33F}"/>
              </a:ext>
            </a:extLst>
          </ns0:cNvPr>
          <ns0:cNvSpPr>
            <a:spLocks noGrp="1"/>
          </ns0:cNvSpPr>
          <ns0:nvPr/>
        </ns0:nvSpPr>
        <ns0:spPr>
          <a:xfrm>
            <a:off x="888682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CBC891B8-0590-44BA-A9FE-56FB8CBF09B1}"/>
              </a:ext>
            </a:extLst>
          </ns0:cNvPr>
          <ns0:cNvSpPr>
            <a:spLocks noGrp="1"/>
          </ns0:cNvSpPr>
          <ns0:nvPr/>
        </ns0:nvSpPr>
        <ns0:spPr>
          <a:xfrm>
            <a:off x="893445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 DE INVESTIMENTO NAS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EF757C16-004E-4738-85A6-55D0B88E1A3C}"/>
              </a:ext>
            </a:extLst>
          </ns0:cNvPr>
          <ns0:cNvSpPr>
            <a:spLocks noGrp="1"/>
          </ns0:cNvSpPr>
          <ns0:nvPr/>
        </ns0:nvSpPr>
        <ns0:spPr>
          <a:xfrm>
            <a:off x="893445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9" name="">
            <a:extLst>
              <a:ext uri="{FF2B5EF4-FFF2-40B4-BE49-F238E27FC236}">
                <ns2:creationId id="{90493332-8348-4FEF-B034-69DFB58063BE}"/>
              </a:ext>
            </a:extLst>
          </ns0:cNvPr>
          <ns0:cNvSpPr>
            <a:spLocks noGrp="1"/>
          </ns0:cNvSpPr>
          <ns0:nvPr/>
        </ns0:nvSpPr>
        <ns0:spPr>
          <a:xfrm>
            <a:off x="1027271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0" name="">
            <a:extLst>
              <a:ext uri="{FF2B5EF4-FFF2-40B4-BE49-F238E27FC236}">
                <ns2:creationId id="{2FA3FBCE-A851-4644-BB52-28098F2E7B0D}"/>
              </a:ext>
            </a:extLst>
          </ns0:cNvPr>
          <ns0:cNvSpPr>
            <a:spLocks noGrp="1"/>
          </ns0:cNvSpPr>
          <ns0:nvPr/>
        </ns0:nvSpPr>
        <ns0:spPr>
          <a:xfrm>
            <a:off x="1032033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HELM FUNDO DE INVESTIMENTO</a:t>
            </a:r>
          </a:p>
        </ns0:txBody>
      </ns0:sp>
      <ns0:sp>
        <ns0:nvSpPr>
          <ns0:cNvPr id="191" name="">
            <a:extLst>
              <a:ext uri="{FF2B5EF4-FFF2-40B4-BE49-F238E27FC236}">
                <ns2:creationId id="{1577AB96-3681-42E1-A2C2-E5E73C0A6BA9}"/>
              </a:ext>
            </a:extLst>
          </ns0:cNvPr>
          <ns0:cNvSpPr>
            <a:spLocks noGrp="1"/>
          </ns0:cNvSpPr>
          <ns0:nvPr/>
        </ns0:nvSpPr>
        <ns0:spPr>
          <a:xfrm>
            <a:off x="1032033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FEF38A83-BF1F-444B-88D0-3FC67A1F4714}"/>
              </a:ext>
            </a:extLst>
          </ns0:cNvPr>
          <ns0:cNvSpPr>
            <a:spLocks noGrp="1"/>
          </ns0:cNvSpPr>
          <ns0:nvPr/>
        </ns0:nvSpPr>
        <ns0:spPr>
          <a:xfrm>
            <a:off x="57150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50A9045A-B9C5-425C-B0E4-62A8A7F7FA98}"/>
              </a:ext>
            </a:extLst>
          </ns0:cNvPr>
          <ns0:cNvSpPr>
            <a:spLocks noGrp="1"/>
          </ns0:cNvSpPr>
          <ns0:nvPr/>
        </ns0:nvSpPr>
        <ns0:spPr>
          <a:xfrm>
            <a:off x="61912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FIAGRO -</a:t>
            </a:r>
          </a:p>
        </ns0:txBody>
      </ns0:sp>
      <ns0:sp>
        <ns0:nvSpPr>
          <ns0:cNvPr id="194" name="">
            <a:extLst>
              <a:ext uri="{FF2B5EF4-FFF2-40B4-BE49-F238E27FC236}">
                <ns2:creationId id="{660D5048-D593-4F94-9E59-6608625D152D}"/>
              </a:ext>
            </a:extLst>
          </ns0:cNvPr>
          <ns0:cNvSpPr>
            <a:spLocks noGrp="1"/>
          </ns0:cNvSpPr>
          <ns0:nvPr/>
        </ns0:nvSpPr>
        <ns0:spPr>
          <a:xfrm>
            <a:off x="61912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5" name="">
            <a:extLst>
              <a:ext uri="{FF2B5EF4-FFF2-40B4-BE49-F238E27FC236}">
                <ns2:creationId id="{6DF1A066-9CCE-4EC0-8688-8EA291541EE0}"/>
              </a:ext>
            </a:extLst>
          </ns0:cNvPr>
          <ns0:cNvSpPr>
            <a:spLocks noGrp="1"/>
          </ns0:cNvSpPr>
          <ns0:nvPr/>
        </ns0:nvSpPr>
        <ns0:spPr>
          <a:xfrm>
            <a:off x="195738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6" name="">
            <a:extLst>
              <a:ext uri="{FF2B5EF4-FFF2-40B4-BE49-F238E27FC236}">
                <ns2:creationId id="{97D6F510-FCC6-4820-86B1-FB03EF866F12}"/>
              </a:ext>
            </a:extLst>
          </ns0:cNvPr>
          <ns0:cNvSpPr>
            <a:spLocks noGrp="1"/>
          </ns0:cNvSpPr>
          <ns0:nvPr/>
        </ns0:nvSpPr>
        <ns0:spPr>
          <a:xfrm>
            <a:off x="200501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II FIAGRO -</a:t>
            </a:r>
          </a:p>
        </ns0:txBody>
      </ns0:sp>
      <ns0:sp>
        <ns0:nvSpPr>
          <ns0:cNvPr id="197" name="">
            <a:extLst>
              <a:ext uri="{FF2B5EF4-FFF2-40B4-BE49-F238E27FC236}">
                <ns2:creationId id="{8386AF06-85B7-45FA-B377-8164DEBF520B}"/>
              </a:ext>
            </a:extLst>
          </ns0:cNvPr>
          <ns0:cNvSpPr>
            <a:spLocks noGrp="1"/>
          </ns0:cNvSpPr>
          <ns0:nvPr/>
        </ns0:nvSpPr>
        <ns0:spPr>
          <a:xfrm>
            <a:off x="200501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8" name="">
            <a:extLst>
              <a:ext uri="{FF2B5EF4-FFF2-40B4-BE49-F238E27FC236}">
                <ns2:creationId id="{1E1D92E1-75AA-4D7E-A8F8-C0586FB43968}"/>
              </a:ext>
            </a:extLst>
          </ns0:cNvPr>
          <ns0:cNvSpPr>
            <a:spLocks noGrp="1"/>
          </ns0:cNvSpPr>
          <ns0:nvPr/>
        </ns0:nvSpPr>
        <ns0:spPr>
          <a:xfrm>
            <a:off x="334327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9" name="">
            <a:extLst>
              <a:ext uri="{FF2B5EF4-FFF2-40B4-BE49-F238E27FC236}">
                <ns2:creationId id="{E20B61A6-6A37-4FED-8C4D-BD648067E0A6}"/>
              </a:ext>
            </a:extLst>
          </ns0:cNvPr>
          <ns0:cNvSpPr>
            <a:spLocks noGrp="1"/>
          </ns0:cNvSpPr>
          <ns0:nvPr/>
        </ns0:nvSpPr>
        <ns0:spPr>
          <a:xfrm>
            <a:off x="339090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NAGRO OIKOS FUNDO DE</a:t>
            </a:r>
          </a:p>
        </ns0:txBody>
      </ns0:sp>
      <ns0:sp>
        <ns0:nvSpPr>
          <ns0:cNvPr id="200" name="">
            <a:extLst>
              <a:ext uri="{FF2B5EF4-FFF2-40B4-BE49-F238E27FC236}">
                <ns2:creationId id="{D1349320-D236-4138-810A-E5615E05A815}"/>
              </a:ext>
            </a:extLst>
          </ns0:cNvPr>
          <ns0:cNvSpPr>
            <a:spLocks noGrp="1"/>
          </ns0:cNvSpPr>
          <ns0:nvPr/>
        </ns0:nvSpPr>
        <ns0:spPr>
          <a:xfrm>
            <a:off x="339090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1" name="">
            <a:extLst>
              <a:ext uri="{FF2B5EF4-FFF2-40B4-BE49-F238E27FC236}">
                <ns2:creationId id="{551443AD-46C0-418B-A228-C940EE366980}"/>
              </a:ext>
            </a:extLst>
          </ns0:cNvPr>
          <ns0:cNvSpPr>
            <a:spLocks noGrp="1"/>
          </ns0:cNvSpPr>
          <ns0:nvPr/>
        </ns0:nvSpPr>
        <ns0:spPr>
          <a:xfrm>
            <a:off x="4729163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2" name="">
            <a:extLst>
              <a:ext uri="{FF2B5EF4-FFF2-40B4-BE49-F238E27FC236}">
                <ns2:creationId id="{A1EF2DB4-6768-4997-8A83-16AAE04D4C94}"/>
              </a:ext>
            </a:extLst>
          </ns0:cNvPr>
          <ns0:cNvSpPr>
            <a:spLocks noGrp="1"/>
          </ns0:cNvSpPr>
          <ns0:nvPr/>
        </ns0:nvSpPr>
        <ns0:spPr>
          <a:xfrm>
            <a:off x="477678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PONTO RURAL FIAGRO</a:t>
            </a:r>
          </a:p>
        </ns0:txBody>
      </ns0:sp>
      <ns0:sp>
        <ns0:nvSpPr>
          <ns0:cNvPr id="203" name="">
            <a:extLst>
              <a:ext uri="{FF2B5EF4-FFF2-40B4-BE49-F238E27FC236}">
                <ns2:creationId id="{C8048B38-2AB6-4B23-B606-EAC5AF1901C2}"/>
              </a:ext>
            </a:extLst>
          </ns0:cNvPr>
          <ns0:cNvSpPr>
            <a:spLocks noGrp="1"/>
          </ns0:cNvSpPr>
          <ns0:nvPr/>
        </ns0:nvSpPr>
        <ns0:spPr>
          <a:xfrm>
            <a:off x="477678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4" name="">
            <a:extLst>
              <a:ext uri="{FF2B5EF4-FFF2-40B4-BE49-F238E27FC236}">
                <ns2:creationId id="{62855D29-FEF6-44A5-8356-9D32E9E4B9A5}"/>
              </a:ext>
            </a:extLst>
          </ns0:cNvPr>
          <ns0:cNvSpPr>
            <a:spLocks noGrp="1"/>
          </ns0:cNvSpPr>
          <ns0:nvPr/>
        </ns0:nvSpPr>
        <ns0:spPr>
          <a:xfrm>
            <a:off x="611505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5" name="">
            <a:extLst>
              <a:ext uri="{FF2B5EF4-FFF2-40B4-BE49-F238E27FC236}">
                <ns2:creationId id="{BE94B36B-5038-4C59-B725-335952862D03}"/>
              </a:ext>
            </a:extLst>
          </ns0:cNvPr>
          <ns0:cNvSpPr>
            <a:spLocks noGrp="1"/>
          </ns0:cNvSpPr>
          <ns0:nvPr/>
        </ns0:nvSpPr>
        <ns0:spPr>
          <a:xfrm>
            <a:off x="616267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TMAQ 21 DE ARRANJOS DE</a:t>
            </a:r>
          </a:p>
        </ns0:txBody>
      </ns0:sp>
      <ns0:sp>
        <ns0:nvSpPr>
          <ns0:cNvPr id="206" name="">
            <a:extLst>
              <a:ext uri="{FF2B5EF4-FFF2-40B4-BE49-F238E27FC236}">
                <ns2:creationId id="{86410C13-4D7C-4D0A-B5E7-0DBECD672D5D}"/>
              </a:ext>
            </a:extLst>
          </ns0:cNvPr>
          <ns0:cNvSpPr>
            <a:spLocks noGrp="1"/>
          </ns0:cNvSpPr>
          <ns0:nvPr/>
        </ns0:nvSpPr>
        <ns0:spPr>
          <a:xfrm>
            <a:off x="616267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7" name="">
            <a:extLst>
              <a:ext uri="{FF2B5EF4-FFF2-40B4-BE49-F238E27FC236}">
                <ns2:creationId id="{B3B8539E-AC18-45AC-BF7E-16E9966C80DB}"/>
              </a:ext>
            </a:extLst>
          </ns0:cNvPr>
          <ns0:cNvSpPr>
            <a:spLocks noGrp="1"/>
          </ns0:cNvSpPr>
          <ns0:nvPr/>
        </ns0:nvSpPr>
        <ns0:spPr>
          <a:xfrm>
            <a:off x="750093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8" name="">
            <a:extLst>
              <a:ext uri="{FF2B5EF4-FFF2-40B4-BE49-F238E27FC236}">
                <ns2:creationId id="{12301740-123E-48A0-B872-7DA7F6486201}"/>
              </a:ext>
            </a:extLst>
          </ns0:cNvPr>
          <ns0:cNvSpPr>
            <a:spLocks noGrp="1"/>
          </ns0:cNvSpPr>
          <ns0:nvPr/>
        </ns0:nvSpPr>
        <ns0:spPr>
          <a:xfrm>
            <a:off x="754856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TRÊS TENTOS FIAGRO</a:t>
            </a:r>
          </a:p>
        </ns0:txBody>
      </ns0:sp>
      <ns0:sp>
        <ns0:nvSpPr>
          <ns0:cNvPr id="209" name="">
            <a:extLst>
              <a:ext uri="{FF2B5EF4-FFF2-40B4-BE49-F238E27FC236}">
                <ns2:creationId id="{7D558056-51C2-40A0-A3CE-4119E178C8BD}"/>
              </a:ext>
            </a:extLst>
          </ns0:cNvPr>
          <ns0:cNvSpPr>
            <a:spLocks noGrp="1"/>
          </ns0:cNvSpPr>
          <ns0:nvPr/>
        </ns0:nvSpPr>
        <ns0:spPr>
          <a:xfrm>
            <a:off x="754856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0" name="">
            <a:extLst>
              <a:ext uri="{FF2B5EF4-FFF2-40B4-BE49-F238E27FC236}">
                <ns2:creationId id="{4FE4CDF2-05FC-45B3-8B22-6050DB1329CE}"/>
              </a:ext>
            </a:extLst>
          </ns0:cNvPr>
          <ns0:cNvSpPr>
            <a:spLocks noGrp="1"/>
          </ns0:cNvSpPr>
          <ns0:nvPr/>
        </ns0:nvSpPr>
        <ns0:spPr>
          <a:xfrm>
            <a:off x="888682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11" name="">
            <a:extLst>
              <a:ext uri="{FF2B5EF4-FFF2-40B4-BE49-F238E27FC236}">
                <ns2:creationId id="{1F90AD83-06D3-468A-B3CB-2E9BF1EC3619}"/>
              </a:ext>
            </a:extLst>
          </ns0:cNvPr>
          <ns0:cNvSpPr>
            <a:spLocks noGrp="1"/>
          </ns0:cNvSpPr>
          <ns0:nvPr/>
        </ns0:nvSpPr>
        <ns0:spPr>
          <a:xfrm>
            <a:off x="893445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UBYFOL AGRO III FUNDO DE</a:t>
            </a:r>
          </a:p>
        </ns0:txBody>
      </ns0:sp>
      <ns0:sp>
        <ns0:nvSpPr>
          <ns0:cNvPr id="212" name="">
            <a:extLst>
              <a:ext uri="{FF2B5EF4-FFF2-40B4-BE49-F238E27FC236}">
                <ns2:creationId id="{4994EFD5-046A-4D0B-9581-D706F5BE7887}"/>
              </a:ext>
            </a:extLst>
          </ns0:cNvPr>
          <ns0:cNvSpPr>
            <a:spLocks noGrp="1"/>
          </ns0:cNvSpPr>
          <ns0:nvPr/>
        </ns0:nvSpPr>
        <ns0:spPr>
          <a:xfrm>
            <a:off x="893445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3" name="">
            <a:extLst>
              <a:ext uri="{FF2B5EF4-FFF2-40B4-BE49-F238E27FC236}">
                <ns2:creationId id="{CD50F3A0-466F-440E-82BD-48EF780B50BC}"/>
              </a:ext>
            </a:extLst>
          </ns0:cNvPr>
          <ns0:cNvSpPr>
            <a:spLocks noGrp="1"/>
          </ns0:cNvSpPr>
          <ns0:nvPr/>
        </ns0:nvSpPr>
        <ns0:spPr>
          <a:xfrm>
            <a:off x="10272713" y="403860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4" name="">
            <a:extLst>
              <a:ext uri="{FF2B5EF4-FFF2-40B4-BE49-F238E27FC236}">
                <ns2:creationId id="{E8F8499F-E2C6-4C5D-93D2-D5385B593A45}"/>
              </a:ext>
            </a:extLst>
          </ns0:cNvPr>
          <ns0:cNvSpPr>
            <a:spLocks noGrp="1"/>
          </ns0:cNvSpPr>
          <ns0:nvPr/>
        </ns0:nvSpPr>
        <ns0:spPr>
          <a:xfrm>
            <a:off x="1032033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VTK</a:t>
            </a:r>
          </a:p>
        </ns0:txBody>
      </ns0:sp>
      <ns0:sp>
        <ns0:nvSpPr>
          <ns0:cNvPr id="215" name="">
            <a:extLst>
              <a:ext uri="{FF2B5EF4-FFF2-40B4-BE49-F238E27FC236}">
                <ns2:creationId id="{54D50F62-7236-4BC6-A0BA-82742F69AF0C}"/>
              </a:ext>
            </a:extLst>
          </ns0:cNvPr>
          <ns0:cNvSpPr>
            <a:spLocks noGrp="1"/>
          </ns0:cNvSpPr>
          <ns0:nvPr/>
        </ns0:nvSpPr>
        <ns0:spPr>
          <a:xfrm>
            <a:off x="1032033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16" name="">
            <a:extLst>
              <a:ext uri="{FF2B5EF4-FFF2-40B4-BE49-F238E27FC236}">
                <ns2:creationId id="{D6C5E419-982C-4B51-9128-41ED956C0964}"/>
              </a:ext>
            </a:extLst>
          </ns0:cNvPr>
          <ns0:cNvSpPr>
            <a:spLocks noGrp="1"/>
          </ns0:cNvSpPr>
          <ns0:nvPr/>
        </ns0:nvSpPr>
        <ns0:spPr>
          <a:xfrm>
            <a:off x="571500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7" name="">
            <a:extLst>
              <a:ext uri="{FF2B5EF4-FFF2-40B4-BE49-F238E27FC236}">
                <ns2:creationId id="{91E2D8EE-092A-4B2B-86D6-B9F61337971B}"/>
              </a:ext>
            </a:extLst>
          </ns0:cNvPr>
          <ns0:cNvSpPr>
            <a:spLocks noGrp="1"/>
          </ns0:cNvSpPr>
          <ns0:nvPr/>
        </ns0:nvSpPr>
        <ns0:spPr>
          <a:xfrm>
            <a:off x="61912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AGIBANK II</a:t>
            </a:r>
          </a:p>
        </ns0:txBody>
      </ns0:sp>
      <ns0:sp>
        <ns0:nvSpPr>
          <ns0:cNvPr id="218" name="">
            <a:extLst>
              <a:ext uri="{FF2B5EF4-FFF2-40B4-BE49-F238E27FC236}">
                <ns2:creationId id="{6C47DA79-D382-4AED-9516-0EEFAB5C55D4}"/>
              </a:ext>
            </a:extLst>
          </ns0:cNvPr>
          <ns0:cNvSpPr>
            <a:spLocks noGrp="1"/>
          </ns0:cNvSpPr>
          <ns0:nvPr/>
        </ns0:nvSpPr>
        <ns0:spPr>
          <a:xfrm>
            <a:off x="61912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R$ 3,0 bi</a:t>
            </a:r>
          </a:p>
        </ns0:txBody>
      </ns0:sp>
      <ns0:sp>
        <ns0:nvSpPr>
          <ns0:cNvPr id="219" name="">
            <a:extLst>
              <a:ext uri="{FF2B5EF4-FFF2-40B4-BE49-F238E27FC236}">
                <ns2:creationId id="{2CABAECB-3174-4D40-81C6-CF67CCFC6C63}"/>
              </a:ext>
            </a:extLst>
          </ns0:cNvPr>
          <ns0:cNvSpPr>
            <a:spLocks noGrp="1"/>
          </ns0:cNvSpPr>
          <ns0:nvPr/>
        </ns0:nvSpPr>
        <ns0:spPr>
          <a:xfrm>
            <a:off x="1957388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0" name="">
            <a:extLst>
              <a:ext uri="{FF2B5EF4-FFF2-40B4-BE49-F238E27FC236}">
                <ns2:creationId id="{03B3AEEE-ED90-4CC9-9B5D-ACBF93831CBF}"/>
              </a:ext>
            </a:extLst>
          </ns0:cNvPr>
          <ns0:cNvSpPr>
            <a:spLocks noGrp="1"/>
          </ns0:cNvSpPr>
          <ns0:nvPr/>
        </ns0:nvSpPr>
        <ns0:spPr>
          <a:xfrm>
            <a:off x="200501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III</a:t>
            </a:r>
          </a:p>
        </ns0:txBody>
      </ns0:sp>
      <ns0:sp>
        <ns0:nvSpPr>
          <ns0:cNvPr id="221" name="">
            <a:extLst>
              <a:ext uri="{FF2B5EF4-FFF2-40B4-BE49-F238E27FC236}">
                <ns2:creationId id="{9678AD94-4F5E-4FEB-B59E-775EA49630BA}"/>
              </a:ext>
            </a:extLst>
          </ns0:cNvPr>
          <ns0:cNvSpPr>
            <a:spLocks noGrp="1"/>
          </ns0:cNvSpPr>
          <ns0:nvPr/>
        </ns0:nvSpPr>
        <ns0:spPr>
          <a:xfrm>
            <a:off x="200501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222" name="">
            <a:extLst>
              <a:ext uri="{FF2B5EF4-FFF2-40B4-BE49-F238E27FC236}">
                <ns2:creationId id="{1A326B44-5961-4E3E-8CD0-774F6BEAD22C}"/>
              </a:ext>
            </a:extLst>
          </ns0:cNvPr>
          <ns0:cNvSpPr>
            <a:spLocks noGrp="1"/>
          </ns0:cNvSpPr>
          <ns0:nvPr/>
        </ns0:nvSpPr>
        <ns0:spPr>
          <a:xfrm>
            <a:off x="3343275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3" name="">
            <a:extLst>
              <a:ext uri="{FF2B5EF4-FFF2-40B4-BE49-F238E27FC236}">
                <ns2:creationId id="{EB57D97D-E92A-4FC9-86A1-807C98F7D3C9}"/>
              </a:ext>
            </a:extLst>
          </ns0:cNvPr>
          <ns0:cNvSpPr>
            <a:spLocks noGrp="1"/>
          </ns0:cNvSpPr>
          <ns0:nvPr/>
        </ns0:nvSpPr>
        <ns0:spPr>
          <a:xfrm>
            <a:off x="339090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INSS III</a:t>
            </a:r>
          </a:p>
        </ns0:txBody>
      </ns0:sp>
      <ns0:sp>
        <ns0:nvSpPr>
          <ns0:cNvPr id="224" name="">
            <a:extLst>
              <a:ext uri="{FF2B5EF4-FFF2-40B4-BE49-F238E27FC236}">
                <ns2:creationId id="{04701EB3-3C84-41D7-822C-9B70605611E8}"/>
              </a:ext>
            </a:extLst>
          </ns0:cNvPr>
          <ns0:cNvSpPr>
            <a:spLocks noGrp="1"/>
          </ns0:cNvSpPr>
          <ns0:nvPr/>
        </ns0:nvSpPr>
        <ns0:spPr>
          <a:xfrm>
            <a:off x="339090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R$ 664,8 mi</a:t>
            </a:r>
          </a:p>
        </ns0:txBody>
      </ns0:sp>
      <ns0:sp>
        <ns0:nvSpPr>
          <ns0:cNvPr id="225" name="">
            <a:extLst>
              <a:ext uri="{FF2B5EF4-FFF2-40B4-BE49-F238E27FC236}">
                <ns2:creationId id="{DC37E8A0-35A3-4C8E-B082-C9B0A11EF318}"/>
              </a:ext>
            </a:extLst>
          </ns0:cNvPr>
          <ns0:cNvSpPr>
            <a:spLocks noGrp="1"/>
          </ns0:cNvSpPr>
          <ns0:nvPr/>
        </ns0:nvSpPr>
        <ns0:spPr>
          <a:xfrm>
            <a:off x="4729163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6" name="">
            <a:extLst>
              <a:ext uri="{FF2B5EF4-FFF2-40B4-BE49-F238E27FC236}">
                <ns2:creationId id="{DCAC1FC3-B121-4F21-81A7-548B33495509}"/>
              </a:ext>
            </a:extLst>
          </ns0:cNvPr>
          <ns0:cNvSpPr>
            <a:spLocks noGrp="1"/>
          </ns0:cNvSpPr>
          <ns0:nvPr/>
        </ns0:nvSpPr>
        <ns0:spPr>
          <a:xfrm>
            <a:off x="477678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III</a:t>
            </a:r>
          </a:p>
        </ns0:txBody>
      </ns0:sp>
      <ns0:sp>
        <ns0:nvSpPr>
          <ns0:cNvPr id="227" name="">
            <a:extLst>
              <a:ext uri="{FF2B5EF4-FFF2-40B4-BE49-F238E27FC236}">
                <ns2:creationId id="{8A69F951-06DF-4A8D-BF59-CBA5312315DD}"/>
              </a:ext>
            </a:extLst>
          </ns0:cNvPr>
          <ns0:cNvSpPr>
            <a:spLocks noGrp="1"/>
          </ns0:cNvSpPr>
          <ns0:nvPr/>
        </ns0:nvSpPr>
        <ns0:spPr>
          <a:xfrm>
            <a:off x="477678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R$ 33,3 mi</a:t>
            </a:r>
          </a:p>
        </ns0:txBody>
      </ns0:sp>
      <ns0:sp>
        <ns0:nvSpPr>
          <ns0:cNvPr id="228" name="">
            <a:extLst>
              <a:ext uri="{FF2B5EF4-FFF2-40B4-BE49-F238E27FC236}">
                <ns2:creationId id="{BFA419E9-E37A-4140-8628-C15E2DDD0F89}"/>
              </a:ext>
            </a:extLst>
          </ns0:cNvPr>
          <ns0:cNvSpPr>
            <a:spLocks noGrp="1"/>
          </ns0:cNvSpPr>
          <ns0:nvPr/>
        </ns0:nvSpPr>
        <ns0:spPr>
          <a:xfrm>
            <a:off x="6115050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9" name="">
            <a:extLst>
              <a:ext uri="{FF2B5EF4-FFF2-40B4-BE49-F238E27FC236}">
                <ns2:creationId id="{A5875830-9A35-4168-A5F9-C0345C3A35FA}"/>
              </a:ext>
            </a:extLst>
          </ns0:cNvPr>
          <ns0:cNvSpPr>
            <a:spLocks noGrp="1"/>
          </ns0:cNvSpPr>
          <ns0:nvPr/>
        </ns0:nvSpPr>
        <ns0:spPr>
          <a:xfrm>
            <a:off x="616267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III</a:t>
            </a:r>
          </a:p>
        </ns0:txBody>
      </ns0:sp>
      <ns0:sp>
        <ns0:nvSpPr>
          <ns0:cNvPr id="230" name="">
            <a:extLst>
              <a:ext uri="{FF2B5EF4-FFF2-40B4-BE49-F238E27FC236}">
                <ns2:creationId id="{C5F053E5-58DF-40D2-AE94-6992DCCD636F}"/>
              </a:ext>
            </a:extLst>
          </ns0:cNvPr>
          <ns0:cNvSpPr>
            <a:spLocks noGrp="1"/>
          </ns0:cNvSpPr>
          <ns0:nvPr/>
        </ns0:nvSpPr>
        <ns0:spPr>
          <a:xfrm>
            <a:off x="616267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R$ 965,3 mi</a:t>
            </a:r>
          </a:p>
        </ns0:txBody>
      </ns0:sp>
      <ns0:sp>
        <ns0:nvSpPr>
          <ns0:cNvPr id="231" name="">
            <a:extLst>
              <a:ext uri="{FF2B5EF4-FFF2-40B4-BE49-F238E27FC236}">
                <ns2:creationId id="{FBD26290-C81E-4D5D-A577-CE9C59DD4DA1}"/>
              </a:ext>
            </a:extLst>
          </ns0:cNvPr>
          <ns0:cNvSpPr>
            <a:spLocks noGrp="1"/>
          </ns0:cNvSpPr>
          <ns0:nvPr/>
        </ns0:nvSpPr>
        <ns0:spPr>
          <a:xfrm>
            <a:off x="7500938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2" name="">
            <a:extLst>
              <a:ext uri="{FF2B5EF4-FFF2-40B4-BE49-F238E27FC236}">
                <ns2:creationId id="{667246B9-8AE9-4005-985D-8B1B7D2163EB}"/>
              </a:ext>
            </a:extLst>
          </ns0:cNvPr>
          <ns0:cNvSpPr>
            <a:spLocks noGrp="1"/>
          </ns0:cNvSpPr>
          <ns0:nvPr/>
        </ns0:nvSpPr>
        <ns0:spPr>
          <a:xfrm>
            <a:off x="754856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RECEIVABLES II</a:t>
            </a:r>
          </a:p>
        </ns0:txBody>
      </ns0:sp>
      <ns0:sp>
        <ns0:nvSpPr>
          <ns0:cNvPr id="233" name="">
            <a:extLst>
              <a:ext uri="{FF2B5EF4-FFF2-40B4-BE49-F238E27FC236}">
                <ns2:creationId id="{9FA0FDB8-AE4A-40B3-87D1-D20BCB735ED5}"/>
              </a:ext>
            </a:extLst>
          </ns0:cNvPr>
          <ns0:cNvSpPr>
            <a:spLocks noGrp="1"/>
          </ns0:cNvSpPr>
          <ns0:nvPr/>
        </ns0:nvSpPr>
        <ns0:spPr>
          <a:xfrm>
            <a:off x="754856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R$ 697,5 mi</a:t>
            </a:r>
          </a:p>
        </ns0:txBody>
      </ns0:sp>
      <ns0:sp>
        <ns0:nvSpPr>
          <ns0:cNvPr id="234" name="">
            <a:extLst>
              <a:ext uri="{FF2B5EF4-FFF2-40B4-BE49-F238E27FC236}">
                <ns2:creationId id="{658D7AAA-2A2F-414B-9230-457572970175}"/>
              </a:ext>
            </a:extLst>
          </ns0:cNvPr>
          <ns0:cNvSpPr>
            <a:spLocks noGrp="1"/>
          </ns0:cNvSpPr>
          <ns0:nvPr/>
        </ns0:nvSpPr>
        <ns0:spPr>
          <a:xfrm>
            <a:off x="8886825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5" name="">
            <a:extLst>
              <a:ext uri="{FF2B5EF4-FFF2-40B4-BE49-F238E27FC236}">
                <ns2:creationId id="{6733C266-50DF-485A-8913-084B3E8FA590}"/>
              </a:ext>
            </a:extLst>
          </ns0:cNvPr>
          <ns0:cNvSpPr>
            <a:spLocks noGrp="1"/>
          </ns0:cNvSpPr>
          <ns0:nvPr/>
        </ns0:nvSpPr>
        <ns0:spPr>
          <a:xfrm>
            <a:off x="893445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</a:t>
            </a:r>
          </a:p>
        </ns0:txBody>
      </ns0:sp>
      <ns0:sp>
        <ns0:nvSpPr>
          <ns0:cNvPr id="236" name="">
            <a:extLst>
              <a:ext uri="{FF2B5EF4-FFF2-40B4-BE49-F238E27FC236}">
                <ns2:creationId id="{8E496C03-078C-4143-A12B-1C6805ACA156}"/>
              </a:ext>
            </a:extLst>
          </ns0:cNvPr>
          <ns0:cNvSpPr>
            <a:spLocks noGrp="1"/>
          </ns0:cNvSpPr>
          <ns0:nvPr/>
        </ns0:nvSpPr>
        <ns0:spPr>
          <a:xfrm>
            <a:off x="893445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R$ 249,7 mi</a:t>
            </a:r>
          </a:p>
        </ns0:txBody>
      </ns0:sp>
      <ns0:sp>
        <ns0:nvSpPr>
          <ns0:cNvPr id="237" name="">
            <a:extLst>
              <a:ext uri="{FF2B5EF4-FFF2-40B4-BE49-F238E27FC236}">
                <ns2:creationId id="{6C70E100-1923-4945-8F46-AEDAB093725E}"/>
              </a:ext>
            </a:extLst>
          </ns0:cNvPr>
          <ns0:cNvSpPr>
            <a:spLocks noGrp="1"/>
          </ns0:cNvSpPr>
          <ns0:nvPr/>
        </ns0:nvSpPr>
        <ns0:spPr>
          <a:xfrm>
            <a:off x="10272713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8" name="">
            <a:extLst>
              <a:ext uri="{FF2B5EF4-FFF2-40B4-BE49-F238E27FC236}">
                <ns2:creationId id="{AE83BCE0-3585-461C-AF62-DDA6B39787E0}"/>
              </a:ext>
            </a:extLst>
          </ns0:cNvPr>
          <ns0:cNvSpPr>
            <a:spLocks noGrp="1"/>
          </ns0:cNvSpPr>
          <ns0:nvPr/>
        </ns0:nvSpPr>
        <ns0:spPr>
          <a:xfrm>
            <a:off x="1032033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QUATÁ FDC FGTS</a:t>
            </a:r>
          </a:p>
        </ns0:txBody>
      </ns0:sp>
      <ns0:sp>
        <ns0:nvSpPr>
          <ns0:cNvPr id="239" name="">
            <a:extLst>
              <a:ext uri="{FF2B5EF4-FFF2-40B4-BE49-F238E27FC236}">
                <ns2:creationId id="{ED98D0D0-828B-4EF0-9842-EE1DC83C3A97}"/>
              </a:ext>
            </a:extLst>
          </ns0:cNvPr>
          <ns0:cNvSpPr>
            <a:spLocks noGrp="1"/>
          </ns0:cNvSpPr>
          <ns0:nvPr/>
        </ns0:nvSpPr>
        <ns0:spPr>
          <a:xfrm>
            <a:off x="1032033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R$ 225,0 mi</a:t>
            </a:r>
          </a:p>
        </ns0:txBody>
      </ns0:sp>
      <ns0:sp>
        <ns0:nvSpPr>
          <ns0:cNvPr id="240" name="">
            <a:extLst>
              <a:ext uri="{FF2B5EF4-FFF2-40B4-BE49-F238E27FC236}">
                <ns2:creationId id="{685FB4B5-6AA1-4741-BDA2-24FCEABA50CB}"/>
              </a:ext>
            </a:extLst>
          </ns0:cNvPr>
          <ns0:cNvSpPr>
            <a:spLocks noGrp="1"/>
          </ns0:cNvSpPr>
          <ns0:nvPr/>
        </ns0:nvSpPr>
        <ns0:spPr>
          <a:xfrm>
            <a:off x="571500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1" name="">
            <a:extLst>
              <a:ext uri="{FF2B5EF4-FFF2-40B4-BE49-F238E27FC236}">
                <ns2:creationId id="{7BAADB67-87EF-4922-A692-D1FF7CF56992}"/>
              </a:ext>
            </a:extLst>
          </ns0:cNvPr>
          <ns0:cNvSpPr>
            <a:spLocks noGrp="1"/>
          </ns0:cNvSpPr>
          <ns0:nvPr/>
        </ns0:nvSpPr>
        <ns0:spPr>
          <a:xfrm>
            <a:off x="61912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J17 FGTS FINANCEIRO</a:t>
            </a:r>
          </a:p>
        </ns0:txBody>
      </ns0:sp>
      <ns0:sp>
        <ns0:nvSpPr>
          <ns0:cNvPr id="242" name="">
            <a:extLst>
              <a:ext uri="{FF2B5EF4-FFF2-40B4-BE49-F238E27FC236}">
                <ns2:creationId id="{BE2573C1-7345-4C44-947D-989583761FFE}"/>
              </a:ext>
            </a:extLst>
          </ns0:cNvPr>
          <ns0:cNvSpPr>
            <a:spLocks noGrp="1"/>
          </ns0:cNvSpPr>
          <ns0:nvPr/>
        </ns0:nvSpPr>
        <ns0:spPr>
          <a:xfrm>
            <a:off x="61912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R$ 213,6 mi</a:t>
            </a:r>
          </a:p>
        </ns0:txBody>
      </ns0:sp>
      <ns0:sp>
        <ns0:nvSpPr>
          <ns0:cNvPr id="243" name="">
            <a:extLst>
              <a:ext uri="{FF2B5EF4-FFF2-40B4-BE49-F238E27FC236}">
                <ns2:creationId id="{8474D477-B03F-4231-8758-426FCE3F9B87}"/>
              </a:ext>
            </a:extLst>
          </ns0:cNvPr>
          <ns0:cNvSpPr>
            <a:spLocks noGrp="1"/>
          </ns0:cNvSpPr>
          <ns0:nvPr/>
        </ns0:nvSpPr>
        <ns0:spPr>
          <a:xfrm>
            <a:off x="1957388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4" name="">
            <a:extLst>
              <a:ext uri="{FF2B5EF4-FFF2-40B4-BE49-F238E27FC236}">
                <ns2:creationId id="{FB0BFF84-913C-4B6C-9160-1B8E47962429}"/>
              </a:ext>
            </a:extLst>
          </ns0:cNvPr>
          <ns0:cNvSpPr>
            <a:spLocks noGrp="1"/>
          </ns0:cNvSpPr>
          <ns0:nvPr/>
        </ns0:nvSpPr>
        <ns0:spPr>
          <a:xfrm>
            <a:off x="200501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+AG</a:t>
            </a:r>
          </a:p>
        </ns0:txBody>
      </ns0:sp>
      <ns0:sp>
        <ns0:nvSpPr>
          <ns0:cNvPr id="245" name="">
            <a:extLst>
              <a:ext uri="{FF2B5EF4-FFF2-40B4-BE49-F238E27FC236}">
                <ns2:creationId id="{9F2377B6-587F-4C21-B27F-63BD01BF1694}"/>
              </a:ext>
            </a:extLst>
          </ns0:cNvPr>
          <ns0:cNvSpPr>
            <a:spLocks noGrp="1"/>
          </ns0:cNvSpPr>
          <ns0:nvPr/>
        </ns0:nvSpPr>
        <ns0:spPr>
          <a:xfrm>
            <a:off x="200501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R$ 71,1 mi</a:t>
            </a:r>
          </a:p>
        </ns0:txBody>
      </ns0:sp>
      <ns0:sp>
        <ns0:nvSpPr>
          <ns0:cNvPr id="246" name="">
            <a:extLst>
              <a:ext uri="{FF2B5EF4-FFF2-40B4-BE49-F238E27FC236}">
                <ns2:creationId id="{60316CD5-DC93-42E8-AFE1-B795F123CFDA}"/>
              </a:ext>
            </a:extLst>
          </ns0:cNvPr>
          <ns0:cNvSpPr>
            <a:spLocks noGrp="1"/>
          </ns0:cNvSpPr>
          <ns0:nvPr/>
        </ns0:nvSpPr>
        <ns0:spPr>
          <a:xfrm>
            <a:off x="3343275" y="4762500"/>
            <a:ext cx="1347788" cy="3333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47" name="">
            <a:extLst>
              <a:ext uri="{FF2B5EF4-FFF2-40B4-BE49-F238E27FC236}">
                <ns2:creationId id="{4DDEC2C2-9744-4BFA-9DAC-64FE22130352}"/>
              </a:ext>
            </a:extLst>
          </ns0:cNvPr>
          <ns0:cNvSpPr>
            <a:spLocks noGrp="1"/>
          </ns0:cNvSpPr>
          <ns0:nvPr/>
        </ns0:nvSpPr>
        <ns0:spPr>
          <a:xfrm>
            <a:off x="339090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- CRÉDITO DE VEÍCULOS</a:t>
            </a:r>
          </a:p>
        </ns0:txBody>
      </ns0:sp>
      <ns0:sp>
        <ns0:nvSpPr>
          <ns0:cNvPr id="248" name="">
            <a:extLst>
              <a:ext uri="{FF2B5EF4-FFF2-40B4-BE49-F238E27FC236}">
                <ns2:creationId id="{698B0272-B18E-48EC-BB07-B4325D19141D}"/>
              </a:ext>
            </a:extLst>
          </ns0:cNvPr>
          <ns0:cNvSpPr>
            <a:spLocks noGrp="1"/>
          </ns0:cNvSpPr>
          <ns0:nvPr/>
        </ns0:nvSpPr>
        <ns0:spPr>
          <a:xfrm>
            <a:off x="339090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49" name="">
            <a:extLst>
              <a:ext uri="{FF2B5EF4-FFF2-40B4-BE49-F238E27FC236}">
                <ns2:creationId id="{BCC3EDFC-DB7C-4805-84C1-D651170C9281}"/>
              </a:ext>
            </a:extLst>
          </ns0:cNvPr>
          <ns0:cNvSpPr>
            <a:spLocks noGrp="1"/>
          </ns0:cNvSpPr>
          <ns0:nvPr/>
        </ns0:nvSpPr>
        <ns0:spPr>
          <a:xfrm>
            <a:off x="472916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0" name="">
            <a:extLst>
              <a:ext uri="{FF2B5EF4-FFF2-40B4-BE49-F238E27FC236}">
                <ns2:creationId id="{E472E287-C870-4D39-9083-ACB4079C8B5F}"/>
              </a:ext>
            </a:extLst>
          </ns0:cNvPr>
          <ns0:cNvSpPr>
            <a:spLocks noGrp="1"/>
          </ns0:cNvSpPr>
          <ns0:nvPr/>
        </ns0:nvSpPr>
        <ns0:spPr>
          <a:xfrm>
            <a:off x="477678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COMERCIAIS MEDICI I</a:t>
            </a:r>
          </a:p>
        </ns0:txBody>
      </ns0:sp>
      <ns0:sp>
        <ns0:nvSpPr>
          <ns0:cNvPr id="251" name="">
            <a:extLst>
              <a:ext uri="{FF2B5EF4-FFF2-40B4-BE49-F238E27FC236}">
                <ns2:creationId id="{98DA694B-71B0-48DC-AF95-E3BE0F8EBDD5}"/>
              </a:ext>
            </a:extLst>
          </ns0:cNvPr>
          <ns0:cNvSpPr>
            <a:spLocks noGrp="1"/>
          </ns0:cNvSpPr>
          <ns0:nvPr/>
        </ns0:nvSpPr>
        <ns0:spPr>
          <a:xfrm>
            <a:off x="477678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2" name="">
            <a:extLst>
              <a:ext uri="{FF2B5EF4-FFF2-40B4-BE49-F238E27FC236}">
                <ns2:creationId id="{CFFC4304-3086-4473-AE7B-966AB960FB1A}"/>
              </a:ext>
            </a:extLst>
          </ns0:cNvPr>
          <ns0:cNvSpPr>
            <a:spLocks noGrp="1"/>
          </ns0:cNvSpPr>
          <ns0:nvPr/>
        </ns0:nvSpPr>
        <ns0:spPr>
          <a:xfrm>
            <a:off x="6115050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3" name="">
            <a:extLst>
              <a:ext uri="{FF2B5EF4-FFF2-40B4-BE49-F238E27FC236}">
                <ns2:creationId id="{928D725D-E16C-4AA9-9B2D-0E499084F879}"/>
              </a:ext>
            </a:extLst>
          </ns0:cNvPr>
          <ns0:cNvSpPr>
            <a:spLocks noGrp="1"/>
          </ns0:cNvSpPr>
          <ns0:nvPr/>
        </ns0:nvSpPr>
        <ns0:spPr>
          <a:xfrm>
            <a:off x="616267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ATLANTA</a:t>
            </a:r>
          </a:p>
        </ns0:txBody>
      </ns0:sp>
      <ns0:sp>
        <ns0:nvSpPr>
          <ns0:cNvPr id="254" name="">
            <a:extLst>
              <a:ext uri="{FF2B5EF4-FFF2-40B4-BE49-F238E27FC236}">
                <ns2:creationId id="{6A22C56E-7E7F-4543-B3AF-DEDE1AE45746}"/>
              </a:ext>
            </a:extLst>
          </ns0:cNvPr>
          <ns0:cNvSpPr>
            <a:spLocks noGrp="1"/>
          </ns0:cNvSpPr>
          <ns0:nvPr/>
        </ns0:nvSpPr>
        <ns0:spPr>
          <a:xfrm>
            <a:off x="616267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5" name="">
            <a:extLst>
              <a:ext uri="{FF2B5EF4-FFF2-40B4-BE49-F238E27FC236}">
                <ns2:creationId id="{D251D398-CFFE-48B8-9D63-9CBA998637FF}"/>
              </a:ext>
            </a:extLst>
          </ns0:cNvPr>
          <ns0:cNvSpPr>
            <a:spLocks noGrp="1"/>
          </ns0:cNvSpPr>
          <ns0:nvPr/>
        </ns0:nvSpPr>
        <ns0:spPr>
          <a:xfrm>
            <a:off x="7500938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6" name="">
            <a:extLst>
              <a:ext uri="{FF2B5EF4-FFF2-40B4-BE49-F238E27FC236}">
                <ns2:creationId id="{559FBB0C-00A0-4D5B-A45B-A4DE85F84620}"/>
              </a:ext>
            </a:extLst>
          </ns0:cNvPr>
          <ns0:cNvSpPr>
            <a:spLocks noGrp="1"/>
          </ns0:cNvSpPr>
          <ns0:nvPr/>
        </ns0:nvSpPr>
        <ns0:spPr>
          <a:xfrm>
            <a:off x="754856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MULTIPLIKE PLUS</a:t>
            </a:r>
          </a:p>
        </ns0:txBody>
      </ns0:sp>
      <ns0:sp>
        <ns0:nvSpPr>
          <ns0:cNvPr id="257" name="">
            <a:extLst>
              <a:ext uri="{FF2B5EF4-FFF2-40B4-BE49-F238E27FC236}">
                <ns2:creationId id="{3B5D6348-D874-4097-A851-E5A2F77211CD}"/>
              </a:ext>
            </a:extLst>
          </ns0:cNvPr>
          <ns0:cNvSpPr>
            <a:spLocks noGrp="1"/>
          </ns0:cNvSpPr>
          <ns0:nvPr/>
        </ns0:nvSpPr>
        <ns0:spPr>
          <a:xfrm>
            <a:off x="754856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R$ 2,1 bi</a:t>
            </a:r>
          </a:p>
        </ns0:txBody>
      </ns0:sp>
      <ns0:sp>
        <ns0:nvSpPr>
          <ns0:cNvPr id="258" name="">
            <a:extLst>
              <a:ext uri="{FF2B5EF4-FFF2-40B4-BE49-F238E27FC236}">
                <ns2:creationId id="{1F759E9C-E6CC-469D-8DB7-BF7741C52A3D}"/>
              </a:ext>
            </a:extLst>
          </ns0:cNvPr>
          <ns0:cNvSpPr>
            <a:spLocks noGrp="1"/>
          </ns0:cNvSpPr>
          <ns0:nvPr/>
        </ns0:nvSpPr>
        <ns0:spPr>
          <a:xfrm>
            <a:off x="8886825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9" name="">
            <a:extLst>
              <a:ext uri="{FF2B5EF4-FFF2-40B4-BE49-F238E27FC236}">
                <ns2:creationId id="{73B7B958-23EC-4D46-91B3-1FC79C41A57D}"/>
              </a:ext>
            </a:extLst>
          </ns0:cNvPr>
          <ns0:cNvSpPr>
            <a:spLocks noGrp="1"/>
          </ns0:cNvSpPr>
          <ns0:nvPr/>
        </ns0:nvSpPr>
        <ns0:spPr>
          <a:xfrm>
            <a:off x="893445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GAVEA SUL MULTISSETORIAL LP</a:t>
            </a:r>
          </a:p>
        </ns0:txBody>
      </ns0:sp>
      <ns0:sp>
        <ns0:nvSpPr>
          <ns0:cNvPr id="260" name="">
            <a:extLst>
              <a:ext uri="{FF2B5EF4-FFF2-40B4-BE49-F238E27FC236}">
                <ns2:creationId id="{F0FF5259-CB91-4F57-B89B-D0FB85AE7E7B}"/>
              </a:ext>
            </a:extLst>
          </ns0:cNvPr>
          <ns0:cNvSpPr>
            <a:spLocks noGrp="1"/>
          </ns0:cNvSpPr>
          <ns0:nvPr/>
        </ns0:nvSpPr>
        <ns0:spPr>
          <a:xfrm>
            <a:off x="893445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R$ 562,0 mi</a:t>
            </a:r>
          </a:p>
        </ns0:txBody>
      </ns0:sp>
      <ns0:sp>
        <ns0:nvSpPr>
          <ns0:cNvPr id="261" name="">
            <a:extLst>
              <a:ext uri="{FF2B5EF4-FFF2-40B4-BE49-F238E27FC236}">
                <ns2:creationId id="{24D227A1-5C0D-4EC0-8D1A-1710E817E7C3}"/>
              </a:ext>
            </a:extLst>
          </ns0:cNvPr>
          <ns0:cNvSpPr>
            <a:spLocks noGrp="1"/>
          </ns0:cNvSpPr>
          <ns0:nvPr/>
        </ns0:nvSpPr>
        <ns0:spPr>
          <a:xfrm>
            <a:off x="1027271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2" name="">
            <a:extLst>
              <a:ext uri="{FF2B5EF4-FFF2-40B4-BE49-F238E27FC236}">
                <ns2:creationId id="{AE48CA8A-B8F2-45C3-9766-98FE4DC3275F}"/>
              </a:ext>
            </a:extLst>
          </ns0:cNvPr>
          <ns0:cNvSpPr>
            <a:spLocks noGrp="1"/>
          </ns0:cNvSpPr>
          <ns0:nvPr/>
        </ns0:nvSpPr>
        <ns0:spPr>
          <a:xfrm>
            <a:off x="1032033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VALOREM MULTISETORIAL</a:t>
            </a:r>
          </a:p>
        </ns0:txBody>
      </ns0:sp>
      <ns0:sp>
        <ns0:nvSpPr>
          <ns0:cNvPr id="263" name="">
            <a:extLst>
              <a:ext uri="{FF2B5EF4-FFF2-40B4-BE49-F238E27FC236}">
                <ns2:creationId id="{6FE982BA-81A8-4D7C-A2CB-025F07756368}"/>
              </a:ext>
            </a:extLst>
          </ns0:cNvPr>
          <ns0:cNvSpPr>
            <a:spLocks noGrp="1"/>
          </ns0:cNvSpPr>
          <ns0:nvPr/>
        </ns0:nvSpPr>
        <ns0:spPr>
          <a:xfrm>
            <a:off x="1032033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R$ 511,8 mi</a:t>
            </a:r>
          </a:p>
        </ns0:txBody>
      </ns0:sp>
      <ns0:sp>
        <ns0:nvSpPr>
          <ns0:cNvPr id="264" name="">
            <a:extLst>
              <a:ext uri="{FF2B5EF4-FFF2-40B4-BE49-F238E27FC236}">
                <ns2:creationId id="{13EC0F17-367D-4598-82C3-AE0F789A2F9F}"/>
              </a:ext>
            </a:extLst>
          </ns0:cNvPr>
          <ns0:cNvSpPr>
            <a:spLocks noGrp="1"/>
          </ns0:cNvSpPr>
          <ns0:nvPr/>
        </ns0:nvSpPr>
        <ns0:spPr>
          <a:xfrm>
            <a:off x="571500" y="512445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5" name="">
            <a:extLst>
              <a:ext uri="{FF2B5EF4-FFF2-40B4-BE49-F238E27FC236}">
                <ns2:creationId id="{867F905F-8E35-4FD9-B69B-4158E0A9DCD4}"/>
              </a:ext>
            </a:extLst>
          </ns0:cNvPr>
          <ns0:cNvSpPr>
            <a:spLocks noGrp="1"/>
          </ns0:cNvSpPr>
          <ns0:nvPr/>
        </ns0:nvSpPr>
        <ns0:spPr>
          <a:xfrm>
            <a:off x="61912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</a:t>
            </a:r>
          </a:p>
        </ns0:txBody>
      </ns0:sp>
      <ns0:sp>
        <ns0:nvSpPr>
          <ns0:cNvPr id="266" name="">
            <a:extLst>
              <a:ext uri="{FF2B5EF4-FFF2-40B4-BE49-F238E27FC236}">
                <ns2:creationId id="{036511F2-4B53-4D72-A630-2F223106EFEF}"/>
              </a:ext>
            </a:extLst>
          </ns0:cNvPr>
          <ns0:cNvSpPr>
            <a:spLocks noGrp="1"/>
          </ns0:cNvSpPr>
          <ns0:nvPr/>
        </ns0:nvSpPr>
        <ns0:spPr>
          <a:xfrm>
            <a:off x="61912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R$ 270,3 mi</a:t>
            </a:r>
          </a:p>
        </ns0:txBody>
      </ns0:sp>
      <ns0:sp>
        <ns0:nvSpPr>
          <ns0:cNvPr id="267" name="">
            <a:extLst>
              <a:ext uri="{FF2B5EF4-FFF2-40B4-BE49-F238E27FC236}">
                <ns2:creationId id="{CCBE5554-132F-49F6-AAA3-D0F96CB860A5}"/>
              </a:ext>
            </a:extLst>
          </ns0:cNvPr>
          <ns0:cNvSpPr>
            <a:spLocks noGrp="1"/>
          </ns0:cNvSpPr>
          <ns0:nvPr/>
        </ns0:nvSpPr>
        <ns0:spPr>
          <a:xfrm>
            <a:off x="195738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68" name="">
            <a:extLst>
              <a:ext uri="{FF2B5EF4-FFF2-40B4-BE49-F238E27FC236}">
                <ns2:creationId id="{F158FB9C-4A7F-4162-939A-24042B15B283}"/>
              </a:ext>
            </a:extLst>
          </ns0:cNvPr>
          <ns0:cNvSpPr>
            <a:spLocks noGrp="1"/>
          </ns0:cNvSpPr>
          <ns0:nvPr/>
        </ns0:nvSpPr>
        <ns0:spPr>
          <a:xfrm>
            <a:off x="200501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NATURA PAY CRÉDITO PESSOAL</a:t>
            </a:r>
          </a:p>
        </ns0:txBody>
      </ns0:sp>
      <ns0:sp>
        <ns0:nvSpPr>
          <ns0:cNvPr id="269" name="">
            <a:extLst>
              <a:ext uri="{FF2B5EF4-FFF2-40B4-BE49-F238E27FC236}">
                <ns2:creationId id="{B1A0FB57-0390-4E4D-8842-CB068AC3B985}"/>
              </a:ext>
            </a:extLst>
          </ns0:cNvPr>
          <ns0:cNvSpPr>
            <a:spLocks noGrp="1"/>
          </ns0:cNvSpPr>
          <ns0:nvPr/>
        </ns0:nvSpPr>
        <ns0:spPr>
          <a:xfrm>
            <a:off x="200501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R$ 1,0 bi</a:t>
            </a:r>
          </a:p>
        </ns0:txBody>
      </ns0:sp>
      <ns0:sp>
        <ns0:nvSpPr>
          <ns0:cNvPr id="270" name="">
            <a:extLst>
              <a:ext uri="{FF2B5EF4-FFF2-40B4-BE49-F238E27FC236}">
                <ns2:creationId id="{F8D8F49A-DB52-4EAF-BAAE-3C0C45382A55}"/>
              </a:ext>
            </a:extLst>
          </ns0:cNvPr>
          <ns0:cNvSpPr>
            <a:spLocks noGrp="1"/>
          </ns0:cNvSpPr>
          <ns0:nvPr/>
        </ns0:nvSpPr>
        <ns0:spPr>
          <a:xfrm>
            <a:off x="334327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1" name="">
            <a:extLst>
              <a:ext uri="{FF2B5EF4-FFF2-40B4-BE49-F238E27FC236}">
                <ns2:creationId id="{364C9377-D9BD-4514-92DA-BBDA47A97B2E}"/>
              </a:ext>
            </a:extLst>
          </ns0:cNvPr>
          <ns0:cNvSpPr>
            <a:spLocks noGrp="1"/>
          </ns0:cNvSpPr>
          <ns0:nvPr/>
        </ns0:nvSpPr>
        <ns0:spPr>
          <a:xfrm>
            <a:off x="339090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III</a:t>
            </a:r>
          </a:p>
        </ns0:txBody>
      </ns0:sp>
      <ns0:sp>
        <ns0:nvSpPr>
          <ns0:cNvPr id="272" name="">
            <a:extLst>
              <a:ext uri="{FF2B5EF4-FFF2-40B4-BE49-F238E27FC236}">
                <ns2:creationId id="{EDA66734-0248-4BD0-8ACC-016D8821C770}"/>
              </a:ext>
            </a:extLst>
          </ns0:cNvPr>
          <ns0:cNvSpPr>
            <a:spLocks noGrp="1"/>
          </ns0:cNvSpPr>
          <ns0:nvPr/>
        </ns0:nvSpPr>
        <ns0:spPr>
          <a:xfrm>
            <a:off x="339090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R$ 722,5 mi</a:t>
            </a:r>
          </a:p>
        </ns0:txBody>
      </ns0:sp>
      <ns0:sp>
        <ns0:nvSpPr>
          <ns0:cNvPr id="273" name="">
            <a:extLst>
              <a:ext uri="{FF2B5EF4-FFF2-40B4-BE49-F238E27FC236}">
                <ns2:creationId id="{517C509F-B625-42F5-A57F-1F08812DB5CB}"/>
              </a:ext>
            </a:extLst>
          </ns0:cNvPr>
          <ns0:cNvSpPr>
            <a:spLocks noGrp="1"/>
          </ns0:cNvSpPr>
          <ns0:nvPr/>
        </ns0:nvSpPr>
        <ns0:spPr>
          <a:xfrm>
            <a:off x="472916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4" name="">
            <a:extLst>
              <a:ext uri="{FF2B5EF4-FFF2-40B4-BE49-F238E27FC236}">
                <ns2:creationId id="{FB4B0BB4-F4D1-48B2-B6B1-9EC43C39090B}"/>
              </a:ext>
            </a:extLst>
          </ns0:cNvPr>
          <ns0:cNvSpPr>
            <a:spLocks noGrp="1"/>
          </ns0:cNvSpPr>
          <ns0:nvPr/>
        </ns0:nvSpPr>
        <ns0:spPr>
          <a:xfrm>
            <a:off x="477678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</a:t>
            </a:r>
          </a:p>
        </ns0:txBody>
      </ns0:sp>
      <ns0:sp>
        <ns0:nvSpPr>
          <ns0:cNvPr id="275" name="">
            <a:extLst>
              <a:ext uri="{FF2B5EF4-FFF2-40B4-BE49-F238E27FC236}">
                <ns2:creationId id="{33D6591E-8998-4133-8F04-7DE15B76873F}"/>
              </a:ext>
            </a:extLst>
          </ns0:cNvPr>
          <ns0:cNvSpPr>
            <a:spLocks noGrp="1"/>
          </ns0:cNvSpPr>
          <ns0:nvPr/>
        </ns0:nvSpPr>
        <ns0:spPr>
          <a:xfrm>
            <a:off x="477678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R$ 657,1 mi</a:t>
            </a:r>
          </a:p>
        </ns0:txBody>
      </ns0:sp>
      <ns0:sp>
        <ns0:nvSpPr>
          <ns0:cNvPr id="276" name="">
            <a:extLst>
              <a:ext uri="{FF2B5EF4-FFF2-40B4-BE49-F238E27FC236}">
                <ns2:creationId id="{EFA94CFF-F7D4-42B1-A6F6-53FA08D147FB}"/>
              </a:ext>
            </a:extLst>
          </ns0:cNvPr>
          <ns0:cNvSpPr>
            <a:spLocks noGrp="1"/>
          </ns0:cNvSpPr>
          <ns0:nvPr/>
        </ns0:nvSpPr>
        <ns0:spPr>
          <a:xfrm>
            <a:off x="6115050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7" name="">
            <a:extLst>
              <a:ext uri="{FF2B5EF4-FFF2-40B4-BE49-F238E27FC236}">
                <ns2:creationId id="{3E4A7B20-F614-41C6-B02D-B2454695319A}"/>
              </a:ext>
            </a:extLst>
          </ns0:cNvPr>
          <ns0:cNvSpPr>
            <a:spLocks noGrp="1"/>
          </ns0:cNvSpPr>
          <ns0:nvPr/>
        </ns0:nvSpPr>
        <ns0:spPr>
          <a:xfrm>
            <a:off x="616267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GALLERIA HOME EQUITY FIDC</a:t>
            </a:r>
          </a:p>
        </ns0:txBody>
      </ns0:sp>
      <ns0:sp>
        <ns0:nvSpPr>
          <ns0:cNvPr id="278" name="">
            <a:extLst>
              <a:ext uri="{FF2B5EF4-FFF2-40B4-BE49-F238E27FC236}">
                <ns2:creationId id="{F6E809BB-C1C8-4493-9E3C-D37B984B293E}"/>
              </a:ext>
            </a:extLst>
          </ns0:cNvPr>
          <ns0:cNvSpPr>
            <a:spLocks noGrp="1"/>
          </ns0:cNvSpPr>
          <ns0:nvPr/>
        </ns0:nvSpPr>
        <ns0:spPr>
          <a:xfrm>
            <a:off x="616267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R$ 513,2 mi</a:t>
            </a:r>
          </a:p>
        </ns0:txBody>
      </ns0:sp>
      <ns0:sp>
        <ns0:nvSpPr>
          <ns0:cNvPr id="279" name="">
            <a:extLst>
              <a:ext uri="{FF2B5EF4-FFF2-40B4-BE49-F238E27FC236}">
                <ns2:creationId id="{8B203398-C85F-45D0-96CB-F6B84C62CA3C}"/>
              </a:ext>
            </a:extLst>
          </ns0:cNvPr>
          <ns0:cNvSpPr>
            <a:spLocks noGrp="1"/>
          </ns0:cNvSpPr>
          <ns0:nvPr/>
        </ns0:nvSpPr>
        <ns0:spPr>
          <a:xfrm>
            <a:off x="750093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0" name="">
            <a:extLst>
              <a:ext uri="{FF2B5EF4-FFF2-40B4-BE49-F238E27FC236}">
                <ns2:creationId id="{9355ABDF-9E20-4819-8A75-281EAA0A6E26}"/>
              </a:ext>
            </a:extLst>
          </ns0:cNvPr>
          <ns0:cNvSpPr>
            <a:spLocks noGrp="1"/>
          </ns0:cNvSpPr>
          <ns0:nvPr/>
        </ns0:nvSpPr>
        <ns0:spPr>
          <a:xfrm>
            <a:off x="754856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MONEE II SEGMENTO FINANCEIRO</a:t>
            </a:r>
          </a:p>
        </ns0:txBody>
      </ns0:sp>
      <ns0:sp>
        <ns0:nvSpPr>
          <ns0:cNvPr id="281" name="">
            <a:extLst>
              <a:ext uri="{FF2B5EF4-FFF2-40B4-BE49-F238E27FC236}">
                <ns2:creationId id="{2E68843B-A093-4C4C-9561-24FD373EC9DF}"/>
              </a:ext>
            </a:extLst>
          </ns0:cNvPr>
          <ns0:cNvSpPr>
            <a:spLocks noGrp="1"/>
          </ns0:cNvSpPr>
          <ns0:nvPr/>
        </ns0:nvSpPr>
        <ns0:spPr>
          <a:xfrm>
            <a:off x="754856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R$ 442,2 mi</a:t>
            </a:r>
          </a:p>
        </ns0:txBody>
      </ns0:sp>
      <ns0:sp>
        <ns0:nvSpPr>
          <ns0:cNvPr id="282" name="">
            <a:extLst>
              <a:ext uri="{FF2B5EF4-FFF2-40B4-BE49-F238E27FC236}">
                <ns2:creationId id="{697E7008-F096-4814-8782-8144BF14E3E2}"/>
              </a:ext>
            </a:extLst>
          </ns0:cNvPr>
          <ns0:cNvSpPr>
            <a:spLocks noGrp="1"/>
          </ns0:cNvSpPr>
          <ns0:nvPr/>
        </ns0:nvSpPr>
        <ns0:spPr>
          <a:xfrm>
            <a:off x="888682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3" name="">
            <a:extLst>
              <a:ext uri="{FF2B5EF4-FFF2-40B4-BE49-F238E27FC236}">
                <ns2:creationId id="{08EFBBFA-5E94-454F-851F-728938B077EC}"/>
              </a:ext>
            </a:extLst>
          </ns0:cNvPr>
          <ns0:cNvSpPr>
            <a:spLocks noGrp="1"/>
          </ns0:cNvSpPr>
          <ns0:nvPr/>
        </ns0:nvSpPr>
        <ns0:spPr>
          <a:xfrm>
            <a:off x="893445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VI</a:t>
            </a:r>
          </a:p>
        </ns0:txBody>
      </ns0:sp>
      <ns0:sp>
        <ns0:nvSpPr>
          <ns0:cNvPr id="284" name="">
            <a:extLst>
              <a:ext uri="{FF2B5EF4-FFF2-40B4-BE49-F238E27FC236}">
                <ns2:creationId id="{F864C929-F600-470E-83F3-8D985CA49D22}"/>
              </a:ext>
            </a:extLst>
          </ns0:cNvPr>
          <ns0:cNvSpPr>
            <a:spLocks noGrp="1"/>
          </ns0:cNvSpPr>
          <ns0:nvPr/>
        </ns0:nvSpPr>
        <ns0:spPr>
          <a:xfrm>
            <a:off x="893445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R$ 437,4 mi</a:t>
            </a:r>
          </a:p>
        </ns0:txBody>
      </ns0:sp>
      <ns0:sp>
        <ns0:nvSpPr>
          <ns0:cNvPr id="285" name="">
            <a:extLst>
              <a:ext uri="{FF2B5EF4-FFF2-40B4-BE49-F238E27FC236}">
                <ns2:creationId id="{C06A691F-EFA7-4CAE-8D1F-B19D043913A7}"/>
              </a:ext>
            </a:extLst>
          </ns0:cNvPr>
          <ns0:cNvSpPr>
            <a:spLocks noGrp="1"/>
          </ns0:cNvSpPr>
          <ns0:nvPr/>
        </ns0:nvSpPr>
        <ns0:spPr>
          <a:xfrm>
            <a:off x="1027271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6" name="">
            <a:extLst>
              <a:ext uri="{FF2B5EF4-FFF2-40B4-BE49-F238E27FC236}">
                <ns2:creationId id="{32080173-24E1-4719-B8CD-9BAAEAD0BA52}"/>
              </a:ext>
            </a:extLst>
          </ns0:cNvPr>
          <ns0:cNvSpPr>
            <a:spLocks noGrp="1"/>
          </ns0:cNvSpPr>
          <ns0:nvPr/>
        </ns0:nvSpPr>
        <ns0:spPr>
          <a:xfrm>
            <a:off x="1032033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RESIDENCE CLUB</a:t>
            </a:r>
          </a:p>
        </ns0:txBody>
      </ns0:sp>
      <ns0:sp>
        <ns0:nvSpPr>
          <ns0:cNvPr id="287" name="">
            <a:extLst>
              <a:ext uri="{FF2B5EF4-FFF2-40B4-BE49-F238E27FC236}">
                <ns2:creationId id="{EDF19962-7DAA-419D-9C25-7ABFDAA8BE26}"/>
              </a:ext>
            </a:extLst>
          </ns0:cNvPr>
          <ns0:cNvSpPr>
            <a:spLocks noGrp="1"/>
          </ns0:cNvSpPr>
          <ns0:nvPr/>
        </ns0:nvSpPr>
        <ns0:spPr>
          <a:xfrm>
            <a:off x="1032033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R$ 403,4 mi</a:t>
            </a:r>
          </a:p>
        </ns0:txBody>
      </ns0:sp>
      <ns0:sp>
        <ns0:nvSpPr>
          <ns0:cNvPr id="288" name="">
            <a:extLst>
              <a:ext uri="{FF2B5EF4-FFF2-40B4-BE49-F238E27FC236}">
                <ns2:creationId id="{BA36EF92-0A08-4DC5-94AE-00BFDA5F5B76}"/>
              </a:ext>
            </a:extLst>
          </ns0:cNvPr>
          <ns0:cNvSpPr>
            <a:spLocks noGrp="1"/>
          </ns0:cNvSpPr>
          <ns0:nvPr/>
        </ns0:nvSpPr>
        <ns0:spPr>
          <a:xfrm>
            <a:off x="57150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9" name="">
            <a:extLst>
              <a:ext uri="{FF2B5EF4-FFF2-40B4-BE49-F238E27FC236}">
                <ns2:creationId id="{6DBA0925-53B9-4A1C-A547-4BEA4FF61C8B}"/>
              </a:ext>
            </a:extLst>
          </ns0:cNvPr>
          <ns0:cNvSpPr>
            <a:spLocks noGrp="1"/>
          </ns0:cNvSpPr>
          <ns0:nvPr/>
        </ns0:nvSpPr>
        <ns0:spPr>
          <a:xfrm>
            <a:off x="61912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PRAVALER CRÉDITO</a:t>
            </a:r>
          </a:p>
        </ns0:txBody>
      </ns0:sp>
      <ns0:sp>
        <ns0:nvSpPr>
          <ns0:cNvPr id="290" name="">
            <a:extLst>
              <a:ext uri="{FF2B5EF4-FFF2-40B4-BE49-F238E27FC236}">
                <ns2:creationId id="{0215537A-0E6E-4D80-AF6E-AC8394C14328}"/>
              </a:ext>
            </a:extLst>
          </ns0:cNvPr>
          <ns0:cNvSpPr>
            <a:spLocks noGrp="1"/>
          </ns0:cNvSpPr>
          <ns0:nvPr/>
        </ns0:nvSpPr>
        <ns0:spPr>
          <a:xfrm>
            <a:off x="61912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R$ 392,9 mi</a:t>
            </a:r>
          </a:p>
        </ns0:txBody>
      </ns0:sp>
      <ns0:sp>
        <ns0:nvSpPr>
          <ns0:cNvPr id="291" name="">
            <a:extLst>
              <a:ext uri="{FF2B5EF4-FFF2-40B4-BE49-F238E27FC236}">
                <ns2:creationId id="{1A51ACB1-C2D6-4B95-8BDB-98AE6F457B5E}"/>
              </a:ext>
            </a:extLst>
          </ns0:cNvPr>
          <ns0:cNvSpPr>
            <a:spLocks noGrp="1"/>
          </ns0:cNvSpPr>
          <ns0:nvPr/>
        </ns0:nvSpPr>
        <ns0:spPr>
          <a:xfrm>
            <a:off x="195738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2" name="">
            <a:extLst>
              <a:ext uri="{FF2B5EF4-FFF2-40B4-BE49-F238E27FC236}">
                <ns2:creationId id="{5C1F8710-ED66-40D5-9A1F-8D79C62B3E7C}"/>
              </a:ext>
            </a:extLst>
          </ns0:cNvPr>
          <ns0:cNvSpPr>
            <a:spLocks noGrp="1"/>
          </ns0:cNvSpPr>
          <ns0:nvPr/>
        </ns0:nvSpPr>
        <ns0:spPr>
          <a:xfrm>
            <a:off x="200501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SOL AGORA GREEN ESG FIDC IS</a:t>
            </a:r>
          </a:p>
        </ns0:txBody>
      </ns0:sp>
      <ns0:sp>
        <ns0:nvSpPr>
          <ns0:cNvPr id="293" name="">
            <a:extLst>
              <a:ext uri="{FF2B5EF4-FFF2-40B4-BE49-F238E27FC236}">
                <ns2:creationId id="{DB6F6956-2689-44BA-9527-B4532B5510DF}"/>
              </a:ext>
            </a:extLst>
          </ns0:cNvPr>
          <ns0:cNvSpPr>
            <a:spLocks noGrp="1"/>
          </ns0:cNvSpPr>
          <ns0:nvPr/>
        </ns0:nvSpPr>
        <ns0:spPr>
          <a:xfrm>
            <a:off x="200501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R$ 285,1 mi</a:t>
            </a:r>
          </a:p>
        </ns0:txBody>
      </ns0:sp>
      <ns0:sp>
        <ns0:nvSpPr>
          <ns0:cNvPr id="294" name="">
            <a:extLst>
              <a:ext uri="{FF2B5EF4-FFF2-40B4-BE49-F238E27FC236}">
                <ns2:creationId id="{B7C1EB18-B854-4B00-86A2-6F7DEEBA8D75}"/>
              </a:ext>
            </a:extLst>
          </ns0:cNvPr>
          <ns0:cNvSpPr>
            <a:spLocks noGrp="1"/>
          </ns0:cNvSpPr>
          <ns0:nvPr/>
        </ns0:nvSpPr>
        <ns0:spPr>
          <a:xfrm>
            <a:off x="334327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5" name="">
            <a:extLst>
              <a:ext uri="{FF2B5EF4-FFF2-40B4-BE49-F238E27FC236}">
                <ns2:creationId id="{076A8C88-B7CC-40AE-A32C-163112F4FA9F}"/>
              </a:ext>
            </a:extLst>
          </ns0:cNvPr>
          <ns0:cNvSpPr>
            <a:spLocks noGrp="1"/>
          </ns0:cNvSpPr>
          <ns0:nvPr/>
        </ns0:nvSpPr>
        <ns0:spPr>
          <a:xfrm>
            <a:off x="339090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SOTREQ</a:t>
            </a:r>
          </a:p>
        </ns0:txBody>
      </ns0:sp>
      <ns0:sp>
        <ns0:nvSpPr>
          <ns0:cNvPr id="296" name="">
            <a:extLst>
              <a:ext uri="{FF2B5EF4-FFF2-40B4-BE49-F238E27FC236}">
                <ns2:creationId id="{2638F19E-A0EE-4273-839E-B373716F3312}"/>
              </a:ext>
            </a:extLst>
          </ns0:cNvPr>
          <ns0:cNvSpPr>
            <a:spLocks noGrp="1"/>
          </ns0:cNvSpPr>
          <ns0:nvPr/>
        </ns0:nvSpPr>
        <ns0:spPr>
          <a:xfrm>
            <a:off x="339090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R$ 205,2 mi</a:t>
            </a:r>
          </a:p>
        </ns0:txBody>
      </ns0:sp>
      <ns0:sp>
        <ns0:nvSpPr>
          <ns0:cNvPr id="297" name="">
            <a:extLst>
              <a:ext uri="{FF2B5EF4-FFF2-40B4-BE49-F238E27FC236}">
                <ns2:creationId id="{B0DA72B6-8C17-49DB-8F3E-C2E0FDC83D17}"/>
              </a:ext>
            </a:extLst>
          </ns0:cNvPr>
          <ns0:cNvSpPr>
            <a:spLocks noGrp="1"/>
          </ns0:cNvSpPr>
          <ns0:nvPr/>
        </ns0:nvSpPr>
        <ns0:spPr>
          <a:xfrm>
            <a:off x="472916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8" name="">
            <a:extLst>
              <a:ext uri="{FF2B5EF4-FFF2-40B4-BE49-F238E27FC236}">
                <ns2:creationId id="{16E64D08-1008-4F17-998A-B6FB4ECE3CBD}"/>
              </a:ext>
            </a:extLst>
          </ns0:cNvPr>
          <ns0:cNvSpPr>
            <a:spLocks noGrp="1"/>
          </ns0:cNvSpPr>
          <ns0:nvPr/>
        </ns0:nvSpPr>
        <ns0:spPr>
          <a:xfrm>
            <a:off x="477678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VIA INVEST II</a:t>
            </a:r>
          </a:p>
        </ns0:txBody>
      </ns0:sp>
      <ns0:sp>
        <ns0:nvSpPr>
          <ns0:cNvPr id="299" name="">
            <a:extLst>
              <a:ext uri="{FF2B5EF4-FFF2-40B4-BE49-F238E27FC236}">
                <ns2:creationId id="{5A3F9286-4DCA-407D-952E-0DC94E1AE359}"/>
              </a:ext>
            </a:extLst>
          </ns0:cNvPr>
          <ns0:cNvSpPr>
            <a:spLocks noGrp="1"/>
          </ns0:cNvSpPr>
          <ns0:nvPr/>
        </ns0:nvSpPr>
        <ns0:spPr>
          <a:xfrm>
            <a:off x="477678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R$ 202,9 mi</a:t>
            </a:r>
          </a:p>
        </ns0:txBody>
      </ns0:sp>
      <ns0:sp>
        <ns0:nvSpPr>
          <ns0:cNvPr id="300" name="">
            <a:extLst>
              <a:ext uri="{FF2B5EF4-FFF2-40B4-BE49-F238E27FC236}">
                <ns2:creationId id="{CFEE6C4A-5155-467E-B6B1-075E5C4A69FE}"/>
              </a:ext>
            </a:extLst>
          </ns0:cNvPr>
          <ns0:cNvSpPr>
            <a:spLocks noGrp="1"/>
          </ns0:cNvSpPr>
          <ns0:nvPr/>
        </ns0:nvSpPr>
        <ns0:spPr>
          <a:xfrm>
            <a:off x="611505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1" name="">
            <a:extLst>
              <a:ext uri="{FF2B5EF4-FFF2-40B4-BE49-F238E27FC236}">
                <ns2:creationId id="{8915D0EB-CF7E-4367-9645-08C9B258B09D}"/>
              </a:ext>
            </a:extLst>
          </ns0:cNvPr>
          <ns0:cNvSpPr>
            <a:spLocks noGrp="1"/>
          </ns0:cNvSpPr>
          <ns0:nvPr/>
        </ns0:nvSpPr>
        <ns0:spPr>
          <a:xfrm>
            <a:off x="616267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CARTÃO DE COMPRA SUPPLIER</a:t>
            </a:r>
          </a:p>
        </ns0:txBody>
      </ns0:sp>
      <ns0:sp>
        <ns0:nvSpPr>
          <ns0:cNvPr id="302" name="">
            <a:extLst>
              <a:ext uri="{FF2B5EF4-FFF2-40B4-BE49-F238E27FC236}">
                <ns2:creationId id="{07BCD44C-B808-4CED-B254-E91CABEE97FC}"/>
              </a:ext>
            </a:extLst>
          </ns0:cNvPr>
          <ns0:cNvSpPr>
            <a:spLocks noGrp="1"/>
          </ns0:cNvSpPr>
          <ns0:nvPr/>
        </ns0:nvSpPr>
        <ns0:spPr>
          <a:xfrm>
            <a:off x="616267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R$ 193,6 mi</a:t>
            </a:r>
          </a:p>
        </ns0:txBody>
      </ns0:sp>
      <ns0:sp>
        <ns0:nvSpPr>
          <ns0:cNvPr id="303" name="">
            <a:extLst>
              <a:ext uri="{FF2B5EF4-FFF2-40B4-BE49-F238E27FC236}">
                <ns2:creationId id="{386132CB-7B20-49CA-9202-C7871EC3D516}"/>
              </a:ext>
            </a:extLst>
          </ns0:cNvPr>
          <ns0:cNvSpPr>
            <a:spLocks noGrp="1"/>
          </ns0:cNvSpPr>
          <ns0:nvPr/>
        </ns0:nvSpPr>
        <ns0:spPr>
          <a:xfrm>
            <a:off x="750093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4" name="">
            <a:extLst>
              <a:ext uri="{FF2B5EF4-FFF2-40B4-BE49-F238E27FC236}">
                <ns2:creationId id="{60D1970F-2620-4767-8F6F-6A101123A9DC}"/>
              </a:ext>
            </a:extLst>
          </ns0:cNvPr>
          <ns0:cNvSpPr>
            <a:spLocks noGrp="1"/>
          </ns0:cNvSpPr>
          <ns0:nvPr/>
        </ns0:nvSpPr>
        <ns0:spPr>
          <a:xfrm>
            <a:off x="754856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INCLUSÃO CREDIÁRIA</a:t>
            </a:r>
          </a:p>
        </ns0:txBody>
      </ns0:sp>
      <ns0:sp>
        <ns0:nvSpPr>
          <ns0:cNvPr id="305" name="">
            <a:extLst>
              <a:ext uri="{FF2B5EF4-FFF2-40B4-BE49-F238E27FC236}">
                <ns2:creationId id="{A1120B59-E52C-42E5-859A-3007D398E517}"/>
              </a:ext>
            </a:extLst>
          </ns0:cNvPr>
          <ns0:cNvSpPr>
            <a:spLocks noGrp="1"/>
          </ns0:cNvSpPr>
          <ns0:nvPr/>
        </ns0:nvSpPr>
        <ns0:spPr>
          <a:xfrm>
            <a:off x="754856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R$ 156,4 mi</a:t>
            </a:r>
          </a:p>
        </ns0:txBody>
      </ns0:sp>
      <ns0:sp>
        <ns0:nvSpPr>
          <ns0:cNvPr id="306" name="">
            <a:extLst>
              <a:ext uri="{FF2B5EF4-FFF2-40B4-BE49-F238E27FC236}">
                <ns2:creationId id="{21B90C3D-9429-4011-8C01-ECF5B5674452}"/>
              </a:ext>
            </a:extLst>
          </ns0:cNvPr>
          <ns0:cNvSpPr>
            <a:spLocks noGrp="1"/>
          </ns0:cNvSpPr>
          <ns0:nvPr/>
        </ns0:nvSpPr>
        <ns0:spPr>
          <a:xfrm>
            <a:off x="888682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7" name="">
            <a:extLst>
              <a:ext uri="{FF2B5EF4-FFF2-40B4-BE49-F238E27FC236}">
                <ns2:creationId id="{CDA0B211-D34B-4A6B-A4D6-2434E6A2BD99}"/>
              </a:ext>
            </a:extLst>
          </ns0:cNvPr>
          <ns0:cNvSpPr>
            <a:spLocks noGrp="1"/>
          </ns0:cNvSpPr>
          <ns0:nvPr/>
        </ns0:nvSpPr>
        <ns0:spPr>
          <a:xfrm>
            <a:off x="893445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 II</a:t>
            </a:r>
          </a:p>
        </ns0:txBody>
      </ns0:sp>
      <ns0:sp>
        <ns0:nvSpPr>
          <ns0:cNvPr id="308" name="">
            <a:extLst>
              <a:ext uri="{FF2B5EF4-FFF2-40B4-BE49-F238E27FC236}">
                <ns2:creationId id="{E658798E-C0F7-4E5C-823D-28BAED0CA587}"/>
              </a:ext>
            </a:extLst>
          </ns0:cNvPr>
          <ns0:cNvSpPr>
            <a:spLocks noGrp="1"/>
          </ns0:cNvSpPr>
          <ns0:nvPr/>
        </ns0:nvSpPr>
        <ns0:spPr>
          <a:xfrm>
            <a:off x="893445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R$ 154,3 mi</a:t>
            </a:r>
          </a:p>
        </ns0:txBody>
      </ns0:sp>
      <ns0:sp>
        <ns0:nvSpPr>
          <ns0:cNvPr id="309" name="">
            <a:extLst>
              <a:ext uri="{FF2B5EF4-FFF2-40B4-BE49-F238E27FC236}">
                <ns2:creationId id="{8DE926E4-96A1-4139-97F6-F080F959E6C5}"/>
              </a:ext>
            </a:extLst>
          </ns0:cNvPr>
          <ns0:cNvSpPr>
            <a:spLocks noGrp="1"/>
          </ns0:cNvSpPr>
          <ns0:nvPr/>
        </ns0:nvSpPr>
        <ns0:spPr>
          <a:xfrm>
            <a:off x="1027271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0" name="">
            <a:extLst>
              <a:ext uri="{FF2B5EF4-FFF2-40B4-BE49-F238E27FC236}">
                <ns2:creationId id="{E239AC7A-897E-452A-BEE1-0163FD5E6082}"/>
              </a:ext>
            </a:extLst>
          </ns0:cNvPr>
          <ns0:cNvSpPr>
            <a:spLocks noGrp="1"/>
          </ns0:cNvSpPr>
          <ns0:nvPr/>
        </ns0:nvSpPr>
        <ns0:spPr>
          <a:xfrm>
            <a:off x="1032033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MCPO</a:t>
            </a:r>
          </a:p>
        </ns0:txBody>
      </ns0:sp>
      <ns0:sp>
        <ns0:nvSpPr>
          <ns0:cNvPr id="311" name="">
            <a:extLst>
              <a:ext uri="{FF2B5EF4-FFF2-40B4-BE49-F238E27FC236}">
                <ns2:creationId id="{6DD24706-7263-4160-A2E9-BFF92D0C2C44}"/>
              </a:ext>
            </a:extLst>
          </ns0:cNvPr>
          <ns0:cNvSpPr>
            <a:spLocks noGrp="1"/>
          </ns0:cNvSpPr>
          <ns0:nvPr/>
        </ns0:nvSpPr>
        <ns0:spPr>
          <a:xfrm>
            <a:off x="1032033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R$ 113,3 mi</a:t>
            </a:r>
          </a:p>
        </ns0:txBody>
      </ns0:sp>
      <ns0:sp>
        <ns0:nvSpPr>
          <ns0:cNvPr id="312" name="">
            <a:extLst>
              <a:ext uri="{FF2B5EF4-FFF2-40B4-BE49-F238E27FC236}">
                <ns2:creationId id="{28EC25DC-9A6A-4CF5-8B2A-88AF3E42D610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3" name="">
            <a:extLst>
              <a:ext uri="{FF2B5EF4-FFF2-40B4-BE49-F238E27FC236}">
                <ns2:creationId id="{C891A4A1-BFE0-4489-9987-06A9AC66DD8B}"/>
              </a:ext>
            </a:extLst>
          </ns0:cNvPr>
          <ns0:cNvSpPr>
            <a:spLocks noGrp="1"/>
          </ns0:cNvSpPr>
          <ns0:nvPr/>
        </ns0:nvSpPr>
        <ns0:spPr>
          <a:xfrm>
            <a:off x="61912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CAP</a:t>
            </a:r>
          </a:p>
        </ns0:txBody>
      </ns0:sp>
      <ns0:sp>
        <ns0:nvSpPr>
          <ns0:cNvPr id="314" name="">
            <a:extLst>
              <a:ext uri="{FF2B5EF4-FFF2-40B4-BE49-F238E27FC236}">
                <ns2:creationId id="{0F6EAD95-03DE-4C03-BEE9-83A62560D73C}"/>
              </a:ext>
            </a:extLst>
          </ns0:cNvPr>
          <ns0:cNvSpPr>
            <a:spLocks noGrp="1"/>
          </ns0:cNvSpPr>
          <ns0:nvPr/>
        </ns0:nvSpPr>
        <ns0:spPr>
          <a:xfrm>
            <a:off x="61912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R$ 99,3 mi</a:t>
            </a:r>
          </a:p>
        </ns0:txBody>
      </ns0:sp>
      <ns0:sp>
        <ns0:nvSpPr>
          <ns0:cNvPr id="315" name="">
            <a:extLst>
              <a:ext uri="{FF2B5EF4-FFF2-40B4-BE49-F238E27FC236}">
                <ns2:creationId id="{FB4596FF-BDA0-466D-8A49-51BB560C49E4}"/>
              </a:ext>
            </a:extLst>
          </ns0:cNvPr>
          <ns0:cNvSpPr>
            <a:spLocks noGrp="1"/>
          </ns0:cNvSpPr>
          <ns0:nvPr/>
        </ns0:nvSpPr>
        <ns0:spPr>
          <a:xfrm>
            <a:off x="1957388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6" name="">
            <a:extLst>
              <a:ext uri="{FF2B5EF4-FFF2-40B4-BE49-F238E27FC236}">
                <ns2:creationId id="{A41129DF-54A7-4EAC-B3C6-32C9494BB437}"/>
              </a:ext>
            </a:extLst>
          </ns0:cNvPr>
          <ns0:cNvSpPr>
            <a:spLocks noGrp="1"/>
          </ns0:cNvSpPr>
          <ns0:nvPr/>
        </ns0:nvSpPr>
        <ns0:spPr>
          <a:xfrm>
            <a:off x="2005013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</a:t>
            </a:r>
          </a:p>
        </ns0:txBody>
      </ns0:sp>
      <ns0:sp>
        <ns0:nvSpPr>
          <ns0:cNvPr id="317" name="">
            <a:extLst>
              <a:ext uri="{FF2B5EF4-FFF2-40B4-BE49-F238E27FC236}">
                <ns2:creationId id="{48B99530-0994-41EA-A947-80805574E022}"/>
              </a:ext>
            </a:extLst>
          </ns0:cNvPr>
          <ns0:cNvSpPr>
            <a:spLocks noGrp="1"/>
          </ns0:cNvSpPr>
          <ns0:nvPr/>
        </ns0:nvSpPr>
        <ns0:spPr>
          <a:xfrm>
            <a:off x="2005013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R$ 98,0 mi</a:t>
            </a:r>
          </a:p>
        </ns0:txBody>
      </ns0:sp>
      <ns0:sp>
        <ns0:nvSpPr>
          <ns0:cNvPr id="318" name="">
            <a:extLst>
              <a:ext uri="{FF2B5EF4-FFF2-40B4-BE49-F238E27FC236}">
                <ns2:creationId id="{D9C59968-7158-493A-B8D4-077CA79F6559}"/>
              </a:ext>
            </a:extLst>
          </ns0:cNvPr>
          <ns0:cNvSpPr>
            <a:spLocks noGrp="1"/>
          </ns0:cNvSpPr>
          <ns0:nvPr/>
        </ns0:nvSpPr>
        <ns0:spPr>
          <a:xfrm>
            <a:off x="3343275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9" name="">
            <a:extLst>
              <a:ext uri="{FF2B5EF4-FFF2-40B4-BE49-F238E27FC236}">
                <ns2:creationId id="{A82835A1-0E6E-476A-BF4C-D2F4BEC5E673}"/>
              </a:ext>
            </a:extLst>
          </ns0:cNvPr>
          <ns0:cNvSpPr>
            <a:spLocks noGrp="1"/>
          </ns0:cNvSpPr>
          <ns0:nvPr/>
        </ns0:nvSpPr>
        <ns0:spPr>
          <a:xfrm>
            <a:off x="3390900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II</a:t>
            </a:r>
          </a:p>
        </ns0:txBody>
      </ns0:sp>
      <ns0:sp>
        <ns0:nvSpPr>
          <ns0:cNvPr id="320" name="">
            <a:extLst>
              <a:ext uri="{FF2B5EF4-FFF2-40B4-BE49-F238E27FC236}">
                <ns2:creationId id="{886C00CC-709B-4FCD-A1AE-EA2E17532942}"/>
              </a:ext>
            </a:extLst>
          </ns0:cNvPr>
          <ns0:cNvSpPr>
            <a:spLocks noGrp="1"/>
          </ns0:cNvSpPr>
          <ns0:nvPr/>
        </ns0:nvSpPr>
        <ns0:spPr>
          <a:xfrm>
            <a:off x="3390900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R$ 96,1 mi</a:t>
            </a:r>
          </a:p>
        </ns0:txBody>
      </ns0:sp>
      <ns0:sp>
        <ns0:nvSpPr>
          <ns0:cNvPr id="321" name="">
            <a:extLst>
              <a:ext uri="{FF2B5EF4-FFF2-40B4-BE49-F238E27FC236}">
                <ns2:creationId id="{58E278A9-3BF1-40C7-A880-E8A00F7C997F}"/>
              </a:ext>
            </a:extLst>
          </ns0:cNvPr>
          <ns0:cNvSpPr>
            <a:spLocks noGrp="1"/>
          </ns0:cNvSpPr>
          <ns0:nvPr/>
        </ns0:nvSpPr>
        <ns0:spPr>
          <a:xfrm>
            <a:off x="4729163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22" name="">
            <a:extLst>
              <a:ext uri="{FF2B5EF4-FFF2-40B4-BE49-F238E27FC236}">
                <ns2:creationId id="{C4F4EE6B-988D-48DD-A14F-E1F9D4521D75}"/>
              </a:ext>
            </a:extLst>
          </ns0:cNvPr>
          <ns0:cNvSpPr>
            <a:spLocks noGrp="1"/>
          </ns0:cNvSpPr>
          <ns0:nvPr/>
        </ns0:nvSpPr>
        <ns0:spPr>
          <a:xfrm>
            <a:off x="4776788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II</a:t>
            </a:r>
          </a:p>
        </ns0:txBody>
      </ns0:sp>
      <ns0:sp>
        <ns0:nvSpPr>
          <ns0:cNvPr id="323" name="">
            <a:extLst>
              <a:ext uri="{FF2B5EF4-FFF2-40B4-BE49-F238E27FC236}">
                <ns2:creationId id="{21967322-943A-4B3B-9303-737636DC3389}"/>
              </a:ext>
            </a:extLst>
          </ns0:cNvPr>
          <ns0:cNvSpPr>
            <a:spLocks noGrp="1"/>
          </ns0:cNvSpPr>
          <ns0:nvPr/>
        </ns0:nvSpPr>
        <ns0:spPr>
          <a:xfrm>
            <a:off x="4776788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4" name="">
            <a:extLst>
              <a:ext uri="{FF2B5EF4-FFF2-40B4-BE49-F238E27FC236}">
                <ns2:creationId id="{ADCCDBB6-A14C-4F1A-B80B-2ECC0FD7815C}"/>
              </a:ext>
            </a:extLst>
          </ns0:cNvPr>
          <ns0:cNvSpPr>
            <a:spLocks noGrp="1"/>
          </ns0:cNvSpPr>
          <ns0:nvPr/>
        </ns0:nvSpPr>
        <ns0:spPr>
          <a:xfrm>
            <a:off x="6115050" y="5848350"/>
            <a:ext cx="1347788" cy="333375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325" name="">
            <a:extLst>
              <a:ext uri="{FF2B5EF4-FFF2-40B4-BE49-F238E27FC236}">
                <ns2:creationId id="{4B3FEF30-C714-4563-B5D6-F981F71DEA61}"/>
              </a:ext>
            </a:extLst>
          </ns0:cNvPr>
          <ns0:cNvSpPr>
            <a:spLocks noGrp="1"/>
          </ns0:cNvSpPr>
          <ns0:nvPr/>
        </ns0:nvSpPr>
        <ns0:spPr>
          <a:xfrm>
            <a:off x="616267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I DO CANAA FUNDO DE</a:t>
            </a:r>
          </a:p>
        </ns0:txBody>
      </ns0:sp>
      <ns0:sp>
        <ns0:nvSpPr>
          <ns0:cNvPr id="326" name="">
            <a:extLst>
              <a:ext uri="{FF2B5EF4-FFF2-40B4-BE49-F238E27FC236}">
                <ns2:creationId id="{034D1C5A-D9BA-4E13-B372-EA22E5086447}"/>
              </a:ext>
            </a:extLst>
          </ns0:cNvPr>
          <ns0:cNvSpPr>
            <a:spLocks noGrp="1"/>
          </ns0:cNvSpPr>
          <ns0:nvPr/>
        </ns0:nvSpPr>
        <ns0:spPr>
          <a:xfrm>
            <a:off x="616267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7" name="">
            <a:extLst>
              <a:ext uri="{FF2B5EF4-FFF2-40B4-BE49-F238E27FC236}">
                <ns2:creationId id="{99EE16DF-9581-4F24-9085-EEF68E0F9059}"/>
              </a:ext>
            </a:extLst>
          </ns0:cNvPr>
          <ns0:cNvSpPr>
            <a:spLocks noGrp="1"/>
          </ns0:cNvSpPr>
          <ns0:nvPr/>
        </ns0:nvSpPr>
        <ns0:spPr>
          <a:xfrm>
            <a:off x="571500" y="6162675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50/101 com mínimo júnior · 97/101 com data de emissão · 21/101 com família flagship</a:t>
            </a:r>
          </a:p>
        </ns0:txBody>
      </ns0:sp>
    </ns0:spTree>
    <ns0:extLst>
      <ns0:ext uri="{BB962C8B-B14F-4D97-AF65-F5344CB8AC3E}">
        <ns3:creationId val="828808650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C1719B68-7851-40C4-AC3B-4336E8883F8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· TAXONOMIA ANALÍTICA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2E05EAF-4275-46EE-9062-ABC05EA8D3C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0044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PL observado chegou a R$ 55,3 bi; composição e crescimento usam o mesmo critério reclassificado do mercado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3C8E07-E98A-4343-8F6E-263E71E3EC9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7316AA-70C5-4B3D-A29A-D813BA11A52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EB16DE7-E486-4D78-9168-C57EE0E6E2B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FIDC, e ledger aprovado. 60 CNPJs observados em dez/23 e 78 em jun/26; ausências não recebem PL imputado.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57A2985-C2BB-4ABE-AEE9-D9995841D17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846A937-DCD6-4F21-B735-D79813E546B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EVOLUÇÃO DO PL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D0DF3FF-E870-4E70-922C-CFFF30003F72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314656f0125b4c4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ECE523D-E64D-416A-B91C-95DE207F7A7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OBSERVADO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B5EF52D-491D-425A-B3DF-6CCE16C999BE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56f4712464ac48c9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00250" y="5181600"/>
          <a:ext cx="8191500" cy="247650"/>
        </ns0:xfrm>
        <a:graphic>
          <a:graphicData uri="http://schemas.openxmlformats.org/drawingml/2006/chart">
            <c:chart ns4:id="Re0cd418e97a74e2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4AF31A64-F8E3-48C2-80A6-1FE0E62B7259}"/>
              </a:ext>
            </a:extLst>
          </ns0:cNvPr>
          <ns0:cNvSpPr>
            <a:spLocks noGrp="1"/>
          </ns0:cNvSpPr>
          <ns0:nvPr/>
        </ns0:nvSpPr>
        <ns0:spPr>
          <a:xfrm>
            <a:off x="571500" y="55340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DEZ/23 → JUN/26 · Fomento Mercantil: carteira +209,1% · mercado +94,3%   |   Agro/Ind./Com.: carteira +100,7% · mercado +76,1%   |   Financeiro: carteira +74,3% · mercado +106,0%   |   Outros: carteira N/D · mercado +48,8%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B8E52EC-89BC-44F2-8235-FB8073BBAC9C}"/>
              </a:ext>
            </a:extLst>
          </ns0:cNvPr>
          <ns0:cNvSpPr>
            <a:spLocks noGrp="1"/>
          </ns0:cNvSpPr>
          <ns0:nvPr/>
        </ns0:nvSpPr>
        <ns0:spPr>
          <a:xfrm>
            <a:off x="666750" y="588645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CNPJs salvos da Carteira 1, ex-FIC, com classificação analítica aprovada retroaplicada às competências observadas. CNPJ ausente em uma competência permanece ausente e não recebe PL imputado. O mercado usa o mesmo Tipo ANBIMA reclassificado e o denominador ex-FIC.</a:t>
            </a:r>
          </a:p>
        </ns0:txBody>
      </ns0:sp>
    </ns0:spTree>
    <ns0:extLst>
      <ns0:ext uri="{BB962C8B-B14F-4D97-AF65-F5344CB8AC3E}">
        <ns5:creationId val="1179558374"/>
      </ns0:ext>
    </ns0:extLst>
  </ns0:cSld>
</ns0:sld>
</file>

<file path=ppt/slides/slide2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9" name="">
            <a:extLst>
              <a:ext uri="{FF2B5EF4-FFF2-40B4-BE49-F238E27FC236}">
                <ns2:creationId id="{8D249BF7-2ED6-4439-9437-310947295D3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FE40119-B705-46A3-B8CF-FC9473560B8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63AEC1F-4BE8-4112-A82B-447AFFCE3F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CD150E6-3A96-4ADE-AA22-F5A5CA179E0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7DE3D17-F59E-4667-95C2-8FB615EAB05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77B3DEE-2740-4F5E-8F53-E9141AFB562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571500" y="1476375"/>
          <a:ext cx="7048500" cy="4191000"/>
        </ns0:xfrm>
        <a:graphic>
          <a:graphicData uri="http://schemas.openxmlformats.org/drawingml/2006/chart">
            <c:chart ns4:id="R40d43d47ba0c4f32"/>
          </a:graphicData>
        </a:graphic>
      </ns0:graphicFrame>
      <ns0:sp>
        <ns0:nvSpPr>
          <ns0:cNvPr id="8" name="">
            <a:extLst>
              <a:ext uri="{FF2B5EF4-FFF2-40B4-BE49-F238E27FC236}">
                <ns2:creationId id="{B4A1C1B7-4B38-4CC9-8140-0C211F5F80AA}"/>
              </a:ext>
            </a:extLst>
          </ns0:cNvPr>
          <ns0:cNvSpPr>
            <a:spLocks noGrp="1"/>
          </ns0:cNvSpPr>
          <ns0:nvPr/>
        </ns0:nvSpPr>
        <ns0:spPr>
          <a:xfrm>
            <a:off x="1524000" y="5057775"/>
            <a:ext cx="6000750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116FC4DC-D19D-4B8B-A128-1022DA18126B}"/>
              </a:ext>
            </a:extLst>
          </ns0:cNvPr>
          <ns0:cNvSpPr>
            <a:spLocks noGrp="1"/>
          </ns0:cNvSpPr>
          <ns0:nvPr/>
        </ns0:nvSpPr>
        <ns0:spPr>
          <a:xfrm>
            <a:off x="8096250" y="1476375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C61952CD-F3E2-4576-8A18-FDAE82301B65}"/>
              </a:ext>
            </a:extLst>
          </ns0:cNvPr>
          <ns0:cNvSpPr>
            <a:spLocks noGrp="1"/>
          </ns0:cNvSpPr>
          <ns0:nvPr/>
        </ns0:nvSpPr>
        <ns0:spPr>
          <a:xfrm>
            <a:off x="8096250" y="1743075"/>
            <a:ext cx="3524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6227B6C3-9CBF-4FFF-ABE7-7A4EAA1047F0}"/>
              </a:ext>
            </a:extLst>
          </ns0:cNvPr>
          <ns0:cNvSpPr>
            <a:spLocks noGrp="1"/>
          </ns0:cNvSpPr>
          <ns0:nvPr/>
        </ns0:nvSpPr>
        <ns0:spPr>
          <a:xfrm>
            <a:off x="8096250" y="196215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6550E10-5D66-45DA-B7FB-632E57282120}"/>
              </a:ext>
            </a:extLst>
          </ns0:cNvPr>
          <ns0:cNvSpPr>
            <a:spLocks noGrp="1"/>
          </ns0:cNvSpPr>
          <ns0:nvPr/>
        </ns0:nvSpPr>
        <ns0:spPr>
          <a:xfrm>
            <a:off x="10069830" y="196215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E5D4C00-6D1E-43DB-9D77-ACDCD98E75C0}"/>
              </a:ext>
            </a:extLst>
          </ns0:cNvPr>
          <ns0:cNvSpPr>
            <a:spLocks noGrp="1"/>
          </ns0:cNvSpPr>
          <ns0:nvPr/>
        </ns0:nvSpPr>
        <ns0:spPr>
          <a:xfrm>
            <a:off x="8096250" y="246856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3D68D781-7C61-4F13-8A41-B76DF7DDEAA6}"/>
              </a:ext>
            </a:extLst>
          </ns0:cNvPr>
          <ns0:cNvSpPr>
            <a:spLocks noGrp="1"/>
          </ns0:cNvSpPr>
          <ns0:nvPr/>
        </ns0:nvSpPr>
        <ns0:spPr>
          <a:xfrm>
            <a:off x="8096250" y="252571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7EEDD2B-C622-4FF7-8919-4FBB0FB05BCC}"/>
              </a:ext>
            </a:extLst>
          </ns0:cNvPr>
          <ns0:cNvSpPr>
            <a:spLocks noGrp="1"/>
          </ns0:cNvSpPr>
          <ns0:nvPr/>
        </ns0:nvSpPr>
        <ns0:spPr>
          <a:xfrm>
            <a:off x="10069830" y="252571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C144688-73D2-4813-A748-7C63CCE1BFC1}"/>
              </a:ext>
            </a:extLst>
          </ns0:cNvPr>
          <ns0:cNvSpPr>
            <a:spLocks noGrp="1"/>
          </ns0:cNvSpPr>
          <ns0:nvPr/>
        </ns0:nvSpPr>
        <ns0:spPr>
          <a:xfrm>
            <a:off x="8096250" y="3032125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35459DD0-E47D-424F-BD39-C525D6B5B6A7}"/>
              </a:ext>
            </a:extLst>
          </ns0:cNvPr>
          <ns0:cNvSpPr>
            <a:spLocks noGrp="1"/>
          </ns0:cNvSpPr>
          <ns0:nvPr/>
        </ns0:nvSpPr>
        <ns0:spPr>
          <a:xfrm>
            <a:off x="8096250" y="3089275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35178C9-CBE4-4F17-AEEC-8B67BA9EBBA0}"/>
              </a:ext>
            </a:extLst>
          </ns0:cNvPr>
          <ns0:cNvSpPr>
            <a:spLocks noGrp="1"/>
          </ns0:cNvSpPr>
          <ns0:nvPr/>
        </ns0:nvSpPr>
        <ns0:spPr>
          <a:xfrm>
            <a:off x="10069830" y="3089275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E44E431-9CF3-4583-B2E0-7274A19C7EBA}"/>
              </a:ext>
            </a:extLst>
          </ns0:cNvPr>
          <ns0:cNvSpPr>
            <a:spLocks noGrp="1"/>
          </ns0:cNvSpPr>
          <ns0:nvPr/>
        </ns0:nvSpPr>
        <ns0:spPr>
          <a:xfrm>
            <a:off x="8096250" y="3595688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39713D4-27CC-41BD-8F06-56FDD06FA2F3}"/>
              </a:ext>
            </a:extLst>
          </ns0:cNvPr>
          <ns0:cNvSpPr>
            <a:spLocks noGrp="1"/>
          </ns0:cNvSpPr>
          <ns0:nvPr/>
        </ns0:nvSpPr>
        <ns0:spPr>
          <a:xfrm>
            <a:off x="8096250" y="3652838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C10B48AF-8168-4573-A138-C10FEDC2832D}"/>
              </a:ext>
            </a:extLst>
          </ns0:cNvPr>
          <ns0:cNvSpPr>
            <a:spLocks noGrp="1"/>
          </ns0:cNvSpPr>
          <ns0:nvPr/>
        </ns0:nvSpPr>
        <ns0:spPr>
          <a:xfrm>
            <a:off x="10069830" y="3652838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664A7837-02B4-473F-8D48-E3306BBEAF6F}"/>
              </a:ext>
            </a:extLst>
          </ns0:cNvPr>
          <ns0:cNvSpPr>
            <a:spLocks noGrp="1"/>
          </ns0:cNvSpPr>
          <ns0:nvPr/>
        </ns0:nvSpPr>
        <ns0:spPr>
          <a:xfrm>
            <a:off x="8096250" y="4159250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FB001A60-A95F-42CC-82D9-5B2ED4D26040}"/>
              </a:ext>
            </a:extLst>
          </ns0:cNvPr>
          <ns0:cNvSpPr>
            <a:spLocks noGrp="1"/>
          </ns0:cNvSpPr>
          <ns0:nvPr/>
        </ns0:nvSpPr>
        <ns0:spPr>
          <a:xfrm>
            <a:off x="8096250" y="421640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745E767-D787-4F6E-A2D5-B66021A742CA}"/>
              </a:ext>
            </a:extLst>
          </ns0:cNvPr>
          <ns0:cNvSpPr>
            <a:spLocks noGrp="1"/>
          </ns0:cNvSpPr>
          <ns0:nvPr/>
        </ns0:nvSpPr>
        <ns0:spPr>
          <a:xfrm>
            <a:off x="10069830" y="421640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4E32F71-EC85-4F2A-A6D0-287FFE28E713}"/>
              </a:ext>
            </a:extLst>
          </ns0:cNvPr>
          <ns0:cNvSpPr>
            <a:spLocks noGrp="1"/>
          </ns0:cNvSpPr>
          <ns0:nvPr/>
        </ns0:nvSpPr>
        <ns0:spPr>
          <a:xfrm>
            <a:off x="8096250" y="472281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587E4BC0-92D5-459B-95A0-096E23C4DB5F}"/>
              </a:ext>
            </a:extLst>
          </ns0:cNvPr>
          <ns0:cNvSpPr>
            <a:spLocks noGrp="1"/>
          </ns0:cNvSpPr>
          <ns0:nvPr/>
        </ns0:nvSpPr>
        <ns0:spPr>
          <a:xfrm>
            <a:off x="8096250" y="477996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A1CC9D5F-083D-4A8D-8D75-BDDA9D2DF571}"/>
              </a:ext>
            </a:extLst>
          </ns0:cNvPr>
          <ns0:cNvSpPr>
            <a:spLocks noGrp="1"/>
          </ns0:cNvSpPr>
          <ns0:nvPr/>
        </ns0:nvSpPr>
        <ns0:spPr>
          <a:xfrm>
            <a:off x="10069830" y="477996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D96C33D-8C08-4378-8786-265C7FD4FD31}"/>
              </a:ext>
            </a:extLst>
          </ns0:cNvPr>
          <ns0:cNvSpPr>
            <a:spLocks noGrp="1"/>
          </ns0:cNvSpPr>
          <ns0:nvPr/>
        </ns0:nvSpPr>
        <ns0:spPr>
          <a:xfrm>
            <a:off x="571500" y="59245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ns0:txBody>
      </ns0:sp>
    </ns0:spTree>
    <ns0:extLst>
      <ns0:ext uri="{BB962C8B-B14F-4D97-AF65-F5344CB8AC3E}">
        <ns5:creationId val="192291303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0" name="">
            <a:extLst>
              <a:ext uri="{FF2B5EF4-FFF2-40B4-BE49-F238E27FC236}">
                <ns2:creationId id="{DABD0BBE-F4BA-42F7-95EA-1250E3F0D1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10C055D-FBA5-4056-8A02-AF067DA4FC7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97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8D6A381-BE8E-4AE0-BE31-581A305F65F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60AD45D-18E3-4E0D-A8A6-8CEBBC6B156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941951B-14C7-44CC-AD4A-5636DF1A9F4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0AE8822-5E28-4A83-B877-5D368C8A40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59C1214-07FA-407B-AE2C-79A066D26049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70008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A667F7B8-7D0D-4607-AD8A-B77A6302FC38}"/>
              </a:ext>
            </a:extLst>
          </ns0:cNvPr>
          <ns0:cNvSpPr>
            <a:spLocks noGrp="1"/>
          </ns0:cNvSpPr>
          <ns0:nvPr/>
        </ns0:nvSpPr>
        <ns0:spPr>
          <a:xfrm>
            <a:off x="628650" y="1504950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AB4E7D7-82DB-4B93-852E-87A1A4840AFC}"/>
              </a:ext>
            </a:extLst>
          </ns0:cNvPr>
          <ns0:cNvSpPr>
            <a:spLocks noGrp="1"/>
          </ns0:cNvSpPr>
          <ns0:nvPr/>
        </ns0:nvSpPr>
        <ns0:spPr>
          <a:xfrm>
            <a:off x="1771650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4ED7C9D4-5147-4590-A25C-F95436D2B316}"/>
              </a:ext>
            </a:extLst>
          </ns0:cNvPr>
          <ns0:cNvSpPr>
            <a:spLocks noGrp="1"/>
          </ns0:cNvSpPr>
          <ns0:nvPr/>
        </ns0:nvSpPr>
        <ns0:spPr>
          <a:xfrm>
            <a:off x="2628900" y="1504950"/>
            <a:ext cx="4095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3FB2A00-50D5-443B-945D-579A7E577CBA}"/>
              </a:ext>
            </a:extLst>
          </ns0:cNvPr>
          <ns0:cNvSpPr>
            <a:spLocks noGrp="1"/>
          </ns0:cNvSpPr>
          <ns0:nvPr/>
        </ns0:nvSpPr>
        <ns0:spPr>
          <a:xfrm>
            <a:off x="3152775" y="1504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73F912-5C29-4876-8613-CCB540C292F6}"/>
              </a:ext>
            </a:extLst>
          </ns0:cNvPr>
          <ns0:cNvSpPr>
            <a:spLocks noGrp="1"/>
          </ns0:cNvSpPr>
          <ns0:nvPr/>
        </ns0:nvSpPr>
        <ns0:spPr>
          <a:xfrm>
            <a:off x="5248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661588D-3099-433F-A7A3-DC332940EB24}"/>
              </a:ext>
            </a:extLst>
          </ns0:cNvPr>
          <ns0:cNvSpPr>
            <a:spLocks noGrp="1"/>
          </ns0:cNvSpPr>
          <ns0:nvPr/>
        </ns0:nvSpPr>
        <ns0:spPr>
          <a:xfrm>
            <a:off x="6010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5136D54-3210-4F77-8C98-3A2A3B70864C}"/>
              </a:ext>
            </a:extLst>
          </ns0:cNvPr>
          <ns0:cNvSpPr>
            <a:spLocks noGrp="1"/>
          </ns0:cNvSpPr>
          <ns0:nvPr/>
        </ns0:nvSpPr>
        <ns0:spPr>
          <a:xfrm>
            <a:off x="6772275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FACDA0F-DA5E-4581-AD63-F487DF130FF0}"/>
              </a:ext>
            </a:extLst>
          </ns0:cNvPr>
          <ns0:cNvSpPr>
            <a:spLocks noGrp="1"/>
          </ns0:cNvSpPr>
          <ns0:nvPr/>
        </ns0:nvSpPr>
        <ns0:spPr>
          <a:xfrm>
            <a:off x="571500" y="18002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18EAFD9-475F-4F5D-AE12-E4A030F3F44B}"/>
              </a:ext>
            </a:extLst>
          </ns0:cNvPr>
          <ns0:cNvSpPr>
            <a:spLocks noGrp="1"/>
          </ns0:cNvSpPr>
          <ns0:nvPr/>
        </ns0:nvSpPr>
        <ns0:spPr>
          <a:xfrm>
            <a:off x="571500" y="24193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444B1DA5-F231-4FDE-94AE-2D5A14138F9B}"/>
              </a:ext>
            </a:extLst>
          </ns0:cNvPr>
          <ns0:cNvSpPr>
            <a:spLocks noGrp="1"/>
          </ns0:cNvSpPr>
          <ns0:nvPr/>
        </ns0:nvSpPr>
        <ns0:spPr>
          <a:xfrm>
            <a:off x="628650" y="18288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19A25C3-0868-4171-82A5-EE5A6178DC67}"/>
              </a:ext>
            </a:extLst>
          </ns0:cNvPr>
          <ns0:cNvSpPr>
            <a:spLocks noGrp="1"/>
          </ns0:cNvSpPr>
          <ns0:nvPr/>
        </ns0:nvSpPr>
        <ns0:spPr>
          <a:xfrm>
            <a:off x="1771650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17E26F4-88A8-4C71-9B04-EDD16CA7C3E5}"/>
              </a:ext>
            </a:extLst>
          </ns0:cNvPr>
          <ns0:cNvSpPr>
            <a:spLocks noGrp="1"/>
          </ns0:cNvSpPr>
          <ns0:nvPr/>
        </ns0:nvSpPr>
        <ns0:spPr>
          <a:xfrm>
            <a:off x="2628900" y="18288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3B4B4B2-3AFC-4394-A6F6-629DF2E14348}"/>
              </a:ext>
            </a:extLst>
          </ns0:cNvPr>
          <ns0:cNvSpPr>
            <a:spLocks noGrp="1"/>
          </ns0:cNvSpPr>
          <ns0:nvPr/>
        </ns0:nvSpPr>
        <ns0:spPr>
          <a:xfrm>
            <a:off x="3152775" y="18288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F781316-6230-4C8A-9464-802874F31D3E}"/>
              </a:ext>
            </a:extLst>
          </ns0:cNvPr>
          <ns0:cNvSpPr>
            <a:spLocks noGrp="1"/>
          </ns0:cNvSpPr>
          <ns0:nvPr/>
        </ns0:nvSpPr>
        <ns0:spPr>
          <a:xfrm>
            <a:off x="5248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50239DD5-820C-4121-8EE9-F73E9FBF965C}"/>
              </a:ext>
            </a:extLst>
          </ns0:cNvPr>
          <ns0:cNvSpPr>
            <a:spLocks noGrp="1"/>
          </ns0:cNvSpPr>
          <ns0:nvPr/>
        </ns0:nvSpPr>
        <ns0:spPr>
          <a:xfrm>
            <a:off x="6010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1EFB9AF6-49E1-4C8C-9602-BC11635A399B}"/>
              </a:ext>
            </a:extLst>
          </ns0:cNvPr>
          <ns0:cNvSpPr>
            <a:spLocks noGrp="1"/>
          </ns0:cNvSpPr>
          <ns0:nvPr/>
        </ns0:nvSpPr>
        <ns0:spPr>
          <a:xfrm>
            <a:off x="6772275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ED71D2B-7FBC-4988-B48A-8506FF3CADE9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C5537EE1-1549-4D63-B7AC-2749D9FD61DF}"/>
              </a:ext>
            </a:extLst>
          </ns0:cNvPr>
          <ns0:cNvSpPr>
            <a:spLocks noGrp="1"/>
          </ns0:cNvSpPr>
          <ns0:nvPr/>
        </ns0:nvSpPr>
        <ns0:spPr>
          <a:xfrm>
            <a:off x="571500" y="30480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5301BAD8-6FD8-4990-ABFB-9443C618553E}"/>
              </a:ext>
            </a:extLst>
          </ns0:cNvPr>
          <ns0:cNvSpPr>
            <a:spLocks noGrp="1"/>
          </ns0:cNvSpPr>
          <ns0:nvPr/>
        </ns0:nvSpPr>
        <ns0:spPr>
          <a:xfrm>
            <a:off x="628650" y="24574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39803AC-F507-482E-965E-54C50C394D11}"/>
              </a:ext>
            </a:extLst>
          </ns0:cNvPr>
          <ns0:cNvSpPr>
            <a:spLocks noGrp="1"/>
          </ns0:cNvSpPr>
          <ns0:nvPr/>
        </ns0:nvSpPr>
        <ns0:spPr>
          <a:xfrm>
            <a:off x="1771650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1F7810E-369B-4CD5-9545-A53321B1BD28}"/>
              </a:ext>
            </a:extLst>
          </ns0:cNvPr>
          <ns0:cNvSpPr>
            <a:spLocks noGrp="1"/>
          </ns0:cNvSpPr>
          <ns0:nvPr/>
        </ns0:nvSpPr>
        <ns0:spPr>
          <a:xfrm>
            <a:off x="2628900" y="24574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9B83092B-5013-4C25-B362-B1F47B4ACBB5}"/>
              </a:ext>
            </a:extLst>
          </ns0:cNvPr>
          <ns0:cNvSpPr>
            <a:spLocks noGrp="1"/>
          </ns0:cNvSpPr>
          <ns0:nvPr/>
        </ns0:nvSpPr>
        <ns0:spPr>
          <a:xfrm>
            <a:off x="3152775" y="24574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FADC0A2B-BDF1-4FBE-B58A-77B5424F5D8F}"/>
              </a:ext>
            </a:extLst>
          </ns0:cNvPr>
          <ns0:cNvSpPr>
            <a:spLocks noGrp="1"/>
          </ns0:cNvSpPr>
          <ns0:nvPr/>
        </ns0:nvSpPr>
        <ns0:spPr>
          <a:xfrm>
            <a:off x="5248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31E4D1E1-78A7-455C-BA9D-2121DB28FE18}"/>
              </a:ext>
            </a:extLst>
          </ns0:cNvPr>
          <ns0:cNvSpPr>
            <a:spLocks noGrp="1"/>
          </ns0:cNvSpPr>
          <ns0:nvPr/>
        </ns0:nvSpPr>
        <ns0:spPr>
          <a:xfrm>
            <a:off x="6010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31900FDB-2058-4CF0-ADC3-348046F716AA}"/>
              </a:ext>
            </a:extLst>
          </ns0:cNvPr>
          <ns0:cNvSpPr>
            <a:spLocks noGrp="1"/>
          </ns0:cNvSpPr>
          <ns0:nvPr/>
        </ns0:nvSpPr>
        <ns0:spPr>
          <a:xfrm>
            <a:off x="6772275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E23CCAF6-1373-441E-A070-26FDD7840DA9}"/>
              </a:ext>
            </a:extLst>
          </ns0:cNvPr>
          <ns0:cNvSpPr>
            <a:spLocks noGrp="1"/>
          </ns0:cNvSpPr>
          <ns0:nvPr/>
        </ns0:nvSpPr>
        <ns0:spPr>
          <a:xfrm>
            <a:off x="571500" y="305752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DD47E938-7398-4645-A867-61D27DF99A3E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5" name="">
            <a:extLst>
              <a:ext uri="{FF2B5EF4-FFF2-40B4-BE49-F238E27FC236}">
                <ns2:creationId id="{D2B28B1D-DB1F-4FE9-A3E5-369C0A9A56C1}"/>
              </a:ext>
            </a:extLst>
          </ns0:cNvPr>
          <ns0:cNvSpPr>
            <a:spLocks noGrp="1"/>
          </ns0:cNvSpPr>
          <ns0:nvPr/>
        </ns0:nvSpPr>
        <ns0:spPr>
          <a:xfrm>
            <a:off x="628650" y="30861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8076EBCC-430F-42F7-9D67-2C0D873345F5}"/>
              </a:ext>
            </a:extLst>
          </ns0:cNvPr>
          <ns0:cNvSpPr>
            <a:spLocks noGrp="1"/>
          </ns0:cNvSpPr>
          <ns0:nvPr/>
        </ns0:nvSpPr>
        <ns0:spPr>
          <a:xfrm>
            <a:off x="1771650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356B017A-AA2F-457D-8AF5-E5263708A184}"/>
              </a:ext>
            </a:extLst>
          </ns0:cNvPr>
          <ns0:cNvSpPr>
            <a:spLocks noGrp="1"/>
          </ns0:cNvSpPr>
          <ns0:nvPr/>
        </ns0:nvSpPr>
        <ns0:spPr>
          <a:xfrm>
            <a:off x="2628900" y="30861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7A46AF4C-D010-4BD2-BBAD-D046839A8D73}"/>
              </a:ext>
            </a:extLst>
          </ns0:cNvPr>
          <ns0:cNvSpPr>
            <a:spLocks noGrp="1"/>
          </ns0:cNvSpPr>
          <ns0:nvPr/>
        </ns0:nvSpPr>
        <ns0:spPr>
          <a:xfrm>
            <a:off x="3152775" y="30861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9E1FAE3-FC80-4F32-9B50-229FCAFD0B7F}"/>
              </a:ext>
            </a:extLst>
          </ns0:cNvPr>
          <ns0:cNvSpPr>
            <a:spLocks noGrp="1"/>
          </ns0:cNvSpPr>
          <ns0:nvPr/>
        </ns0:nvSpPr>
        <ns0:spPr>
          <a:xfrm>
            <a:off x="5248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81381558-402E-46F0-B3EB-DE18FCEDD295}"/>
              </a:ext>
            </a:extLst>
          </ns0:cNvPr>
          <ns0:cNvSpPr>
            <a:spLocks noGrp="1"/>
          </ns0:cNvSpPr>
          <ns0:nvPr/>
        </ns0:nvSpPr>
        <ns0:spPr>
          <a:xfrm>
            <a:off x="6010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97E1D860-429A-496A-A0D9-E71C45A9867A}"/>
              </a:ext>
            </a:extLst>
          </ns0:cNvPr>
          <ns0:cNvSpPr>
            <a:spLocks noGrp="1"/>
          </ns0:cNvSpPr>
          <ns0:nvPr/>
        </ns0:nvSpPr>
        <ns0:spPr>
          <a:xfrm>
            <a:off x="6772275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B3103C24-40F6-46D6-8EEA-2B0301145B5E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C95A0BB1-C5D4-4DB6-802A-BD0F2CDD8D27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E8CF4C79-BF77-4D3C-9051-1CDB83F7AC71}"/>
              </a:ext>
            </a:extLst>
          </ns0:cNvPr>
          <ns0:cNvSpPr>
            <a:spLocks noGrp="1"/>
          </ns0:cNvSpPr>
          <ns0:nvPr/>
        </ns0:nvSpPr>
        <ns0:spPr>
          <a:xfrm>
            <a:off x="628650" y="37147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1B0E2553-98F1-4297-8491-40BD4B5F341C}"/>
              </a:ext>
            </a:extLst>
          </ns0:cNvPr>
          <ns0:cNvSpPr>
            <a:spLocks noGrp="1"/>
          </ns0:cNvSpPr>
          <ns0:nvPr/>
        </ns0:nvSpPr>
        <ns0:spPr>
          <a:xfrm>
            <a:off x="1771650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9090EED5-AF21-4CF4-A462-073FED24DFD0}"/>
              </a:ext>
            </a:extLst>
          </ns0:cNvPr>
          <ns0:cNvSpPr>
            <a:spLocks noGrp="1"/>
          </ns0:cNvSpPr>
          <ns0:nvPr/>
        </ns0:nvSpPr>
        <ns0:spPr>
          <a:xfrm>
            <a:off x="2628900" y="37147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42B99261-0706-4DE2-AA10-0CDE7DD99C41}"/>
              </a:ext>
            </a:extLst>
          </ns0:cNvPr>
          <ns0:cNvSpPr>
            <a:spLocks noGrp="1"/>
          </ns0:cNvSpPr>
          <ns0:nvPr/>
        </ns0:nvSpPr>
        <ns0:spPr>
          <a:xfrm>
            <a:off x="3152775" y="37147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BA85A469-DB4B-4934-B71C-D870247923C1}"/>
              </a:ext>
            </a:extLst>
          </ns0:cNvPr>
          <ns0:cNvSpPr>
            <a:spLocks noGrp="1"/>
          </ns0:cNvSpPr>
          <ns0:nvPr/>
        </ns0:nvSpPr>
        <ns0:spPr>
          <a:xfrm>
            <a:off x="5248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2AB97DB1-93F6-4061-92C2-871BB94C7009}"/>
              </a:ext>
            </a:extLst>
          </ns0:cNvPr>
          <ns0:cNvSpPr>
            <a:spLocks noGrp="1"/>
          </ns0:cNvSpPr>
          <ns0:nvPr/>
        </ns0:nvSpPr>
        <ns0:spPr>
          <a:xfrm>
            <a:off x="6010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44D4409B-4DB2-4348-A689-50B100368196}"/>
              </a:ext>
            </a:extLst>
          </ns0:cNvPr>
          <ns0:cNvSpPr>
            <a:spLocks noGrp="1"/>
          </ns0:cNvSpPr>
          <ns0:nvPr/>
        </ns0:nvSpPr>
        <ns0:spPr>
          <a:xfrm>
            <a:off x="6772275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207C6DB5-3261-4BAC-B0FC-EFCF6B0933ED}"/>
              </a:ext>
            </a:extLst>
          </ns0:cNvPr>
          <ns0:cNvSpPr>
            <a:spLocks noGrp="1"/>
          </ns0:cNvSpPr>
          <ns0:nvPr/>
        </ns0:nvSpPr>
        <ns0:spPr>
          <a:xfrm>
            <a:off x="571500" y="43148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CFBE7EAF-4025-44CB-97A8-DB4B9BA4E928}"/>
              </a:ext>
            </a:extLst>
          </ns0:cNvPr>
          <ns0:cNvSpPr>
            <a:spLocks noGrp="1"/>
          </ns0:cNvSpPr>
          <ns0:nvPr/>
        </ns0:nvSpPr>
        <ns0:spPr>
          <a:xfrm>
            <a:off x="571500" y="49339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3" name="">
            <a:extLst>
              <a:ext uri="{FF2B5EF4-FFF2-40B4-BE49-F238E27FC236}">
                <ns2:creationId id="{70584941-6431-4020-8A38-91EFAFA42781}"/>
              </a:ext>
            </a:extLst>
          </ns0:cNvPr>
          <ns0:cNvSpPr>
            <a:spLocks noGrp="1"/>
          </ns0:cNvSpPr>
          <ns0:nvPr/>
        </ns0:nvSpPr>
        <ns0:spPr>
          <a:xfrm>
            <a:off x="628650" y="43434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BA3F71E0-7239-44C2-8C2A-721A1491D314}"/>
              </a:ext>
            </a:extLst>
          </ns0:cNvPr>
          <ns0:cNvSpPr>
            <a:spLocks noGrp="1"/>
          </ns0:cNvSpPr>
          <ns0:nvPr/>
        </ns0:nvSpPr>
        <ns0:spPr>
          <a:xfrm>
            <a:off x="1771650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ns0:txBody>
      </ns0:sp>
      <ns0:sp>
        <ns0:nvSpPr>
          <ns0:cNvPr id="55" name="">
            <a:extLst>
              <a:ext uri="{FF2B5EF4-FFF2-40B4-BE49-F238E27FC236}">
                <ns2:creationId id="{4B710B9F-F82C-4935-85EF-B307193BF2A0}"/>
              </a:ext>
            </a:extLst>
          </ns0:cNvPr>
          <ns0:cNvSpPr>
            <a:spLocks noGrp="1"/>
          </ns0:cNvSpPr>
          <ns0:nvPr/>
        </ns0:nvSpPr>
        <ns0:spPr>
          <a:xfrm>
            <a:off x="2628900" y="43434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36E51ADD-DD73-42AC-87EA-79FA49945D98}"/>
              </a:ext>
            </a:extLst>
          </ns0:cNvPr>
          <ns0:cNvSpPr>
            <a:spLocks noGrp="1"/>
          </ns0:cNvSpPr>
          <ns0:nvPr/>
        </ns0:nvSpPr>
        <ns0:spPr>
          <a:xfrm>
            <a:off x="3152775" y="43434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BEA69E3E-71FF-4836-AA67-5790BEFDCAC6}"/>
              </a:ext>
            </a:extLst>
          </ns0:cNvPr>
          <ns0:cNvSpPr>
            <a:spLocks noGrp="1"/>
          </ns0:cNvSpPr>
          <ns0:nvPr/>
        </ns0:nvSpPr>
        <ns0:spPr>
          <a:xfrm>
            <a:off x="5248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B43378BC-B216-414F-8A29-36B1C38E6A31}"/>
              </a:ext>
            </a:extLst>
          </ns0:cNvPr>
          <ns0:cNvSpPr>
            <a:spLocks noGrp="1"/>
          </ns0:cNvSpPr>
          <ns0:nvPr/>
        </ns0:nvSpPr>
        <ns0:spPr>
          <a:xfrm>
            <a:off x="6010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BA5E36EA-83A0-4D00-B40C-C6C9E29E82B9}"/>
              </a:ext>
            </a:extLst>
          </ns0:cNvPr>
          <ns0:cNvSpPr>
            <a:spLocks noGrp="1"/>
          </ns0:cNvSpPr>
          <ns0:nvPr/>
        </ns0:nvSpPr>
        <ns0:spPr>
          <a:xfrm>
            <a:off x="6772275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1A91E6BD-32DC-4044-9166-0E8F6824027C}"/>
              </a:ext>
            </a:extLst>
          </ns0:cNvPr>
          <ns0:cNvSpPr>
            <a:spLocks noGrp="1"/>
          </ns0:cNvSpPr>
          <ns0:nvPr/>
        </ns0:nvSpPr>
        <ns0:spPr>
          <a:xfrm>
            <a:off x="571500" y="49434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491A23DC-8E2C-4D21-A066-AC8037929977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DA0DA585-E357-4D01-86AC-7579C6EF1513}"/>
              </a:ext>
            </a:extLst>
          </ns0:cNvPr>
          <ns0:cNvSpPr>
            <a:spLocks noGrp="1"/>
          </ns0:cNvSpPr>
          <ns0:nvPr/>
        </ns0:nvSpPr>
        <ns0:spPr>
          <a:xfrm>
            <a:off x="628650" y="49720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9593AD7C-747B-48DA-97D4-F4090865FECB}"/>
              </a:ext>
            </a:extLst>
          </ns0:cNvPr>
          <ns0:cNvSpPr>
            <a:spLocks noGrp="1"/>
          </ns0:cNvSpPr>
          <ns0:nvPr/>
        </ns0:nvSpPr>
        <ns0:spPr>
          <a:xfrm>
            <a:off x="1771650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BD858B50-9E32-4BFD-A1C9-E04E2C51CCA8}"/>
              </a:ext>
            </a:extLst>
          </ns0:cNvPr>
          <ns0:cNvSpPr>
            <a:spLocks noGrp="1"/>
          </ns0:cNvSpPr>
          <ns0:nvPr/>
        </ns0:nvSpPr>
        <ns0:spPr>
          <a:xfrm>
            <a:off x="2628900" y="49720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2DE4523E-C501-44DB-84BF-1DBA69068DAF}"/>
              </a:ext>
            </a:extLst>
          </ns0:cNvPr>
          <ns0:cNvSpPr>
            <a:spLocks noGrp="1"/>
          </ns0:cNvSpPr>
          <ns0:nvPr/>
        </ns0:nvSpPr>
        <ns0:spPr>
          <a:xfrm>
            <a:off x="3152775" y="49720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104A0FB6-94B6-4874-BA35-85FA54EDF920}"/>
              </a:ext>
            </a:extLst>
          </ns0:cNvPr>
          <ns0:cNvSpPr>
            <a:spLocks noGrp="1"/>
          </ns0:cNvSpPr>
          <ns0:nvPr/>
        </ns0:nvSpPr>
        <ns0:spPr>
          <a:xfrm>
            <a:off x="5248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ns0:txBody>
      </ns0:sp>
      <ns0:sp>
        <ns0:nvSpPr>
          <ns0:cNvPr id="67" name="">
            <a:extLst>
              <a:ext uri="{FF2B5EF4-FFF2-40B4-BE49-F238E27FC236}">
                <ns2:creationId id="{40A3A906-B882-41B4-96E9-CADFEAD19F93}"/>
              </a:ext>
            </a:extLst>
          </ns0:cNvPr>
          <ns0:cNvSpPr>
            <a:spLocks noGrp="1"/>
          </ns0:cNvSpPr>
          <ns0:nvPr/>
        </ns0:nvSpPr>
        <ns0:spPr>
          <a:xfrm>
            <a:off x="6010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D8E68E83-2E28-4F21-A721-9D0D9DD88924}"/>
              </a:ext>
            </a:extLst>
          </ns0:cNvPr>
          <ns0:cNvSpPr>
            <a:spLocks noGrp="1"/>
          </ns0:cNvSpPr>
          <ns0:nvPr/>
        </ns0:nvSpPr>
        <ns0:spPr>
          <a:xfrm>
            <a:off x="6772275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5A082F06-DF14-411E-AD5E-45A4AB9E02EA}"/>
              </a:ext>
            </a:extLst>
          </ns0:cNvPr>
          <ns0:cNvSpPr>
            <a:spLocks noGrp="1"/>
          </ns0:cNvSpPr>
          <ns0:nvPr/>
        </ns0:nvSpPr>
        <ns0:spPr>
          <a:xfrm>
            <a:off x="571500" y="5657850"/>
            <a:ext cx="7000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CE927F40-661F-4951-826D-50FA951BA00B}"/>
              </a:ext>
            </a:extLst>
          </ns0:cNvPr>
          <ns0:cNvSpPr>
            <a:spLocks noGrp="1"/>
          </ns0:cNvSpPr>
          <ns0:nvPr/>
        </ns0:nvSpPr>
        <ns0:spPr>
          <a:xfrm>
            <a:off x="8048625" y="1476375"/>
            <a:ext cx="3571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5BC5716B-07AF-4096-9B26-712B30049469}"/>
              </a:ext>
            </a:extLst>
          </ns0:cNvPr>
          <ns0:cNvSpPr>
            <a:spLocks noGrp="1"/>
          </ns0:cNvSpPr>
          <ns0:nvPr/>
        </ns0:nvSpPr>
        <ns0:spPr>
          <a:xfrm>
            <a:off x="8048625" y="1743075"/>
            <a:ext cx="3571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2" name="">
            <a:extLst>
              <a:ext uri="{FF2B5EF4-FFF2-40B4-BE49-F238E27FC236}">
                <ns2:creationId id="{EFFDF4D5-1464-46A5-AE69-0159C42D41D1}"/>
              </a:ext>
            </a:extLst>
          </ns0:cNvPr>
          <ns0:cNvSpPr>
            <a:spLocks noGrp="1"/>
          </ns0:cNvSpPr>
          <ns0:nvPr/>
        </ns0:nvSpPr>
        <ns0:spPr>
          <a:xfrm>
            <a:off x="8048625" y="20002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73" name="">
            <a:extLst>
              <a:ext uri="{FF2B5EF4-FFF2-40B4-BE49-F238E27FC236}">
                <ns2:creationId id="{25A77CDD-3472-4128-8964-05E5EC582DDF}"/>
              </a:ext>
            </a:extLst>
          </ns0:cNvPr>
          <ns0:cNvSpPr>
            <a:spLocks noGrp="1"/>
          </ns0:cNvSpPr>
          <ns0:nvPr/>
        </ns0:nvSpPr>
        <ns0:spPr>
          <a:xfrm>
            <a:off x="8048625" y="22860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21FF8DC7-B94B-44BC-9FA0-2790E20B618E}"/>
              </a:ext>
            </a:extLst>
          </ns0:cNvPr>
          <ns0:cNvSpPr>
            <a:spLocks noGrp="1"/>
          </ns0:cNvSpPr>
          <ns0:nvPr/>
        </ns0:nvSpPr>
        <ns0:spPr>
          <a:xfrm>
            <a:off x="8048625" y="26670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FC75B9EA-5966-4F1E-B634-707CCF303C50}"/>
              </a:ext>
            </a:extLst>
          </ns0:cNvPr>
          <ns0:cNvSpPr>
            <a:spLocks noGrp="1"/>
          </ns0:cNvSpPr>
          <ns0:nvPr/>
        </ns0:nvSpPr>
        <ns0:spPr>
          <a:xfrm>
            <a:off x="8048625" y="30861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BF9B6FE1-FDF9-4294-BD0E-F89FF46F43E9}"/>
              </a:ext>
            </a:extLst>
          </ns0:cNvPr>
          <ns0:cNvSpPr>
            <a:spLocks noGrp="1"/>
          </ns0:cNvSpPr>
          <ns0:nvPr/>
        </ns0:nvSpPr>
        <ns0:spPr>
          <a:xfrm>
            <a:off x="8048625" y="37147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E0CB4C96-F573-43BB-A0F3-D894DC6C8C76}"/>
              </a:ext>
            </a:extLst>
          </ns0:cNvPr>
          <ns0:cNvSpPr>
            <a:spLocks noGrp="1"/>
          </ns0:cNvSpPr>
          <ns0:nvPr/>
        </ns0:nvSpPr>
        <ns0:spPr>
          <a:xfrm>
            <a:off x="8048625" y="40005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1ACBE88B-5F86-4E6F-9182-2028E9A543E9}"/>
              </a:ext>
            </a:extLst>
          </ns0:cNvPr>
          <ns0:cNvSpPr>
            <a:spLocks noGrp="1"/>
          </ns0:cNvSpPr>
          <ns0:nvPr/>
        </ns0:nvSpPr>
        <ns0:spPr>
          <a:xfrm>
            <a:off x="8048625" y="43815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ns0:txBody>
      </ns0:sp>
      <ns0:sp>
        <ns0:nvSpPr>
          <ns0:cNvPr id="79" name="">
            <a:extLst>
              <a:ext uri="{FF2B5EF4-FFF2-40B4-BE49-F238E27FC236}">
                <ns2:creationId id="{FE31FBE2-E2F7-4D24-8FAC-090A12FAB123}"/>
              </a:ext>
            </a:extLst>
          </ns0:cNvPr>
          <ns0:cNvSpPr>
            <a:spLocks noGrp="1"/>
          </ns0:cNvSpPr>
          <ns0:nvPr/>
        </ns0:nvSpPr>
        <ns0:spPr>
          <a:xfrm>
            <a:off x="8048625" y="48006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ns0:txBody>
      </ns0:sp>
    </ns0:spTree>
    <ns0:extLst>
      <ns0:ext uri="{BB962C8B-B14F-4D97-AF65-F5344CB8AC3E}">
        <ns3:creationId val="664706342"/>
      </ns0:ext>
    </ns0:extLst>
  </ns0:cSld>
</ns0:sld>
</file>

<file path=ppt/slides/slide2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8719334E-6006-4C54-BBA7-45F3B359BC1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878664-FF73-4901-981A-51029F02E2F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9622D9F-1634-48EC-9FF4-67C7538FE74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4E750CC-CDFC-4BB9-B29D-5113859EF63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6B83E90-80FA-4A6C-B93F-87DFAE6E02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B0C3E8-ED3E-49C6-AFCD-E8CA3FB8E7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1FDE46C-E731-4D51-98E2-08AF1FE7EAF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02898BC-0767-4E27-A0E1-79B3282EBC07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8f19aa7c1b314fd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FAE8DEB-80BE-40E6-AEDE-C5342009913C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CE6C2B2-6569-4FEA-80EA-74614DCB9B3C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2897e617e9ab4ba7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7c6fb82f2e244cd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4F08FA9-2DCC-4C93-9B5C-760AEB683469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CFAD182D-F0DD-488F-BA38-25397A596531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733132131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877ACE6-F994-40D4-B0A2-790DAFC6F8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CDC77C7-3600-491B-84DE-6730B28DC2D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F7FF7CC-34C3-47E5-BE77-D19590D4430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E928391-7054-40A2-82F5-D117D5863BC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1874BD9-4E59-4E9F-9310-8EC7B66298F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DD9DA2D-C112-4A6F-98C9-2912019D312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8FCA8F4-9DA5-4E5D-8CFA-FA04826D121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1AAF4D1-0AFD-41D0-AF69-76390B37A5E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bb4c0207c98841d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2ABD460-BC03-4EB9-961A-488AD248ED2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9FCB184-63E6-4D5B-9C66-F0963A8A4EDF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a0386f4fdf49479c"/>
          </a:graphicData>
        </a:graphic>
      </ns0:graphicFrame>
      <ns0:sp>
        <ns0:nvSpPr>
          <ns0:cNvPr id="13" name="">
            <a:extLst>
              <a:ext uri="{FF2B5EF4-FFF2-40B4-BE49-F238E27FC236}">
                <ns2:creationId id="{65A1BAFA-9522-4F47-97ED-85FDBFFD6813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390570B-408F-4E20-8629-4A7B79522510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6f499906aea044f3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ee31f6a190484f4f"/>
          </a:graphicData>
        </a:graphic>
      </ns0:graphicFrame>
      <ns0:sp>
        <ns0:nvSpPr>
          <ns0:cNvPr id="17" name="">
            <a:extLst>
              <a:ext uri="{FF2B5EF4-FFF2-40B4-BE49-F238E27FC236}">
                <ns2:creationId id="{64C93E3E-208A-4D8E-9CD6-6A55C3E15228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5F7F5931-B975-408E-B013-78DA2F7F9ED2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9DD5259-FCD2-49BD-9D82-E44912069211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CB1FE4A9-3DC2-48BC-B521-81CBD7C3D014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E9E3BA03-A493-4B77-A942-CC439328B9DC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D974E2B3-2B49-4CD5-BC0E-B2F98EB464C4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612D88F-2D73-49AC-8DD3-31F3D465EA85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73785FC5-D002-4D31-B9ED-1B60D15FDF0E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8C24423-286D-44BC-A391-91A41A62917B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449652012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9F9C12B3-45B6-4511-ADBD-65DE9875A83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8F0A342-E8A9-4E24-8961-83A7CCC115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BA7EA9-EBCA-4374-8ED9-5C117FEB6AF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1E94CA4-C6EE-4826-AAE2-46BF2282419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4B678BA-2867-404A-9779-6FD9EBEFF29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58B955-E8AF-4BDD-A8F8-55299BE1E8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5C5E783-28EC-45D6-BF30-43B83E056FCF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860F6BC-D1FC-4BBA-B01C-11BDE129E6C5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8802edeb7c1a4c6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0460A8E-6741-4805-A088-BBB2944C88DE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A55CE0-35CB-4561-8AB1-EDB0C6EBA911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6c61c31e97cd4c90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1da131c0ec4a4ee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DFF85FD-E4C6-4DC3-94F8-F818DEC6E41C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F98214C-9966-4FF8-A4B1-31724D54AA29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84C4FA2-AD02-45E8-A94F-8BFB170C8943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2222d3b7b793422b"/>
          </a:graphicData>
        </a:graphic>
      </ns0:graphicFrame>
      <ns0:sp>
        <ns0:nvSpPr>
          <ns0:cNvPr id="18" name="">
            <a:extLst>
              <a:ext uri="{FF2B5EF4-FFF2-40B4-BE49-F238E27FC236}">
                <ns2:creationId id="{F8D8A54A-D254-4B75-8A55-927D703215E4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D58D396-D6A8-403C-9251-3FC241112DB1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3d72e5d1f80a46f5"/>
          </a:graphicData>
        </a:graphic>
      </ns0:graphicFrame>
    </ns0:spTree>
    <ns0:extLst>
      <ns0:ext uri="{BB962C8B-B14F-4D97-AF65-F5344CB8AC3E}">
        <ns5:creationId val="1835307447"/>
      </ns0:ext>
    </ns0:extLst>
  </ns0:cSld>
</ns0:sld>
</file>

<file path=ppt/slides/slide2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A57ADFC-3B5D-4458-A1E2-581F386E874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AB61BC-B3BB-4F35-B0E1-97EA124973C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50B920-B8BB-40CD-82E3-917339CAC64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83D83F6-5374-4F05-850A-634B004B5D3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5A24E3-5072-47C8-864A-67709B4CB7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3B69CDE-E21B-448D-B568-2050F37B71A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5E660C-CA18-4E57-BFAF-86D1159F2BAB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3A29FAB-4C90-4E87-A04C-BD4B1BCF5656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7CBEB6F-5AA6-485E-AF72-D56F6F370DC4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32B6BF3-34CD-4E32-AF59-5FC8D995D722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FDD4886E-2AF8-4FF3-8CAF-24F6A9DECBC4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9BD85CA-6DBF-440A-BBFE-C65CC049D530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37FBF9A-BD71-4BB4-8C63-059895552949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ns0:txBody>
      </ns0:sp>
    </ns0:spTree>
    <ns0:extLst>
      <ns0:ext uri="{BB962C8B-B14F-4D97-AF65-F5344CB8AC3E}">
        <ns3:creationId val="1944659600"/>
      </ns0:ext>
    </ns0:extLst>
  </ns0:cSld>
</ns0:sld>
</file>

<file path=ppt/slides/slide2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135D40D-6A90-4918-80D1-33135C2BC73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950F5A8-078C-4C3E-AF45-46C778203FF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C013729-3E25-4FBD-9B5D-0948EDDC204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FD1D0F2-0A42-4E40-87D2-7BD9F565259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334565-43FF-405E-8439-B433F7EEA08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4ACB626-36F1-4AC0-8E88-B845E44F440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9DCCBE4-3E0C-4A3F-9994-4110996255AB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29342DF-D3C0-4E10-86D6-4D56F35C3AA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05AD8DE-81F0-4AA5-9086-809F177D2A2D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0D655C0-485E-4F90-A1DA-389A60C08681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EB55812-D0C5-461B-92BF-AE1F7211623C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1FBB5540-323F-4FA3-A408-EA13579F0738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6B70002-C17B-4F51-9BD4-85C15CD4DB70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ns0:txBody>
      </ns0:sp>
    </ns0:spTree>
    <ns0:extLst>
      <ns0:ext uri="{BB962C8B-B14F-4D97-AF65-F5344CB8AC3E}">
        <ns3:creationId val="1413545108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E43EDFE5-80B5-42F1-8216-62E099F5164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7356932-8E19-47C0-BD7F-7C71D90F4BF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712F3FE-D385-4DFC-9BE1-02E7BB9055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216E0D-021F-41C0-84DD-E75E2B01A2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8360936-01DB-4D0B-A5BF-B5AAFBFCE63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8BFE12-61A3-4250-B10B-02AA80C5574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C470621-651F-4509-90A8-CC749D627B3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89D9FFF-57CF-4B99-B6D3-44E6B939D67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A894473-A46A-4267-BABB-98F43FC6BDA5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43EA302-547D-4A0C-8427-E265A3A17A68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A026C34-5284-434E-A972-E0F65AE22B4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1EA7B65-9A91-4FE2-95C7-3B31A9DE1877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C6B457D9-4138-4E53-B75F-7E395D539138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CA52282-A0E3-4BF9-856C-F755DDB2DDCE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A460C1E-BA45-4A4F-9695-9AF25A08B8C7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20CBEF36-3E2C-476D-A121-1984670B934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B0D50BB-E75B-41CC-AB55-D9EA2BE43FDF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CDE1AD0-4B36-461B-A22E-F23F8749DF28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FC665099-9958-455E-9B1B-1E3E1C9C4BCB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72681A8-2AF3-4B05-8C42-C747DAF64051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964F770-F45E-45C0-85D8-6B64ED353606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C63EE14D-30BC-491F-9124-BA7071680277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E33D223-A49F-4463-8C22-47C9CEED727F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1ACCD97-9C28-472D-8E7E-4B7D1155D78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64B94D16-C644-49E8-8D5C-0D7DBEFE1532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30376FF-0240-4B2E-ADA1-E94A6398146C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7AC109C-2DE9-45CC-B2BA-3795A31E67BF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24315201"/>
      </ns0:ext>
    </ns0:extLst>
  </ns0:cSld>
</ns0:sld>
</file>

<file path=ppt/slides/slide2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0EF16E9-8D2E-4CAF-B152-050DEAD8275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0E71E67-175B-4064-B87B-18F5CE28A7C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175A736-1EBC-45C2-B6AA-AE28C06EE9F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2A79917-61AE-4C1C-A816-8250FC56204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C1866FE-CE8C-4AA0-8614-10105258959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2CD7F07-BE05-4971-B528-021C558390C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b2fe46b33c074390"/>
          </a:graphicData>
        </a:graphic>
      </ns0:graphicFrame>
      <ns0:sp>
        <ns0:nvSpPr>
          <ns0:cNvPr id="8" name="">
            <a:extLst>
              <a:ext uri="{FF2B5EF4-FFF2-40B4-BE49-F238E27FC236}">
                <ns2:creationId id="{E33AA684-EFDC-4BA8-ACC4-3830C8E9E4A8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4815ABF-8E5D-4992-812B-0699895BF045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3B264B7B-1009-4092-90DA-CBCE640A05CE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c557a45458e4106"/>
          </a:graphicData>
        </a:graphic>
      </ns0:graphicFrame>
      <ns0:sp>
        <ns0:nvSpPr>
          <ns0:cNvPr id="12" name="">
            <a:extLst>
              <a:ext uri="{FF2B5EF4-FFF2-40B4-BE49-F238E27FC236}">
                <ns2:creationId id="{5C81C1B0-30E5-4602-989C-ED98FDFD3F1C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5819c8ffa84b497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A2F4BC-4188-4B31-B654-776D569CB741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3f2d5790aa41a2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C4F892-9A55-4850-B333-757F086D0CB1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429cfb9888c34778"/>
          </a:graphicData>
        </a:graphic>
      </ns0:graphicFrame>
      <ns0:sp>
        <ns0:nvSpPr>
          <ns0:cNvPr id="18" name="">
            <a:extLst>
              <a:ext uri="{FF2B5EF4-FFF2-40B4-BE49-F238E27FC236}">
                <ns2:creationId id="{60365C34-CB9B-4FF2-96E7-9B40A8E0D431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7c6a403f8092408e"/>
          </a:graphicData>
        </a:graphic>
      </ns0:graphicFrame>
      <ns0:sp>
        <ns0:nvSpPr>
          <ns0:cNvPr id="20" name="">
            <a:extLst>
              <a:ext uri="{FF2B5EF4-FFF2-40B4-BE49-F238E27FC236}">
                <ns2:creationId id="{5C88ED99-6FA4-4AD1-B279-809B7554CABE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96ce0214d6a749f1"/>
          </a:graphicData>
        </a:graphic>
      </ns0:graphicFrame>
    </ns0:spTree>
    <ns0:extLst>
      <ns0:ext uri="{BB962C8B-B14F-4D97-AF65-F5344CB8AC3E}">
        <ns5:creationId val="500315293"/>
      </ns0:ext>
    </ns0:extLst>
  </ns0:cSld>
</ns0:sld>
</file>

<file path=ppt/slides/slide2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69C129BB-A513-4835-8713-189C68C5C4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AC00EB2-9AD7-4D36-9B35-0794AC7C471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C91C1BF-C92B-4BA7-85E6-98F6140EF06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029D05E-E2B6-4557-A0E4-C43CF52F06E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0C14F3E-CBBB-4A52-AE8F-1CBD92D3C91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6EA0343-B9A8-4C0B-B97E-9F6673D1CF7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2A28CE6-A967-41C4-A3EA-0834A97208E3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E52B4F-ABA3-420B-ABF7-A67F95FB252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6858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6858000" cy="3667125"/>
        </ns0:xfrm>
        <a:graphic>
          <a:graphicData uri="http://schemas.openxmlformats.org/drawingml/2006/chart">
            <c:chart ns4:id="Re996296f02cf4df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0806BF9-61FB-44DC-8C2E-5DA54A2ACBE7}"/>
              </a:ext>
            </a:extLst>
          </ns0:cNvPr>
          <ns0:cNvSpPr>
            <a:spLocks noGrp="1"/>
          </ns0:cNvSpPr>
          <ns0:nvPr/>
        </ns0:nvSpPr>
        <ns0:spPr>
          <a:xfrm>
            <a:off x="7858125" y="1381125"/>
            <a:ext cx="3762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F3E6184-D580-4FD0-8C60-93BBD140A20E}"/>
              </a:ext>
            </a:extLst>
          </ns0:cNvPr>
          <ns0:cNvSpPr>
            <a:spLocks noGrp="1"/>
          </ns0:cNvSpPr>
          <ns0:nvPr/>
        </ns0:nvSpPr>
        <ns0:spPr>
          <a:xfrm>
            <a:off x="7858125" y="1647825"/>
            <a:ext cx="3762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"/>
          <ns0:cNvGraphicFramePr/>
          <ns0:nvPr/>
        </ns0:nvGraphicFramePr>
        <ns0:xfrm>
          <a:off x="7858125" y="1762125"/>
          <a:ext cx="3762375" cy="2762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3A057689-CBFA-4B30-8049-092E2B8F9B41}"/>
              </a:ext>
            </a:extLst>
          </ns0:cNvPr>
          <ns0:cNvSpPr>
            <a:spLocks noGrp="1"/>
          </ns0:cNvSpPr>
          <ns0:nvPr/>
        </ns0:nvSpPr>
        <ns0:spPr>
          <a:xfrm>
            <a:off x="8048625" y="47625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0ED02F0-F1EB-49B6-AD52-42D49D94BF74}"/>
              </a:ext>
            </a:extLst>
          </ns0:cNvPr>
          <ns0:cNvSpPr>
            <a:spLocks noGrp="1"/>
          </ns0:cNvSpPr>
          <ns0:nvPr/>
        </ns0:nvSpPr>
        <ns0:spPr>
          <a:xfrm>
            <a:off x="8048625" y="5219700"/>
            <a:ext cx="33813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ns0:txBody>
      </ns0:sp>
    </ns0:spTree>
    <ns0:extLst>
      <ns0:ext uri="{BB962C8B-B14F-4D97-AF65-F5344CB8AC3E}">
        <ns5:creationId val="1912287445"/>
      </ns0:ext>
    </ns0:extLst>
  </ns0:cSld>
</ns0:sld>
</file>

<file path=ppt/slides/slide3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22CD71A6-3F5A-4C45-A93D-DABABFD91CF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DC4F519-D133-49E2-B572-CF7CFB59626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D99B0D4-19B4-4637-A015-D6D85393056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FAE4106-37D6-43F1-93B2-5C4D1B09FE7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346A2B2-7F89-4758-8FCD-A0E8EE6C65C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29AD020-CE29-4B78-9A7B-7DFBB03AF09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1DC73D3-51E1-422A-A830-A0F422C2C75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CED64A1-F3DA-4E45-8C88-9E6A1ED5F9D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c36d0ce157fa4cc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95E2229-994E-424C-8BDC-0EEF8329A5FB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CC8E4F7-8F24-4F36-9BD2-465154EF342B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A719706-8EC4-42A0-A783-B302DDCC536D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7C7BB07-41AA-48ED-81DC-B563F9BC32D0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143ea6da12b24c1e"/>
          </a:graphicData>
        </a:graphic>
      </ns0:graphicFrame>
      <ns0:sp>
        <ns0:nvSpPr>
          <ns0:cNvPr id="15" name="">
            <a:extLst>
              <a:ext uri="{FF2B5EF4-FFF2-40B4-BE49-F238E27FC236}">
                <ns2:creationId id="{75279491-6F99-42A7-B01C-1406D27D2BCE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6737E3E-BFA9-4CFD-9E5A-0FCB0CB13C43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413C099-6E77-44FD-9EF8-A0A6C7B46CE9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1961774128"/>
      </ns0:ext>
    </ns0:extLst>
  </ns0:cSld>
</ns0:sld>
</file>

<file path=ppt/slides/slide3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C9751CB8-4A2F-44C0-910E-28696DED81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55E8AC4-B0D1-48F7-950B-D3E1D3EE1C5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07D5F04-0CC2-4A00-A188-4FBAEB732A1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BCC4184-69F0-4194-A817-15BC0F524F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F77125-867A-4838-B0E5-8531C04FA3E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45B4B9E-4751-4129-8772-B2497B93B3D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ea307f46b7a241f0"/>
          </a:graphicData>
        </a:graphic>
      </ns0:graphicFrame>
      <ns0:sp>
        <ns0:nvSpPr>
          <ns0:cNvPr id="8" name="">
            <a:extLst>
              <a:ext uri="{FF2B5EF4-FFF2-40B4-BE49-F238E27FC236}">
                <ns2:creationId id="{9C2C8C03-D09E-4836-BD94-0C14CD36AF69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2113960693"/>
      </ns0:ext>
    </ns0:extLst>
  </ns0:cSld>
</ns0:sld>
</file>

<file path=ppt/slides/slide3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3DBE7D40-023E-4837-8699-2A7E0F1F7A0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8059DA7-94DE-4D5F-A768-45BE37035D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FACEB4-DB23-4E6C-B550-1BDE7F615FA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DB6B562-8DB0-4152-854A-DEE2AC75107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7788D4F-13C2-47B2-BF77-D0DFEDFE0D7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1F6C5D3-0C17-4EE5-B4F5-084BEFE0FC0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6d64ab1474c04140"/>
          </a:graphicData>
        </a:graphic>
      </ns0:graphicFrame>
      <ns0:sp>
        <ns0:nvSpPr>
          <ns0:cNvPr id="8" name="">
            <a:extLst>
              <a:ext uri="{FF2B5EF4-FFF2-40B4-BE49-F238E27FC236}">
                <ns2:creationId id="{4FBC604A-0899-42CD-866F-A9360B175314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877683657"/>
      </ns0:ext>
    </ns0:extLst>
  </ns0:cSld>
</ns0:sld>
</file>

<file path=ppt/slides/slide3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8BDBF0A5-2FFF-4D65-BFDE-1BD8B505E5A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1924854-0527-4C1E-9F7D-D9BCC3935D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C22E041-9BE6-4089-BC13-F612203CAD3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43BE5B6-B945-425B-AEA6-FFF837550AD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A4D8107-5F52-4702-89BE-D59C263072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D0A635E-DB20-45A1-AC62-CBA62D59BD6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426ba5c9b8f243f2"/>
          </a:graphicData>
        </a:graphic>
      </ns0:graphicFrame>
      <ns0:sp>
        <ns0:nvSpPr>
          <ns0:cNvPr id="8" name="">
            <a:extLst>
              <a:ext uri="{FF2B5EF4-FFF2-40B4-BE49-F238E27FC236}">
                <ns2:creationId id="{856D1A13-C1C3-41B6-8DFA-314833DAA4C7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45467752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C0E60C9C-EBAF-491E-A34D-2AF9802769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7DB942-7A6C-4CAF-AC33-9EDEF619114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334FDAD-5CA8-4FA4-9BD0-2E58A06AADD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DA1B45C-017B-4EE4-9937-B8814377AB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396330F-7C9A-444E-BA8B-DF0AB9F69BE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DD3882-F154-4BA6-974B-2614B0B3C5A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d60fd1c3406043de"/>
          </a:graphicData>
        </a:graphic>
      </ns0:graphicFrame>
      <ns0:sp>
        <ns0:nvSpPr>
          <ns0:cNvPr id="8" name="">
            <a:extLst>
              <a:ext uri="{FF2B5EF4-FFF2-40B4-BE49-F238E27FC236}">
                <ns2:creationId id="{755FEFDE-0B30-4536-895A-CC3B25CB1B5B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59DED10-B162-4DC6-A75E-45D0DCE22348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036682385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6B803F2F-71AC-43E1-ABD5-304235CE2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E276AEB-428A-4ECD-86CA-DB5BFE475C0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412C64D-2207-47FA-8589-0ED11C2FB53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C68531D-A437-4297-91AC-0BACBCD1A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B0280F4-3092-448F-908A-BE0AB90C8FB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738DD12-17AC-4401-A9E2-02A6768A606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80ea982fa65b401a"/>
          </a:graphicData>
        </a:graphic>
      </ns0:graphicFrame>
      <ns0:sp>
        <ns0:nvSpPr>
          <ns0:cNvPr id="8" name="">
            <a:extLst>
              <a:ext uri="{FF2B5EF4-FFF2-40B4-BE49-F238E27FC236}">
                <ns2:creationId id="{E8A726FE-4461-498D-B506-E9875145789A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B4505C7-DE66-4876-BD10-24A4BAAECF45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297754070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C1906789-3C81-40E4-8F40-40D563B134C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702D9E9-C25F-43E2-A246-BCE4333AC2C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4700D23-CB97-48D8-B752-418F9C202D1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EEE593E-6D43-48DB-8F8B-7B3E0C65B4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A472710-5553-41B7-B2DD-208949449C6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5A87C9-8B9B-4DC0-BDA3-49245641237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d918579d59404bb6"/>
          </a:graphicData>
        </a:graphic>
      </ns0:graphicFrame>
      <ns0:sp>
        <ns0:nvSpPr>
          <ns0:cNvPr id="8" name="">
            <a:extLst>
              <a:ext uri="{FF2B5EF4-FFF2-40B4-BE49-F238E27FC236}">
                <ns2:creationId id="{9C88A5FB-5CED-4701-B533-3BDB7915B873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CD8AA6-FEDC-4885-8FB0-C6763763BF83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338186622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2026-07-31T18:14:13.2740000Z</dcterms:created>
  <dcterms:modified xsi:type="dcterms:W3CDTF">2026-07-31T18:14:13.2740000Z</dcterms:modified>
</coreProperties>
</file>