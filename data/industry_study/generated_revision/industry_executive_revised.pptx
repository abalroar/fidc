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7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8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3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4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1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4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40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41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42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dea4c7f0ba4772" /><Relationship Type="http://schemas.openxmlformats.org/officeDocument/2006/relationships/extended-properties" Target="/docProps/app.xml" Id="Ra95f4a0bf16a4d20" /><Relationship Type="http://schemas.openxmlformats.org/officeDocument/2006/relationships/officeDocument" Target="/ppt/presentation.xml" Id="R679d4f0fe8314d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0870ac5684d4ba7"/>
  </p:sldMasterIdLst>
  <p:notesMasterIdLst>
    <p:notesMasterId xmlns:r="http://schemas.openxmlformats.org/officeDocument/2006/relationships" r:id="Rd15a43f9b3b64724"/>
  </p:notesMasterIdLst>
  <p:sldIdLst>
    <p:sldId xmlns:r="http://schemas.openxmlformats.org/officeDocument/2006/relationships" id="256" r:id="R106b487f44f34692"/>
    <p:sldId xmlns:r="http://schemas.openxmlformats.org/officeDocument/2006/relationships" id="257" r:id="Rce08c0f52001437b"/>
    <p:sldId xmlns:r="http://schemas.openxmlformats.org/officeDocument/2006/relationships" id="258" r:id="R33baf5f5308446cd"/>
    <p:sldId xmlns:r="http://schemas.openxmlformats.org/officeDocument/2006/relationships" id="259" r:id="Rf502a8f0a2584e79"/>
    <p:sldId xmlns:r="http://schemas.openxmlformats.org/officeDocument/2006/relationships" id="260" r:id="Ra47d8b1a5ffe41c4"/>
    <p:sldId xmlns:r="http://schemas.openxmlformats.org/officeDocument/2006/relationships" id="261" r:id="R054c594d4caa4e48"/>
    <p:sldId xmlns:r="http://schemas.openxmlformats.org/officeDocument/2006/relationships" id="262" r:id="Raa041043b1be43e4"/>
    <p:sldId xmlns:r="http://schemas.openxmlformats.org/officeDocument/2006/relationships" id="263" r:id="Reebdb814f23043f4"/>
    <p:sldId xmlns:r="http://schemas.openxmlformats.org/officeDocument/2006/relationships" id="264" r:id="Rbb55c8208cfc4fae"/>
    <p:sldId xmlns:r="http://schemas.openxmlformats.org/officeDocument/2006/relationships" id="265" r:id="R9af2dbd050864ad3"/>
    <p:sldId xmlns:r="http://schemas.openxmlformats.org/officeDocument/2006/relationships" id="266" r:id="R9380da3a968242ae"/>
    <p:sldId xmlns:r="http://schemas.openxmlformats.org/officeDocument/2006/relationships" id="267" r:id="R4425e1f224b240d9"/>
    <p:sldId xmlns:r="http://schemas.openxmlformats.org/officeDocument/2006/relationships" id="268" r:id="R7785cc7614954a45"/>
    <p:sldId xmlns:r="http://schemas.openxmlformats.org/officeDocument/2006/relationships" id="269" r:id="R276991708971457b"/>
    <p:sldId xmlns:r="http://schemas.openxmlformats.org/officeDocument/2006/relationships" id="270" r:id="Rf9e82b58da49481b"/>
    <p:sldId xmlns:r="http://schemas.openxmlformats.org/officeDocument/2006/relationships" id="271" r:id="R9c8f5d23fdf94149"/>
    <p:sldId xmlns:r="http://schemas.openxmlformats.org/officeDocument/2006/relationships" id="272" r:id="R5b1c02c3e4dd440b"/>
    <p:sldId xmlns:r="http://schemas.openxmlformats.org/officeDocument/2006/relationships" id="273" r:id="Rf0601448cad94d0e"/>
    <p:sldId xmlns:r="http://schemas.openxmlformats.org/officeDocument/2006/relationships" id="274" r:id="Rc1d505de2fd64b8b"/>
    <p:sldId xmlns:r="http://schemas.openxmlformats.org/officeDocument/2006/relationships" id="275" r:id="R196bdf4f18a543bf"/>
    <p:sldId xmlns:r="http://schemas.openxmlformats.org/officeDocument/2006/relationships" id="276" r:id="R2c220930c7c94b34"/>
    <p:sldId xmlns:r="http://schemas.openxmlformats.org/officeDocument/2006/relationships" id="277" r:id="Re048edf0e6ce4a01"/>
    <p:sldId xmlns:r="http://schemas.openxmlformats.org/officeDocument/2006/relationships" id="278" r:id="R43cd9d1aa67c4ce6"/>
    <p:sldId xmlns:r="http://schemas.openxmlformats.org/officeDocument/2006/relationships" id="279" r:id="R4b14bb86953d493b"/>
    <p:sldId xmlns:r="http://schemas.openxmlformats.org/officeDocument/2006/relationships" id="280" r:id="R99d138bde30b4037"/>
    <p:sldId xmlns:r="http://schemas.openxmlformats.org/officeDocument/2006/relationships" id="281" r:id="R0444c70bed4c447d"/>
    <p:sldId xmlns:r="http://schemas.openxmlformats.org/officeDocument/2006/relationships" id="282" r:id="R1bedbadd100144e6"/>
    <p:sldId xmlns:r="http://schemas.openxmlformats.org/officeDocument/2006/relationships" id="283" r:id="Reea390875b854a29"/>
    <p:sldId xmlns:r="http://schemas.openxmlformats.org/officeDocument/2006/relationships" id="284" r:id="Rdaffb91dd55d4643"/>
    <p:sldId xmlns:r="http://schemas.openxmlformats.org/officeDocument/2006/relationships" id="285" r:id="Rfb0e5614f5b94603"/>
    <p:sldId xmlns:r="http://schemas.openxmlformats.org/officeDocument/2006/relationships" id="286" r:id="Ra6748f01b591403d"/>
    <p:sldId xmlns:r="http://schemas.openxmlformats.org/officeDocument/2006/relationships" id="287" r:id="R13b8a8c072504ab8"/>
    <p:sldId xmlns:r="http://schemas.openxmlformats.org/officeDocument/2006/relationships" id="288" r:id="R37acb2d92f384bc4"/>
    <p:sldId xmlns:r="http://schemas.openxmlformats.org/officeDocument/2006/relationships" id="289" r:id="Rddc007751a9f4680"/>
    <p:sldId xmlns:r="http://schemas.openxmlformats.org/officeDocument/2006/relationships" id="290" r:id="R4699a76f0ad24911"/>
    <p:sldId xmlns:r="http://schemas.openxmlformats.org/officeDocument/2006/relationships" id="291" r:id="R3accf2f257a148de"/>
    <p:sldId xmlns:r="http://schemas.openxmlformats.org/officeDocument/2006/relationships" id="292" r:id="R8fc0b3a77ea0424a"/>
    <p:sldId xmlns:r="http://schemas.openxmlformats.org/officeDocument/2006/relationships" id="293" r:id="R2fd171e34b1843d8"/>
    <p:sldId xmlns:r="http://schemas.openxmlformats.org/officeDocument/2006/relationships" id="294" r:id="R53aaf88da4a842e6"/>
    <p:sldId xmlns:r="http://schemas.openxmlformats.org/officeDocument/2006/relationships" id="295" r:id="R92121acd562b48bd"/>
    <p:sldId xmlns:r="http://schemas.openxmlformats.org/officeDocument/2006/relationships" id="296" r:id="R86e7d6f61af94adf"/>
    <p:sldId xmlns:r="http://schemas.openxmlformats.org/officeDocument/2006/relationships" id="297" r:id="Rc7b725df8a774e39"/>
    <p:sldId xmlns:r="http://schemas.openxmlformats.org/officeDocument/2006/relationships" id="298" r:id="R68eadc69855d4995"/>
    <p:sldId xmlns:r="http://schemas.openxmlformats.org/officeDocument/2006/relationships" id="299" r:id="Rc3b51866026d49ad"/>
    <p:sldId xmlns:r="http://schemas.openxmlformats.org/officeDocument/2006/relationships" id="300" r:id="Rc62b0e684ba549ca"/>
    <p:sldId xmlns:r="http://schemas.openxmlformats.org/officeDocument/2006/relationships" id="301" r:id="R0118739277d041d4"/>
    <p:sldId xmlns:r="http://schemas.openxmlformats.org/officeDocument/2006/relationships" id="302" r:id="R180e74c84321479d"/>
    <p:sldId xmlns:r="http://schemas.openxmlformats.org/officeDocument/2006/relationships" id="303" r:id="Rca41dd29138f4d7d"/>
    <p:sldId xmlns:r="http://schemas.openxmlformats.org/officeDocument/2006/relationships" id="304" r:id="R117a60cfbf6c47db"/>
    <p:sldId xmlns:r="http://schemas.openxmlformats.org/officeDocument/2006/relationships" id="305" r:id="R2f24e4ffe69548b9"/>
    <p:sldId xmlns:r="http://schemas.openxmlformats.org/officeDocument/2006/relationships" id="306" r:id="Rec9ba48d0f534920"/>
    <p:sldId xmlns:r="http://schemas.openxmlformats.org/officeDocument/2006/relationships" id="307" r:id="R33004cdd77a849d0"/>
    <p:sldId xmlns:r="http://schemas.openxmlformats.org/officeDocument/2006/relationships" id="308" r:id="Rf8783c567e814932"/>
    <p:sldId xmlns:r="http://schemas.openxmlformats.org/officeDocument/2006/relationships" id="309" r:id="R2e88dad1d4b64d48"/>
    <p:sldId xmlns:r="http://schemas.openxmlformats.org/officeDocument/2006/relationships" id="310" r:id="R2e0bef8e6d7c4e49"/>
    <p:sldId xmlns:r="http://schemas.openxmlformats.org/officeDocument/2006/relationships" id="311" r:id="Rac43a30625cb47b3"/>
    <p:sldId xmlns:r="http://schemas.openxmlformats.org/officeDocument/2006/relationships" id="312" r:id="R9830277967ab40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422af4771b41f8" /><Relationship Type="http://schemas.openxmlformats.org/officeDocument/2006/relationships/slideMaster" Target="/ppt/slideMasters/slideMaster1.xml" Id="R10870ac5684d4ba7" /><Relationship Type="http://schemas.openxmlformats.org/officeDocument/2006/relationships/notesMaster" Target="/ppt/notesMasters/notesMaster1.xml" Id="Rd15a43f9b3b64724" /><Relationship Type="http://schemas.openxmlformats.org/officeDocument/2006/relationships/presProps" Target="/ppt/presProps.xml" Id="R307f99a398df45c3" /><Relationship Type="http://schemas.openxmlformats.org/officeDocument/2006/relationships/tableStyles" Target="/ppt/tableStyles.xml" Id="Rcabe8c7675494410" /><Relationship Type="http://schemas.openxmlformats.org/officeDocument/2006/relationships/slide" Target="/ppt/slides/slide1.xml" Id="R106b487f44f34692" /><Relationship Type="http://schemas.openxmlformats.org/officeDocument/2006/relationships/slide" Target="/ppt/slides/slide2.xml" Id="Rce08c0f52001437b" /><Relationship Type="http://schemas.openxmlformats.org/officeDocument/2006/relationships/slide" Target="/ppt/slides/slide3.xml" Id="R33baf5f5308446cd" /><Relationship Type="http://schemas.openxmlformats.org/officeDocument/2006/relationships/slide" Target="/ppt/slides/slide4.xml" Id="Rf502a8f0a2584e79" /><Relationship Type="http://schemas.openxmlformats.org/officeDocument/2006/relationships/slide" Target="/ppt/slides/slide5.xml" Id="Ra47d8b1a5ffe41c4" /><Relationship Type="http://schemas.openxmlformats.org/officeDocument/2006/relationships/slide" Target="/ppt/slides/slide6.xml" Id="R054c594d4caa4e48" /><Relationship Type="http://schemas.openxmlformats.org/officeDocument/2006/relationships/slide" Target="/ppt/slides/slide7.xml" Id="Raa041043b1be43e4" /><Relationship Type="http://schemas.openxmlformats.org/officeDocument/2006/relationships/slide" Target="/ppt/slides/slide8.xml" Id="Reebdb814f23043f4" /><Relationship Type="http://schemas.openxmlformats.org/officeDocument/2006/relationships/slide" Target="/ppt/slides/slide9.xml" Id="Rbb55c8208cfc4fae" /><Relationship Type="http://schemas.openxmlformats.org/officeDocument/2006/relationships/slide" Target="/ppt/slides/slide10.xml" Id="R9af2dbd050864ad3" /><Relationship Type="http://schemas.openxmlformats.org/officeDocument/2006/relationships/slide" Target="/ppt/slides/slide11.xml" Id="R9380da3a968242ae" /><Relationship Type="http://schemas.openxmlformats.org/officeDocument/2006/relationships/slide" Target="/ppt/slides/slide12.xml" Id="R4425e1f224b240d9" /><Relationship Type="http://schemas.openxmlformats.org/officeDocument/2006/relationships/slide" Target="/ppt/slides/slide13.xml" Id="R7785cc7614954a45" /><Relationship Type="http://schemas.openxmlformats.org/officeDocument/2006/relationships/slide" Target="/ppt/slides/slide14.xml" Id="R276991708971457b" /><Relationship Type="http://schemas.openxmlformats.org/officeDocument/2006/relationships/slide" Target="/ppt/slides/slide15.xml" Id="Rf9e82b58da49481b" /><Relationship Type="http://schemas.openxmlformats.org/officeDocument/2006/relationships/slide" Target="/ppt/slides/slide16.xml" Id="R9c8f5d23fdf94149" /><Relationship Type="http://schemas.openxmlformats.org/officeDocument/2006/relationships/slide" Target="/ppt/slides/slide17.xml" Id="R5b1c02c3e4dd440b" /><Relationship Type="http://schemas.openxmlformats.org/officeDocument/2006/relationships/slide" Target="/ppt/slides/slide18.xml" Id="Rf0601448cad94d0e" /><Relationship Type="http://schemas.openxmlformats.org/officeDocument/2006/relationships/slide" Target="/ppt/slides/slide19.xml" Id="Rc1d505de2fd64b8b" /><Relationship Type="http://schemas.openxmlformats.org/officeDocument/2006/relationships/slide" Target="/ppt/slides/slide20.xml" Id="R196bdf4f18a543bf" /><Relationship Type="http://schemas.openxmlformats.org/officeDocument/2006/relationships/slide" Target="/ppt/slides/slide21.xml" Id="R2c220930c7c94b34" /><Relationship Type="http://schemas.openxmlformats.org/officeDocument/2006/relationships/slide" Target="/ppt/slides/slide22.xml" Id="Re048edf0e6ce4a01" /><Relationship Type="http://schemas.openxmlformats.org/officeDocument/2006/relationships/slide" Target="/ppt/slides/slide23.xml" Id="R43cd9d1aa67c4ce6" /><Relationship Type="http://schemas.openxmlformats.org/officeDocument/2006/relationships/slide" Target="/ppt/slides/slide24.xml" Id="R4b14bb86953d493b" /><Relationship Type="http://schemas.openxmlformats.org/officeDocument/2006/relationships/slide" Target="/ppt/slides/slide25.xml" Id="R99d138bde30b4037" /><Relationship Type="http://schemas.openxmlformats.org/officeDocument/2006/relationships/slide" Target="/ppt/slides/slide26.xml" Id="R0444c70bed4c447d" /><Relationship Type="http://schemas.openxmlformats.org/officeDocument/2006/relationships/slide" Target="/ppt/slides/slide27.xml" Id="R1bedbadd100144e6" /><Relationship Type="http://schemas.openxmlformats.org/officeDocument/2006/relationships/slide" Target="/ppt/slides/slide28.xml" Id="Reea390875b854a29" /><Relationship Type="http://schemas.openxmlformats.org/officeDocument/2006/relationships/slide" Target="/ppt/slides/slide29.xml" Id="Rdaffb91dd55d4643" /><Relationship Type="http://schemas.openxmlformats.org/officeDocument/2006/relationships/slide" Target="/ppt/slides/slide30.xml" Id="Rfb0e5614f5b94603" /><Relationship Type="http://schemas.openxmlformats.org/officeDocument/2006/relationships/slide" Target="/ppt/slides/slide31.xml" Id="Ra6748f01b591403d" /><Relationship Type="http://schemas.openxmlformats.org/officeDocument/2006/relationships/slide" Target="/ppt/slides/slide32.xml" Id="R13b8a8c072504ab8" /><Relationship Type="http://schemas.openxmlformats.org/officeDocument/2006/relationships/slide" Target="/ppt/slides/slide33.xml" Id="R37acb2d92f384bc4" /><Relationship Type="http://schemas.openxmlformats.org/officeDocument/2006/relationships/slide" Target="/ppt/slides/slide34.xml" Id="Rddc007751a9f4680" /><Relationship Type="http://schemas.openxmlformats.org/officeDocument/2006/relationships/slide" Target="/ppt/slides/slide35.xml" Id="R4699a76f0ad24911" /><Relationship Type="http://schemas.openxmlformats.org/officeDocument/2006/relationships/slide" Target="/ppt/slides/slide36.xml" Id="R3accf2f257a148de" /><Relationship Type="http://schemas.openxmlformats.org/officeDocument/2006/relationships/slide" Target="/ppt/slides/slide37.xml" Id="R8fc0b3a77ea0424a" /><Relationship Type="http://schemas.openxmlformats.org/officeDocument/2006/relationships/slide" Target="/ppt/slides/slide38.xml" Id="R2fd171e34b1843d8" /><Relationship Type="http://schemas.openxmlformats.org/officeDocument/2006/relationships/slide" Target="/ppt/slides/slide39.xml" Id="R53aaf88da4a842e6" /><Relationship Type="http://schemas.openxmlformats.org/officeDocument/2006/relationships/slide" Target="/ppt/slides/slide40.xml" Id="R92121acd562b48bd" /><Relationship Type="http://schemas.openxmlformats.org/officeDocument/2006/relationships/slide" Target="/ppt/slides/slide41.xml" Id="R86e7d6f61af94adf" /><Relationship Type="http://schemas.openxmlformats.org/officeDocument/2006/relationships/slide" Target="/ppt/slides/slide42.xml" Id="Rc7b725df8a774e39" /><Relationship Type="http://schemas.openxmlformats.org/officeDocument/2006/relationships/slide" Target="/ppt/slides/slide43.xml" Id="R68eadc69855d4995" /><Relationship Type="http://schemas.openxmlformats.org/officeDocument/2006/relationships/slide" Target="/ppt/slides/slide44.xml" Id="Rc3b51866026d49ad" /><Relationship Type="http://schemas.openxmlformats.org/officeDocument/2006/relationships/slide" Target="/ppt/slides/slide45.xml" Id="Rc62b0e684ba549ca" /><Relationship Type="http://schemas.openxmlformats.org/officeDocument/2006/relationships/slide" Target="/ppt/slides/slide46.xml" Id="R0118739277d041d4" /><Relationship Type="http://schemas.openxmlformats.org/officeDocument/2006/relationships/slide" Target="/ppt/slides/slide47.xml" Id="R180e74c84321479d" /><Relationship Type="http://schemas.openxmlformats.org/officeDocument/2006/relationships/slide" Target="/ppt/slides/slide48.xml" Id="Rca41dd29138f4d7d" /><Relationship Type="http://schemas.openxmlformats.org/officeDocument/2006/relationships/slide" Target="/ppt/slides/slide49.xml" Id="R117a60cfbf6c47db" /><Relationship Type="http://schemas.openxmlformats.org/officeDocument/2006/relationships/slide" Target="/ppt/slides/slide50.xml" Id="R2f24e4ffe69548b9" /><Relationship Type="http://schemas.openxmlformats.org/officeDocument/2006/relationships/slide" Target="/ppt/slides/slide51.xml" Id="Rec9ba48d0f534920" /><Relationship Type="http://schemas.openxmlformats.org/officeDocument/2006/relationships/slide" Target="/ppt/slides/slide52.xml" Id="R33004cdd77a849d0" /><Relationship Type="http://schemas.openxmlformats.org/officeDocument/2006/relationships/slide" Target="/ppt/slides/slide53.xml" Id="Rf8783c567e814932" /><Relationship Type="http://schemas.openxmlformats.org/officeDocument/2006/relationships/slide" Target="/ppt/slides/slide54.xml" Id="R2e88dad1d4b64d48" /><Relationship Type="http://schemas.openxmlformats.org/officeDocument/2006/relationships/slide" Target="/ppt/slides/slide55.xml" Id="R2e0bef8e6d7c4e49" /><Relationship Type="http://schemas.openxmlformats.org/officeDocument/2006/relationships/slide" Target="/ppt/slides/slide56.xml" Id="Rac43a30625cb47b3" /><Relationship Type="http://schemas.openxmlformats.org/officeDocument/2006/relationships/slide" Target="/ppt/slides/slide57.xml" Id="R9830277967ab40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cb78a0acaf04e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e1cedb70a4496c" /><Relationship Type="http://schemas.openxmlformats.org/officeDocument/2006/relationships/notesMaster" Target="/ppt/notesMasters/notesMaster1.xml" Id="R4eef630089984e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707c053ba94947" /><Relationship Type="http://schemas.openxmlformats.org/officeDocument/2006/relationships/notesMaster" Target="/ppt/notesMasters/notesMaster1.xml" Id="R112e592ca9514d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382d4749c3414d" /><Relationship Type="http://schemas.openxmlformats.org/officeDocument/2006/relationships/notesMaster" Target="/ppt/notesMasters/notesMaster1.xml" Id="Ra4c0f56beff24f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cbf4f595a544cb9" /><Relationship Type="http://schemas.openxmlformats.org/officeDocument/2006/relationships/notesMaster" Target="/ppt/notesMasters/notesMaster1.xml" Id="Rb78716c6354c45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a75cb5c86e84114" /><Relationship Type="http://schemas.openxmlformats.org/officeDocument/2006/relationships/notesMaster" Target="/ppt/notesMasters/notesMaster1.xml" Id="Re24c2e51866b4a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6172fcc18b4e8c" /><Relationship Type="http://schemas.openxmlformats.org/officeDocument/2006/relationships/notesMaster" Target="/ppt/notesMasters/notesMaster1.xml" Id="R692a5de1fcd249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bd47db0fa314250" /><Relationship Type="http://schemas.openxmlformats.org/officeDocument/2006/relationships/notesMaster" Target="/ppt/notesMasters/notesMaster1.xml" Id="Re220f8465e8947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dc4ceddde7480c" /><Relationship Type="http://schemas.openxmlformats.org/officeDocument/2006/relationships/notesMaster" Target="/ppt/notesMasters/notesMaster1.xml" Id="R44402bc01bc44e0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43018533a8e42b6" /><Relationship Type="http://schemas.openxmlformats.org/officeDocument/2006/relationships/notesMaster" Target="/ppt/notesMasters/notesMaster1.xml" Id="R6fcb02653b9a4c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a6372f0131c471c" /><Relationship Type="http://schemas.openxmlformats.org/officeDocument/2006/relationships/notesMaster" Target="/ppt/notesMasters/notesMaster1.xml" Id="R088c668a74104e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befabdd16b4b92" /><Relationship Type="http://schemas.openxmlformats.org/officeDocument/2006/relationships/notesMaster" Target="/ppt/notesMasters/notesMaster1.xml" Id="Rd30c8c2afb4f46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f3fad3bdb0f493c" /><Relationship Type="http://schemas.openxmlformats.org/officeDocument/2006/relationships/notesMaster" Target="/ppt/notesMasters/notesMaster1.xml" Id="R43a273c05df14b5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4e69bc7b0464fdb" /><Relationship Type="http://schemas.openxmlformats.org/officeDocument/2006/relationships/notesMaster" Target="/ppt/notesMasters/notesMaster1.xml" Id="R3eb0541d161f41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117344ddcec49b4" /><Relationship Type="http://schemas.openxmlformats.org/officeDocument/2006/relationships/notesMaster" Target="/ppt/notesMasters/notesMaster1.xml" Id="R8cbe5ec5e6cb41e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041b61cc61b4ffc" /><Relationship Type="http://schemas.openxmlformats.org/officeDocument/2006/relationships/notesMaster" Target="/ppt/notesMasters/notesMaster1.xml" Id="R0193b61fc280446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271e9856c0f4cb6" /><Relationship Type="http://schemas.openxmlformats.org/officeDocument/2006/relationships/notesMaster" Target="/ppt/notesMasters/notesMaster1.xml" Id="R6dc57a44cc304fd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d544dd1259a47e0" /><Relationship Type="http://schemas.openxmlformats.org/officeDocument/2006/relationships/notesMaster" Target="/ppt/notesMasters/notesMaster1.xml" Id="R14354662ed7747a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f6a9d1536b04a22" /><Relationship Type="http://schemas.openxmlformats.org/officeDocument/2006/relationships/notesMaster" Target="/ppt/notesMasters/notesMaster1.xml" Id="Rc61b74eb82504d3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4f1979e8edf478b" /><Relationship Type="http://schemas.openxmlformats.org/officeDocument/2006/relationships/notesMaster" Target="/ppt/notesMasters/notesMaster1.xml" Id="Rc671ed7225854aa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5ffe734c1a64123" /><Relationship Type="http://schemas.openxmlformats.org/officeDocument/2006/relationships/notesMaster" Target="/ppt/notesMasters/notesMaster1.xml" Id="R071fd44af276444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dde09a1de0d4b18" /><Relationship Type="http://schemas.openxmlformats.org/officeDocument/2006/relationships/notesMaster" Target="/ppt/notesMasters/notesMaster1.xml" Id="Rd36c69c3fc4e4b3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6375d8e5f8642ad" /><Relationship Type="http://schemas.openxmlformats.org/officeDocument/2006/relationships/notesMaster" Target="/ppt/notesMasters/notesMaster1.xml" Id="R820edcfca99049f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ddc5f1ddffa40dd" /><Relationship Type="http://schemas.openxmlformats.org/officeDocument/2006/relationships/notesMaster" Target="/ppt/notesMasters/notesMaster1.xml" Id="R121253f37bc4453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4108742c77f4bb2" /><Relationship Type="http://schemas.openxmlformats.org/officeDocument/2006/relationships/notesMaster" Target="/ppt/notesMasters/notesMaster1.xml" Id="R8f45e0d2f434477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cf9f725452a845d4" /><Relationship Type="http://schemas.openxmlformats.org/officeDocument/2006/relationships/notesMaster" Target="/ppt/notesMasters/notesMaster1.xml" Id="Rcc35310578b94e7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fe92ca586ac4e26" /><Relationship Type="http://schemas.openxmlformats.org/officeDocument/2006/relationships/notesMaster" Target="/ppt/notesMasters/notesMaster1.xml" Id="Ra6ae5241a0884b6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786ba29fc324df6" /><Relationship Type="http://schemas.openxmlformats.org/officeDocument/2006/relationships/notesMaster" Target="/ppt/notesMasters/notesMaster1.xml" Id="R741353b2c3114f1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99275d95e9e456e" /><Relationship Type="http://schemas.openxmlformats.org/officeDocument/2006/relationships/notesMaster" Target="/ppt/notesMasters/notesMaster1.xml" Id="R0fd812b48f1246c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fd20af6ac2c488b" /><Relationship Type="http://schemas.openxmlformats.org/officeDocument/2006/relationships/notesMaster" Target="/ppt/notesMasters/notesMaster1.xml" Id="R8c4dbd2e10804a9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2cb14b0c0af4bbb" /><Relationship Type="http://schemas.openxmlformats.org/officeDocument/2006/relationships/notesMaster" Target="/ppt/notesMasters/notesMaster1.xml" Id="R589842a154f64b1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047389711fa4233" /><Relationship Type="http://schemas.openxmlformats.org/officeDocument/2006/relationships/notesMaster" Target="/ppt/notesMasters/notesMaster1.xml" Id="R7b86359811134ba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656bda7db03449f" /><Relationship Type="http://schemas.openxmlformats.org/officeDocument/2006/relationships/notesMaster" Target="/ppt/notesMasters/notesMaster1.xml" Id="R4ca2c688ca6f437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413ff0508194e69" /><Relationship Type="http://schemas.openxmlformats.org/officeDocument/2006/relationships/notesMaster" Target="/ppt/notesMasters/notesMaster1.xml" Id="R32b756b9e81d448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dd6fb9d91c649be" /><Relationship Type="http://schemas.openxmlformats.org/officeDocument/2006/relationships/notesMaster" Target="/ppt/notesMasters/notesMaster1.xml" Id="R20b1c7fb777d4da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ff7f861f9cb4b6c" /><Relationship Type="http://schemas.openxmlformats.org/officeDocument/2006/relationships/notesMaster" Target="/ppt/notesMasters/notesMaster1.xml" Id="Rdde4aa80773144b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2a458b671194482" /><Relationship Type="http://schemas.openxmlformats.org/officeDocument/2006/relationships/notesMaster" Target="/ppt/notesMasters/notesMaster1.xml" Id="R1c885dd7166642d2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3d6bc471f334377" /><Relationship Type="http://schemas.openxmlformats.org/officeDocument/2006/relationships/notesMaster" Target="/ppt/notesMasters/notesMaster1.xml" Id="Re0fd9daf2638441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0eeee26133fa446d" /><Relationship Type="http://schemas.openxmlformats.org/officeDocument/2006/relationships/notesMaster" Target="/ppt/notesMasters/notesMaster1.xml" Id="R18b71c891a304999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eb846acde4524639" /><Relationship Type="http://schemas.openxmlformats.org/officeDocument/2006/relationships/notesMaster" Target="/ppt/notesMasters/notesMaster1.xml" Id="R254c07e19edd4a9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5c12915e0b540c5" /><Relationship Type="http://schemas.openxmlformats.org/officeDocument/2006/relationships/notesMaster" Target="/ppt/notesMasters/notesMaster1.xml" Id="R023d66db83ed486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6328dac00ba24a90" /><Relationship Type="http://schemas.openxmlformats.org/officeDocument/2006/relationships/notesMaster" Target="/ppt/notesMasters/notesMaster1.xml" Id="Ree251de56ace466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5fcb2d3d9fe5442c" /><Relationship Type="http://schemas.openxmlformats.org/officeDocument/2006/relationships/notesMaster" Target="/ppt/notesMasters/notesMaster1.xml" Id="R6320ef13f77e467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dabd556f187b4b1b" /><Relationship Type="http://schemas.openxmlformats.org/officeDocument/2006/relationships/notesMaster" Target="/ppt/notesMasters/notesMaster1.xml" Id="R20295738c9f64f0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1687f13e47374325" /><Relationship Type="http://schemas.openxmlformats.org/officeDocument/2006/relationships/notesMaster" Target="/ppt/notesMasters/notesMaster1.xml" Id="Rf4f1a7571a41432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c89cb588542549a2" /><Relationship Type="http://schemas.openxmlformats.org/officeDocument/2006/relationships/notesMaster" Target="/ppt/notesMasters/notesMaster1.xml" Id="R579b3abf3bef4c6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3ba72714c2254830" /><Relationship Type="http://schemas.openxmlformats.org/officeDocument/2006/relationships/notesMaster" Target="/ppt/notesMasters/notesMaster1.xml" Id="Re185416023364dff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0e2382775e084f2e" /><Relationship Type="http://schemas.openxmlformats.org/officeDocument/2006/relationships/notesMaster" Target="/ppt/notesMasters/notesMaster1.xml" Id="R1f74f66698b94daf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4f9145275f4e45bf" /><Relationship Type="http://schemas.openxmlformats.org/officeDocument/2006/relationships/notesMaster" Target="/ppt/notesMasters/notesMaster1.xml" Id="Rce8e537550814559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95555e9c2d84043" /><Relationship Type="http://schemas.openxmlformats.org/officeDocument/2006/relationships/notesMaster" Target="/ppt/notesMasters/notesMaster1.xml" Id="Rd12205b80ea343b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bf416d00dfe84b81" /><Relationship Type="http://schemas.openxmlformats.org/officeDocument/2006/relationships/notesMaster" Target="/ppt/notesMasters/notesMaster1.xml" Id="Rbacb87dd4f12483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ab408833bab4dad" /><Relationship Type="http://schemas.openxmlformats.org/officeDocument/2006/relationships/notesMaster" Target="/ppt/notesMasters/notesMaster1.xml" Id="Rd9b43cd371124a05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0119b1551d6849f6" /><Relationship Type="http://schemas.openxmlformats.org/officeDocument/2006/relationships/notesMaster" Target="/ppt/notesMasters/notesMaster1.xml" Id="R480da252027f4bd6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1d5c2a03b56c4632" /><Relationship Type="http://schemas.openxmlformats.org/officeDocument/2006/relationships/notesMaster" Target="/ppt/notesMasters/notesMaster1.xml" Id="R37001a5db11d4e52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ae3030baa8b4e75" /><Relationship Type="http://schemas.openxmlformats.org/officeDocument/2006/relationships/notesMaster" Target="/ppt/notesMasters/notesMaster1.xml" Id="R054d1fd33c844561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ec87af0aab994ff1" /><Relationship Type="http://schemas.openxmlformats.org/officeDocument/2006/relationships/notesMaster" Target="/ppt/notesMasters/notesMaster1.xml" Id="R63b0fcbfb881461b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2fa1fdff8ae423a" /><Relationship Type="http://schemas.openxmlformats.org/officeDocument/2006/relationships/notesMaster" Target="/ppt/notesMasters/notesMaster1.xml" Id="R3dcd712f5df54fc3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e6bb932b300145bd" /><Relationship Type="http://schemas.openxmlformats.org/officeDocument/2006/relationships/notesMaster" Target="/ppt/notesMasters/notesMaster1.xml" Id="R029e1a5ac0884c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e4bc975cac42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28dbfe835f4580" /><Relationship Type="http://schemas.openxmlformats.org/officeDocument/2006/relationships/slideLayout" Target="/ppt/slideLayouts/slideLayout1.xml" Id="R97e991b44e8b412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e991b44e8b412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0c66f8bf2348a9" /><Relationship Type="http://schemas.openxmlformats.org/officeDocument/2006/relationships/notesSlide" Target="/ppt/notesSlides/notesSlide1.xml" Id="Rfee2b5d5e7d543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31a6cb18f40c8" /><Relationship Type="http://schemas.openxmlformats.org/officeDocument/2006/relationships/notesSlide" Target="/ppt/notesSlides/notesSlide2.xml" Id="R0bac1464e8d4497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afcead74ea40c8" /><Relationship Type="http://schemas.openxmlformats.org/officeDocument/2006/relationships/chart" Target="/ppt/slides/charts/chart1.xml" Id="Rc3903efd214e430f" /><Relationship Type="http://schemas.openxmlformats.org/officeDocument/2006/relationships/notesSlide" Target="/ppt/notesSlides/notesSlide3.xml" Id="R79f25222a87e4e4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d9fd8c435d4e5b" /><Relationship Type="http://schemas.openxmlformats.org/officeDocument/2006/relationships/chart" Target="/ppt/slides/charts/chart2.xml" Id="R39853d41328c4588" /><Relationship Type="http://schemas.openxmlformats.org/officeDocument/2006/relationships/chart" Target="/ppt/slides/charts/chart3.xml" Id="R3e871b40ce2c46c3" /><Relationship Type="http://schemas.openxmlformats.org/officeDocument/2006/relationships/notesSlide" Target="/ppt/notesSlides/notesSlide4.xml" Id="R0f33a3fe797a46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02d30d4bb4569" /><Relationship Type="http://schemas.openxmlformats.org/officeDocument/2006/relationships/chart" Target="/ppt/slides/charts/chart4.xml" Id="R6d922d74c2514494" /><Relationship Type="http://schemas.openxmlformats.org/officeDocument/2006/relationships/chart" Target="/ppt/slides/charts/chart5.xml" Id="R84092a1fc6c04d41" /><Relationship Type="http://schemas.openxmlformats.org/officeDocument/2006/relationships/chart" Target="/ppt/slides/charts/chart6.xml" Id="Rbca06b1103d84049" /><Relationship Type="http://schemas.openxmlformats.org/officeDocument/2006/relationships/notesSlide" Target="/ppt/notesSlides/notesSlide5.xml" Id="R9836d973de1143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0e25df4c343be" /><Relationship Type="http://schemas.openxmlformats.org/officeDocument/2006/relationships/chart" Target="/ppt/slides/charts/chart7.xml" Id="R6d2936fa2aef4e66" /><Relationship Type="http://schemas.openxmlformats.org/officeDocument/2006/relationships/chart" Target="/ppt/slides/charts/chart8.xml" Id="Re13f496e09cc4421" /><Relationship Type="http://schemas.openxmlformats.org/officeDocument/2006/relationships/chart" Target="/ppt/slides/charts/chart9.xml" Id="Rec0ad7276c7641aa" /><Relationship Type="http://schemas.openxmlformats.org/officeDocument/2006/relationships/chart" Target="/ppt/slides/charts/chart10.xml" Id="R7dab6a9bdbb54ad1" /><Relationship Type="http://schemas.openxmlformats.org/officeDocument/2006/relationships/notesSlide" Target="/ppt/notesSlides/notesSlide6.xml" Id="R7a2cd1e7b70046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f4d6e742d4cf7" /><Relationship Type="http://schemas.openxmlformats.org/officeDocument/2006/relationships/chart" Target="/ppt/slides/charts/chart11.xml" Id="Re0e4fdb304514362" /><Relationship Type="http://schemas.openxmlformats.org/officeDocument/2006/relationships/chart" Target="/ppt/slides/charts/chart12.xml" Id="R994c28a59a494f5b" /><Relationship Type="http://schemas.openxmlformats.org/officeDocument/2006/relationships/notesSlide" Target="/ppt/notesSlides/notesSlide7.xml" Id="R7d3f37008b0549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4ca65532634415" /><Relationship Type="http://schemas.openxmlformats.org/officeDocument/2006/relationships/chart" Target="/ppt/slides/charts/chart13.xml" Id="Red9bc049a9d44a8b" /><Relationship Type="http://schemas.openxmlformats.org/officeDocument/2006/relationships/chart" Target="/ppt/slides/charts/chart14.xml" Id="R855f01279de84aab" /><Relationship Type="http://schemas.openxmlformats.org/officeDocument/2006/relationships/notesSlide" Target="/ppt/notesSlides/notesSlide8.xml" Id="R27c716e79f5a4ee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ea6d2a52894986" /><Relationship Type="http://schemas.openxmlformats.org/officeDocument/2006/relationships/chart" Target="/ppt/slides/charts/chart15.xml" Id="R6eb37404eae74857" /><Relationship Type="http://schemas.openxmlformats.org/officeDocument/2006/relationships/chart" Target="/ppt/slides/charts/chart16.xml" Id="R67ec52afc7a145a9" /><Relationship Type="http://schemas.openxmlformats.org/officeDocument/2006/relationships/notesSlide" Target="/ppt/notesSlides/notesSlide9.xml" Id="R225b03f1c43a4f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5d6c92af004038" /><Relationship Type="http://schemas.openxmlformats.org/officeDocument/2006/relationships/chart" Target="/ppt/slides/charts/chart17.xml" Id="Rb8077e8644be4e95" /><Relationship Type="http://schemas.openxmlformats.org/officeDocument/2006/relationships/notesSlide" Target="/ppt/notesSlides/notesSlide10.xml" Id="R2183049a592b49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62b07a709f4228" /><Relationship Type="http://schemas.openxmlformats.org/officeDocument/2006/relationships/chart" Target="/ppt/slides/charts/chart18.xml" Id="R3ce79d0f7334458c" /><Relationship Type="http://schemas.openxmlformats.org/officeDocument/2006/relationships/notesSlide" Target="/ppt/notesSlides/notesSlide11.xml" Id="R77d14a043d27423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eff6a1c4e145a4" /><Relationship Type="http://schemas.openxmlformats.org/officeDocument/2006/relationships/chart" Target="/ppt/slides/charts/chart19.xml" Id="R06c91b33082e406c" /><Relationship Type="http://schemas.openxmlformats.org/officeDocument/2006/relationships/notesSlide" Target="/ppt/notesSlides/notesSlide12.xml" Id="R2c7c59c77298489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0e49f56414f2b" /><Relationship Type="http://schemas.openxmlformats.org/officeDocument/2006/relationships/chart" Target="/ppt/slides/charts/chart20.xml" Id="R641214f1ee5e4136" /><Relationship Type="http://schemas.openxmlformats.org/officeDocument/2006/relationships/chart" Target="/ppt/slides/charts/chart21.xml" Id="R26b3c1d689354875" /><Relationship Type="http://schemas.openxmlformats.org/officeDocument/2006/relationships/notesSlide" Target="/ppt/notesSlides/notesSlide13.xml" Id="R9a81eeab6b9d4e2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3a6f2f5204885" /><Relationship Type="http://schemas.openxmlformats.org/officeDocument/2006/relationships/chart" Target="/ppt/slides/charts/chart22.xml" Id="Rf071a459ef574660" /><Relationship Type="http://schemas.openxmlformats.org/officeDocument/2006/relationships/notesSlide" Target="/ppt/notesSlides/notesSlide14.xml" Id="R63e2ed09996347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52f0ef6dc4fac" /><Relationship Type="http://schemas.openxmlformats.org/officeDocument/2006/relationships/chart" Target="/ppt/slides/charts/chart23.xml" Id="R4e7b6838ba4b41f3" /><Relationship Type="http://schemas.openxmlformats.org/officeDocument/2006/relationships/notesSlide" Target="/ppt/notesSlides/notesSlide15.xml" Id="R75cd2342991d4b0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c56f8430a41da" /><Relationship Type="http://schemas.openxmlformats.org/officeDocument/2006/relationships/chart" Target="/ppt/slides/charts/chart24.xml" Id="Racbfbabb0fbf4353" /><Relationship Type="http://schemas.openxmlformats.org/officeDocument/2006/relationships/notesSlide" Target="/ppt/notesSlides/notesSlide16.xml" Id="R75b10414adbd476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6e26fc3db4a5d" /><Relationship Type="http://schemas.openxmlformats.org/officeDocument/2006/relationships/chart" Target="/ppt/slides/charts/chart25.xml" Id="R4d6ba91af19848ae" /><Relationship Type="http://schemas.openxmlformats.org/officeDocument/2006/relationships/chart" Target="/ppt/slides/charts/chart26.xml" Id="Re9c9fded66914b7c" /><Relationship Type="http://schemas.openxmlformats.org/officeDocument/2006/relationships/chart" Target="/ppt/slides/charts/chart27.xml" Id="Rbb88657ad8624bd1" /><Relationship Type="http://schemas.openxmlformats.org/officeDocument/2006/relationships/notesSlide" Target="/ppt/notesSlides/notesSlide17.xml" Id="R148c5e471d45435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94a8bb17446c0" /><Relationship Type="http://schemas.openxmlformats.org/officeDocument/2006/relationships/chart" Target="/ppt/slides/charts/chart28.xml" Id="R0f1958f65bc14760" /><Relationship Type="http://schemas.openxmlformats.org/officeDocument/2006/relationships/chart" Target="/ppt/slides/charts/chart29.xml" Id="R40defa02372a45e7" /><Relationship Type="http://schemas.openxmlformats.org/officeDocument/2006/relationships/chart" Target="/ppt/slides/charts/chart30.xml" Id="Re1565e19fbb74399" /><Relationship Type="http://schemas.openxmlformats.org/officeDocument/2006/relationships/notesSlide" Target="/ppt/notesSlides/notesSlide18.xml" Id="R29c187c4112a493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4b389a51d04658" /><Relationship Type="http://schemas.openxmlformats.org/officeDocument/2006/relationships/chart" Target="/ppt/slides/charts/chart31.xml" Id="R344d0722443a479e" /><Relationship Type="http://schemas.openxmlformats.org/officeDocument/2006/relationships/notesSlide" Target="/ppt/notesSlides/notesSlide19.xml" Id="R11c6190c73fe409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b11d96cd34717" /><Relationship Type="http://schemas.openxmlformats.org/officeDocument/2006/relationships/chart" Target="/ppt/slides/charts/chart32.xml" Id="Rb0cd8a9de17e419f" /><Relationship Type="http://schemas.openxmlformats.org/officeDocument/2006/relationships/chart" Target="/ppt/slides/charts/chart33.xml" Id="R8d73611126704596" /><Relationship Type="http://schemas.openxmlformats.org/officeDocument/2006/relationships/notesSlide" Target="/ppt/notesSlides/notesSlide20.xml" Id="Rd3c864baf2264c5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76f675d0b4f59" /><Relationship Type="http://schemas.openxmlformats.org/officeDocument/2006/relationships/image" Target="/ppt/media/image.png" Id="R66349da485924a7c" /><Relationship Type="http://schemas.openxmlformats.org/officeDocument/2006/relationships/notesSlide" Target="/ppt/notesSlides/notesSlide21.xml" Id="R099a24e6e661483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adb6204b24b9a" /><Relationship Type="http://schemas.openxmlformats.org/officeDocument/2006/relationships/image" Target="/ppt/media/image2.png" Id="R7b082fb3909942f5" /><Relationship Type="http://schemas.openxmlformats.org/officeDocument/2006/relationships/notesSlide" Target="/ppt/notesSlides/notesSlide22.xml" Id="R409497f8dbb5417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5faceefc8d409b" /><Relationship Type="http://schemas.openxmlformats.org/officeDocument/2006/relationships/image" Target="/ppt/media/image3.png" Id="R466cdfb6ec7843cf" /><Relationship Type="http://schemas.openxmlformats.org/officeDocument/2006/relationships/notesSlide" Target="/ppt/notesSlides/notesSlide23.xml" Id="Rd87fef09b4854cd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9d9df0c3540c7" /><Relationship Type="http://schemas.openxmlformats.org/officeDocument/2006/relationships/image" Target="/ppt/media/image4.png" Id="R461ffb2273e74f0f" /><Relationship Type="http://schemas.openxmlformats.org/officeDocument/2006/relationships/notesSlide" Target="/ppt/notesSlides/notesSlide24.xml" Id="Ra4bfd7d73e43407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61cdf4ac34584" /><Relationship Type="http://schemas.openxmlformats.org/officeDocument/2006/relationships/notesSlide" Target="/ppt/notesSlides/notesSlide25.xml" Id="Rb4c8bbfa9cec456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db0cf36634ecb" /><Relationship Type="http://schemas.openxmlformats.org/officeDocument/2006/relationships/notesSlide" Target="/ppt/notesSlides/notesSlide26.xml" Id="R73a451dbf7ae4ee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ba93b78c1e46af" /><Relationship Type="http://schemas.openxmlformats.org/officeDocument/2006/relationships/chart" Target="/ppt/slides/charts/chart34.xml" Id="R62b4a649dcb447ab" /><Relationship Type="http://schemas.openxmlformats.org/officeDocument/2006/relationships/notesSlide" Target="/ppt/notesSlides/notesSlide27.xml" Id="R2585256b9645485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2552b271964b42" /><Relationship Type="http://schemas.openxmlformats.org/officeDocument/2006/relationships/notesSlide" Target="/ppt/notesSlides/notesSlide28.xml" Id="Rbd98f2b9b31640f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56e9a5a1f646f8" /><Relationship Type="http://schemas.openxmlformats.org/officeDocument/2006/relationships/chart" Target="/ppt/slides/charts/chart35.xml" Id="R0c97bbf050554f04" /><Relationship Type="http://schemas.openxmlformats.org/officeDocument/2006/relationships/chart" Target="/ppt/slides/charts/chart36.xml" Id="R8e3fa0d136274d90" /><Relationship Type="http://schemas.openxmlformats.org/officeDocument/2006/relationships/notesSlide" Target="/ppt/notesSlides/notesSlide29.xml" Id="Raf906864c2dd4d6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1fcdd59fc4052" /><Relationship Type="http://schemas.openxmlformats.org/officeDocument/2006/relationships/chart" Target="/ppt/slides/charts/chart37.xml" Id="R85ed063e6dfa4194" /><Relationship Type="http://schemas.openxmlformats.org/officeDocument/2006/relationships/chart" Target="/ppt/slides/charts/chart38.xml" Id="R120e1fa6adaa4a5d" /><Relationship Type="http://schemas.openxmlformats.org/officeDocument/2006/relationships/chart" Target="/ppt/slides/charts/chart39.xml" Id="R5fef52e798754cf5" /><Relationship Type="http://schemas.openxmlformats.org/officeDocument/2006/relationships/notesSlide" Target="/ppt/notesSlides/notesSlide30.xml" Id="Ra583a9770313441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a266d0597a4edf" /><Relationship Type="http://schemas.openxmlformats.org/officeDocument/2006/relationships/notesSlide" Target="/ppt/notesSlides/notesSlide31.xml" Id="R0184b405421e4446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b79344d2d40cf" /><Relationship Type="http://schemas.openxmlformats.org/officeDocument/2006/relationships/notesSlide" Target="/ppt/notesSlides/notesSlide32.xml" Id="R0e543d2123e347e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a7a025d7e491f" /><Relationship Type="http://schemas.openxmlformats.org/officeDocument/2006/relationships/notesSlide" Target="/ppt/notesSlides/notesSlide33.xml" Id="R45d7b7e09f684d8c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08bac7c0a84e5f" /><Relationship Type="http://schemas.openxmlformats.org/officeDocument/2006/relationships/chart" Target="/ppt/slides/charts/chart40.xml" Id="R6deed3666c354b54" /><Relationship Type="http://schemas.openxmlformats.org/officeDocument/2006/relationships/notesSlide" Target="/ppt/notesSlides/notesSlide34.xml" Id="Ra028cbd0e14e4d7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1c6e8670594ac0" /><Relationship Type="http://schemas.openxmlformats.org/officeDocument/2006/relationships/chart" Target="/ppt/slides/charts/chart41.xml" Id="R260f0f71aaa746a3" /><Relationship Type="http://schemas.openxmlformats.org/officeDocument/2006/relationships/notesSlide" Target="/ppt/notesSlides/notesSlide35.xml" Id="Ra8b473dfabd24faa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b61c3d54ef44d6" /><Relationship Type="http://schemas.openxmlformats.org/officeDocument/2006/relationships/chart" Target="/ppt/slides/charts/chart42.xml" Id="R765de33ac5d44e90" /><Relationship Type="http://schemas.openxmlformats.org/officeDocument/2006/relationships/notesSlide" Target="/ppt/notesSlides/notesSlide36.xml" Id="R27b96d761340498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fd5c1265f4eaf" /><Relationship Type="http://schemas.openxmlformats.org/officeDocument/2006/relationships/notesSlide" Target="/ppt/notesSlides/notesSlide37.xml" Id="Rdeac6bfb3c904ae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92607087504a27" /><Relationship Type="http://schemas.openxmlformats.org/officeDocument/2006/relationships/notesSlide" Target="/ppt/notesSlides/notesSlide38.xml" Id="R533e0337e8d6469f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7d7cf98b9487c" /><Relationship Type="http://schemas.openxmlformats.org/officeDocument/2006/relationships/notesSlide" Target="/ppt/notesSlides/notesSlide39.xml" Id="R21691288a3474da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6259d7144f47f9" /><Relationship Type="http://schemas.openxmlformats.org/officeDocument/2006/relationships/notesSlide" Target="/ppt/notesSlides/notesSlide40.xml" Id="R1204933a66b14ee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69482ce034a43" /><Relationship Type="http://schemas.openxmlformats.org/officeDocument/2006/relationships/notesSlide" Target="/ppt/notesSlides/notesSlide41.xml" Id="R25668e9051c041a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3c5fb442cd4396" /><Relationship Type="http://schemas.openxmlformats.org/officeDocument/2006/relationships/notesSlide" Target="/ppt/notesSlides/notesSlide42.xml" Id="R44a3eb99bebd40e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c8474f621f4de1" /><Relationship Type="http://schemas.openxmlformats.org/officeDocument/2006/relationships/notesSlide" Target="/ppt/notesSlides/notesSlide43.xml" Id="Rafa6a79cc8dc475b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6b93b67de400c" /><Relationship Type="http://schemas.openxmlformats.org/officeDocument/2006/relationships/notesSlide" Target="/ppt/notesSlides/notesSlide44.xml" Id="Rd10648070a15429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ca91da315450c" /><Relationship Type="http://schemas.openxmlformats.org/officeDocument/2006/relationships/notesSlide" Target="/ppt/notesSlides/notesSlide45.xml" Id="Rf7a044b3fc39437e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d7c1e8c7e4df2" /><Relationship Type="http://schemas.openxmlformats.org/officeDocument/2006/relationships/notesSlide" Target="/ppt/notesSlides/notesSlide46.xml" Id="R92f9e3468ffc47ff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748a060c743a7" /><Relationship Type="http://schemas.openxmlformats.org/officeDocument/2006/relationships/notesSlide" Target="/ppt/notesSlides/notesSlide47.xml" Id="R531604a35d87494a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34dcc6db14a5f" /><Relationship Type="http://schemas.openxmlformats.org/officeDocument/2006/relationships/notesSlide" Target="/ppt/notesSlides/notesSlide48.xml" Id="Rbece53b2b95e4365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68499613c43c3" /><Relationship Type="http://schemas.openxmlformats.org/officeDocument/2006/relationships/notesSlide" Target="/ppt/notesSlides/notesSlide49.xml" Id="R2ea81cc8baf8419c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a2f7a88b2a4c8e" /><Relationship Type="http://schemas.openxmlformats.org/officeDocument/2006/relationships/notesSlide" Target="/ppt/notesSlides/notesSlide50.xml" Id="R93b3ce558f2e47f1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f0fc077264c5b" /><Relationship Type="http://schemas.openxmlformats.org/officeDocument/2006/relationships/notesSlide" Target="/ppt/notesSlides/notesSlide51.xml" Id="R31e58f851c8e428d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3642da3c674f94" /><Relationship Type="http://schemas.openxmlformats.org/officeDocument/2006/relationships/notesSlide" Target="/ppt/notesSlides/notesSlide52.xml" Id="R0f81e25864b2428c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f582f536947ee" /><Relationship Type="http://schemas.openxmlformats.org/officeDocument/2006/relationships/notesSlide" Target="/ppt/notesSlides/notesSlide53.xml" Id="Raa7517e8ceb64dc5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09f19d56794513" /><Relationship Type="http://schemas.openxmlformats.org/officeDocument/2006/relationships/notesSlide" Target="/ppt/notesSlides/notesSlide54.xml" Id="R42fffdf8483340b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f744ef079344b7" /><Relationship Type="http://schemas.openxmlformats.org/officeDocument/2006/relationships/notesSlide" Target="/ppt/notesSlides/notesSlide55.xml" Id="R5e498f47a8ed4717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82caadb964305" /><Relationship Type="http://schemas.openxmlformats.org/officeDocument/2006/relationships/notesSlide" Target="/ppt/notesSlides/notesSlide56.xml" Id="R9daffa8f756a4711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2858a197f4b2c" /><Relationship Type="http://schemas.openxmlformats.org/officeDocument/2006/relationships/notesSlide" Target="/ppt/notesSlides/notesSlide57.xml" Id="Rbbff9ebac3ce4c4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81.11069138634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26.176286248</c:v>
              </c:pt>
              <c:pt idx="1">
                <c:v>95.41672613375</c:v>
              </c:pt>
              <c:pt idx="2">
                <c:v>116.34831905477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331.11742357030005</c:v>
              </c:pt>
              <c:pt idx="1">
                <c:v>628.31550625723</c:v>
              </c:pt>
              <c:pt idx="2">
                <c:v>653.75640159627</c:v>
              </c:pt>
              <c:pt idx="3">
                <c:v>246.82887238694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26.176286248</c:v>
              </c:pt>
              <c:pt idx="1">
                <c:v>95.41672613375</c:v>
              </c:pt>
              <c:pt idx="2">
                <c:v>116.34831905477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223.051431673</c:v>
              </c:pt>
              <c:pt idx="1">
                <c:v>472.44541151018007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40.1010692706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42.3037976217</c:v>
              </c:pt>
              <c:pt idx="1">
                <c:v>41.832471</c:v>
              </c:pt>
              <c:pt idx="2">
                <c:v>44.95039726695</c:v>
              </c:pt>
              <c:pt idx="3">
                <c:v>7.291704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239.36812913753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365.11274884396005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0.27189326698950433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0.4147239587007245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0.0533268146890519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0.0006624396052901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0.286555225457034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0.0726718301479003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0.0319409306110538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0.0014030424128084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0.0258977954276094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0.0006624396052901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0.0642625485190267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0.2029820123277025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0.0285286777700744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0.0337647230450451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0.0475501029412941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0.2391091484443289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0.0005584136767011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Oliveira Trust</c:v>
              </c:pt>
              <c:pt idx="4">
                <c:v>Daycoval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28.577477955880003</c:v>
              </c:pt>
              <c:pt idx="1">
                <c:v>50.543366234</c:v>
              </c:pt>
              <c:pt idx="2">
                <c:v>51.00175435107</c:v>
              </c:pt>
              <c:pt idx="3">
                <c:v>57.205822956949994</c:v>
              </c:pt>
              <c:pt idx="4">
                <c:v>58.07994111931001</c:v>
              </c:pt>
              <c:pt idx="5">
                <c:v>123.34891855075</c:v>
              </c:pt>
              <c:pt idx="6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6"/>
              <c:pt idx="0">
                <c:v>Itaú</c:v>
              </c:pt>
              <c:pt idx="1">
                <c:v>Tercon Investimentos</c:v>
              </c:pt>
              <c:pt idx="2">
                <c:v>Genial</c:v>
              </c:pt>
              <c:pt idx="3">
                <c:v>Oliveira Trust</c:v>
              </c:pt>
              <c:pt idx="4">
                <c:v>Bradesco</c:v>
              </c:pt>
              <c:pt idx="5">
                <c:v>BTG Pactual</c:v>
              </c:pt>
            </c:strLit>
          </c:cat>
          <c:val>
            <c:numLit>
              <c:formatCode>0.0</c:formatCode>
              <c:ptCount val="6"/>
              <c:pt idx="0">
                <c:v>18.875169440439997</c:v>
              </c:pt>
              <c:pt idx="1">
                <c:v>22.14586346137</c:v>
              </c:pt>
              <c:pt idx="2">
                <c:v>26.891086880550002</c:v>
              </c:pt>
              <c:pt idx="3">
                <c:v>35.02222544035998</c:v>
              </c:pt>
              <c:pt idx="4">
                <c:v>40.32919650402</c:v>
              </c:pt>
              <c:pt idx="5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QI Tech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21.926715321429995</c:v>
              </c:pt>
              <c:pt idx="1">
                <c:v>41.210367862009996</c:v>
              </c:pt>
              <c:pt idx="2">
                <c:v>49.658130944339995</c:v>
              </c:pt>
              <c:pt idx="3">
                <c:v>64.38995086032001</c:v>
              </c:pt>
              <c:pt idx="4">
                <c:v>74.73806249444</c:v>
              </c:pt>
              <c:pt idx="5">
                <c:v>122.32123834260001</c:v>
              </c:pt>
              <c:pt idx="6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CBSF</c:v>
              </c:pt>
              <c:pt idx="1">
                <c:v>Hemera</c:v>
              </c:pt>
              <c:pt idx="2">
                <c:v>BRL Trust</c:v>
              </c:pt>
              <c:pt idx="3">
                <c:v>Finaxis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18.69339303628</c:v>
              </c:pt>
              <c:pt idx="1">
                <c:v>21.117364064860002</c:v>
              </c:pt>
              <c:pt idx="2">
                <c:v>21.71761716544</c:v>
              </c:pt>
              <c:pt idx="3">
                <c:v>22.40761845837</c:v>
              </c:pt>
              <c:pt idx="4">
                <c:v>57.205822956949994</c:v>
              </c:pt>
              <c:pt idx="5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REAG</c:v>
              </c:pt>
              <c:pt idx="1">
                <c:v>CBSF</c:v>
              </c:pt>
              <c:pt idx="2">
                <c:v>Integral Investimentos</c:v>
              </c:pt>
              <c:pt idx="3">
                <c:v>Solis Investimentos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8.217051472049999</c:v>
              </c:pt>
              <c:pt idx="1">
                <c:v>10.17441132442</c:v>
              </c:pt>
              <c:pt idx="2">
                <c:v>14.95203415536</c:v>
              </c:pt>
              <c:pt idx="3">
                <c:v>16.12591261212</c:v>
              </c:pt>
              <c:pt idx="4">
                <c:v>22.14586346137</c:v>
              </c:pt>
              <c:pt idx="5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21.117364064860002</c:v>
              </c:pt>
              <c:pt idx="1">
                <c:v>21.72075588213</c:v>
              </c:pt>
              <c:pt idx="2">
                <c:v>22.40761845837</c:v>
              </c:pt>
              <c:pt idx="3">
                <c:v>25.148795168550002</c:v>
              </c:pt>
              <c:pt idx="4">
                <c:v>74.73806249444</c:v>
              </c:pt>
              <c:pt idx="5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2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40,9 bi
413 · R$ 99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57,2 bi
700 · R$ 82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40.869510061910006</c:v>
              </c:pt>
              <c:pt idx="1">
                <c:v>57.15870696836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5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0.238095238095238</c:v>
              </c:pt>
              <c:pt idx="1">
                <c:v>0.254421768707483</c:v>
              </c:pt>
              <c:pt idx="2">
                <c:v>0.1632653061224489</c:v>
              </c:pt>
              <c:pt idx="3">
                <c:v>0.1578231292517006</c:v>
              </c:pt>
              <c:pt idx="4">
                <c:v>0.0952380952380952</c:v>
              </c:pt>
              <c:pt idx="5">
                <c:v>0.0666666666666666</c:v>
              </c:pt>
              <c:pt idx="6">
                <c:v>0.0244897959183673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0.0117887247390684</c:v>
              </c:pt>
              <c:pt idx="1">
                <c:v>0.0474678711329743</c:v>
              </c:pt>
              <c:pt idx="2">
                <c:v>0.0708186524095054</c:v>
              </c:pt>
              <c:pt idx="3">
                <c:v>0.1297476008966122</c:v>
              </c:pt>
              <c:pt idx="4">
                <c:v>0.1535056217630656</c:v>
              </c:pt>
              <c:pt idx="5">
                <c:v>0.2378348472270904</c:v>
              </c:pt>
              <c:pt idx="6">
                <c:v>0.3488366818316835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5522807015.43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27671684687.52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0.147473411114316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0.3817969787486183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0.0672969122518684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0.1506686961425081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0.1625107590450419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0.2787068023830595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0.0727799865103882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0.0074072330689735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0.0112116853396112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0.4673208969625101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0.1466552426267883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0.3827649209165106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0.217815834714012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6.26366904154456E-05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43D448-EC7A-420E-94F2-8FD6490E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E6DF8-DCA9-4E67-9572-22D09A56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D93A70-9883-4582-A72B-FB60245A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0B1E63-61B1-4ADD-AD41-97301531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EF4052-6057-45D6-A195-5E66E8876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3BDE2-16DD-47E6-87E9-5EDE0BD9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61E97-7E60-4C58-892D-240AF499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2705037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8DAEC1-04A6-41D2-B811-D61A43D0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CC30D-DBC9-430F-B353-4459951D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89A1C-97D6-49C1-9583-877F5AD6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5236A-E8D1-4766-AFBE-7C8AD8D5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69C2F7-9890-4FAA-877D-D3F972921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CE4459-F91D-47BD-B562-01389F4E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6260CE-82EE-435A-B5AD-11AC1E7E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CBE46C-45A9-4245-9223-AACC77BC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9C9E61-C266-4DF4-8C62-97B156FC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129F31-F37A-43E6-846B-4FE54637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2E1E6E-9717-405D-8EE5-C4D719A9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134A68-893E-4F36-A11F-5E6EE593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9045AB-EAEA-48E6-BFEF-38E14FD6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27618-2217-4F3B-9467-DE45079C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472D77-41A6-4E6B-BDF0-F7492A8E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BE462F-C6DC-431B-98C3-E34B84BC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EC6541-1D25-4AE1-BD5C-ED1A6087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0896DC-3119-4A0A-B4FD-59DDBEC5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CC4440-9659-430A-A686-7207219F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12B0A8-5900-4EB2-9B86-E5C7D5E1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27D8B3-03DB-41D8-9958-D9D82E16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1303976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1E14DE-ED8D-4781-8D8F-FAEE5478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30D561-5754-4446-8269-5A8800225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R$ 81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2E570E-F4BE-4474-80A5-031CC6FA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0D126-230C-40E3-8CF3-3AC4AD646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C9AFE-0962-4537-8A27-BD577067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DD718-211D-4118-96D8-F28E71B2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903efd214e430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C43B3-D552-438A-887E-CEFE589A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8715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294C38-8903-4856-9DC7-76576FCE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559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E7F82C-9250-440F-A55D-7FA34BE6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8263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DE52EF-19ED-41D8-8C9A-AE5A112EF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9260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379BE-ED7A-404E-872A-FE3994E7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264688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93868-3D73-47D5-9B9B-EC1B6A30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33199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5B540C-F174-421D-87CC-75AA93323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402012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6D40E8-7B51-4C63-9DF5-442563EB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78086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B5ACB3-3CF0-4AB7-AEA2-EB41C8C6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41673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33D72D-0253-4E39-B0E7-E95D3692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57369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DD2286-E96C-4497-AF12-C7AC6AD8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93312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D5F4CA-009E-4180-910A-0023053F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78821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961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D42558-3EF3-4F5D-B15E-4F50D197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07181"/>
            <a:ext cx="457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412C19-1711-4025-A2BC-289B2454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7863" y="2969056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28,1%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1C08DA-5ECF-4468-8C09-3DC89716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7863" y="3254806"/>
            <a:ext cx="6477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2023 YoY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EE21FD-7B2B-4A43-B0C4-13786AAA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64143"/>
            <a:ext cx="457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5E8405-7A8B-4470-9EAA-B9F28D36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2126018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50,8%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908FAD-1A59-43D5-B581-857A863A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2411768"/>
            <a:ext cx="6477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2024 YoY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E3CF5C-CA06-40BE-8FD2-A2E48A0F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809750"/>
            <a:ext cx="457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0E34CF-E023-48B4-816F-56C72477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013" y="157162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25,6%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9F0939-B42A-44D8-872F-2A3B2972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013" y="1857375"/>
            <a:ext cx="6477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2025 YoY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A30B60-9753-4B12-8CEF-0CB88F32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82882A-117E-4669-86A5-97329A8B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1ACCA7-AC47-4CB5-BD2D-0D757190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992325-3EF1-4DF6-83DC-56ED9930D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ACC7EC-B9A3-4169-820C-E7649468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964DD8-3B65-4BE2-81B1-EDF2736A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273FCA-3270-43DA-9A2E-D82B3D7E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695E85-ACA1-40A4-B92C-0D6DE81F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R$ 81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49341F-0AA9-4F8A-8E14-AFC2F75EE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6AA481-980F-40A6-9C3B-1611BA69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721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Totais e crescimentos anuais usam o PL bruto; dezembro contra dezembro.</a:t>
            </a:r>
          </a:p>
        </p:txBody>
      </p:sp>
    </p:spTree>
    <p:extLst>
      <p:ext uri="{BB962C8B-B14F-4D97-AF65-F5344CB8AC3E}">
        <p14:creationId xmlns:p14="http://schemas.microsoft.com/office/powerpoint/2010/main" val="12312740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7A1467-5C46-4317-AB9C-3AE4D2E7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RENDA FIXA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F0606-6B4A-43AF-801F-1F30AED9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cresceram 15% no 1S26; os demais instrumentos elegíveis recuaram 8%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767C6-7D12-4D85-81CA-8EA70C39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50A9BB-C9F6-46B1-987C-D7F42D16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E08A20-4859-44ED-A55C-A0F1A8AD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 de Distribuição, snapshot 24/jul/26. Oferta primária, status Oferta Encerrada, Data de Encerramento e valor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6717ED-8188-4050-8AE2-1F26911C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0961C9-143A-4BE1-B83D-D95D8E25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0F29B-3E0A-48B9-9287-7030FA12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853d41328c4588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8A2A19-7242-45AF-8047-75BC13F2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CCD1B-57D7-4850-812F-059C9823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871b40ce2c46c3"/>
          </a:graphicData>
        </a:graphic>
      </p:graphicFrame>
      <p:graphicFrame>
        <p:nvGraphicFramePr>
          <p:cNvPr id="27" name=""/>
          <p:cNvGraphicFramePr/>
          <p:nvPr/>
        </p:nvGraphicFramePr>
        <p:xfrm>
          <a:off xmlns:a="http://schemas.openxmlformats.org/drawingml/2006/main" x="571500" y="4552950"/>
          <a:ext xmlns:a="http://schemas.openxmlformats.org/drawingml/2006/main" cx="11049000" cy="13525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905000"/>
                <a:gridCol w="1905000"/>
                <a:gridCol w="1905000"/>
                <a:gridCol w="19050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+264,5%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+21,9%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elegíveis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+111,8%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+80,1%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+7,5%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882156-B4DA-43DB-8153-83E14B3D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compara jan–jun/26 com jan–jun/25. Exclui cotas de fundos, ações, Units, debêntures conversíveis e os instrumentos FIAGRO especificados.</a:t>
            </a:r>
          </a:p>
        </p:txBody>
      </p:sp>
    </p:spTree>
    <p:extLst>
      <p:ext uri="{BB962C8B-B14F-4D97-AF65-F5344CB8AC3E}">
        <p14:creationId xmlns:p14="http://schemas.microsoft.com/office/powerpoint/2010/main" val="14890605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F20064-CE9B-46B1-A122-2B092C8E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055F2B-58B1-42E8-B445-509C6E7A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32DFE-FE96-49D2-809F-6E36244E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72CCB-3942-457F-9501-6B2749D2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8D218-C295-47D8-AC35-CABB03B9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E41BE8-B760-401D-9F1D-6EB7AC5F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6B297F-89F2-4ABE-9010-CF322B35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776E0-DA10-43CA-925E-6C892B6FB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922d74c251449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9EC829-2C4F-4962-9595-316133D6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55BEE-3069-4547-A137-BFB88431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70765D-A2C0-4E21-98E7-07F47533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FE6F5B-5F34-42B4-A755-70BAD893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F6A682-CD90-41E2-956F-49E020248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C87E00-48D1-42ED-A702-DA6C9EFC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7E57A0-C34A-424C-AC29-DE350F25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092a1fc6c04d41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9ACA9D-9F84-4F6D-B377-5793F63D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E512D0-316C-4153-9938-631A0E4A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140C9A-A1D6-4E48-8E57-C953B751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430533-D9EA-4BAA-A918-76AF584E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822E48-F981-47C4-A424-2519B3DC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DC37E3-C088-4878-8EC9-FADFE94C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465458-DD50-4B64-AF3C-09AC56BB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a06b1103d84049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E117E7-87A4-4427-AB9F-F523B13A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8735982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135C20-33D2-47B4-8417-E2DA0740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D4BFA2-61E7-4882-AEC9-82F5BB1E9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2E94C-A10E-46F2-B91F-A1C953D2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FAD7E-BAB3-49A1-B396-A83CC329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1B1B84-FEAE-4DAA-AC0E-76F76F1C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D1305-C537-4EB9-9597-0C688375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4AFD31-82F3-40B5-993C-4E7C72E1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F627E2-2DC6-435E-AA01-8EA8C4C0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DFB8A-833F-4661-AE3A-2BD9006B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4D1FCC-B6E7-4A53-B7F7-45C2CDFC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CE2C20-6889-4EFA-AD94-1516205E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5FA39-C921-4D7F-B566-7B9F3FCA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2936fa2aef4e66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F90E96-3D6B-4024-BF58-6D1F329A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7A3A0C-3901-4830-8203-695F76BA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3f496e09cc4421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ACA248-E3AB-421B-8745-7BC7C29A9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AF5D52-41D2-4C73-BEC5-234E1388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0ad7276c7641aa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AE32D3-17F1-4CA8-9C62-89B07390C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3B4578-9154-4C82-9B68-A696D639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FD2A22-9A43-4DFF-8E24-235054A4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ab6a9bdbb54ad1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286CE3-9940-4737-BD8D-48F7E782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CF3D91-54CA-46A8-AFC8-B9FEF113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8141211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69959D-839A-4695-96C3-B3F85B00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22F9DB-B49D-4BFC-A1AE-6E685522A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 Outros representam 68,7%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C5B67F-5121-48A5-B648-A34ECABD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F0881-5ADD-4A48-840C-87B9CE36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BBCD6F-DB82-4132-B1CF-B1A9FBCA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PL ex-FIC em dez/23, dez/24, dez/25 e jun/26. Fotografia ANBIMA de dez/25 aplicada às competências; N/D incorporado em Outros.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D61EC6-1238-4F06-A810-5364B6F3E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758F4-FCF1-46C1-A52A-FA145582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3A0DA-3BDA-4F91-8E84-C99392E5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e4fdb30451436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17FC44-29D0-4958-864F-84031236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8CE93-D218-4B1F-A7DB-573A0CC3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4c28a59a494f5b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A82C0-7686-44B4-A1A0-5D553FE7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A5B79-6076-4097-9836-E225D9390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530082-7064-4952-9D72-DA874194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66C1BF-09B0-41F8-87F4-6D5933C9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E749BE-AB4D-4559-B4ED-04A16272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04CB76-86A7-4639-A187-AD6D9C7E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250F2A-82E9-406C-8FD8-881E205A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8C654A-0651-427F-9BF1-5F126DC3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3176B7-F30A-4158-A209-661097B1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Tipo e Foco ANBIMA são campos distintos. Evidência documental e proxy CVM complementam os fundos sem correspondência oficial; a origem permanece identificada por fundo.</a:t>
            </a:r>
          </a:p>
        </p:txBody>
      </p:sp>
    </p:spTree>
    <p:extLst>
      <p:ext uri="{BB962C8B-B14F-4D97-AF65-F5344CB8AC3E}">
        <p14:creationId xmlns:p14="http://schemas.microsoft.com/office/powerpoint/2010/main" val="19056498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DBA2C8-53FF-4565-B808-E57FABAC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13FEF6-7060-4764-9FCF-F3054886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F710F-27DC-4473-BDE2-8E375667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6FF6C9-B7B3-4DE1-99CD-FD21B37A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77007-0066-49D5-8FB3-7A4790EFE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F43169-26BA-4909-962D-74094B33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9C8BBB-CB5A-4E82-A5EF-8DFEFDFC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E18CAE-1D4C-4EF8-9BF2-D3B83896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9bc049a9d44a8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5786C-86EC-4217-AEED-7961E074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1EDB60-A510-423E-A3E9-02CCE0B1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5f01279de84aab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C842E2-1C17-400C-AE58-C2E7C0EE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197517-0229-44AC-90D6-A037560A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664187-8965-4EE8-90C0-1111BBB1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18028-C80E-4A1C-A405-DF53AFDD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4EA95-505A-4393-BC22-306E6DC9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5523032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9E979A-B974-4E44-A266-C6D8E7AB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3E8641-3656-484E-9D44-26A8385C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3088E0-6D2F-4BE6-843D-9621C3BF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ED810-F7C8-448C-84C4-0F3CC654F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591D8-93A0-4A89-82A0-D7107D8F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E3B9C-C7CF-4A91-86E5-DBE93359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A913E-FD79-42EF-95CC-9A95395D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8FB0C1-9C8D-455E-BE7D-2CE0C214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b37404eae7485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4C998-C601-4CB3-9D57-42C6DA9C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E2FF98-751B-4057-AA8D-6B08CE55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7ec52afc7a145a9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044A11-1054-418D-92DB-FC78A08E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2495E-10AF-4C70-82A4-B0D0B2CA9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Tabela II: R$ 439,5 bi em dez/23 e R$ 737,4 bi em jun/26; diferenças para a Tabela I de R$ 51,7 bi e R$ 60,4 bi. Adquirência no slide anterior.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75C685-F570-479E-AEA1-5AF3CF42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840FAF-FBB2-41B9-A27C-207CCD4E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F68628-6112-41E3-8B58-742629A5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ECF9AC-8F73-432B-A9E9-BCDF935B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0C4422-7F5E-4F81-AB1D-AA6021CE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B29C91-FD3C-4775-BC48-B69231E5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373920-DEA4-420D-A50A-97E0C46B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2AB12D-F5BD-4187-A727-D01714FD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05051370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15BB73-D67D-4366-B3C1-3C9D6897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37CF34-25A1-4C1E-B0E2-6001828E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CEA2A-1454-43B9-B6DE-09748E5F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25BBAB-531D-47B2-84B3-483EDC5A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4A4CE-B18B-4A84-AF52-13204E96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6B09C3-79E0-4B51-847E-28E4A78DC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42E51C-13A7-40AF-8A60-C35B199B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E7FDEE-0585-4645-858F-65ABB578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077e8644be4e9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2EA7E7-7223-4BF9-8109-63138BB6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E6AEFC-A524-46BD-87E5-BE3D101F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742DBF-E1F9-444E-AA61-02DD3965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17543-95D5-4244-9B9F-B5C6D227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0ADFB-2A8E-4D6A-BCAB-2DEB4C878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A5CCAF-CD20-4D43-93D0-92855497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22FD0C-8AE2-4EF3-AAB3-ACC3A3CF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41A74E-124B-4633-B83C-B87470CD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873753-988F-4989-8013-132EED48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290D4-0501-424C-AF42-B27DE6B3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F45F60-914B-4269-BC9A-57431989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674C22-1342-4A42-8A6F-73446E0D9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6AA1EC-4FF9-4697-9A5C-25E80ED5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32E4DB-0562-4279-8A9D-5B9F16F4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2B1FC2-DFDB-4CFF-9F61-45C1491A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E3A068-5EAE-4853-81A8-9F970E05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CD52C7-31F4-4533-9706-FD4211020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307A52-7795-43BD-808C-447530CC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651E07-E3DA-4DBD-8019-C6ED80A5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988269-0545-4356-81C7-3A0425FF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DC4FBC-55A5-4DBA-81B6-8FB2FD58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bloqueado: aging = 112,6% da Tabela I; diferença de R$ 6,89 bi.</a:t>
            </a:r>
          </a:p>
        </p:txBody>
      </p:sp>
    </p:spTree>
    <p:extLst>
      <p:ext uri="{BB962C8B-B14F-4D97-AF65-F5344CB8AC3E}">
        <p14:creationId xmlns:p14="http://schemas.microsoft.com/office/powerpoint/2010/main" val="5840231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CEA9E0-1843-4FF2-ACA6-0CBB651B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2CBBD-FD05-4F11-A828-865DC43B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5E3AC-552D-48C3-A137-D5FFE2CA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CC06D-8136-4104-B7BF-29255128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4E430-64C4-4D60-9794-4C5CA2BE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A3FB7-277A-4661-93D5-1EA9A3C3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157986-E7D8-49F5-B771-DA674E1E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5D66D0-B26E-41A9-87BE-5B17A788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e79d0f7334458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A9E356-6C61-40E5-B59E-A55521DF1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23B2BE-5FA9-4035-8CE0-B22A4803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B9F113-A2CF-43A0-83EE-BB25AD4B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A09A12-61A8-4C66-9220-272B4A9F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662DB9-D828-4441-BF16-F0F5E4CE2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C98388-C75C-4EC9-9CB5-2459C660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FDE4C-9647-4FBC-8297-69091AA8D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22DDD2-8963-4590-8E4C-8ED5BAFE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CD5DDF-BEAE-480C-A132-F0240EFD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801726-91AE-43C8-BDD8-E1B0EE5C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16BDC9-A828-48A7-9150-91463339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F7B54C-0C05-4EDC-B462-EA2D2C4F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1A4E33-E406-46FC-8479-4C12EF21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FD1580-BD08-43E4-BE8E-C3156B21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27328E-F00F-41AF-92C3-381A8F75F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 de PL. Fora: 948 multitipo, 126 acima da carteira e 486 sem tipo; PLs no workbook.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9BCCBA-5C7A-4910-8EB0-D0E2F1BF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925855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70D3595-62B9-4F3A-A88D-56416814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094155-D947-433B-9E61-D232F0B9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C2D7E-935C-4AC0-B0C9-9EEF95FB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5F1E5-C0B2-4C61-B782-BE2684A4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4A039-0140-4298-BC20-D8F7B0FC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995979-1B45-4670-A75C-E4ADFD7C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4A4517-B427-46A2-A783-E14576EC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B94A8C-BAFA-478A-845E-A79E016A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c91b33082e406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AA7EA-6B8E-427C-88CE-0A1C8A26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6F8930-75A3-45D2-8FA9-88973B9C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7240A8-B53F-43B7-9B05-72696235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97676-A984-419C-A1BB-A405206D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DDB02C-2332-4FF7-9364-8115504C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71FA52-B550-40A3-8528-D16DB555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00EC83-4291-4085-A3EC-B541C7B7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8E27FE-EC0A-48FB-ADCC-19AB151D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BF1CCB-70D5-44C6-BD5E-7A2E1D43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75AF0E-712C-422B-B048-07F0F1FD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8DF78-3D9E-43B2-96D9-9BEBADAC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4AC25D-4724-4529-BC5B-0C28CF59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442146-704F-4D6F-BB44-D4B45A4D0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76C80F-549A-436D-90F1-AD8D0EB5A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383372-E395-49F5-95B1-E4B01ACD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722DE3-064F-43BE-8736-C332B9AB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3FBD2E-AABD-41E0-BDEA-C4A438C8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2BAD6A-5C7E-430C-9BC5-45B24349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207C05-17F3-400E-98C8-0576EEA7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23ED5A-FEE2-42DF-A399-B86860844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74BC63-060A-4584-A4AE-30CF087A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8FF3F0-E038-4165-8EDE-EEC99D8B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FF15AD-AF8F-41FD-AA07-3C0AA250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81B72-6D72-424F-94BD-E77B2250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2B7E21-51E1-455C-B6C4-6FDA5C56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A33EB5A-BE85-4C63-AA0B-E4F04EBE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CC9609-EF7C-419B-8486-2D68081A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02ABFC-1088-42FE-B8EC-44302F58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C8B390-4A5E-4AE9-B2BB-10AEBD94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AC8209-6706-406F-B4F4-4A12D55E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1B0381-450A-4602-B179-3D42C611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D169C2-234B-4944-B26B-091251C2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180E50-3735-4A77-93C4-137B99CB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88E1485-9FC0-4E61-886A-639E5C36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4699578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27C530-A6D8-4250-8366-AC68CF3C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E69657-2348-476D-8FD3-6744AEE8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E9A8A-6381-4E38-A9C5-9C3D2436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E868DD-3635-436C-A485-E64BFD5F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EF31E-4C1E-497B-98A5-8E8E5D16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2A782-EDA8-48EE-8F5F-78709967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2317A-C295-45E6-B6D6-D56877D1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CA1D-910F-47A6-9DA6-28864E8A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1214f1ee5e413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D5AD28-8313-4B07-803F-7F3E73BD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D59C91-AC1E-41EE-BED8-18C08750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6BCF3E-1B06-47BD-90CD-71067AF8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b3c1d689354875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1B41C7-621F-47CD-AF33-498FA5F8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9C2150-F8AA-4E39-8531-911983FA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B16BDD-1456-4CB5-9924-DD565AE0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88CC4F-EEB4-4B6A-A3FF-72E1A2C2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F97BCF-AD98-4761-B8F9-D82C45D8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FA390-AF8D-4971-8C2D-D15A7E65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59A5AE-0C22-45BE-8600-33018AD7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2973986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7E3836-0146-494F-887B-3EAF5C33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3F241-69D8-449B-B1F3-BD82D049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FD18F2-BCB6-4ADC-9276-D274D660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C9DC4-DF81-4C0F-AF4A-43EF2C2E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F0054E-5C02-4D2A-A681-B1086A65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9F2E4E-390E-48BA-92EA-0D1E7E3F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071a459ef57466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102CA3-6546-4344-A52C-23330176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71557167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79AF8-5466-456D-9F9A-9A574ECC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D99BF2-3425-4FB6-BEEB-1E3B60E9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F8F2FB-C1F4-47EA-B29A-896D2033D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30BAD-CBAD-4EE7-99DE-E46266D8F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30286F-75BC-4F19-9EE4-0D8A334C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D7363-3421-4D0D-90FD-E8EB843E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e7b6838ba4b41f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FDA13C-0BFC-4352-9E7C-44BF9FE3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45156271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E6A99E-1182-49EA-A2A4-B6502401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B2BBD-9DDD-419E-8D75-B08672E2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8EF55C-0D63-4203-A211-4F4381F0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E9B27-9106-4DA7-BE2B-22F32AF7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3A27F-A7BD-49D2-8705-EA7D1F80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FDD234-00B8-44CE-905B-DE15AB01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bfbabb0fbf435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C20186-EE14-4D91-BF1F-849D94D3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2835981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C4B807-A60F-4B92-A2A2-A2A489A5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DO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212B59-6C33-4438-80F9-E82FF2D6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5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fica em #2 na administração e custódia; na gestão, o cenário sem a coorte bancária muda a posição de #1 para #3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DACEF-231E-4D6C-9157-D58792DD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D1A055-F702-4267-956B-C44E6308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21D55-30AB-49EE-A1FB-984A267A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FIDCs.xlsx, aba BTG. PL ex-FIC; Sistema Petrobras e TAPSO excluídos. Na gestão, o cenário retira 22 FIDCs e R$ 51,3 bi; o recorte não atribui controle societário.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44ED9-03CB-47A3-BDB5-2AA3FDA8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B43ECB-1FCE-4B69-98A3-B689837D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EBC41E-7ED4-4D56-8F2F-8D674E66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82,9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123,3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2 · 72,0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39,1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58,1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25,2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45,5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51,0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44,3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50,5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 · 10,7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28,5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28,6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B59C09-6BA7-463B-8647-C5E568CE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6ba91af19848ae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43460-4245-47E9-B0E0-E9B181A7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D1AE02-7874-4E96-86B5-BE5B69F6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905125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39,2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46,3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79,1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3 · 27,8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26,7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34,2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40,3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23,7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26,9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22,1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 · 10,2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18,1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18,9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B252C9-AF80-42C7-BA15-35E899B0D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9c9fded66914b7c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2DBA5B-23B9-4197-BD21-780FE5FE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609842-1D75-461B-B5D0-E1701099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610100"/>
            <a:ext cx="3286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POSIÇÃO · PL (R$ BI) · BTG SEM COORTE NA ÚLTIMA COLUNA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64,5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88,2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122,7</a:t>
                      </a:r>
                    </a:p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s/ coorte 3 · 71,3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78,2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 · 114,4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 · 122,3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46,8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64,2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 · 74,7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45,5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 · 64,4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Bradesco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 · 49,7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31,3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 · 35,6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 · 41,2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673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 · 11,6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 · 20,6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 · 21,9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EC295A-8B61-420F-AD9C-9EC710E9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b88657ad8624bd1"/>
          </a:graphicData>
        </a:graphic>
      </p:graphicFrame>
    </p:spTree>
    <p:extLst>
      <p:ext uri="{BB962C8B-B14F-4D97-AF65-F5344CB8AC3E}">
        <p14:creationId xmlns:p14="http://schemas.microsoft.com/office/powerpoint/2010/main" val="18607846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4CB270-9456-4811-838E-BBCE9706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INDEPENDENTES · EVOLUÇÃO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EF526-0AC7-416F-80BE-4E0DE500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 e custódia entre independentes, com R$ 124,1 bi e R$ 122,3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4A19CE-A2DC-44E4-919C-0BBD531E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A3E97-C207-4F63-B08E-26B7F02A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70D89E-BE84-4B6C-997E-6A04F886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82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ex-FIC. Sistema Petrobras e TAPSO excluídos. Posição = ranking entre independentes / ranking geral; Singulare consolidada em QI Tech; Kanastra alocada ao Itaú pela regra de afiliação explicitada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635D8-2F4A-4001-BECD-55D9FC53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D9F094-EC23-440A-AE6B-CD993411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4F88F-033E-4E9E-8C90-C8D85EBA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20015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71500" y="141922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87,0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124,1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62,3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3/5 · 48,8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2/4 · 57,2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18,3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3/8 · 22,4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5/9 · 17,6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21,7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6/15 · 10,3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17,4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59,5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B98231-3D33-4601-80B4-0331432C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20015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7477125" y="141922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1958f65bc14760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556133-BB37-4621-B3BA-01D811CE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DAC604-0FA3-40C5-95C8-4D08D812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05125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35" name=""/>
          <p:cNvGraphicFramePr/>
          <p:nvPr/>
        </p:nvGraphicFramePr>
        <p:xfrm>
          <a:off xmlns:a="http://schemas.openxmlformats.org/drawingml/2006/main" x="571500" y="3124200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21,1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2/5 · 27,2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35,0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19,9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2/6 · 22,1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Solis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9,2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14,5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16,1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13,6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14,1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1/3 · 26,3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1/4 · 32,5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5/16 · 10,2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12,5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17,2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6/24 · 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FA0188-B89E-448C-8F57-08278B7B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905125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7477125" y="3124200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defa02372a45e7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946AB5-9054-464F-B7AA-4A2D9D18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101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FACF62-48B9-4CA3-AD4A-8C793F40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10100"/>
            <a:ext cx="304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POS. INDEP./GERAL · PL (R$ BI)</a:t>
            </a:r>
          </a:p>
        </p:txBody>
      </p:sp>
      <p:graphicFrame>
        <p:nvGraphicFramePr>
          <p:cNvPr id="40" name=""/>
          <p:cNvGraphicFramePr/>
          <p:nvPr/>
        </p:nvGraphicFramePr>
        <p:xfrm>
          <a:off xmlns:a="http://schemas.openxmlformats.org/drawingml/2006/main" x="571500" y="4829175"/>
          <a:ext xmlns:a="http://schemas.openxmlformats.org/drawingml/2006/main" cx="6572250" cy="1381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1190625"/>
                <a:gridCol w="1190625"/>
                <a:gridCol w="13335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Dez/24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Dez/25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Jun/26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Tech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78,2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1/1 · 114,4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1/2 · 122,3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46,8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64,2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74,7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2/3 · 49,9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3/4 · 62,2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3/7 · 25,1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17,9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4/9 · 20,5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4/8 · 22,4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13,8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19,6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5/10 · 21,7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52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6/13 · 11,5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7/12 · 18,2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6/11 · 21,1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FA1E7D-C93D-42A3-AD9C-69883C83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610100"/>
            <a:ext cx="414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PL JUN/26 · R$ BI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7477125" y="4829175"/>
          <a:ext xmlns:a="http://schemas.openxmlformats.org/drawingml/2006/main" cx="4143375" cy="1381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565e19fbb74399"/>
          </a:graphicData>
        </a:graphic>
      </p:graphicFrame>
    </p:spTree>
    <p:extLst>
      <p:ext uri="{BB962C8B-B14F-4D97-AF65-F5344CB8AC3E}">
        <p14:creationId xmlns:p14="http://schemas.microsoft.com/office/powerpoint/2010/main" val="160107903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9D574D-1B49-402A-BCC2-7D51E2C7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E314D-E873-4474-9F27-8841AD29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E9BAC-EC16-45EE-8F2F-9380F6B1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4375B1-185E-4783-96AC-14FCD130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917D6-C23D-4A5B-B1A9-0C5F6572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Fundos.NET,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C6468-A3C8-4D85-8C99-0BBF56FA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143F14-B2A5-42D7-87C6-2E544879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FB5071-CBE5-4B4E-B9DF-87CC4321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4d0722443a479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5C5E1-35E4-41AC-AFBF-34FA8DE8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3059CA-4ED2-46CA-B398-A6A6F1F1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73DB3C-12D0-4835-A344-2AB004D2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4D3A90-9FF9-42FA-A247-570A1E37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6984161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9D9506-457D-48E4-B187-E3BCDC1E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1BD145-18DB-402E-9BEB-306087CB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598EF3-0FE6-41B2-A9BB-88245433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3B294-4349-4BA8-8663-D80FDCAF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696E13-DC39-41EA-9E7D-3F9FD90B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FIDCs.xlsx, aba BTG.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C61FF6-E5C3-478F-AC8D-82C4904E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D2BDD3-AC12-40E3-875E-29DB8575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7A1A26-3F39-4DE9-A892-1394817D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cd8a9de17e419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E2F046-7108-4C2C-BE22-50BD11A7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D60262-5782-464C-A2FB-B931BFDA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D5B0FF-D290-47E9-84D0-816B933E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9DAA44-D934-4588-AFA2-D1F87A60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d73611126704596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0C14F4-12E8-4819-A10F-A85E07BE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9219A-4864-47E7-8368-1DB17343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61C82C-2D57-4FC5-A5C7-A503740E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aba BTG de FIDCs.xlsx lista 32 raízes; 30 tinham PL observado em jun/26, somando R$ 52,2 bi. A lista define o recorte analítico; controle societário exige evidência documental específica.</a:t>
            </a:r>
          </a:p>
        </p:txBody>
      </p:sp>
    </p:spTree>
    <p:extLst>
      <p:ext uri="{BB962C8B-B14F-4D97-AF65-F5344CB8AC3E}">
        <p14:creationId xmlns:p14="http://schemas.microsoft.com/office/powerpoint/2010/main" val="194202957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64D49-9F65-4C46-81B0-20F62D36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25D59-1B78-40FC-8BBD-86E61E9D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R$ 9,9 bi; 35%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F12B86-7DD6-4818-BADB-78ACFB7F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60ACA5-3F91-4C99-8D35-E4C30780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D6D4CB-C669-46C2-B07E-4B4350A7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jun/26.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4F2B2D-6591-4B49-8BB8-27070E13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349da485924a7c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8921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04580E-F71B-4AE8-95C1-C90636E6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59BF1-B865-4955-B58C-3E0CC8EC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363 FIDCs trocaram de administrador; 11,3%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CA30DE-F2CA-4235-B6D4-98EA882C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E46E1-360E-45A8-88D6-470873D6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EB0EE-F763-4757-B8B2-4885A85C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jun/26, com administrador observado em dez/24 e jun/26; largura = PL jun/26. Cobertura: 73,1%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929F7-8D72-4D2F-96FC-0CADAB44F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082fb3909942f5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32985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AC1CD4-6562-4669-8F3E-C85048DA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66AA0-5230-4CC7-B71C-4D8BDBFC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C12B2C-7EF8-493B-A82A-2D0F3A2D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97B06B-7ED3-41B1-A62D-FEF38342A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58FA0-917A-4CCD-BDB5-49B2879D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4A360D-3986-4C66-B885-DA6D6586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cdfb6ec7843cf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43651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C3590-BFBD-4263-B10F-CC136C10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0FF554-CC7C-477B-A9B7-FFACFE78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 FIDCs e R$ 0,38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363186-22C7-4037-9A11-3C310165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19BD4-17F7-4A05-88C8-3433D26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944D5F-1514-418B-8EFF-2274A857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6,43%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FC7848-231B-4E2A-880A-DC470297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1ffb2273e74f0f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02043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50DC1BAF-C07E-42E7-A12C-975505A6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5CAE9-6D56-4C2F-8C5A-F0321E30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C3885D-B5E8-4DB1-88F9-CC64B2AD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2D1FC6-4A22-4334-88EF-D34EC143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AB7409-ECB0-4D99-91E5-5EB26BF0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71AE4D-92A5-4B26-BE4C-9A254B56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A76A11-CE1C-42B3-96A8-B0BD2946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11ACDE-4D19-4314-AD27-219EE90C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3EB5F-3A45-42C2-9C0C-B0AC76C4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20253A-1651-48FD-B506-364A1CA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DF72C-5F4A-4CF1-B762-BEF2053B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8BCDD-AAAE-47F7-AB86-06B54C7D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124508-FDEA-4B81-A09F-09AF116F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CA7122-C522-488D-9FCC-072DB842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282ECE-FCD8-4644-8400-712D878E0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1C97B3-24DA-4415-A046-C4B5B260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E43A1A-32A2-4E8E-B95A-C748CBC18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101C1-BEFE-43B8-9FB6-1351DB6A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DB2A38-522D-4F9D-820E-55EDB5830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272AC6-3B88-4A61-B318-AA6677F1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B4D7ED-1E6D-4FDF-9F6C-1DC8B337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868031-8068-49FD-8A51-D46932C7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CD467D-BB9A-41F2-859D-24AEC594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F00F95-A704-4D82-845F-E19F1071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404BA6-EF52-4BF2-A632-267A647A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25E7C7-967D-42A7-9FE7-0F2F7B65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B8F484-3B87-4B9D-815D-E0E50871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EBA79A-1582-4945-AEC1-6DD0E413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D29ACB-7B19-4A3A-BCBA-999E8B1C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8B28F5-B362-4A5D-8898-DC6CBDA5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F56F3F-6E0D-47C2-8D60-04A80DC5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8F542B-CF24-4957-ABA4-E373CAF0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1AD747-DAA5-4920-8025-51438C17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D249B0-BB97-4D41-B1E2-2D6B37D1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92D555-3708-4A5E-9EF9-787139B2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C5B5E2-6E53-48A7-80E2-F5F98D7F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FDEA873-CD19-420F-9565-019FB5F3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936F45-147A-40C8-934A-AD62FE89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97C087C-0638-4C61-BE7F-D8A6882A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3D48CA-846A-470E-B6AD-21137B967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58826D-99AC-4BA8-8184-5261F2E5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D14083D-B50F-42C0-A3E6-9D3091A6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B78557-873E-4B2E-BF4D-66B18E3B6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5864BB-418F-4CA8-99EB-2AE275FD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5332C9F-F603-437A-A8CF-DC5391DC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E4220DB-0014-436C-BADA-5194A25A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2CAEAC-4EFF-41F7-A2EA-69C60C47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7C9B04-4D0C-4A5A-A9D3-10C74A9F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8C7A530-9A0D-406E-A12C-6F47613D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222D197-3330-4D61-B7B3-4D4E9A20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9AEED3-35E9-4333-A938-3572E7F1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FC80F3F-23AF-4A87-BC24-4A543944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AAE96D1-DD28-4E37-98AF-BFFF780A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170B9E4-6F84-4925-8B5B-DFFBD472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7FA4883-BA0A-4C34-8C5F-A5DD6A95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5BBEC87-012D-4D43-AF28-D96CE37E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3884552-27ED-4FE5-96E0-6D475884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7CBD982-3515-4B69-A244-7D086C86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B45B35F-A675-4AC6-A374-52C0D298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AB67BD9-CA22-4A2F-BC3D-EBD3CBA9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C04084-5186-452D-88AE-6F973044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46B88B2-1CA3-4894-B5A2-05610464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4868A87-EE64-4D6E-8E84-3D843EAA8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D50BEF3-AFF7-4B3E-AE9F-20E63C7E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C07A0AD-C4DC-400C-ACAB-A7517A82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C746DC2-C32E-42E5-B88E-40E7672E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B1211B5-92A9-4345-A240-3AA247A8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2CF5280-4E23-440A-A76D-4F0217B2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6BA77E1-B8F7-4D27-846D-35AA64B6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63C1393-FD3A-4229-ABD3-CB23AD89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886EE62-E3C7-450C-9E9D-FB2F768C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4A3716C-4BDD-4E0F-8155-CED8F9BC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7227CFE-0AA1-4F43-B7A9-A549F531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6E4432A-3035-4DEB-971C-8B18C431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F5C6247-6778-4E8D-AC90-9A89DB20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0080394-B815-4509-91A3-0C1CC3EBD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7854C99-0746-46AF-B227-A7489A0F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E943D57-58DD-4958-85CD-63386E78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4F615B0-2F9B-42D2-A83F-43D9C145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203F729-7A7F-415D-9EBC-40F0DCBE2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DC36278-114A-4C72-90C2-9C1E5669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B8D1526-3753-48D0-867C-2584DDB6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6A1150A-920D-4B15-B290-FCEAE19C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5709C0C-CF0A-44D4-A600-958F3612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2EE527B-90A5-490B-B241-DAC0004D4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9323F87-7858-4385-B526-C9B8C08C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F96FA4F-10DA-4544-AE5D-5D7FA528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A94A028-EC32-43A1-BB1D-E318D263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7E20607-E88A-43C0-AF95-C7287233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39FE1E0-F7CE-431E-92B1-D5F14E66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4CDDF2F-F553-4781-8042-4EE5092C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B8BC2F5-D521-4171-941E-8C4BA48D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9E81FD9-08A0-4667-9F9F-F2EBEB54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FF52AFF-64F5-4D3B-86D5-45999291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E6AE8AC-FFAD-4147-9FB8-72A3C62DE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781A9E7-A4DB-421C-8A6E-0FA735B6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0B141F2-DED3-4218-B9C2-8603A194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86A22B7-55C2-4903-B27A-C90662B2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426F4AA-279A-4D54-8963-B28DE0C8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F2FDBCF-3825-4B54-BB3A-8BD18414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C5E41B6-B6AC-4060-8D50-4F7A9FA8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678B724-E5FB-408A-83A0-527BAE6E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D77AE64-1BA8-4462-AE47-27CFA909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4649EAE-BE14-489F-8C05-9D265E0A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C2CDD71-DAC2-411C-86CC-4133A445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C38598CA-EEC4-4EED-B513-A26C5FE4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2CC4DE6-F3BC-4890-8192-2C270981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D3DC1EC-29EE-42FA-BC64-FE525A76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299233C9-3C5C-4855-942C-1D4C67A3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20177CF-4FB4-4DF8-BC6F-E338C380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9AF5FAA-39EE-48A2-BB19-6C2973A7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E8B5841-2D09-44C9-AC31-31548DF62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179F8F7-EECF-4296-B394-3D06B037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A12EE40-5EB7-447F-A60A-3657ECD0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7CE9C04-449D-4D16-B501-A2BF289A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70B3096-6665-4690-B46B-2494C473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96D9B7B-36B5-4A87-938B-FBBC7269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D7A0E58-D4EF-44B0-BDFF-7CD3A8F3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66C9517-DCDB-4895-AC4D-1F9B4BDA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8250615-04D1-4EEC-A9B4-498A1C30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BF517BC-F188-4C34-94A8-97C2B5B9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0824FA7-EFCB-4692-B89D-85E852EA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6037FC8-C561-4965-9843-864E660C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00475A6-0ECC-48FC-A8CC-40E5C144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1A56351-61CC-42F2-90E4-11129FA5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F0E9354-B520-45B4-A0E1-8A4788215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56DAE1BA-235A-44A1-B1CB-C95C5333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EB7CE684-C30A-46C1-ADFE-0985DE92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B68192C-3B2D-4F22-A26C-4704A7F7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FA2B2D5-DADC-4AF2-A088-5E02A0C59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B2597DD2-ECD7-41E4-922C-CD481034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0051D75D-90B5-4AD8-A7EB-BE5AA562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1155E3B-8594-459D-955F-9E81CBE6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A5D15C3E-511B-4846-8AEA-946C97BD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ABF9ECD-4D72-49BD-9584-FECBDAE7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6C3743A9-6184-47FE-A15A-7B29BA52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A91E173-5120-4632-981B-386B1687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DBD4348-490A-49A8-9A60-5CFA6780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BFFAAFDF-F6ED-41C6-BB00-6A988267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C86E971E-6F99-4AB5-B647-097A5A8C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6C8CE13F-E954-4320-90EA-A7D10EE5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169B19A0-D83D-4BA2-A0AF-A874A319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344A393C-7671-4EC4-8EDE-25CB473D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DF7356D-3DC0-4120-AE0E-FDBFB9BE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F8383F8-C30A-49E6-B589-89A977A9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B9937557-4D27-456F-BCEC-CF628395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C7E48C2-83A5-437F-AC14-41FE279B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3A02EB62-10E8-455D-84D9-F407373A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4342F26-081E-4601-A3D3-C5979C1E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AA7907BA-2712-4363-A75C-AB1F0A19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9F8D0B8F-FBF7-46AC-B199-B4DA5D3C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49B79093-7EDA-4ADB-9917-4589D4279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05AB652-1229-4D3B-854B-2463731D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278CBE2D-4038-49E9-AF4E-42D5D869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8B216DC1-0B0F-4EB5-8980-DA0450EA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456CDFB8-4088-44FC-B4C4-3C7C2607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A02ADD63-622A-4A3B-B302-505D0472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3312C0E-D8AF-40A7-B93D-43DBCD20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4D829368-B7F7-4B34-8A9E-D87BF88B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C51B528B-2A1C-4549-AE78-EC05B627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15BFF466-9EA0-4FF1-96E1-3682A149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7345D08-4233-4CF3-B237-4F8D5C18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B3D76789-D5A8-4AE8-A50C-0B3D2B73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7127223B-5708-4EC6-9472-C1C2C6A8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BE09296F-8562-40B2-8C39-D32EEA7D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A0D8A11F-7638-4604-AE78-4F35D84E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068CC833-3405-4111-91A8-04A27BD9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3239ECB-6DC0-41D3-9936-48B9656DE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0ED762B8-3F40-4184-80F7-8A2F604A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3C8E635-925C-429D-834F-DC161F68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868D06C0-A9C2-463D-A21E-8B5944B7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F6C64DD3-D311-4CA9-BC48-2298CDAE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0F57229-392E-4D39-9D4A-6481BDFA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C088ABA9-B690-4F35-AC9B-F958C937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AD9B8716-48DD-45B1-A5D5-57F5C361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E7377C8A-7537-47F4-97F5-A87E25DE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390A5ADE-6886-436F-8926-D34646F5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93377DF6-512C-4660-9940-6CA9FA89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5B3B558A-95D0-4005-9B65-50A3B69A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E097F0C9-B688-4F6D-88DC-4D7ED9CB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201371588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D2BD086E-F6C0-4FEB-AB06-1C19E5FE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DC26D6-7F76-4686-9D51-862E4CCB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81E7A-7291-4028-8112-C8548387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64D65-6B5C-4145-971A-B511136E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6F540-DD77-44BC-A031-661A244B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9132B0-33E9-405E-BE52-19E61676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D9E36C-8F2E-4658-A8E9-CF2FC6DB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81D8EE-5CD4-4C15-90F2-4C3F88F6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EA8AA7-5A71-4594-A53A-5FDB334F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0FDB0-E2A6-4409-A6EB-236A94A0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55E066-59AD-4407-9EB4-B1BE497B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D8B8C4-9AC7-4408-9867-ABBC69AB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2DEF72-6F93-4C08-94F1-D5EF0D4B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1CBBB2-BCDF-4A7A-9B05-B9434645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1FCD0B-453D-4517-8800-13D0781D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140BD3-FEB9-44A9-A48A-35432A28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D13E2-54DB-471F-820A-16468DED3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7839E7-34B7-4A76-9E38-89A56D48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9DAE74-033D-4E4B-872E-6E695BC5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D2EFCB-D8F8-47D7-AC00-90434A91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E268FB-D365-4970-A6B7-41112400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7F21EE-3E8D-4B65-9311-C6DAC8E0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DA4A13-9D27-4C93-803E-5CAFFDA3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47B20B-2E5B-4C2F-A162-DC6A8C6A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BCBEFD-B9C5-40A1-B439-A10AB06D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B7DF9C-1B5A-4F65-B4BE-B4AE7F48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2F79C0-9DB8-4B56-B838-B03F78BC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F2C609-0FD6-4034-88AB-E04FF4F8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C7B8484-8910-4803-95C7-37E9AEA5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F61A34-93F6-436B-9386-AFB9A083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040242-402E-46BA-A83C-8527737D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6A2A31-6AFC-497D-AC6B-CC7116C4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43EE9C-BC40-413A-9B09-1EDEE6D2C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977034-B6DD-4C2D-8712-12316B14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C0DD9BF-DAB8-4D6C-B176-D8BFE862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9AD83D-256D-4C7E-9579-92AC785E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9C6F79-B5CC-4226-9142-E257B9CC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0C63B8-6DF3-4D4B-8793-79FC9191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98F674-F2B4-4A75-8803-A606A3BA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B7A579-B1E1-4A7B-B4DD-167EE9DA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83BD0B-0278-494F-B586-60C15FD3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1CF8A06-8AFD-41E1-AFBF-50D157D3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C2F543E-4005-47BF-80E4-0C0C4E9F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B8A6045-44EA-4BAE-AC5D-4E1E3D76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BF5BB4-AD7A-4BF2-9D38-C619E94B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64E16A-FE39-466F-8ECF-DE1BA10E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85E02CC-29EE-4D38-AEF1-7A1C8D98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C91945-C374-488E-B5FE-83073B19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C8393AD-4502-40D0-B35B-518722E5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933DDBA-D98B-4767-9C18-1305AD15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E3BB031-8CAA-4B37-9D87-2AD8F57B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799AE3-8F17-439D-B3C1-66310E1E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0E9890B-9D3A-484D-ABC9-747577328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828072C-118D-4C78-BF76-806D9636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45123F4-8FF0-45AB-AC7F-A679B0ED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862214F-A8BD-4A57-AAB0-047ECBF8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6EC11D6-66B2-4BF1-87C8-795617E5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F3CE72C-6A9A-4000-BEAC-FECEB9A5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5AC8BF2-B9A9-42AF-986E-741231A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7EE69FA-9A9D-49E8-9C0C-99455ABED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468D833-1162-4D21-8BF1-5AB6789C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6B13DA4-A99C-4A00-BC46-5D8B74CC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06C4FF5-5C20-4DF7-BF99-7345FEDF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EBA52B3-02C2-4CA6-B76A-78117DEB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D728EA3-D894-440C-8410-4C457F88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4EA6661-2799-4150-9DB1-5B51867E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3E6190D-1C13-477B-8E15-7C77CF26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4C2A478-78A6-4E86-9A36-DE08696D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965DA3D-C0DA-40C1-BD62-E27DAA29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B46D590-14A2-4C7B-AF1F-49482EBA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A5E8014-5DDB-4602-800D-0EF99E71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521010D-66C5-45AD-B78D-8A98FA09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2DED39F-63C1-4364-A8B3-D6D1F263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F1E0214-9947-4D28-89CA-7E24B3BD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F81216D-0265-4CA2-9DE2-8C9D4D87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9E2E616-731F-4EC5-AF63-3FC661ED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6A49DFC-E56E-463C-B0E8-F0080795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51C3774-8DC3-4C5E-8865-EBE3B054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81590ED-6A47-4130-A813-67AD2209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2890452-3515-4FE3-B176-AC2F1C5D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458B8A9-2173-47AE-B635-3EAC31D4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504E9DE-9F3B-4781-9D8C-9946697C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5760D71-5284-490A-82ED-D1C2EE4D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4E84992-0600-4DD6-BA4E-EC85A3BC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BDACA8C-EBCB-43B6-B17F-C7071707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75EC14A5-0F87-459D-B29C-0216693A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753CB6F-9414-4474-9620-F87D2725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73289C4-2652-4700-B9DD-CBCD5742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1105B5F-3973-428E-B241-51C58F2C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3D9DE5C-3D42-4257-B832-835B2D32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A58585E-0C45-4EFB-B7C0-5AF664B7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E1771DD-B2B5-4375-8CA9-D91A5E26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AEEF423-AB95-4D50-9C29-5516C05D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7C507CB-C917-4956-9508-953EE22B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49CC01D-5EED-4317-BC3D-6E114584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670E6D6-C358-49F2-9FDC-4E29F575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A7E8A1D-A924-453A-A16C-BAC6E6FD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4E42AB2-E7C0-4C4E-A657-745AD4EF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F0DB89B-AD0A-45A2-8240-A2FFCCAC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64CA2ED-74CB-4AB8-AFE8-F9E3BB96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42F69B9-4FEC-45FD-9A33-6CF8FB03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F5FAA4A-5BD9-4B77-A271-192A26AE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1F9418A-7532-4B93-AA47-08D98A3E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5079517-E971-4608-B666-923261ED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C4961498-34D2-40ED-9F04-A35EDD80E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7470F21-F89B-4BF8-9C33-717309DC5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4F6199D-C014-4BC0-9640-9B5D4836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090CF2B-E72F-462C-81EF-9998AA4A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79360F4-67BD-4ECC-9806-5803136F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CA8E4B6-282D-43B6-A295-495E3D572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C5E98BE5-9455-49FF-A89A-DB826C3D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E7C8E8CA-0907-4CCE-9A2B-DE195D38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3ED9D7C-34DD-4C18-9DB5-2903F67D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432063F-3D2E-4727-8585-5FC5F548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BD4893C-07E1-4F34-88EA-C2F8BC96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53FB74B-DAB6-477E-AC9A-7AC579D6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C076D0A3-9F3B-4FDB-9AB1-EA6D25AA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0EDB234-788E-46A6-B695-BB7C083A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FB08790-A539-44A3-8D8D-A1655753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0263A42-55FF-4D7F-8CBD-7C4702D7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F0E18E1-4F9D-4E66-894C-86858874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41461CC-C797-49C7-9091-64067C76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7C40637-6D88-400E-9AED-1C98B3DE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4792A50F-65E6-416A-8021-FFA430D5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BFC416D-043D-4339-A8A6-FC8E602E8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8A4126C-0778-415D-991D-CF732902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5D379FA5-9C35-44AD-A39D-EA636EAA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71DBA461-07E0-4F8F-A013-692526AD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D3FDC25-5351-4DC5-A144-A2DF37AE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D3C8564-20B4-4F89-A896-CAB15C47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F7604D0-F22B-4F07-86DB-1674D9F4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978F137-2012-48FA-B0DA-EA3FA2FD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42805441-218E-47CE-91D4-5A71F9A0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4891120-1AB9-4158-AB8E-169FC4FFD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5396810-7A17-4435-9348-45C6F0D9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78237A7-510E-4712-BD2C-D5C6A319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3F98BC5-A9B6-4602-AE6F-E8DE66BD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B360C67-7411-4456-8196-B1535C1D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7964661-F827-4FFE-AC3F-C6AED6780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4516EB20-1CBA-4399-A860-FC47FDB8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7D6BB12C-F991-4D8C-AEBD-134582FE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7069F96-B480-49F3-A868-827990C6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08A4EF9B-B15A-402C-9548-844884ED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4F263FC8-CEED-440A-95A5-BE05381A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198B0AA-B80C-44EC-8A4B-7E369A14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043C1C2-8E33-49B0-B95F-1D39AD5A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88E68DF-C9D6-425D-BDAA-54061EECA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0D96B806-7041-4A5F-B1AE-E25DD39F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E271B440-B26B-42D3-8E39-4E10E467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73FA5EF-F2FD-4261-A954-EBC2B58F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2CF288E8-BBAF-4319-814F-3B58E3FD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0FEEA712-2E4F-499D-AAC7-5E46874F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834AB1A6-9707-4A83-A9C5-C882CC86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CA46238-3532-41A8-99B2-51C5AA11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D37AF77-0AC7-485A-B94A-E8CFF1AE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7F2CFDC9-0701-4189-B293-EC583C7D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52482DDD-86BD-42EE-B436-4005B75A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D4AF1A30-9535-46FF-891B-60E60C33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E5BC9383-F87F-4D35-8BFB-EABD62DA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4F9FE9CA-C29A-49C0-A3C2-37FB48A3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48120E62-71A9-4D21-88D8-379EE922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D6EC8CCB-5D2C-42A7-A6F6-9A2363E3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9B4BBB1A-1648-4BA5-B80A-AB07F1A6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C29C6598-A954-40C5-A37B-52694860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84FC0636-E797-4BC1-96EC-535274C0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92AEEA16-9F74-4A27-B262-26EE51EE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BDB1108-2854-4874-B7EA-9CA724A7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AEEB450F-9517-4617-A133-59AE6BE3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62513B5-4908-4396-BFCE-779AD834D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DC6E5E6A-5D64-407E-A1DB-4B9D607E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2872790-A7DC-432B-8550-842D7267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43B4C907-F8F2-497F-9CFF-6AD5FB635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DAF7B446-D9CF-44C9-AF83-9CAE1556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F44F1CA7-7679-4EB0-9AAF-00C89A06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ED373B5C-BA32-4C6A-B190-929CCEF4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C850A5DD-3D98-4534-83B5-0B6F50DF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1DE7E14-2C4A-4D80-B764-6FEA93AD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6C0F91C1-BF91-4FA4-B07C-95E737D3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917B3572-E8BD-494F-96AA-8BB2C76D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671DFA00-E9D0-4CBA-A8E2-B089D17EA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164610887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44B59A-F7E1-497E-BDCC-AB571844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E2D13-90AE-44A1-9086-D84A8EC4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A6DD2-3E16-49BE-A0C8-5B33C1B6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69ED0-961C-4E8D-9B0C-B58F094F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ABF7EF-DD1F-4721-A7F0-248FC708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225B8-8362-4A09-B520-4B89F64ED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b4a649dcb447a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DAB67-7BF7-427D-B220-28991F41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AEB66C-392A-4394-8F85-FEF52CAD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816887-AD85-4B30-9982-E23D978F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089547-E47B-479E-AFA2-B888F8F6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65BD2D-72BF-4027-95CE-F0F8BF8EA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9DE834-3865-4DE3-8C75-3BF8E4FC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CC1AA1-958F-4247-9EAB-216C6C99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094121-CDCC-4B54-A519-DF0A2A4F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D88182-7CDA-40CC-A0FC-1F7AB097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7FAF4B-7D70-4AAA-B6FC-B35B273C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BCDAA3-F909-48E2-A9B4-44A51BCD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4F5B05-902D-48B5-B92C-1FD350B5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669D2C-4B0E-4D3B-97CD-AAE307E7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DE69B-1FD3-4F13-B7B2-2BEAAEE3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94F00E-3F6B-43D0-8B35-58C0F46C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F9AB86-B629-4817-AFF3-B931A418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C2143F-0CA9-44B5-9A52-4D4F3441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14E90D-E180-4E1C-BBBE-680CBDE9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CD4354-04DA-4CB5-A598-2ADF6962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8A9A31-389C-4A61-ACC9-298F9D44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98852629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DC9654D-51E3-4F06-BAF5-126B9790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5C86CA-AF5E-4366-B208-13B96039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A3AEA-1736-4EFB-8E28-83608521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DA460-4C34-45E2-9486-0BA71645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2EA1D-084E-4774-A20C-48F833B3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D906A4-67CD-4272-91DC-3A7AA332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34309-1FEF-4011-A01C-0BB849F9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B7E576-4E55-47F2-80C1-C7CF98D4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36CBB-201F-43D9-B20F-E8FDCD6E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D09814-1944-4E44-ACE6-7421D364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F4610-A4B1-42C0-9C7A-546B8869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194565-0B10-4348-9E44-6F5E3CF2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8C063D-523D-49CE-8F64-0DBD3FCC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8AA03E-3477-45C7-977D-D02B65E3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8EDBBA-200A-4DAC-81DF-D6664D43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2C6CA-F0F7-44B2-AAE0-9A80093F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F3C5DB-6DA9-4531-988C-3EF21929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20D419-BAF8-46E0-ACD5-66ADC0EB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C69B69-3A05-4639-8027-225C0F85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8FD963-2F46-4142-8BEC-A66BC43A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B20C2A-A8E9-461D-A2C5-FC665040B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E36316-89A7-40D8-9EF2-7C582AAB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6CF887-5D4A-4255-8B78-5A9FDB45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CA5F77-AE79-48F8-B0D1-46DC4C0B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67112B-8D49-406B-BC2B-EF92ED5B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D869-4540-400F-AB8A-DBE96760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18D357-A3E2-42B6-BDF5-0648BC4B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AC31E5-35DE-4D9F-9F1A-D4B4DA01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EDE3EB-206F-4DAD-873D-D013AC09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E3D166-CA7A-4BB7-BFA4-A209025B5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047C6E-3C8F-4AB5-8851-0929AD23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666C1E-9612-4218-9C65-90C9C6CF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867E3C-47F7-4517-832D-5E0C4A6A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ACD271-39B9-4453-90BC-0456FBD6D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5640BE-3943-432F-BFA6-2ED08007F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C27B58-A821-4325-BCB2-5853BAD1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DEEAA2-9478-478E-929A-F94CA90B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6F596F4-F318-4EBB-813B-38F5D39C1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8A645E-9ACA-4A3C-809B-ABAC21EF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1E3CBF7-5227-4F61-A9C7-938FFBCD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F33D17-26E7-4A48-A1FB-3B4AC39E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9E5FC26-B6D2-46EF-9A53-19F9EF7E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188EDF-59D5-4114-9ED1-CFDAE7C5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99CFF9-374F-45CE-8BBE-0C77DA2B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E062F7-04AD-4B60-8465-FC218E3D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C720189-B8EC-4535-A2F2-98259B87E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036897C-75D3-4F2E-AEE4-17D89BAA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F38CD3C-B2B9-4CB4-AEC7-9BB384E9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32CFD1F-6A2A-4FC1-BBBE-9ABF3781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FC11B89-9CDF-4C1A-A8B7-93E04C2F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486C44E-ABAD-40E4-8DA6-AD52C1CB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32BB26-D781-4850-8723-13B9FF3F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D58D7C7-17A2-4249-9D5F-87907215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A7C4553-CD6F-48CE-8DD8-667CC7EA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39FE63B-154F-49A1-913F-77B98442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087C5B-0754-45A7-9A81-57654627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9EF3BC8-17FF-4109-A20F-B9782019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521FF1E-CE37-40C3-95F3-42CE4380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468EB98-7683-48B2-AEB0-C8A5E865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E980702-3E56-4DBE-B43E-9D3AD0D0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7D349D4-AF27-4237-B68F-0B36A266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E6CB6F8-F8D9-4DB1-93CC-8FB63FBE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D3DAE03-C993-42D9-8D87-B8AE6B2D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03E30B4-9988-4F35-AB66-BB2A031F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A6D32CE-35F6-494E-9605-8A995DB0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B613300-DC4C-48B7-83F3-0240AE2C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E2BB2A9-2FA3-4720-A098-E438C06F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6E44A31-46D1-4E79-8667-ACC770B2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CE7FD5A-D3D7-45CE-BB5B-67CAE5B0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B54E061-B8A8-4D8F-8863-BC6FB388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AFA76A2-D676-4758-8C45-7BCD4CAE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401B594-F7BE-4960-825E-0AC0556C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29C7A3E-F378-44C2-B9EB-8603B2C3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17028A0-83E6-41D7-B34D-EC03898A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94EADC1-DCAE-440A-9CE4-CE4CC69B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49B4B6E-AAE0-4E2D-93A0-62988F9E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2C2C5DD-043C-417C-B192-BCDAA18B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FE668CF-692B-4CB6-B7EA-EEF436F0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50573851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97027A-9CAA-48ED-83EA-5D40D302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ABF61-B042-4819-B005-A035F578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462683-DCE1-494B-A407-108ACD2B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B058E2-91B3-487A-AD44-395AEE5B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818D9-8ECB-4CC7-91C0-D41A57CA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8120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oferta_resolucao_160.csv (dados.cvm.gov.br/dataset/oferta-distrib), snapshot de 21/jul/26. Cotas de FIDC, oferta primária, status literal “Oferta Encerrada”, Data de Encerramento até 30/jun/26 e Valor Total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E8D75-D6EB-4E67-96B4-D0C1FB07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91290-065E-4C98-A9ED-24CA295B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 · VOLUME REGISTRADO 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377915-E87B-415D-9774-9E43EEEA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c97bbf050554f0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453CC-C263-4C2E-BF63-16E184820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JAN–JUN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377851-759C-4787-A827-04670496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e3fa0d136274d90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CF5100-9440-4667-ABFA-B4B3F66D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D665CA-3FB1-4A73-805D-8B6CBE07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94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Fev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B68E65-DE99-4D34-BD79-0A1A5EA9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153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3375FE-4068-4E26-9271-08C108B1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212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Abr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D41234-8DD6-4036-8604-17110A54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271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A66483-F38E-4530-A099-139E61EC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BEF54-24AA-4178-8A05-C4378664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B83000-3F61-40A6-8A78-FE4592DB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1B1484-5DF4-49B8-8363-E7C73393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6592D5-E3E7-4557-93B2-A55390F6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968AD2-871B-4AD7-A20F-4BB35DC2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07C59B-C088-4FC5-9A6E-F0CAFA2A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graphicFrame>
        <p:nvGraphicFramePr>
          <p:cNvPr id="5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4D8688-5872-4D23-9D77-E7D6BBFE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149979709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520BAE-FA6E-48D4-9E57-5430556A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F8C75-A99C-41A3-8F2C-8AD85B6B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D913E-6D55-48F4-A18A-0BCDD78EB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DC6CF1-31F7-4407-B61F-70A49BA8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E555A-66B9-4DAD-A5F5-484FA178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B4247-FA0C-40D2-A2BA-45507091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54E937-E22D-40C3-9352-3BDE98AF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F7E93B-3310-46B9-8A0A-29AACEB9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ed063e6dfa419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B2568-F885-4FFC-8BA8-89A85053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79DE26-32F3-471E-A29D-6A6DF84E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0e1fa6adaa4a5d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70FCDA-DBCF-4ADF-9B9E-6AF876315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B53D5A-34F2-4A98-981A-390FB914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ef52e798754cf5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327BD9-C03F-474D-AA56-E4A62756E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74BE84-E3D0-48F7-AE91-EDCD2126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CE2A81-2794-4DC4-9E60-F5024D23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E791DA-3017-4F54-80FD-E65F27BE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C8C77D-CF86-4E42-9E45-3672335E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FCD6E7-CC34-4E1D-8CD3-41BE29AD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A18CBA-F8EC-4B43-8E3B-31C413E3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9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bucket ≥ R$ 500 mi soma R$ 27,7 bi em jan–jun/26; quantidade e volume fecham 100% em cada período.</a:t>
            </a:r>
          </a:p>
        </p:txBody>
      </p:sp>
    </p:spTree>
    <p:extLst>
      <p:ext uri="{BB962C8B-B14F-4D97-AF65-F5344CB8AC3E}">
        <p14:creationId xmlns:p14="http://schemas.microsoft.com/office/powerpoint/2010/main" val="51313733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0EF436-9870-47A2-938B-84C9E492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09124-9F4D-48BF-9388-3C92513E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liderou 5 das 15 maiores em jan–jun/26, somando R$ 6,6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71250-753F-4093-96B7-423ABC3D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1DE785-65DC-4FFE-9740-60A7AF55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A7EAF-74B0-44C0-8FC6-34BA0AB8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 Pública de Distribuição; Cotas de FIDC, primária, status Oferta Encerrada. Nº de Inv. = soma dos campos Num_Invest_*.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A22C5-B3CE-4F88-8F60-34201E9F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E2B041-83C9-4387-BBBE-D1533BDDA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139211-4926-4661-9B18-9549D796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619250"/>
                <a:gridCol w="990600"/>
                <a:gridCol w="476250"/>
                <a:gridCol w="400050"/>
                <a:gridCol w="333375"/>
                <a:gridCol w="742950"/>
                <a:gridCol w="5429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5.017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43076B-D91D-4E95-B04F-F3207C01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0A60BB-C051-4017-920E-557F78FA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619250"/>
                <a:gridCol w="990600"/>
                <a:gridCol w="476250"/>
                <a:gridCol w="400050"/>
                <a:gridCol w="333375"/>
                <a:gridCol w="742950"/>
                <a:gridCol w="5429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D29D2B-78BD-4AF7-AB50-939FE0B4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A41696-5360-4101-B786-C2D3D3CE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BDBF5B-5E32-4012-85B4-90DCA49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1505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Empates usam o Número do Requerimento crescente. A base pública não contém proposta, fee ou preço de coordenação.</a:t>
            </a:r>
          </a:p>
        </p:txBody>
      </p:sp>
    </p:spTree>
    <p:extLst>
      <p:ext uri="{BB962C8B-B14F-4D97-AF65-F5344CB8AC3E}">
        <p14:creationId xmlns:p14="http://schemas.microsoft.com/office/powerpoint/2010/main" val="109042535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77974-E5CA-4F02-8B4D-F87101A24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B4AF4-7746-40F2-AB81-2537C780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AC9056-B182-4E6A-812B-474A64AC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9C65DA-BBCD-4998-84F1-352BEB61E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23440-911F-42F9-BD9B-D7AA5006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4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ANBIMA, BCB e FIDCs.xlsx.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D3F493-9543-46D9-B695-C02B50EE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492CB8-35C0-4804-8517-01C4803B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0952F-E464-497E-AA52-C3034EDF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D80DFE-3388-4E69-B2D7-04FB6F1A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940EA3-4110-4CFA-A6EE-1B4179C1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5E028B-CCC3-4B1B-9475-E2F9E8CF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7EE0C-6989-4D48-AF8C-64C85A95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3B6C5-F6FF-49BB-939A-5E24543DA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DDB79A-BF8D-443F-A050-E6DFA67F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26D5A9-C471-4E15-A15A-AD8763AA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EA2C2D-3EF4-45EF-9170-4766CA33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D73676-64A6-4E9E-A531-AC901E5A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282942-D0BA-41F0-9F89-006B6084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957FD-4FDC-4CC9-A225-4D88F1B3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09D951-CB9A-4BF2-8D38-64B2ABEF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54164B-C665-4B87-B08F-480DC8A3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1660B4-2FA8-4D04-8FEF-252148E47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CA9F24-7B0C-46DE-A916-A70F8AA23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0F750C-D6BB-4AD4-AF6C-7E0EE41B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BA881C-D2BC-48AC-9EEE-2B6E470E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D6483D-5047-4AAF-A940-9194CABD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0ABCEB-5502-48A1-9BB7-9A65E75B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7857370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CBE5EA-8D35-4B5F-8623-7688E30C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BB00A-B168-47FD-8A42-7AE942A0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F79CF-91BC-44DB-8AC0-09F3056C7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EBA788-A482-4DFB-890D-3A0F8D89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BB146-8805-4A25-89D7-93686D4A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21/jul/26.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2DD994-F233-42CA-A575-F4B67152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38A48E-F51C-4047-A6A9-6361361E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6F138F-3833-4E79-BE1C-A01842CE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5C473F-7924-45AB-AAD5-97962617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DB40E-9D9B-4911-9E23-5DB19D09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FEA236-1146-4FF8-A8FD-D7B1622B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B2292B-5181-4ABA-9A8C-546808F8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D3F8DF-D65C-45B1-950D-C7865CF7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7CEFCC-671C-479F-B022-F430FCB8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9E2253-405B-4E80-BCC6-FC260145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82329D-5628-43B1-B7D5-9F4FEFF9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8EA154-0A1D-471A-8630-077169CC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34072D-D721-4730-83F2-98038939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789BB3-F3B1-4F0F-AD11-F9969D1C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5248E1-70A1-47A1-830A-269FE068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78BC28-6230-4997-A80F-8E4D176BD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AB8BED-2643-4697-8EB3-AA67F7EE9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D8703A-594A-45A1-92C0-F4DB15D1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BB086F-5DA1-44F3-B78C-C30C2939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268626-6D3E-4690-AA99-80BFAA86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Ex-360 indisponível por falta de reconciliação do aging.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831583-0B0B-4BF5-BC73-C5F3919A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D4C7FC-3C91-40B9-8B91-E9A7A8A3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AF1D49-7C7D-49D0-952E-8233058D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70625F-BA6B-4DE3-85EC-8E7D6866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EA4922-0C8D-451A-A260-34D75A6D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788502-9BF3-4190-B6A4-9247BAF6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580959-C4FA-477B-8022-13FD57C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009D24-74AE-46D6-9D8B-A55EE91E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A04304-3592-4CDB-A73F-BA286CF5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262548C-D719-4150-8496-00E3F5F9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C53AD0-C2A3-49F1-9DF3-603B9BDD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DBC177-2C4C-4927-A60A-1F8E2502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B5D7A5-A490-4291-BF35-F1FB34EC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DF02587-E3DC-4D2A-B5E9-4BEF826E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6AFDF5-77FB-4FC4-AE36-E91CE160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110747756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AEC7E0-1C41-4592-A437-DEBB0E336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275D4-9F86-4581-AE6B-9D76860C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A173D-2C6B-4387-98CF-4709EA46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6F1DC3-457E-4089-8468-83A47CC8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4DEEF4-6636-4415-8AB3-7BABBAB1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23E16-166E-423C-A414-9B6B5C49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eed3666c354b5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C2BDFF-91AC-44A5-A69D-17984843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FBD751-F473-479B-8E9F-22AB7A71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54971392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B8391-2EE7-4134-9493-26E87C80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ED1F41-6D95-43B6-A221-252487DCD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F7979-67A3-41FF-A8BE-BE6F803C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6C1E43-95E4-4587-BAA5-1B269519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ED2A6C-3D2F-4002-ACFA-7E43D95F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B2A2EC-6138-42AC-BD42-61E1BB2E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0f0f71aaa746a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68645-B201-4A7B-BBE4-EF7EE3A8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3C7439-34FD-4FC6-8381-377A82F4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8897336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4479F-22E2-4B99-9E5C-2B38CBD4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AB06A-9F52-4C82-BDF0-CC7F76A9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159D19-C08B-49AB-9B7B-B7A5288E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9561AF-03AE-4794-9542-89591F4C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F6DDA-D582-442A-97FD-E661BF95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670CFE-7A58-481A-BA64-C612E024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5de33ac5d44e9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D298D5-8B81-472D-B2E8-E6F9D92A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84C155-0C10-4CFC-B0DC-F82BAB46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2854905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18C754-C761-4E7C-BD4F-D60AE247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4D150-6056-4934-BBE1-148160309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388B1-8F12-45B1-B2B1-0E66A22FA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9A666F-4FF5-43A6-98F1-5633FC39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162C9-2478-46EB-80F4-2519EEF6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EA40E-1F64-4F01-8817-C2B4F14B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9B556E-AB74-4BD5-A7EA-556D2D8D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D453FC-E196-4127-BC48-5F3E2056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32BCFB-6169-4048-840B-CECA72A8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07E70-26AD-4E03-9BB6-8111B7C0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341BB7-D36E-4CB5-A040-21EB5CD0A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941DBF-A4D4-4A2D-8ED1-263EC297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83C41E-DED3-4BA8-A986-AB7F83FE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0A7562-CE27-4F7E-A0D0-CA53C330B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3B5393-25A7-47A4-A623-8A5D8B23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2A6D1E-1D69-471B-B19B-E8D09062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DC4974-9AB5-4190-9052-4D188E57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354CFA-8B12-44C4-B56E-00AEE53A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1ADC4F-B0FA-4FFA-8AC2-83626CAC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7764C6-CE33-48DD-B3EE-DB1206E5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47F614-6DA8-4BA7-B964-80FB6B36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891DA2-2D4E-45E5-B729-D86F4093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3B137A-76E0-49CD-BE4D-5C224CEB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3C713C-6EA3-47A4-8A38-45291C54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D643D9-FA84-44A6-8A3D-C4CED8E0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D974D2-CF6B-42C2-B5F5-37604D8D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31CBFD-100B-47E5-B929-DD1E0840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DFFF76-58D8-45AB-95CE-EB8BA0115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2FE9A6-CB45-4A87-B6F6-F541215B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202770251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0F0EEC-2D1B-4983-8A57-EAE85700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7B9076-A3C3-443A-B19C-4FC89B63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8FC846-2A47-455F-B5AA-2EA85D0F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22AA8-FF51-4B99-91E1-89927F9A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1E3ACE-EC3E-4E92-8253-37A92F43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CF476F-665D-4DF3-B6D0-C271A2F1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5585FD-4ACC-41CB-8EF9-FE49FCE6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5C2F37-8336-4FAA-BBE3-0F4D90EE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054449-3236-46D4-B7FD-32142A7E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15C285-158C-40B3-ADC5-E7D249F84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4DB431-CB97-4799-8D3F-0FB91DFD9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E1555E-9ADA-49C6-B338-47D5B3E7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A0BC7A-3A6E-41A2-AA6D-0BEC9EB5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396FA3-DA63-48BB-B323-F9F12612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590D8C-528E-42BD-8474-21DE0FAD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A8399C-E10E-4592-8BA3-015F76C6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98177C-A5D9-4F7B-AC3F-625B4CCE2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11166E-03CB-464F-8D89-77CE9B5F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E634F3-61BD-451C-A7E2-432F4C1C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1465B-45B9-47D0-B413-C36ED394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005414-8E52-4304-AFBF-2CB6A1B0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C8B0B6-2DFB-4604-A9C0-A5778531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BD021B-30EF-4C42-82CC-558F233D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8E672A-78B7-4198-9DF9-C8E9301B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A0F5D2-7CCA-4FA3-9A33-D3B0655E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E176BB-9EF4-420A-891D-48263EDD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B1A5AA-8A44-463A-9205-3A675472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050FA3-8EA7-4156-9263-52DDA362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7571D3-8A9E-4468-92D9-C1D77E9D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98186100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B555DB-45C4-4B6E-A66B-3204AD58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1C443-D797-40E6-BE87-496BC9C0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B70432-90D0-439A-AF74-E733501A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F38B82-EACA-4FCF-A728-B99F2C8B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517412-2787-4365-8A64-8CA4E84D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A71C52-5EBF-4EFE-979A-86415B81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6DAEB1-554E-466F-A4DE-0B694938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0E85C8-E76A-4C48-AC19-69775657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A1DA3E-FA40-4854-99D4-48B559BE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84753-383F-45C7-A425-87435E94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E8C498-6A0B-497A-9BEB-90101AE26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D40CCF-F2ED-41BD-B9D5-CD4C307A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22043E-8375-459E-BECD-5354DC96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BB35C-B9C0-4E34-9D36-9E08D273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BAB981-C693-4770-8279-A0461B7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B277B1-85EE-4E02-87EA-271546AE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072663-DA86-4695-8297-41734A6C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95F59-F335-4C20-9CE6-5102D20B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061294-379B-4195-A84C-BEA03957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0E7055-BFA9-4BA9-87CD-FFDBA31D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FA2256-B9C6-473F-BE86-F9338CBC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EBD458-4BFE-4B3A-86A2-7074E7E8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5FA4BF-D55A-4104-B82F-2C14D3E6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B23974-1F4A-41EE-9B0E-4027C8D7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B5F9D6-6F34-49F9-BE59-C5A419D4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20F3FF-B840-4A45-A3F1-CFC72849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DE4D88-2C94-4763-B978-A51C9C7D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1CFD02-BB85-4A20-9C68-F3DD488E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BDF0D0-4A14-4539-BC1C-004EE519F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912479846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56E825-52A0-4343-BC47-A042959C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0CD93-DEDD-4672-9FF1-90575BCC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609099-2206-45C6-8E52-74462E85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5502C-BA74-47A5-BCCA-7D715D6D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C3C3C8-E024-44AC-BE00-481E3786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1A62F2-FD42-4A74-A404-9B244F51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AB958-3E22-48AE-AE89-CB48E051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9C912-B093-478E-BD04-0EE9571A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C9D65E-4229-4DC4-84C4-0ED9ABAB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48D55F-9608-4EB4-A9EF-0B6A3896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89682A-4581-4054-9866-B721615A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E3C6A-72A4-4FC1-BDFD-EE126DA1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FBF836-386C-4E6A-A044-ACE510A4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1A07C2-5676-4708-B366-E7907428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DFE342-C5B5-4F99-9A38-66AC5FC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B7A98F-6117-4BDD-A7FB-151F0FA3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B1FE25-9BBA-464E-97E5-6D60CBBA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A8FAB6-A57C-498F-8869-B9E7E0DB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23397E-3338-40E4-B44D-EF5781AAC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02FBC3-E447-455D-B6FB-8822D1D0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5369D0-A69F-4363-BAC2-60A7CE40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1AE378-2BE5-441C-AE3F-FE27A140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F63060-4A91-49E0-AF84-8B88CB83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1C2A77-9E2D-42CD-9F92-81DDF4A1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BB3598-7A7A-48A8-9609-10B4B415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F71B08-0EA2-4C1B-8DE9-7A99150B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803F04-D435-4A33-848D-D2640D22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3043CF-61D1-40D0-A22E-09EC6211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5EBD1E-53ED-48D8-83CA-4DBEB794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60625821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295702-0C6D-48A5-AA94-AF550F9A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0F812-54C1-4252-8291-B2B1FDE7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B37FB-383F-4357-8B25-84F63E154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9C771C-A3C3-46EB-AB26-9C21827C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AA06E-929C-43BC-96A2-6F92AA8F3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9E6AD8-FC4E-4A88-97D7-CA0D5816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EBCD4-2111-44AD-A6D1-21573B1F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46A899-32F7-4985-A288-0AB763C1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0DEA6-5DF2-4FB2-AC34-97C71DA7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5A1F99-36B4-4EE4-B95B-B7E60D82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AB3866-942B-482C-8206-56C764FB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C5A9BB-105D-4202-A9D0-A9DCE6CA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560D65-4B38-41FF-AE31-6981091A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CBD96D-9248-43EF-AFD3-4D04C423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1AB1EA-BC8A-4716-BDD0-A60D7F01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AD2C5-C71D-4DF4-8E5C-C4C654F5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2A0905-102F-4486-B919-495FC131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57F075-9D77-43D0-9781-257C22B7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AB9E0A-B608-4B12-ADC0-10ED6B9B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687701-0353-45BB-9FF9-69BDE500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465C6-C072-4CE1-8204-D7F8EF5A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7DCA7F-D92F-4615-9A3C-463C148F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553D6E-9DFE-4AAF-8689-E7752A5F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D54D53-5229-4608-8A8C-8164D341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6E3D08-6973-4B3B-A6B6-3E2E1C0F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EBCE10-21AA-44F5-8630-5DFED500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0AA706-7DB9-4A1C-B28A-1816F5C0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F3FB10-9424-417E-ACE2-74A2A986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B94098-C767-4E28-8F95-7A572140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10111663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34C764-C1C7-4F37-B07D-A3161D61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40674-65B2-4E97-8E09-9F3394C0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395FF-DED9-4CFC-8BCA-672087A6E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6443B-53CA-4953-BC14-426A8D9C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5B194E-F75B-4942-AF83-7F910A826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C5E093-C9F5-42E5-8DD3-995CC526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76FF7-85BC-4462-86F0-7B690EF1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4196E5-EB87-4179-B26D-54ED6CBDC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813FF-CE37-4CB6-8F1B-5D32A8BE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0A455E-6A24-4D58-ADB1-ACD2F86A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1EEAC-65B4-4126-9BC7-6C30F5DB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1E3BA2-7412-4B77-99AC-8A7C0DE7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0A71BF-4B3F-4F80-9E5C-879CAC64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629D07-986B-4754-9A22-D0E9973B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3DB1C0-73B1-4BAE-9FB1-06E77E65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A4902D-40D6-4A1D-AB9C-AE989527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88458E-C75F-43FE-8ECE-CFC5B9F0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37F461-FAC1-4B14-802E-9E63B04F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7CE7B1-6334-46D2-8DE5-C9E5FF35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E0B4E-8C4E-4D78-9C9D-4AB9356E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74345E-C5D4-422B-8E5F-A83A528A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D0DF30-9D2E-45C5-8F5B-F615D3EA6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8856C7-D77B-4DD6-88F4-5F89069B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20E2B8-393C-496A-905E-B58B3B59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EEC817-2EF2-46F5-A9C2-1B9852F1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AE01CD-66E6-4364-9D6D-F1AC74DC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31DF07-1EA3-4F84-AED8-9D11D771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49DE3A-4979-4DAC-BA45-1B54749B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D87D8E1-BD61-45FD-B61A-60D1EBA0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09856300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C4439A-2471-4CF4-82A1-48CD48BA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A01BC-2698-449E-A52F-DECFF6AA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7D4E4-66F1-4DFC-8B08-AB16B70F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F18397-A52C-4939-9C2D-B20C3F96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E23AF3-773A-4893-9DF2-BB036A4EF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CDB3FF-063C-4AAD-8F5A-0A11BFF8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956E11-B316-4964-92BD-844B1EB2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B2D08-0E61-4EB0-94EA-DE57830D3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FD1D4-FD76-4EA4-ADFA-576D3056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0A6DAA-2C81-4E18-918D-0806C6F1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1BBB7E-00D0-4699-81A6-9D6BB508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FA525F-0F05-4ECA-B6F5-735299FB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7CF50-0D27-4F03-95FC-293A24531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44621D-C63C-4303-9E79-AA298EE8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0AA9E7-2301-4C17-8B35-9EA0EEE09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4DCFCA-119A-4003-9409-7C928C90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5394D4-4E8C-41D1-9C55-7CA23193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3A45AB-90A9-4562-B882-B77CA849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449EC8-BCEF-42C1-9296-DFA382FC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774C0C-61D5-46D5-8A23-0306FD9C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AEE625-85EE-4080-9DEB-407AEC76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8AF304-AB0D-49E5-BA73-F08281F8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780249-88DC-426A-A31A-5B43A246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06CCD8-A198-49BA-BDAE-D6CDDC72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829EE0-0E8F-47FE-B695-F0F86D52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862988-A028-4C9A-B3ED-58BCB213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ED74D5-A2B4-4232-AB56-72CD01AF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3CCE61-9C8B-43FE-A503-70ED9A0A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B9AD8C-1291-4591-A5C6-4431C4FB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93700004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49C106-1BF4-4CA7-9C13-C9BE805E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9F5FB-4A57-44A3-AB07-B8498231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43D75-A7AD-411A-A64A-FB4AD34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1795B-82E5-4BA9-9C35-1CE860F0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B151CF-D0D4-4C9B-8383-790D8101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87E410-3B75-423D-9EC0-E72F22D1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195E85-2FC0-4E99-B805-2DDBC69D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8C1511-89EB-4C16-9DC5-FF70A85D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14E02E-C5F9-48D5-8AB3-6397EA56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0A0C6C-148E-479B-B9CE-F84DE669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21DCEB-978D-4375-815F-06A2756A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4C7C69-D7F6-4E3A-B3DC-2DB81FB1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4497C6-65FD-4968-B907-57712845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2ED94-F4F4-4AF0-89DD-8C0FD6CB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4AC92D-3D39-4B34-9095-93152B19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015CDC-64D8-410D-B616-A5AA98D9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735D16-A5A3-4E74-AF49-87FD2C0A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CAFE01-F92F-4114-834C-DDA46101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06A73C-A165-4FD1-A4B9-65E425798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5B82A3-659D-468F-8781-849F022AA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D0C139-12D4-4574-8821-6AE3B843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9147BB-97FF-4FEC-9D48-DED2D6F2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77F288-5466-4B00-8072-3DC36985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BA1569-07E2-4973-8CBD-84EA89BB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E6EAB9-8F76-4F84-978B-005C27D1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40E34C-E320-4D7E-B407-DE13A954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A919EA-68AA-418D-A613-6AEC3474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52DE6F1-863C-46FA-A586-CBECA228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71DC67-E522-4691-BAA0-2B58EABD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2087521044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5301CE-AB35-4D9C-BB86-889A7449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B46E3-4A9A-4682-A535-F0706EDD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56C92-3F70-45C5-B35A-AE3CE51E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8FC2CC-465A-4D70-AAE8-1E65DB5E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F9A0E-DBAD-4581-95F9-1C89E3EA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84B8A3-9EB2-4051-A599-7DA9027A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5AFCB-0834-434E-BE17-2F697D1C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E8DFA1-CA7C-4143-8E71-9E267F5E6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5E86AB-3018-482A-AC24-7D710C85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2779C-90C2-4F53-9D7A-E4B44A16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F80E4D-36FC-4498-96C0-539BAD46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B08431-B14A-4F57-8F29-23222BF4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3B2889-C95C-44A6-BDAD-BC40C9BF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D3885C-C612-44EF-BD87-486CFFB9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7ECFB9-CB2C-4C8F-80B1-4C8740AF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7A82CE-A3D6-45C6-8BB0-CA7FA81C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96CEDC-B925-4188-A5A2-11D97CB8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D2A2B6-2227-445B-9554-DB2192EE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270CAB-5FFA-4808-95EC-F7C99D5D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98198D-6DDE-4559-AE6F-DCD2C354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5A5B23-8E91-41E2-8D9B-7EFF2854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B4B6B4-98F9-40B6-944A-27E6DAEC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8868C2-98E3-41A1-992C-A1328C8A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CE491B-EF27-457D-8012-1E4F6C495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7124E0-832A-4778-A34D-FC7DD06B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39C317-9D87-4DA4-9338-B941640F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55FFFD-1FC7-4EF7-9F26-2F9A2AB8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014BD0-3BDF-4FBB-87F9-EA059348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ABF677-9289-4753-948F-219E7059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591580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A9C444-3BB1-4397-9028-B01124F6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CC7DF4-09A5-46B3-A005-909C8124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589397-DCF4-474E-AEDE-87F962F7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5CC8A-4356-426C-B89C-2F0584D6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6AD83-3234-400A-A17E-64738E0D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1CEA4-F6FA-428E-9B61-57ABC491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0F4C74-7BC0-4652-8355-418D2643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B83EFD-ECDD-43E3-9331-B9F8F15A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DC999B-70FA-4C73-8D7E-AD2CC72C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5819C2-22D5-4549-89F2-7BE632A6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741D0-DD5A-4250-97CB-0A10A1D1E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4A319F-FF0A-4818-B12F-E45E1CE9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9114B-655E-44BA-8A49-B0810ADB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10E68C-BADE-4739-BACD-4CA4755B6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4BA833-34E8-4493-B890-1EB56EAA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A53A23-DEC7-4774-AD57-8D2B9FD8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3470D9-AC73-4E09-8893-F2D63E12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20BD13-B849-4C6C-8EDD-2B861536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4379E-0922-4321-A8AA-727FB294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5A05AD-6339-468F-B410-E729E6DF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1317AB-AC3D-4DCD-824C-6873EBD5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8045D9-89EC-41FF-97CE-62A9E290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B22801-5AAB-4704-9B33-04603365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547CF2-2629-4DCB-BCE9-2AFC61F6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306E77-1EA8-4323-B191-79966102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665152-C98F-48BF-B5F0-D1A349E9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37A39B-CF8B-4425-A30B-981DC3C26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B5DC82-42AE-4FAE-B114-FA27F245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5821CC-AEA7-40AF-9CB6-DA20A9A6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95317389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E956A5-418B-473F-9F54-72DD6C71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063842-DC16-4AF6-9722-91A5A060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6E9AB1-F9E8-4452-A109-FFF70A94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0397D-D014-4511-BB55-D99DEA63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C67B5C-168A-4119-84F3-17CCD63D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4DC790-D90C-4239-AAF8-BE4478A33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F5E330-8DA2-4525-9387-EA140B4A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BB5EC-EBC4-4773-A836-166FCA45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281F38-FF8A-480A-95C8-D7DE9B81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C4B6E-740A-4088-8105-82BC9B48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34B10-CA3D-45A3-84B9-A95F0880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9E827B-9302-4180-A927-13066672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BF3D90-2401-47A3-9B84-8FB73AF9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672891-DA8C-4204-A45B-0D8955D3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9FE3E8-646C-4B20-9D25-526729A4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11CBE6-AA01-4131-920D-C00A64DD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155BB2-E4B8-42B6-8CDF-CB8BCB7E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7EC738-2F9C-4F72-9225-CEF03F0C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359273-5119-4FF8-9B09-03AA0CC2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0DEFC4-97E6-48D5-95E2-64E0484C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17E580-4844-4D94-93C3-BF998E5F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D2A77C-D023-4114-A350-A4DA06C9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18388E-4365-4103-A79A-3F6ACBEF4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5120B4-D127-4B0C-AD5F-964E42C9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12F537-8412-4E81-AB44-3BEE6388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38912D-76F1-4898-8E3C-D036AC7E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C70B49-1BC0-440E-93DA-14C50DCC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664E29-3B26-4D24-A781-1B579C73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FB8CB3-C3FE-4543-BC4E-51AB9A70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41920673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08E452-FE3C-44A4-85BD-6EA378BA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88054-11B6-40C4-A89A-ADBBB4AB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F4BF2-FBF4-4399-87C1-B1B47CB9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8EC7F9-D1A2-40B1-BD2D-E37EC7378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01D190-B62F-4CF6-943B-54DB6046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B9E80A-ECC6-464A-A215-F5125D01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B6EC8E-75E3-4386-99EE-86631319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FDBC5D-2086-4589-9BCC-889A6CE3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3419A4-E731-47AC-BD98-B217F3B3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E2C08-1F57-4C8F-8634-5148D1D4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19B230-7DB8-49B9-976C-2E97FF31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1C12AE-8CAE-49C7-8A7B-5C930506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1B42CE-5E94-4B83-924F-0966E830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2933B6-E24D-439B-B67D-E20D7301A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F0422B-793E-4DDB-B61F-2FC4BB7A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4E3393-928D-49AD-B15B-E75BAEFE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426F5A-05DB-4EF8-92CB-09B0921C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0838F6-C392-44B9-A5D4-E28D404F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F700E0-F25C-44F8-98AA-4BD2800C0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2AAB5C-CA55-4698-9692-AEB2C145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E8626C-C19A-42C7-9BAC-DF18B4C6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0632BF-65CF-45CE-A45B-4E4F0D48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B29DC2-31A7-4D0D-BFEB-556C6E38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FA9E80-C94A-43FC-BD24-7C3BC4F8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2746CF-5EB1-42D6-A424-E8556960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4CBF1D-E812-4399-98D3-0808990F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79C249-C354-4D61-B112-2DD05CD92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A22ED8-9931-43B8-9A46-AAE00458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27115A-AF33-4A92-B705-D6757D07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236025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36FA88-D25F-42D9-9BB5-5BB27236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6692F5-B501-4A66-863B-E5B593F9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3B645-5D23-4797-BC4A-20F20238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7487CB-20F6-4559-8409-FA652055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B2E74-2781-44FB-9371-DBE2DBF1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7DF592-9BA1-4F1C-BCCD-49F2E7EA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C2F475-083D-4D6D-BF33-28318698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E1C268-C8BE-4EE4-8DF7-5E2074573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3C16CE-5DB8-411B-8C76-A760D805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913AE0-D8B6-44EA-8489-021B5F38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6EE9A9-CD22-49C6-9D5D-9F3A7727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6E353-57F1-428A-AEB0-BC4D1A76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FD85B2-D03D-4F46-A1D0-B527940C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DEE702-86F0-4D17-A92B-DCAFF54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8B121C-DD47-4EC2-AF07-8E9B4C12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5C73C8-5F33-4CB1-A699-B01D21D9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A2A2AE-B665-49A0-9E47-497518E5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13CB0-D793-4DAF-B155-3B310E8CC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6721E-BD61-4DC7-9E22-689E2FB3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20A0D3-1533-40C9-BFCF-7B91976A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C60426-3147-4675-A7AC-48FD9921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5A4B5A-58E8-443E-9485-17C28608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AB953A-711E-4FEE-9E52-C0AB3CAB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0012E4-188D-466D-B317-3FF01392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BA1C03-818B-43D4-87E2-AFCCFD7D7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6BBBFD-905C-46CF-926B-4963ED49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57F026-84B3-4439-949A-0F6727B6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552717-0934-4972-BB48-924594AE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0F63C0-F591-43D4-92CE-CEC77C85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446901148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693DCA-ABB2-4FC6-A75A-65B81461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C9A17-6B91-4779-9560-C280BA21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F62614-C9B1-4D84-AD95-A1F04E518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683F1-FA13-4906-8ADE-3E172364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7C732-E878-4EE8-AA1B-7F6021B5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49A62-02FF-47A8-AFD6-56F19E68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7E8DF-C358-4CE9-A2D2-C8F71C1D5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B16B7-30A3-4840-9A2E-0497A2B13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DC43F0-6998-4A23-A248-A5CE6CCD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E03D39-4011-4708-BA83-954663EB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06B75A-FB33-4AFF-A179-1F54D65D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A730FF-CD55-4132-8906-6A9AAE11D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74DCFE-9FDB-4D67-A607-8660019F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114980-EA44-4EA9-9929-75C59A69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9C52B0-4DD1-4F36-B350-0433F649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EABDEE-DB2F-4973-A163-290AF498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0FC63E-49EA-486F-849F-2FD3EBF6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7B0B9A-6F0A-41AE-B674-7383FDA2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891E25-5AD9-4517-8C7E-D7B51A5A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8AFB8A-FD1E-4FA2-8249-10EDABA42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BA630C-F655-40DA-8604-8B41C161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B1F451-984F-4952-AC30-B2E5118C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1C1220-ACA1-45FF-8D5E-C168B18A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7FD5C0-8724-4C8C-B458-F088926B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EF89A6-3310-4DFD-8337-7A4A7137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33EC07-BC89-487B-BC5E-101D06F2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1E27D6-1330-48C3-99F5-923F8C9E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63E240-F312-47C6-B49B-A2FEDC7C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FE23E4-3C5B-4352-80CA-937937AD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0935812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B098D8-42B7-49E7-AF1F-CCFC3B77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28953-85E6-4E4A-A8D6-04A08A0F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0F4B7F-009E-49DC-AF97-4D9CB124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F7C61-70BD-4C27-8768-B9456D21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446391-6403-4A62-A22F-E00E0B44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E79F60-0795-4797-96EB-A9A35B42B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4C614E-CF36-48E1-8A5E-9059B18A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AB688B-64FD-4D73-B0FA-FC43D7DE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8CE213-8EB8-48DE-BE86-68A02587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2147B4-4EC9-4E4E-8FCB-96D2668D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A70646-AAA0-4A76-BD76-25CCE5E8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D369BB-264F-4B83-8CE1-4F1447BF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02D23B-01CA-441B-9181-54382A25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F85C21-D75B-4F44-91B8-E4FF6266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C2C5B8-6BF1-41CD-9F39-4751417B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068781-FC21-41F3-AE4D-62A7836F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7821C1-3F17-4784-A02B-A2E56101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3FCB86-AD34-47D9-9570-BCF9A1EF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F67278-2A79-42D0-972F-376BC931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8C4164-08B8-44E6-8C7B-88DB8C28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59BCE5-D99D-4B90-862B-3469DBB8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F8FB4-E10C-4760-91EC-4E8F987E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5312C-2330-472C-8A8E-2E7FD23A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068689-7202-48B4-9525-4A934205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6C5449-6DC4-4DFE-B82B-26270ED6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3322D1-7262-47C2-BC02-269C45C9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CB64B1-06C3-43D5-93E2-DD5FA492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62D6B1-1ACF-45A2-99E0-92835580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444D65-116C-409C-B4B3-BF990FA4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65530608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361C70-1EC6-4AC3-83FC-DF54115C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3E1922-5184-4FFB-A154-C56F7B7A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DEFFB-2546-4215-8324-B2F7D3BB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14B613-A27D-456F-93C2-37171242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FE99B0-77B6-46DB-A152-7FE34854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3CA7F-37AA-4C19-B3AA-7C2239D2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970029-D196-4DD3-9460-4B7FCB3D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9C2155-083A-4370-B396-DF493A8A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F46933-E2A4-48AD-8316-C6AB0340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D2273A-9256-4F3A-BAA9-89ED6BCB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CE6017-DBE3-4CC5-A98C-0D480C88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4AADCD-48DC-4CAC-944B-DF1E999B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F3EAA-1C8D-4A43-8329-7F68B432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3A62A-2F3D-4DDD-90EB-48B66242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46D02A-B62C-4E25-B467-91D525FE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2B96A8-1D95-4D43-A77D-6274165E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876B82-9084-49CF-AA51-022264E6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6280BE-0A71-475C-84B3-C4577A99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BA00B7-3E9E-4806-BBB7-1965AB6F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4A0C6F-8CDC-4125-A49F-E69856E5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7339C5-D5B9-4014-AF73-EE326A751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10C962-AB36-4209-91BD-367252E14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D663A2-2A5A-4606-A3E6-D6DD4C291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E10623-F8BE-4D22-B828-C1EABBDD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22597D-ACA1-465C-92DB-55A4CD2A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BF8294-4457-4125-94C0-12EB191C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7B8880-F601-4066-94F5-A4260CD9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5D9482-914C-4E91-A89E-C558DBD4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35DF03-44F3-4540-9E94-31670B8F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073162677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28118D7-9EFE-4706-8A45-BD75698F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940225-568F-4B27-B5DF-3BFB0278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08CC2-F286-4AD3-85EC-08EECC0B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BFF791-2EBE-4112-BDB9-599BD38E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AE19F-7395-4C60-B3E6-63715F5A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10DB84-58FA-44E0-B5AF-93D2FF99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90CA4-D235-4E63-A72D-6CA68287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992532-979B-4792-9F1E-AC65210D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3468F6-7BA1-4EC0-843C-A412FBBA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F88D68-D1C9-445A-8BF3-7FDD6D35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EAA747-EB7B-4D8A-8B92-D46FA74A1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59A5B-7F5C-4293-B87F-8DD94937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22B3CC-0A36-43D5-84BF-30533B11A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AEF427-C51C-4B58-80FB-BE75A1CF6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C5CF6E-4B2E-476C-B364-4CB42FAC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B9719F-0D79-4CAF-992E-BC637200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85392B-F159-4D58-8A85-6F03E8CB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5366F0-CC6D-4135-828F-3DC07806F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1A6C2C-7B2B-4ACE-B850-5FF8609F0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CDCB89-7AA9-436A-9092-1122B83C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F48BB0-BE92-4FF4-BE32-EFF7E3E0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72E628-B0F6-4178-9D66-CB4FBCEF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E3D368-F12D-4D57-BCE4-F99D7C77E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4C50DE-0A2A-4959-BFC0-226D4178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8E2BEE-4A93-497E-BCB0-2DE8323B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5DF601-78A3-4615-B5DE-A10CF4F1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5F29C4-2FDB-41C5-BA7C-1848EBD8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6FB7CA-B5C1-45D8-8F41-D49BEE19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293466-78F8-4D81-83F1-81A270BA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77733924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873ABA-21AD-4A71-B553-42F13702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6F0AA9-1A96-4ADE-AFCB-25D58684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9B6CE-DBAA-4962-B8B5-E9F3A860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BBA653-8307-4C7D-98D4-6BAEC2DA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EA1279-4F6A-4820-8972-0A691DE5E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4F25E-89D2-4CA7-B0C0-40C98943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6B0332-D021-416C-AFF3-BE8986D6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ED8CA-7DF3-4BF6-A4DE-A3B2956A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C1BDD-4AF6-41DF-8F31-DCE04216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F04EF5-C08E-4E40-B045-9A08B345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E75F1-F072-4F3D-B9F0-0BDC51C8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5E6FA-BC98-4A21-9876-69A5C33E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6FD9EC-BEE7-4D35-9FC4-034EC536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48CE52-A2B5-4D9E-AAF0-6C96461C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FF75B-5F6A-4250-8013-7CD21A4D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79FB9-B252-4E59-9E71-F373CB1D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3C4BF5-87DA-4880-8BC6-E5F6C408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66F026-34BD-4316-8740-B19AEE5A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60EC36-93D4-40B1-ADE6-58D41D0F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C0E7C8-9484-4479-B33F-BF918E05E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836559-143F-4F31-AC82-2FBF2FCB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19BBEE-B2FA-4E46-B66C-5AF23CED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035799-D356-4132-A5DA-C7128F72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E004EF-AE78-4B6F-B55D-15CB00EE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34AB79-FD4A-425F-A9C1-1C70A735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B94BBC-FC86-46AB-B887-F4DDC0FF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5BC921-BB95-408D-9B54-EB07F092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DF8B1E-B1A5-4E2E-91ED-65426CA5D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8414640-D6DB-4439-AD7F-EB35FC14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29097393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18FE71-BBDF-4F96-B760-BEB3C833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FEE444-B7A4-4141-A9AB-2C8DC7F9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B4CFC-836D-47AE-8F16-06D6C0FA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7CD3D-F7EB-45DC-99F3-C8968ED3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8675CE-188D-4471-8183-F5A71ACB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A4E105-5D91-4556-8C77-E01DC97E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B24A3B-1A60-4EC9-8524-2241A27C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6AF2A-BD91-43D0-8336-1195F866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C1C68-0D76-454C-9507-FA7EE955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91CD5-0902-4D7C-8D79-8660A17B4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14A1CB-33F1-4C1B-A911-15BE5127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7F7650-D24A-4431-90C7-2A9CA91F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47BBE-1EC3-45F8-A7C6-5D3C4A7F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51F17-8FAF-4E16-BAA8-4C5F7BC7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1FE7B9-71C7-4989-99F9-45A9D799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6288655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FD400E-D24E-49E2-B6BA-2740FAC5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8644CA-CE84-461A-ADDE-8EC75F53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5083E2-542B-4ABB-9A5D-64C5F143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5EFBD0-15E9-444C-8B50-D8E78ABA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27E22-9CCD-4FD7-9348-F97DEC5D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3CE056-C2D3-4B63-8340-DCE555718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5FA2E0-25AC-4B06-919C-10E843C1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4FE545-C271-47D0-904C-C048D5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164FD7-8796-4F83-BD92-3FA4268F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7193C8-E8E6-4623-9EB5-3CF56AD4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911464-2A44-436B-B64D-9308FFA8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C7CDB-93A9-4081-9A0C-67371B48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32DAB7-829A-4CF7-9C00-FFA623A0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80BF9D-DE74-4F15-8F8F-19A96908C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AB29B8-621A-47AE-801B-CD073687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EB680D-916B-4D72-BE07-DCCC3441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B36EB6-0B56-4D10-91A5-2C028631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1F60AB-C401-4B92-86B9-636B8B78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70D4DB-8699-4ED9-9D42-B17CCFB1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60D770-BA13-420C-BDEA-D8F39C15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7484D5-2BD9-43B5-86FF-BFCD0F4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5205F7-2A97-498E-AEC0-76A5C07D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A7B7E5-66A7-4AF5-9323-206FB145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F59E7-6BE5-4C42-8C93-4F6607B7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F4D095-F4CE-4662-956D-98F1D55BC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82D65F-5543-40D7-B535-70E4C6E5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913C7F-686E-40C4-A94F-8529D5EF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A25090-F331-4D56-AFA2-5A4599F4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6014B8-262B-4346-A3F8-10FB3827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705172288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93BE8-9E5C-46E1-A35E-1CB653B3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EEFBAD-BC3F-4164-A9C9-2D84365F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D05014-5799-4B4A-B399-296A07464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8F192-E6BF-4FAB-998C-431B27AE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88AAE5-3E49-49FE-BC02-61FF527C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EDC022-E408-40E5-B122-43477BD0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0F1503-ADF6-420F-B52F-2DA3FE04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15349-DC1F-434F-9BBA-3E359161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BA643F-E89A-459D-BBF6-68274FC2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C31EFA-A447-4F69-B2CC-AA8F0281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C15BB0-35AB-4367-BF03-B56296C1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44A1C-0E96-4AA4-B092-F97E5BBE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E4FB5F-E575-496E-B20A-A8C8E9727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8A369A-DEF5-4D3A-9B1F-A6E719B8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6052D1-42E7-4375-83D5-101517BF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3E9125-17D6-4D8F-B4B5-D09F5493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EE165F-75EF-466E-8ADF-5008FEBB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752FC1-2A3A-47D8-8189-8CAA0CBA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9FC390-6FD9-4BDF-9B1A-9747BE6F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13A58-8D2E-409B-A79B-5AB9BA57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309741-7483-4972-B13B-C481ABD2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95E4E4-DBF5-4F93-A23F-3ED58605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E0ACE4-E6F5-4587-AB80-83E64A4C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CB15E9-5CAB-4F61-8DDE-0A1EBD7F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3CAD09-BB18-46AE-B363-A31FBE98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7E16E7-C833-40E5-ADB1-E768E271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02C81A-C92D-42F7-81B1-8A508B12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F46291-62DD-4B8E-A087-B490C7F0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91A41F-2CB8-46DB-831B-BFF08A302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2584FF-7B12-466A-9213-05D4F9F2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E0E79C-1838-4C12-9B87-880E3727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5E5123-6DE8-4AA8-B63B-40643064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BC7FBB-2B58-4137-A5B1-07DA6A21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15CBC9-4043-4B63-866F-A560453F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38004F-66C7-42D1-911E-4407B4C9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A2DE44-A952-4CC5-9030-CDA00DC6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F12EB9-5275-4BF0-A070-0B153D5D4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E286B25-783C-4A4A-B0DF-B9F08EE1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1A1931-EE98-4141-9E6A-E1A563B2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F48FA1-3E5E-4EC8-889F-3D5F258D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ADF6606-DCE0-49CD-A420-EF5A52FA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16D2D11-5E20-4DEC-8690-4DDBBBF9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801E033-01F2-4C0B-B1B8-A62965A7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8726357-15B4-4596-BB9C-50B264D4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2F6F53-D0A0-407F-9BD2-EA27D7BE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BAF6FD-2351-457E-98B3-DB8276FD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3E39EC2-6A43-40FB-B223-F5858564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5E844D-EC77-45DE-8AE2-364C1036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9B33269-C3B0-4460-AE99-7F585DD78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F0F13B5-8162-4A06-8CDD-4B15E1FE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375F55-ACDE-4B04-8FCF-62C7731B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BB07DD-5BEE-4D80-9E81-3591AD65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960199D-2CC2-4E0F-9595-458C360B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8E2DDEE-8E3C-4A63-9907-F7A1671E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 e não indica recuperação em caixa. As DFs têm opinião modificada para 01/01–19/07/24 por inconsistências de lastro e posição; a série não é like-for-like.</a:t>
            </a:r>
          </a:p>
        </p:txBody>
      </p:sp>
    </p:spTree>
    <p:extLst>
      <p:ext uri="{BB962C8B-B14F-4D97-AF65-F5344CB8AC3E}">
        <p14:creationId xmlns:p14="http://schemas.microsoft.com/office/powerpoint/2010/main" val="893373873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2026-07-24T21:00:49.7290000Z</dcterms:created>
  <dcterms:modified xsi:type="dcterms:W3CDTF">2026-07-24T21:00:49.7290000Z</dcterms:modified>
</coreProperties>
</file>