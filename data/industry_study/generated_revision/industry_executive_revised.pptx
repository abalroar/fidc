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11f715d1204e0f" /><Relationship Type="http://schemas.openxmlformats.org/officeDocument/2006/relationships/extended-properties" Target="/docProps/app.xml" Id="R1f93593a99234f96" /><Relationship Type="http://schemas.openxmlformats.org/officeDocument/2006/relationships/officeDocument" Target="/ppt/presentation.xml" Id="R3c8865bab51d4e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3289d4b51c40d0"/>
  </p:sldMasterIdLst>
  <p:notesMasterIdLst>
    <p:notesMasterId xmlns:r="http://schemas.openxmlformats.org/officeDocument/2006/relationships" r:id="R3e3cee90e8554116"/>
  </p:notesMasterIdLst>
  <p:sldIdLst>
    <p:sldId xmlns:r="http://schemas.openxmlformats.org/officeDocument/2006/relationships" id="256" r:id="Red5a74cdd8894327"/>
    <p:sldId xmlns:r="http://schemas.openxmlformats.org/officeDocument/2006/relationships" id="257" r:id="R49b99409adee4d4e"/>
    <p:sldId xmlns:r="http://schemas.openxmlformats.org/officeDocument/2006/relationships" id="258" r:id="R9de1e621cf22416f"/>
    <p:sldId xmlns:r="http://schemas.openxmlformats.org/officeDocument/2006/relationships" id="259" r:id="R7638bc38eb8045a8"/>
    <p:sldId xmlns:r="http://schemas.openxmlformats.org/officeDocument/2006/relationships" id="260" r:id="Rfda8c39ea4aa4f21"/>
    <p:sldId xmlns:r="http://schemas.openxmlformats.org/officeDocument/2006/relationships" id="261" r:id="Rf7d6ca4e79f94457"/>
    <p:sldId xmlns:r="http://schemas.openxmlformats.org/officeDocument/2006/relationships" id="262" r:id="Rf40450a5000f4c98"/>
    <p:sldId xmlns:r="http://schemas.openxmlformats.org/officeDocument/2006/relationships" id="263" r:id="R9a8ede59a0154d9d"/>
    <p:sldId xmlns:r="http://schemas.openxmlformats.org/officeDocument/2006/relationships" id="264" r:id="Rfd993f88ab644bc7"/>
    <p:sldId xmlns:r="http://schemas.openxmlformats.org/officeDocument/2006/relationships" id="265" r:id="R45c3f185a49e4157"/>
    <p:sldId xmlns:r="http://schemas.openxmlformats.org/officeDocument/2006/relationships" id="266" r:id="Rd6dade5f8338476c"/>
    <p:sldId xmlns:r="http://schemas.openxmlformats.org/officeDocument/2006/relationships" id="267" r:id="Rafb2a03ab5604fa5"/>
    <p:sldId xmlns:r="http://schemas.openxmlformats.org/officeDocument/2006/relationships" id="268" r:id="Re3c93e67403c41ab"/>
    <p:sldId xmlns:r="http://schemas.openxmlformats.org/officeDocument/2006/relationships" id="269" r:id="Rb172cb4104404519"/>
    <p:sldId xmlns:r="http://schemas.openxmlformats.org/officeDocument/2006/relationships" id="270" r:id="Reed524d3013642e6"/>
    <p:sldId xmlns:r="http://schemas.openxmlformats.org/officeDocument/2006/relationships" id="271" r:id="Rf5464b5723d44384"/>
    <p:sldId xmlns:r="http://schemas.openxmlformats.org/officeDocument/2006/relationships" id="272" r:id="R3ab12e45d9c7482a"/>
    <p:sldId xmlns:r="http://schemas.openxmlformats.org/officeDocument/2006/relationships" id="273" r:id="R3ec8e91556a44166"/>
    <p:sldId xmlns:r="http://schemas.openxmlformats.org/officeDocument/2006/relationships" id="274" r:id="R70ae9b7adb614019"/>
    <p:sldId xmlns:r="http://schemas.openxmlformats.org/officeDocument/2006/relationships" id="275" r:id="Ra53992e7c4644a9b"/>
    <p:sldId xmlns:r="http://schemas.openxmlformats.org/officeDocument/2006/relationships" id="276" r:id="R398f3177766d4b73"/>
    <p:sldId xmlns:r="http://schemas.openxmlformats.org/officeDocument/2006/relationships" id="277" r:id="R302051cda0034005"/>
    <p:sldId xmlns:r="http://schemas.openxmlformats.org/officeDocument/2006/relationships" id="278" r:id="R2f36d3b694d4464d"/>
    <p:sldId xmlns:r="http://schemas.openxmlformats.org/officeDocument/2006/relationships" id="279" r:id="R35e9a27184404fb9"/>
    <p:sldId xmlns:r="http://schemas.openxmlformats.org/officeDocument/2006/relationships" id="280" r:id="R0e88be7c3f104424"/>
    <p:sldId xmlns:r="http://schemas.openxmlformats.org/officeDocument/2006/relationships" id="281" r:id="Rdc47081d91cc44fb"/>
    <p:sldId xmlns:r="http://schemas.openxmlformats.org/officeDocument/2006/relationships" id="282" r:id="Ra29fd831228241c3"/>
    <p:sldId xmlns:r="http://schemas.openxmlformats.org/officeDocument/2006/relationships" id="283" r:id="Red221d3f9dc34190"/>
    <p:sldId xmlns:r="http://schemas.openxmlformats.org/officeDocument/2006/relationships" id="284" r:id="Rc54daf4a473d4aab"/>
    <p:sldId xmlns:r="http://schemas.openxmlformats.org/officeDocument/2006/relationships" id="285" r:id="R65466f40952d4931"/>
    <p:sldId xmlns:r="http://schemas.openxmlformats.org/officeDocument/2006/relationships" id="286" r:id="Rf27a573162354dc1"/>
    <p:sldId xmlns:r="http://schemas.openxmlformats.org/officeDocument/2006/relationships" id="287" r:id="Raf9147dcd1314ca5"/>
    <p:sldId xmlns:r="http://schemas.openxmlformats.org/officeDocument/2006/relationships" id="288" r:id="R93f1bdc0ac9d48fb"/>
    <p:sldId xmlns:r="http://schemas.openxmlformats.org/officeDocument/2006/relationships" id="289" r:id="R116e0f26b6b44dcd"/>
    <p:sldId xmlns:r="http://schemas.openxmlformats.org/officeDocument/2006/relationships" id="290" r:id="R31a9f5c1a553489d"/>
    <p:sldId xmlns:r="http://schemas.openxmlformats.org/officeDocument/2006/relationships" id="291" r:id="Rab5db142fb2e4900"/>
    <p:sldId xmlns:r="http://schemas.openxmlformats.org/officeDocument/2006/relationships" id="292" r:id="R1926e9474b964f8b"/>
    <p:sldId xmlns:r="http://schemas.openxmlformats.org/officeDocument/2006/relationships" id="293" r:id="R0cdda7674cc24fc3"/>
    <p:sldId xmlns:r="http://schemas.openxmlformats.org/officeDocument/2006/relationships" id="294" r:id="Rc1d885c4c903416e"/>
    <p:sldId xmlns:r="http://schemas.openxmlformats.org/officeDocument/2006/relationships" id="295" r:id="Rad6fcb7e1bc24ea4"/>
    <p:sldId xmlns:r="http://schemas.openxmlformats.org/officeDocument/2006/relationships" id="296" r:id="R5eaf54df142440f9"/>
    <p:sldId xmlns:r="http://schemas.openxmlformats.org/officeDocument/2006/relationships" id="297" r:id="R9a50ed9924a440bf"/>
    <p:sldId xmlns:r="http://schemas.openxmlformats.org/officeDocument/2006/relationships" id="298" r:id="Rdcd418c6f2124a8f"/>
    <p:sldId xmlns:r="http://schemas.openxmlformats.org/officeDocument/2006/relationships" id="299" r:id="R30a2fafcee1a41c1"/>
    <p:sldId xmlns:r="http://schemas.openxmlformats.org/officeDocument/2006/relationships" id="300" r:id="Rb55ff50b373040e5"/>
    <p:sldId xmlns:r="http://schemas.openxmlformats.org/officeDocument/2006/relationships" id="301" r:id="R8b3fcba15a834fce"/>
    <p:sldId xmlns:r="http://schemas.openxmlformats.org/officeDocument/2006/relationships" id="302" r:id="R3660b348ed964626"/>
    <p:sldId xmlns:r="http://schemas.openxmlformats.org/officeDocument/2006/relationships" id="303" r:id="Rd3274fc621fa412e"/>
    <p:sldId xmlns:r="http://schemas.openxmlformats.org/officeDocument/2006/relationships" id="304" r:id="Re2f83159eea54633"/>
    <p:sldId xmlns:r="http://schemas.openxmlformats.org/officeDocument/2006/relationships" id="305" r:id="R557163790e114bc3"/>
    <p:sldId xmlns:r="http://schemas.openxmlformats.org/officeDocument/2006/relationships" id="306" r:id="R812dafc83d004663"/>
    <p:sldId xmlns:r="http://schemas.openxmlformats.org/officeDocument/2006/relationships" id="307" r:id="R1ddd42ff0ef742dc"/>
    <p:sldId xmlns:r="http://schemas.openxmlformats.org/officeDocument/2006/relationships" id="308" r:id="Ra1e836b50fbe45d2"/>
    <p:sldId xmlns:r="http://schemas.openxmlformats.org/officeDocument/2006/relationships" id="309" r:id="R6e3d59ceae8b4cd0"/>
    <p:sldId xmlns:r="http://schemas.openxmlformats.org/officeDocument/2006/relationships" id="310" r:id="Rbf56c6959fb64220"/>
    <p:sldId xmlns:r="http://schemas.openxmlformats.org/officeDocument/2006/relationships" id="311" r:id="Rf6880caeb8a043d5"/>
    <p:sldId xmlns:r="http://schemas.openxmlformats.org/officeDocument/2006/relationships" id="312" r:id="Re9e0bc2f93964828"/>
    <p:sldId xmlns:r="http://schemas.openxmlformats.org/officeDocument/2006/relationships" id="313" r:id="Rc1906635f132462b"/>
    <p:sldId xmlns:r="http://schemas.openxmlformats.org/officeDocument/2006/relationships" id="314" r:id="Re140ef8d164f42fa"/>
    <p:sldId xmlns:r="http://schemas.openxmlformats.org/officeDocument/2006/relationships" id="315" r:id="R91a37649b05447a4"/>
    <p:sldId xmlns:r="http://schemas.openxmlformats.org/officeDocument/2006/relationships" id="316" r:id="R2e4b11f8d8604449"/>
    <p:sldId xmlns:r="http://schemas.openxmlformats.org/officeDocument/2006/relationships" id="317" r:id="R43d28ba357d94ffa"/>
    <p:sldId xmlns:r="http://schemas.openxmlformats.org/officeDocument/2006/relationships" id="318" r:id="Ra9d0c4bd039d4deb"/>
    <p:sldId xmlns:r="http://schemas.openxmlformats.org/officeDocument/2006/relationships" id="319" r:id="R167a8951a4c14b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20b175c807423a" /><Relationship Type="http://schemas.openxmlformats.org/officeDocument/2006/relationships/slideMaster" Target="/ppt/slideMasters/slideMaster1.xml" Id="R513289d4b51c40d0" /><Relationship Type="http://schemas.openxmlformats.org/officeDocument/2006/relationships/notesMaster" Target="/ppt/notesMasters/notesMaster1.xml" Id="R3e3cee90e8554116" /><Relationship Type="http://schemas.openxmlformats.org/officeDocument/2006/relationships/presProps" Target="/ppt/presProps.xml" Id="R58847d477dce40ab" /><Relationship Type="http://schemas.openxmlformats.org/officeDocument/2006/relationships/tableStyles" Target="/ppt/tableStyles.xml" Id="Rf94cb7e5211e47e3" /><Relationship Type="http://schemas.openxmlformats.org/officeDocument/2006/relationships/slide" Target="/ppt/slides/slide1.xml" Id="Red5a74cdd8894327" /><Relationship Type="http://schemas.openxmlformats.org/officeDocument/2006/relationships/slide" Target="/ppt/slides/slide2.xml" Id="R49b99409adee4d4e" /><Relationship Type="http://schemas.openxmlformats.org/officeDocument/2006/relationships/slide" Target="/ppt/slides/slide3.xml" Id="R9de1e621cf22416f" /><Relationship Type="http://schemas.openxmlformats.org/officeDocument/2006/relationships/slide" Target="/ppt/slides/slide4.xml" Id="R7638bc38eb8045a8" /><Relationship Type="http://schemas.openxmlformats.org/officeDocument/2006/relationships/slide" Target="/ppt/slides/slide5.xml" Id="Rfda8c39ea4aa4f21" /><Relationship Type="http://schemas.openxmlformats.org/officeDocument/2006/relationships/slide" Target="/ppt/slides/slide6.xml" Id="Rf7d6ca4e79f94457" /><Relationship Type="http://schemas.openxmlformats.org/officeDocument/2006/relationships/slide" Target="/ppt/slides/slide7.xml" Id="Rf40450a5000f4c98" /><Relationship Type="http://schemas.openxmlformats.org/officeDocument/2006/relationships/slide" Target="/ppt/slides/slide8.xml" Id="R9a8ede59a0154d9d" /><Relationship Type="http://schemas.openxmlformats.org/officeDocument/2006/relationships/slide" Target="/ppt/slides/slide9.xml" Id="Rfd993f88ab644bc7" /><Relationship Type="http://schemas.openxmlformats.org/officeDocument/2006/relationships/slide" Target="/ppt/slides/slide10.xml" Id="R45c3f185a49e4157" /><Relationship Type="http://schemas.openxmlformats.org/officeDocument/2006/relationships/slide" Target="/ppt/slides/slide11.xml" Id="Rd6dade5f8338476c" /><Relationship Type="http://schemas.openxmlformats.org/officeDocument/2006/relationships/slide" Target="/ppt/slides/slide12.xml" Id="Rafb2a03ab5604fa5" /><Relationship Type="http://schemas.openxmlformats.org/officeDocument/2006/relationships/slide" Target="/ppt/slides/slide13.xml" Id="Re3c93e67403c41ab" /><Relationship Type="http://schemas.openxmlformats.org/officeDocument/2006/relationships/slide" Target="/ppt/slides/slide14.xml" Id="Rb172cb4104404519" /><Relationship Type="http://schemas.openxmlformats.org/officeDocument/2006/relationships/slide" Target="/ppt/slides/slide15.xml" Id="Reed524d3013642e6" /><Relationship Type="http://schemas.openxmlformats.org/officeDocument/2006/relationships/slide" Target="/ppt/slides/slide16.xml" Id="Rf5464b5723d44384" /><Relationship Type="http://schemas.openxmlformats.org/officeDocument/2006/relationships/slide" Target="/ppt/slides/slide17.xml" Id="R3ab12e45d9c7482a" /><Relationship Type="http://schemas.openxmlformats.org/officeDocument/2006/relationships/slide" Target="/ppt/slides/slide18.xml" Id="R3ec8e91556a44166" /><Relationship Type="http://schemas.openxmlformats.org/officeDocument/2006/relationships/slide" Target="/ppt/slides/slide19.xml" Id="R70ae9b7adb614019" /><Relationship Type="http://schemas.openxmlformats.org/officeDocument/2006/relationships/slide" Target="/ppt/slides/slide20.xml" Id="Ra53992e7c4644a9b" /><Relationship Type="http://schemas.openxmlformats.org/officeDocument/2006/relationships/slide" Target="/ppt/slides/slide21.xml" Id="R398f3177766d4b73" /><Relationship Type="http://schemas.openxmlformats.org/officeDocument/2006/relationships/slide" Target="/ppt/slides/slide22.xml" Id="R302051cda0034005" /><Relationship Type="http://schemas.openxmlformats.org/officeDocument/2006/relationships/slide" Target="/ppt/slides/slide23.xml" Id="R2f36d3b694d4464d" /><Relationship Type="http://schemas.openxmlformats.org/officeDocument/2006/relationships/slide" Target="/ppt/slides/slide24.xml" Id="R35e9a27184404fb9" /><Relationship Type="http://schemas.openxmlformats.org/officeDocument/2006/relationships/slide" Target="/ppt/slides/slide25.xml" Id="R0e88be7c3f104424" /><Relationship Type="http://schemas.openxmlformats.org/officeDocument/2006/relationships/slide" Target="/ppt/slides/slide26.xml" Id="Rdc47081d91cc44fb" /><Relationship Type="http://schemas.openxmlformats.org/officeDocument/2006/relationships/slide" Target="/ppt/slides/slide27.xml" Id="Ra29fd831228241c3" /><Relationship Type="http://schemas.openxmlformats.org/officeDocument/2006/relationships/slide" Target="/ppt/slides/slide28.xml" Id="Red221d3f9dc34190" /><Relationship Type="http://schemas.openxmlformats.org/officeDocument/2006/relationships/slide" Target="/ppt/slides/slide29.xml" Id="Rc54daf4a473d4aab" /><Relationship Type="http://schemas.openxmlformats.org/officeDocument/2006/relationships/slide" Target="/ppt/slides/slide30.xml" Id="R65466f40952d4931" /><Relationship Type="http://schemas.openxmlformats.org/officeDocument/2006/relationships/slide" Target="/ppt/slides/slide31.xml" Id="Rf27a573162354dc1" /><Relationship Type="http://schemas.openxmlformats.org/officeDocument/2006/relationships/slide" Target="/ppt/slides/slide32.xml" Id="Raf9147dcd1314ca5" /><Relationship Type="http://schemas.openxmlformats.org/officeDocument/2006/relationships/slide" Target="/ppt/slides/slide33.xml" Id="R93f1bdc0ac9d48fb" /><Relationship Type="http://schemas.openxmlformats.org/officeDocument/2006/relationships/slide" Target="/ppt/slides/slide34.xml" Id="R116e0f26b6b44dcd" /><Relationship Type="http://schemas.openxmlformats.org/officeDocument/2006/relationships/slide" Target="/ppt/slides/slide35.xml" Id="R31a9f5c1a553489d" /><Relationship Type="http://schemas.openxmlformats.org/officeDocument/2006/relationships/slide" Target="/ppt/slides/slide36.xml" Id="Rab5db142fb2e4900" /><Relationship Type="http://schemas.openxmlformats.org/officeDocument/2006/relationships/slide" Target="/ppt/slides/slide37.xml" Id="R1926e9474b964f8b" /><Relationship Type="http://schemas.openxmlformats.org/officeDocument/2006/relationships/slide" Target="/ppt/slides/slide38.xml" Id="R0cdda7674cc24fc3" /><Relationship Type="http://schemas.openxmlformats.org/officeDocument/2006/relationships/slide" Target="/ppt/slides/slide39.xml" Id="Rc1d885c4c903416e" /><Relationship Type="http://schemas.openxmlformats.org/officeDocument/2006/relationships/slide" Target="/ppt/slides/slide40.xml" Id="Rad6fcb7e1bc24ea4" /><Relationship Type="http://schemas.openxmlformats.org/officeDocument/2006/relationships/slide" Target="/ppt/slides/slide41.xml" Id="R5eaf54df142440f9" /><Relationship Type="http://schemas.openxmlformats.org/officeDocument/2006/relationships/slide" Target="/ppt/slides/slide42.xml" Id="R9a50ed9924a440bf" /><Relationship Type="http://schemas.openxmlformats.org/officeDocument/2006/relationships/slide" Target="/ppt/slides/slide43.xml" Id="Rdcd418c6f2124a8f" /><Relationship Type="http://schemas.openxmlformats.org/officeDocument/2006/relationships/slide" Target="/ppt/slides/slide44.xml" Id="R30a2fafcee1a41c1" /><Relationship Type="http://schemas.openxmlformats.org/officeDocument/2006/relationships/slide" Target="/ppt/slides/slide45.xml" Id="Rb55ff50b373040e5" /><Relationship Type="http://schemas.openxmlformats.org/officeDocument/2006/relationships/slide" Target="/ppt/slides/slide46.xml" Id="R8b3fcba15a834fce" /><Relationship Type="http://schemas.openxmlformats.org/officeDocument/2006/relationships/slide" Target="/ppt/slides/slide47.xml" Id="R3660b348ed964626" /><Relationship Type="http://schemas.openxmlformats.org/officeDocument/2006/relationships/slide" Target="/ppt/slides/slide48.xml" Id="Rd3274fc621fa412e" /><Relationship Type="http://schemas.openxmlformats.org/officeDocument/2006/relationships/slide" Target="/ppt/slides/slide49.xml" Id="Re2f83159eea54633" /><Relationship Type="http://schemas.openxmlformats.org/officeDocument/2006/relationships/slide" Target="/ppt/slides/slide50.xml" Id="R557163790e114bc3" /><Relationship Type="http://schemas.openxmlformats.org/officeDocument/2006/relationships/slide" Target="/ppt/slides/slide51.xml" Id="R812dafc83d004663" /><Relationship Type="http://schemas.openxmlformats.org/officeDocument/2006/relationships/slide" Target="/ppt/slides/slide52.xml" Id="R1ddd42ff0ef742dc" /><Relationship Type="http://schemas.openxmlformats.org/officeDocument/2006/relationships/slide" Target="/ppt/slides/slide53.xml" Id="Ra1e836b50fbe45d2" /><Relationship Type="http://schemas.openxmlformats.org/officeDocument/2006/relationships/slide" Target="/ppt/slides/slide54.xml" Id="R6e3d59ceae8b4cd0" /><Relationship Type="http://schemas.openxmlformats.org/officeDocument/2006/relationships/slide" Target="/ppt/slides/slide55.xml" Id="Rbf56c6959fb64220" /><Relationship Type="http://schemas.openxmlformats.org/officeDocument/2006/relationships/slide" Target="/ppt/slides/slide56.xml" Id="Rf6880caeb8a043d5" /><Relationship Type="http://schemas.openxmlformats.org/officeDocument/2006/relationships/slide" Target="/ppt/slides/slide57.xml" Id="Re9e0bc2f93964828" /><Relationship Type="http://schemas.openxmlformats.org/officeDocument/2006/relationships/slide" Target="/ppt/slides/slide58.xml" Id="Rc1906635f132462b" /><Relationship Type="http://schemas.openxmlformats.org/officeDocument/2006/relationships/slide" Target="/ppt/slides/slide59.xml" Id="Re140ef8d164f42fa" /><Relationship Type="http://schemas.openxmlformats.org/officeDocument/2006/relationships/slide" Target="/ppt/slides/slide60.xml" Id="R91a37649b05447a4" /><Relationship Type="http://schemas.openxmlformats.org/officeDocument/2006/relationships/slide" Target="/ppt/slides/slide61.xml" Id="R2e4b11f8d8604449" /><Relationship Type="http://schemas.openxmlformats.org/officeDocument/2006/relationships/slide" Target="/ppt/slides/slide62.xml" Id="R43d28ba357d94ffa" /><Relationship Type="http://schemas.openxmlformats.org/officeDocument/2006/relationships/slide" Target="/ppt/slides/slide63.xml" Id="Ra9d0c4bd039d4deb" /><Relationship Type="http://schemas.openxmlformats.org/officeDocument/2006/relationships/slide" Target="/ppt/slides/slide64.xml" Id="R167a8951a4c14b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549df56f1040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2b3d7a8a124663" /><Relationship Type="http://schemas.openxmlformats.org/officeDocument/2006/relationships/notesMaster" Target="/ppt/notesMasters/notesMaster1.xml" Id="Rfed4dda645a847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6e5a3cdb26499c" /><Relationship Type="http://schemas.openxmlformats.org/officeDocument/2006/relationships/notesMaster" Target="/ppt/notesMasters/notesMaster1.xml" Id="R4c67f7a8f3794a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3a07afa76c4496" /><Relationship Type="http://schemas.openxmlformats.org/officeDocument/2006/relationships/notesMaster" Target="/ppt/notesMasters/notesMaster1.xml" Id="Re268bd19ec6541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0b4283b7664914" /><Relationship Type="http://schemas.openxmlformats.org/officeDocument/2006/relationships/notesMaster" Target="/ppt/notesMasters/notesMaster1.xml" Id="Re7df7e0bf01440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eb4e4d95f84a4a" /><Relationship Type="http://schemas.openxmlformats.org/officeDocument/2006/relationships/notesMaster" Target="/ppt/notesMasters/notesMaster1.xml" Id="Rdbfc1e05b2154d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f5fe5c2eef4801" /><Relationship Type="http://schemas.openxmlformats.org/officeDocument/2006/relationships/notesMaster" Target="/ppt/notesMasters/notesMaster1.xml" Id="R452aeedb57784c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39438217324b95" /><Relationship Type="http://schemas.openxmlformats.org/officeDocument/2006/relationships/notesMaster" Target="/ppt/notesMasters/notesMaster1.xml" Id="R4ec18b0dbaf344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79b68f85ac4487" /><Relationship Type="http://schemas.openxmlformats.org/officeDocument/2006/relationships/notesMaster" Target="/ppt/notesMasters/notesMaster1.xml" Id="R0cc600d7c31142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fdb88c59d949c4" /><Relationship Type="http://schemas.openxmlformats.org/officeDocument/2006/relationships/notesMaster" Target="/ppt/notesMasters/notesMaster1.xml" Id="Rb594660ad62645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165f536b3d4319" /><Relationship Type="http://schemas.openxmlformats.org/officeDocument/2006/relationships/notesMaster" Target="/ppt/notesMasters/notesMaster1.xml" Id="Rd470369935c44c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6053d163794618" /><Relationship Type="http://schemas.openxmlformats.org/officeDocument/2006/relationships/notesMaster" Target="/ppt/notesMasters/notesMaster1.xml" Id="R04131eda44ca4e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5955599346f4d5e" /><Relationship Type="http://schemas.openxmlformats.org/officeDocument/2006/relationships/notesMaster" Target="/ppt/notesMasters/notesMaster1.xml" Id="R69e8cab15e5941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53d8074fbc4a8f" /><Relationship Type="http://schemas.openxmlformats.org/officeDocument/2006/relationships/notesMaster" Target="/ppt/notesMasters/notesMaster1.xml" Id="R08c5574cdbe243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13c9b4eba047d0" /><Relationship Type="http://schemas.openxmlformats.org/officeDocument/2006/relationships/notesMaster" Target="/ppt/notesMasters/notesMaster1.xml" Id="Rfd7baf956da946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f9e7fe379a4f65" /><Relationship Type="http://schemas.openxmlformats.org/officeDocument/2006/relationships/notesMaster" Target="/ppt/notesMasters/notesMaster1.xml" Id="R8bfa04c3ddc64c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c1c987bf145470e" /><Relationship Type="http://schemas.openxmlformats.org/officeDocument/2006/relationships/notesMaster" Target="/ppt/notesMasters/notesMaster1.xml" Id="Rff4c9f1f775946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d391352cf4f4720" /><Relationship Type="http://schemas.openxmlformats.org/officeDocument/2006/relationships/notesMaster" Target="/ppt/notesMasters/notesMaster1.xml" Id="R4bae9b87bf4f4e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992cb6ffd684887" /><Relationship Type="http://schemas.openxmlformats.org/officeDocument/2006/relationships/notesMaster" Target="/ppt/notesMasters/notesMaster1.xml" Id="R25f62360e650407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61ef1bc53424bcd" /><Relationship Type="http://schemas.openxmlformats.org/officeDocument/2006/relationships/notesMaster" Target="/ppt/notesMasters/notesMaster1.xml" Id="R3be7257adebd4e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40a6cae8b0a4ac9" /><Relationship Type="http://schemas.openxmlformats.org/officeDocument/2006/relationships/notesMaster" Target="/ppt/notesMasters/notesMaster1.xml" Id="Ra7693f29b7fe4ba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e0cdae50c924362" /><Relationship Type="http://schemas.openxmlformats.org/officeDocument/2006/relationships/notesMaster" Target="/ppt/notesMasters/notesMaster1.xml" Id="Rfdf5c20fba254b5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2b830e0c2bd4774" /><Relationship Type="http://schemas.openxmlformats.org/officeDocument/2006/relationships/notesMaster" Target="/ppt/notesMasters/notesMaster1.xml" Id="R30cf600331ec4e5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646c60026be42f8" /><Relationship Type="http://schemas.openxmlformats.org/officeDocument/2006/relationships/notesMaster" Target="/ppt/notesMasters/notesMaster1.xml" Id="R47e24e67b75e4bf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3a31cbb73574c99" /><Relationship Type="http://schemas.openxmlformats.org/officeDocument/2006/relationships/notesMaster" Target="/ppt/notesMasters/notesMaster1.xml" Id="R4412087759bf499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e6752c23e9141aa" /><Relationship Type="http://schemas.openxmlformats.org/officeDocument/2006/relationships/notesMaster" Target="/ppt/notesMasters/notesMaster1.xml" Id="R71dd79b1bd064ca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0b8bb64b2a64e0f" /><Relationship Type="http://schemas.openxmlformats.org/officeDocument/2006/relationships/notesMaster" Target="/ppt/notesMasters/notesMaster1.xml" Id="R48c455e5ae7f4d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a7256f3a58a46dd" /><Relationship Type="http://schemas.openxmlformats.org/officeDocument/2006/relationships/notesMaster" Target="/ppt/notesMasters/notesMaster1.xml" Id="Rcd8c5505508c493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c931e437ae540dd" /><Relationship Type="http://schemas.openxmlformats.org/officeDocument/2006/relationships/notesMaster" Target="/ppt/notesMasters/notesMaster1.xml" Id="R330964214f7942b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8da71fb913344d7" /><Relationship Type="http://schemas.openxmlformats.org/officeDocument/2006/relationships/notesMaster" Target="/ppt/notesMasters/notesMaster1.xml" Id="R7689c3c1d04d4d3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8e6c88b4cde47f8" /><Relationship Type="http://schemas.openxmlformats.org/officeDocument/2006/relationships/notesMaster" Target="/ppt/notesMasters/notesMaster1.xml" Id="R1799b1dfa2f84d8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a38ee25e30a4c74" /><Relationship Type="http://schemas.openxmlformats.org/officeDocument/2006/relationships/notesMaster" Target="/ppt/notesMasters/notesMaster1.xml" Id="R78e339eb1685412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00032bbc4754bc7" /><Relationship Type="http://schemas.openxmlformats.org/officeDocument/2006/relationships/notesMaster" Target="/ppt/notesMasters/notesMaster1.xml" Id="Rdc3bc82822c0415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7258d8f185e44d2" /><Relationship Type="http://schemas.openxmlformats.org/officeDocument/2006/relationships/notesMaster" Target="/ppt/notesMasters/notesMaster1.xml" Id="Rd9b9910cdd50412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6875707f62e4077" /><Relationship Type="http://schemas.openxmlformats.org/officeDocument/2006/relationships/notesMaster" Target="/ppt/notesMasters/notesMaster1.xml" Id="Rd9e291cbfdf44cb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467d757937b4b25" /><Relationship Type="http://schemas.openxmlformats.org/officeDocument/2006/relationships/notesMaster" Target="/ppt/notesMasters/notesMaster1.xml" Id="Rb466fab624c74d2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7283ce9354b4569" /><Relationship Type="http://schemas.openxmlformats.org/officeDocument/2006/relationships/notesMaster" Target="/ppt/notesMasters/notesMaster1.xml" Id="R5e0476c013954a8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2438537400d422c" /><Relationship Type="http://schemas.openxmlformats.org/officeDocument/2006/relationships/notesMaster" Target="/ppt/notesMasters/notesMaster1.xml" Id="R369f57bbc54e45c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8981cc5bcb441bf" /><Relationship Type="http://schemas.openxmlformats.org/officeDocument/2006/relationships/notesMaster" Target="/ppt/notesMasters/notesMaster1.xml" Id="R073c104a9c61479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0bd8c5d615f4b1a" /><Relationship Type="http://schemas.openxmlformats.org/officeDocument/2006/relationships/notesMaster" Target="/ppt/notesMasters/notesMaster1.xml" Id="R191112b14fcb40e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29273c813a44bcf" /><Relationship Type="http://schemas.openxmlformats.org/officeDocument/2006/relationships/notesMaster" Target="/ppt/notesMasters/notesMaster1.xml" Id="Raf148ee4678141a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52141eb70d84def" /><Relationship Type="http://schemas.openxmlformats.org/officeDocument/2006/relationships/notesMaster" Target="/ppt/notesMasters/notesMaster1.xml" Id="R0e8416b8c502418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b1cdefa07ef4726" /><Relationship Type="http://schemas.openxmlformats.org/officeDocument/2006/relationships/notesMaster" Target="/ppt/notesMasters/notesMaster1.xml" Id="R45f4f0c482b648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207267d61114d23" /><Relationship Type="http://schemas.openxmlformats.org/officeDocument/2006/relationships/notesMaster" Target="/ppt/notesMasters/notesMaster1.xml" Id="R88585857aa53455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2af464d98734e1a" /><Relationship Type="http://schemas.openxmlformats.org/officeDocument/2006/relationships/notesMaster" Target="/ppt/notesMasters/notesMaster1.xml" Id="R5e5d63b9cb6e42f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256d78968d64c68" /><Relationship Type="http://schemas.openxmlformats.org/officeDocument/2006/relationships/notesMaster" Target="/ppt/notesMasters/notesMaster1.xml" Id="R2736e35d2340470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50dff8894ef4822" /><Relationship Type="http://schemas.openxmlformats.org/officeDocument/2006/relationships/notesMaster" Target="/ppt/notesMasters/notesMaster1.xml" Id="R5efed51835cd49c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7558838a8ec74b88" /><Relationship Type="http://schemas.openxmlformats.org/officeDocument/2006/relationships/notesMaster" Target="/ppt/notesMasters/notesMaster1.xml" Id="Rb6a2d2a744d3486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4919e7c151342d8" /><Relationship Type="http://schemas.openxmlformats.org/officeDocument/2006/relationships/notesMaster" Target="/ppt/notesMasters/notesMaster1.xml" Id="R11a4e3c2ad6b4b9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fd371fa1cf24f54" /><Relationship Type="http://schemas.openxmlformats.org/officeDocument/2006/relationships/notesMaster" Target="/ppt/notesMasters/notesMaster1.xml" Id="Rc3437903a76a47c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45738f9d4af44f4" /><Relationship Type="http://schemas.openxmlformats.org/officeDocument/2006/relationships/notesMaster" Target="/ppt/notesMasters/notesMaster1.xml" Id="R97bfc31e74cc4f6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079e616326641f7" /><Relationship Type="http://schemas.openxmlformats.org/officeDocument/2006/relationships/notesMaster" Target="/ppt/notesMasters/notesMaster1.xml" Id="R71b2b034322146b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2bf2ae380ea4b01" /><Relationship Type="http://schemas.openxmlformats.org/officeDocument/2006/relationships/notesMaster" Target="/ppt/notesMasters/notesMaster1.xml" Id="Ra935e91abdda4f1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55d4933e3dfb44b2" /><Relationship Type="http://schemas.openxmlformats.org/officeDocument/2006/relationships/notesMaster" Target="/ppt/notesMasters/notesMaster1.xml" Id="R5685fe4fd18f4fa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568ab41e671540a5" /><Relationship Type="http://schemas.openxmlformats.org/officeDocument/2006/relationships/notesMaster" Target="/ppt/notesMasters/notesMaster1.xml" Id="R17412addea374d0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68e80a702597480a" /><Relationship Type="http://schemas.openxmlformats.org/officeDocument/2006/relationships/notesMaster" Target="/ppt/notesMasters/notesMaster1.xml" Id="R372ecfd40cb2481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2fde6c7861e43c3" /><Relationship Type="http://schemas.openxmlformats.org/officeDocument/2006/relationships/notesMaster" Target="/ppt/notesMasters/notesMaster1.xml" Id="R6f1ea62c6a3e471e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194b687336948f0" /><Relationship Type="http://schemas.openxmlformats.org/officeDocument/2006/relationships/notesMaster" Target="/ppt/notesMasters/notesMaster1.xml" Id="Reea7c2d995ef433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d87b97955ee4def" /><Relationship Type="http://schemas.openxmlformats.org/officeDocument/2006/relationships/notesMaster" Target="/ppt/notesMasters/notesMaster1.xml" Id="R3afe75c65d40469f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a759d63728e4385" /><Relationship Type="http://schemas.openxmlformats.org/officeDocument/2006/relationships/notesMaster" Target="/ppt/notesMasters/notesMaster1.xml" Id="Rcc066aa468ee4a03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47af67431954373" /><Relationship Type="http://schemas.openxmlformats.org/officeDocument/2006/relationships/notesMaster" Target="/ppt/notesMasters/notesMaster1.xml" Id="Rf3da9a36e669456e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11eb6215e5047fd" /><Relationship Type="http://schemas.openxmlformats.org/officeDocument/2006/relationships/notesMaster" Target="/ppt/notesMasters/notesMaster1.xml" Id="R7c9f2415dd8b43f6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d4d597a6389146b9" /><Relationship Type="http://schemas.openxmlformats.org/officeDocument/2006/relationships/notesMaster" Target="/ppt/notesMasters/notesMaster1.xml" Id="R6b16274d593044a3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2ac3bde362c4f48" /><Relationship Type="http://schemas.openxmlformats.org/officeDocument/2006/relationships/notesMaster" Target="/ppt/notesMasters/notesMaster1.xml" Id="R803b098c5dca4125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8b95f13521b14813" /><Relationship Type="http://schemas.openxmlformats.org/officeDocument/2006/relationships/notesMaster" Target="/ppt/notesMasters/notesMaster1.xml" Id="R6ff6fbdaac3740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0d67062b84a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dffd61767e451b" /><Relationship Type="http://schemas.openxmlformats.org/officeDocument/2006/relationships/slideLayout" Target="/ppt/slideLayouts/slideLayout1.xml" Id="R4268ec7e67ec47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68ec7e67ec47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4c4d60e1e4d95" /><Relationship Type="http://schemas.openxmlformats.org/officeDocument/2006/relationships/notesSlide" Target="/ppt/notesSlides/notesSlide1.xml" Id="R37cc94c8ff0943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a348c830d4036" /><Relationship Type="http://schemas.openxmlformats.org/officeDocument/2006/relationships/notesSlide" Target="/ppt/notesSlides/notesSlide2.xml" Id="R3707d696ecf84e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b9045126c433a" /><Relationship Type="http://schemas.openxmlformats.org/officeDocument/2006/relationships/chart" Target="/ppt/slides/charts/chart1.xml" Id="Rd72c1eae68124d93" /><Relationship Type="http://schemas.openxmlformats.org/officeDocument/2006/relationships/chart" Target="/ppt/slides/charts/chart2.xml" Id="Rf8f02db4fdff4669" /><Relationship Type="http://schemas.openxmlformats.org/officeDocument/2006/relationships/chart" Target="/ppt/slides/charts/chart3.xml" Id="R409857f23f30437c" /><Relationship Type="http://schemas.openxmlformats.org/officeDocument/2006/relationships/notesSlide" Target="/ppt/notesSlides/notesSlide3.xml" Id="Rd926f4f2055e4d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0dbf560df4bc9" /><Relationship Type="http://schemas.openxmlformats.org/officeDocument/2006/relationships/chart" Target="/ppt/slides/charts/chart4.xml" Id="R5823a7fedf684b8c" /><Relationship Type="http://schemas.openxmlformats.org/officeDocument/2006/relationships/chart" Target="/ppt/slides/charts/chart5.xml" Id="Raaf01b1d18f24b09" /><Relationship Type="http://schemas.openxmlformats.org/officeDocument/2006/relationships/notesSlide" Target="/ppt/notesSlides/notesSlide4.xml" Id="R4a8ca9e7336e4e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67c8ff105419d" /><Relationship Type="http://schemas.openxmlformats.org/officeDocument/2006/relationships/chart" Target="/ppt/slides/charts/chart6.xml" Id="R62a065857204471c" /><Relationship Type="http://schemas.openxmlformats.org/officeDocument/2006/relationships/notesSlide" Target="/ppt/notesSlides/notesSlide5.xml" Id="R454a39a7a9d242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9236ade584fb8" /><Relationship Type="http://schemas.openxmlformats.org/officeDocument/2006/relationships/chart" Target="/ppt/slides/charts/chart7.xml" Id="Redc51212a1e6467d" /><Relationship Type="http://schemas.openxmlformats.org/officeDocument/2006/relationships/chart" Target="/ppt/slides/charts/chart8.xml" Id="R713952a7b4714c89" /><Relationship Type="http://schemas.openxmlformats.org/officeDocument/2006/relationships/chart" Target="/ppt/slides/charts/chart9.xml" Id="R967a8d19399543c4" /><Relationship Type="http://schemas.openxmlformats.org/officeDocument/2006/relationships/notesSlide" Target="/ppt/notesSlides/notesSlide6.xml" Id="R3dfbe17c898045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46921f7e74a11" /><Relationship Type="http://schemas.openxmlformats.org/officeDocument/2006/relationships/chart" Target="/ppt/slides/charts/chart10.xml" Id="R7074d082c1434173" /><Relationship Type="http://schemas.openxmlformats.org/officeDocument/2006/relationships/chart" Target="/ppt/slides/charts/chart11.xml" Id="Ra02878a12d5f4e2f" /><Relationship Type="http://schemas.openxmlformats.org/officeDocument/2006/relationships/chart" Target="/ppt/slides/charts/chart12.xml" Id="R191e084b262f41a5" /><Relationship Type="http://schemas.openxmlformats.org/officeDocument/2006/relationships/chart" Target="/ppt/slides/charts/chart13.xml" Id="R8527f11de4b1425e" /><Relationship Type="http://schemas.openxmlformats.org/officeDocument/2006/relationships/chart" Target="/ppt/slides/charts/chart14.xml" Id="R9c53e9577e534e27" /><Relationship Type="http://schemas.openxmlformats.org/officeDocument/2006/relationships/notesSlide" Target="/ppt/notesSlides/notesSlide7.xml" Id="R648ce743647e44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2b77ed7e74e28" /><Relationship Type="http://schemas.openxmlformats.org/officeDocument/2006/relationships/chart" Target="/ppt/slides/charts/chart15.xml" Id="Rca73f0a5957e4aa3" /><Relationship Type="http://schemas.openxmlformats.org/officeDocument/2006/relationships/chart" Target="/ppt/slides/charts/chart16.xml" Id="R296a986d1220452e" /><Relationship Type="http://schemas.openxmlformats.org/officeDocument/2006/relationships/chart" Target="/ppt/slides/charts/chart17.xml" Id="R3393622f8c514526" /><Relationship Type="http://schemas.openxmlformats.org/officeDocument/2006/relationships/notesSlide" Target="/ppt/notesSlides/notesSlide8.xml" Id="R9aea3aedc5c443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994b2c57148e4" /><Relationship Type="http://schemas.openxmlformats.org/officeDocument/2006/relationships/chart" Target="/ppt/slides/charts/chart18.xml" Id="Rb2c4176b46394579" /><Relationship Type="http://schemas.openxmlformats.org/officeDocument/2006/relationships/chart" Target="/ppt/slides/charts/chart19.xml" Id="R2b32d0f7c61f4c59" /><Relationship Type="http://schemas.openxmlformats.org/officeDocument/2006/relationships/chart" Target="/ppt/slides/charts/chart20.xml" Id="R30efeba3ab3d4e49" /><Relationship Type="http://schemas.openxmlformats.org/officeDocument/2006/relationships/notesSlide" Target="/ppt/notesSlides/notesSlide9.xml" Id="R30ed6055ae8747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5451f81a04490" /><Relationship Type="http://schemas.openxmlformats.org/officeDocument/2006/relationships/chart" Target="/ppt/slides/charts/chart21.xml" Id="R401133e051f244a8" /><Relationship Type="http://schemas.openxmlformats.org/officeDocument/2006/relationships/chart" Target="/ppt/slides/charts/chart22.xml" Id="R4da770e81f66444b" /><Relationship Type="http://schemas.openxmlformats.org/officeDocument/2006/relationships/chart" Target="/ppt/slides/charts/chart23.xml" Id="R4f45c7664a534dc3" /><Relationship Type="http://schemas.openxmlformats.org/officeDocument/2006/relationships/notesSlide" Target="/ppt/notesSlides/notesSlide10.xml" Id="R112011de6d9541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4253054ae4670" /><Relationship Type="http://schemas.openxmlformats.org/officeDocument/2006/relationships/chart" Target="/ppt/slides/charts/chart24.xml" Id="R615e5fd86102460d" /><Relationship Type="http://schemas.openxmlformats.org/officeDocument/2006/relationships/notesSlide" Target="/ppt/notesSlides/notesSlide11.xml" Id="Re0f0dccd82e64a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a6b48f3044844" /><Relationship Type="http://schemas.openxmlformats.org/officeDocument/2006/relationships/chart" Target="/ppt/slides/charts/chart25.xml" Id="R5a0eb48d8ec44ad5" /><Relationship Type="http://schemas.openxmlformats.org/officeDocument/2006/relationships/chart" Target="/ppt/slides/charts/chart26.xml" Id="Rb009fe1058314eb6" /><Relationship Type="http://schemas.openxmlformats.org/officeDocument/2006/relationships/notesSlide" Target="/ppt/notesSlides/notesSlide12.xml" Id="R85b0d1788aeb42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06988a80d43d9" /><Relationship Type="http://schemas.openxmlformats.org/officeDocument/2006/relationships/chart" Target="/ppt/slides/charts/chart27.xml" Id="R15f8553f4149432b" /><Relationship Type="http://schemas.openxmlformats.org/officeDocument/2006/relationships/chart" Target="/ppt/slides/charts/chart28.xml" Id="Raa31514d808e4a38" /><Relationship Type="http://schemas.openxmlformats.org/officeDocument/2006/relationships/notesSlide" Target="/ppt/notesSlides/notesSlide13.xml" Id="R4b59aa4bd15240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43aee8a8c42d0" /><Relationship Type="http://schemas.openxmlformats.org/officeDocument/2006/relationships/chart" Target="/ppt/slides/charts/chart29.xml" Id="Rdc11db34a5874269" /><Relationship Type="http://schemas.openxmlformats.org/officeDocument/2006/relationships/chart" Target="/ppt/slides/charts/chart30.xml" Id="R47be799dd3d249b3" /><Relationship Type="http://schemas.openxmlformats.org/officeDocument/2006/relationships/notesSlide" Target="/ppt/notesSlides/notesSlide14.xml" Id="Rb555d1dada8e44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1105309654a0f" /><Relationship Type="http://schemas.openxmlformats.org/officeDocument/2006/relationships/notesSlide" Target="/ppt/notesSlides/notesSlide15.xml" Id="Reef0edd52de2449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736b07b0d4902" /><Relationship Type="http://schemas.openxmlformats.org/officeDocument/2006/relationships/notesSlide" Target="/ppt/notesSlides/notesSlide16.xml" Id="R752d7d2c560c40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e7e95dc3a4969" /><Relationship Type="http://schemas.openxmlformats.org/officeDocument/2006/relationships/chart" Target="/ppt/slides/charts/chart31.xml" Id="R7cbbf5e58b0447db" /><Relationship Type="http://schemas.openxmlformats.org/officeDocument/2006/relationships/chart" Target="/ppt/slides/charts/chart32.xml" Id="Rd56c07bc02c34207" /><Relationship Type="http://schemas.openxmlformats.org/officeDocument/2006/relationships/chart" Target="/ppt/slides/charts/chart33.xml" Id="R733a97bf53ea467e" /><Relationship Type="http://schemas.openxmlformats.org/officeDocument/2006/relationships/notesSlide" Target="/ppt/notesSlides/notesSlide17.xml" Id="R6136f01393bc4cf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ceda03d8647da" /><Relationship Type="http://schemas.openxmlformats.org/officeDocument/2006/relationships/notesSlide" Target="/ppt/notesSlides/notesSlide18.xml" Id="Rf3f1ce76419f498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1575cf2c343b4" /><Relationship Type="http://schemas.openxmlformats.org/officeDocument/2006/relationships/notesSlide" Target="/ppt/notesSlides/notesSlide19.xml" Id="R47d92f644e4b42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c9c8dcc2049f3" /><Relationship Type="http://schemas.openxmlformats.org/officeDocument/2006/relationships/notesSlide" Target="/ppt/notesSlides/notesSlide20.xml" Id="R361333067cc6485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e8ecf21324596" /><Relationship Type="http://schemas.openxmlformats.org/officeDocument/2006/relationships/notesSlide" Target="/ppt/notesSlides/notesSlide21.xml" Id="R541444839086478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9916ebfb04af4" /><Relationship Type="http://schemas.openxmlformats.org/officeDocument/2006/relationships/notesSlide" Target="/ppt/notesSlides/notesSlide22.xml" Id="R2a10c1c586dc4f6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4151c215844ac" /><Relationship Type="http://schemas.openxmlformats.org/officeDocument/2006/relationships/notesSlide" Target="/ppt/notesSlides/notesSlide23.xml" Id="R88b1c770149e465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fe5f73ff54e6c" /><Relationship Type="http://schemas.openxmlformats.org/officeDocument/2006/relationships/chart" Target="/ppt/slides/charts/chart34.xml" Id="R74c6dc832712467a" /><Relationship Type="http://schemas.openxmlformats.org/officeDocument/2006/relationships/notesSlide" Target="/ppt/notesSlides/notesSlide24.xml" Id="R8c4a4179f667469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d464cc3bf4d9b" /><Relationship Type="http://schemas.openxmlformats.org/officeDocument/2006/relationships/notesSlide" Target="/ppt/notesSlides/notesSlide25.xml" Id="Rb1ea05dc7efd42a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f842434eb48be" /><Relationship Type="http://schemas.openxmlformats.org/officeDocument/2006/relationships/chart" Target="/ppt/slides/charts/chart35.xml" Id="R029ebb5279cb4573" /><Relationship Type="http://schemas.openxmlformats.org/officeDocument/2006/relationships/chart" Target="/ppt/slides/charts/chart36.xml" Id="R413fc42190a941c7" /><Relationship Type="http://schemas.openxmlformats.org/officeDocument/2006/relationships/chart" Target="/ppt/slides/charts/chart37.xml" Id="R008d6b46843847d1" /><Relationship Type="http://schemas.openxmlformats.org/officeDocument/2006/relationships/notesSlide" Target="/ppt/notesSlides/notesSlide26.xml" Id="R860f7342695744e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d374f00114b96" /><Relationship Type="http://schemas.openxmlformats.org/officeDocument/2006/relationships/chart" Target="/ppt/slides/charts/chart38.xml" Id="Rdccd9433ca744595" /><Relationship Type="http://schemas.openxmlformats.org/officeDocument/2006/relationships/chart" Target="/ppt/slides/charts/chart39.xml" Id="Rc86334e043584cd0" /><Relationship Type="http://schemas.openxmlformats.org/officeDocument/2006/relationships/chart" Target="/ppt/slides/charts/chart40.xml" Id="R9f7c09cca0094671" /><Relationship Type="http://schemas.openxmlformats.org/officeDocument/2006/relationships/chart" Target="/ppt/slides/charts/chart41.xml" Id="R7b34580e75e046d4" /><Relationship Type="http://schemas.openxmlformats.org/officeDocument/2006/relationships/notesSlide" Target="/ppt/notesSlides/notesSlide27.xml" Id="R409af59add2843c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35decc2cd41ea" /><Relationship Type="http://schemas.openxmlformats.org/officeDocument/2006/relationships/chart" Target="/ppt/slides/charts/chart42.xml" Id="R3c48edf819234a70" /><Relationship Type="http://schemas.openxmlformats.org/officeDocument/2006/relationships/chart" Target="/ppt/slides/charts/chart43.xml" Id="R3fec031503e748b2" /><Relationship Type="http://schemas.openxmlformats.org/officeDocument/2006/relationships/chart" Target="/ppt/slides/charts/chart44.xml" Id="Re500554bd61f4074" /><Relationship Type="http://schemas.openxmlformats.org/officeDocument/2006/relationships/chart" Target="/ppt/slides/charts/chart45.xml" Id="Rc147e7b143d84b79" /><Relationship Type="http://schemas.openxmlformats.org/officeDocument/2006/relationships/chart" Target="/ppt/slides/charts/chart46.xml" Id="R05b1f54d1ba54923" /><Relationship Type="http://schemas.openxmlformats.org/officeDocument/2006/relationships/notesSlide" Target="/ppt/notesSlides/notesSlide28.xml" Id="R2cd233ba27ce4ba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007dabd3041c2" /><Relationship Type="http://schemas.openxmlformats.org/officeDocument/2006/relationships/notesSlide" Target="/ppt/notesSlides/notesSlide29.xml" Id="Rb1133e6d70f3445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2ef61b0ad4fc7" /><Relationship Type="http://schemas.openxmlformats.org/officeDocument/2006/relationships/notesSlide" Target="/ppt/notesSlides/notesSlide30.xml" Id="Rf817be360e0a444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2dfa8fd9545ec" /><Relationship Type="http://schemas.openxmlformats.org/officeDocument/2006/relationships/notesSlide" Target="/ppt/notesSlides/notesSlide31.xml" Id="R3da7151397634a8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7e8c5bf944a25" /><Relationship Type="http://schemas.openxmlformats.org/officeDocument/2006/relationships/notesSlide" Target="/ppt/notesSlides/notesSlide32.xml" Id="R1fba255a0fdd4c1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9497e3d91442d" /><Relationship Type="http://schemas.openxmlformats.org/officeDocument/2006/relationships/notesSlide" Target="/ppt/notesSlides/notesSlide33.xml" Id="R0b9f112319e24a2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e70af4f5744af" /><Relationship Type="http://schemas.openxmlformats.org/officeDocument/2006/relationships/notesSlide" Target="/ppt/notesSlides/notesSlide34.xml" Id="Rb5a614088e3a4af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95b1c049c4a13" /><Relationship Type="http://schemas.openxmlformats.org/officeDocument/2006/relationships/notesSlide" Target="/ppt/notesSlides/notesSlide35.xml" Id="Re1f496bf73d044b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0d0c4c47d45a7" /><Relationship Type="http://schemas.openxmlformats.org/officeDocument/2006/relationships/notesSlide" Target="/ppt/notesSlides/notesSlide36.xml" Id="R2fbde10ad20c4f7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6149de63f4b40" /><Relationship Type="http://schemas.openxmlformats.org/officeDocument/2006/relationships/notesSlide" Target="/ppt/notesSlides/notesSlide37.xml" Id="Rff7797d39d874e0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5b78324474769" /><Relationship Type="http://schemas.openxmlformats.org/officeDocument/2006/relationships/notesSlide" Target="/ppt/notesSlides/notesSlide38.xml" Id="R9d3084523ab94aa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88e42bdf44448" /><Relationship Type="http://schemas.openxmlformats.org/officeDocument/2006/relationships/notesSlide" Target="/ppt/notesSlides/notesSlide39.xml" Id="Reb6f67229da2457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bc5802f984bd0" /><Relationship Type="http://schemas.openxmlformats.org/officeDocument/2006/relationships/notesSlide" Target="/ppt/notesSlides/notesSlide40.xml" Id="Rba8d8d9ba2c143e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136634dd64ef8" /><Relationship Type="http://schemas.openxmlformats.org/officeDocument/2006/relationships/notesSlide" Target="/ppt/notesSlides/notesSlide41.xml" Id="Rfd873a1bd7104fc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8619be6ce4aa2" /><Relationship Type="http://schemas.openxmlformats.org/officeDocument/2006/relationships/notesSlide" Target="/ppt/notesSlides/notesSlide42.xml" Id="R6f4c3548a02f446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af245c5344c5f" /><Relationship Type="http://schemas.openxmlformats.org/officeDocument/2006/relationships/notesSlide" Target="/ppt/notesSlides/notesSlide43.xml" Id="Rf2769354b93d4cf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f7259fc4f4a8d" /><Relationship Type="http://schemas.openxmlformats.org/officeDocument/2006/relationships/notesSlide" Target="/ppt/notesSlides/notesSlide44.xml" Id="R1965da10ff1f4d1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1879340be47ae" /><Relationship Type="http://schemas.openxmlformats.org/officeDocument/2006/relationships/notesSlide" Target="/ppt/notesSlides/notesSlide45.xml" Id="Rcb0bda8e4a32406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5b5f7044e4a89" /><Relationship Type="http://schemas.openxmlformats.org/officeDocument/2006/relationships/notesSlide" Target="/ppt/notesSlides/notesSlide46.xml" Id="R784e768c855d4ac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b247d25b043d5" /><Relationship Type="http://schemas.openxmlformats.org/officeDocument/2006/relationships/notesSlide" Target="/ppt/notesSlides/notesSlide47.xml" Id="Rd1aadc045d28410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76959cf6e4707" /><Relationship Type="http://schemas.openxmlformats.org/officeDocument/2006/relationships/notesSlide" Target="/ppt/notesSlides/notesSlide48.xml" Id="R448e25dfb46f434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be38eb53a4914" /><Relationship Type="http://schemas.openxmlformats.org/officeDocument/2006/relationships/notesSlide" Target="/ppt/notesSlides/notesSlide49.xml" Id="Rbc84169bec7e4e1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f6ec8b2454bc6" /><Relationship Type="http://schemas.openxmlformats.org/officeDocument/2006/relationships/notesSlide" Target="/ppt/notesSlides/notesSlide50.xml" Id="R5372b4cf2fb4478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8752730e34b46" /><Relationship Type="http://schemas.openxmlformats.org/officeDocument/2006/relationships/notesSlide" Target="/ppt/notesSlides/notesSlide51.xml" Id="R185c3835e59a4e6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5f356fea8408b" /><Relationship Type="http://schemas.openxmlformats.org/officeDocument/2006/relationships/notesSlide" Target="/ppt/notesSlides/notesSlide52.xml" Id="Rb0b5819b4699451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b1a02c97e4588" /><Relationship Type="http://schemas.openxmlformats.org/officeDocument/2006/relationships/notesSlide" Target="/ppt/notesSlides/notesSlide53.xml" Id="R4aac05eb24fa414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0592e9d254d12" /><Relationship Type="http://schemas.openxmlformats.org/officeDocument/2006/relationships/chart" Target="/ppt/slides/charts/chart47.xml" Id="Rc6c40b056a844e07" /><Relationship Type="http://schemas.openxmlformats.org/officeDocument/2006/relationships/chart" Target="/ppt/slides/charts/chart48.xml" Id="Rca08db916c5f452f" /><Relationship Type="http://schemas.openxmlformats.org/officeDocument/2006/relationships/chart" Target="/ppt/slides/charts/chart49.xml" Id="R4f7564cd62224967" /><Relationship Type="http://schemas.openxmlformats.org/officeDocument/2006/relationships/chart" Target="/ppt/slides/charts/chart50.xml" Id="R9bfe0ee72ca14070" /><Relationship Type="http://schemas.openxmlformats.org/officeDocument/2006/relationships/chart" Target="/ppt/slides/charts/chart51.xml" Id="R4050263a51c44085" /><Relationship Type="http://schemas.openxmlformats.org/officeDocument/2006/relationships/chart" Target="/ppt/slides/charts/chart52.xml" Id="R7fd14c8043914c61" /><Relationship Type="http://schemas.openxmlformats.org/officeDocument/2006/relationships/chart" Target="/ppt/slides/charts/chart53.xml" Id="R89660ce8a1bc40c9" /><Relationship Type="http://schemas.openxmlformats.org/officeDocument/2006/relationships/notesSlide" Target="/ppt/notesSlides/notesSlide54.xml" Id="Raf8cfc8a8375491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5944403aa400c" /><Relationship Type="http://schemas.openxmlformats.org/officeDocument/2006/relationships/chart" Target="/ppt/slides/charts/chart54.xml" Id="Rd83ae76cabc04dde" /><Relationship Type="http://schemas.openxmlformats.org/officeDocument/2006/relationships/notesSlide" Target="/ppt/notesSlides/notesSlide55.xml" Id="R6fbb4b199d79401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beffe51bb4fd8" /><Relationship Type="http://schemas.openxmlformats.org/officeDocument/2006/relationships/chart" Target="/ppt/slides/charts/chart55.xml" Id="R01b6a9b3cef94f4f" /><Relationship Type="http://schemas.openxmlformats.org/officeDocument/2006/relationships/chart" Target="/ppt/slides/charts/chart56.xml" Id="R601792b8f9404c63" /><Relationship Type="http://schemas.openxmlformats.org/officeDocument/2006/relationships/notesSlide" Target="/ppt/notesSlides/notesSlide56.xml" Id="R24ed5a941b22486d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e8c5c51b64b44" /><Relationship Type="http://schemas.openxmlformats.org/officeDocument/2006/relationships/chart" Target="/ppt/slides/charts/chart57.xml" Id="R5d17f19bc6564d48" /><Relationship Type="http://schemas.openxmlformats.org/officeDocument/2006/relationships/notesSlide" Target="/ppt/notesSlides/notesSlide57.xml" Id="R4b80346f5b1643c4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111af4f740a4" /><Relationship Type="http://schemas.openxmlformats.org/officeDocument/2006/relationships/chart" Target="/ppt/slides/charts/chart58.xml" Id="Re1a9407e8c714889" /><Relationship Type="http://schemas.openxmlformats.org/officeDocument/2006/relationships/notesSlide" Target="/ppt/notesSlides/notesSlide58.xml" Id="R2ffea406f2684be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826701c354956" /><Relationship Type="http://schemas.openxmlformats.org/officeDocument/2006/relationships/chart" Target="/ppt/slides/charts/chart59.xml" Id="Rda0fede7a0f14242" /><Relationship Type="http://schemas.openxmlformats.org/officeDocument/2006/relationships/notesSlide" Target="/ppt/notesSlides/notesSlide59.xml" Id="Rea5b431482634c7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30b9a5024448b" /><Relationship Type="http://schemas.openxmlformats.org/officeDocument/2006/relationships/notesSlide" Target="/ppt/notesSlides/notesSlide60.xml" Id="Rede6e5a70007438d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0d5c8025744c6" /><Relationship Type="http://schemas.openxmlformats.org/officeDocument/2006/relationships/chart" Target="/ppt/slides/charts/chart60.xml" Id="Rce88fc55f6bf4379" /><Relationship Type="http://schemas.openxmlformats.org/officeDocument/2006/relationships/notesSlide" Target="/ppt/notesSlides/notesSlide61.xml" Id="R1825cb464f394dac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721d494ef4ff7" /><Relationship Type="http://schemas.openxmlformats.org/officeDocument/2006/relationships/chart" Target="/ppt/slides/charts/chart61.xml" Id="R0c5c6e63f300491e" /><Relationship Type="http://schemas.openxmlformats.org/officeDocument/2006/relationships/notesSlide" Target="/ppt/notesSlides/notesSlide62.xml" Id="R9b48abfe74c54202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5419e08384238" /><Relationship Type="http://schemas.openxmlformats.org/officeDocument/2006/relationships/chart" Target="/ppt/slides/charts/chart62.xml" Id="R62b5acecb1824c29" /><Relationship Type="http://schemas.openxmlformats.org/officeDocument/2006/relationships/notesSlide" Target="/ppt/notesSlides/notesSlide63.xml" Id="R315550e3ed52476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6d367be6d4534" /><Relationship Type="http://schemas.openxmlformats.org/officeDocument/2006/relationships/notesSlide" Target="/ppt/notesSlides/notesSlide64.xml" Id="Rf4c709b445fd46b1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FF511-84AC-4E73-BA26-5046861C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D48A0-4E39-4F71-90CA-E1CC7FCC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69EBC-CC15-4283-BF88-97928FF7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6BB21-FFF4-43FA-8857-686D982A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940956-40F7-4580-B39E-1C3341F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E8F32-9CAC-401A-9924-C4EC4A2C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0F7B3-48A1-4199-BD14-B1689C0E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6154713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9B704B-5F72-41EF-9D65-24281AD8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28921-1884-47C1-965B-FD74993A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B5B2E-3A47-4E99-8067-E323F65C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90A09-EFE2-459F-BD65-20916A57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9C6AF-2A83-47A5-84BD-B36417A7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47D67-3F66-46D0-93CF-A5261B68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11CE7-0A74-4D7E-9A9E-A6A4B99D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E0625A-A200-4920-BC32-444320E7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5725C-FA51-4715-80A5-4CF30767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72FD88-4431-41CB-BCA1-44EEAE56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46A02-C672-4508-88BB-3297024C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1F1FC3-39E8-4DCE-BB32-CCC51DE7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58A58-DA38-4250-98E6-6467C8F4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7CA88A-47E6-40EF-A0C7-23CC4CBC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3D6238-D81E-46DD-A380-AAB8D061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DA58C4-715A-4C29-BB3F-52E10260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F0DF4-8A93-4770-AB59-21FFCABD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09180-7A91-4D2F-A7C4-77799B02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3ADC37-1C74-46CD-92DC-AD2A11B1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6460FF-414B-49E5-9C59-6C9E2A44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03C974-3370-4123-BE26-5F0A2E34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2910597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057F84-4A6B-456C-A724-3B2C6758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8047B-375A-4C70-9BA0-4543629E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AE31D-BA7A-4E10-A483-EE310477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F62E4-A325-48E3-B3F3-D9BE2F10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90994-3922-441F-8C34-704D16D9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0A365-1F29-4C25-8B5B-83700C0A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70401-39FB-412A-B5C1-D87CBFE5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6BB8D-A18B-4D4A-9640-4AA13759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2c1eae68124d9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7465B-0783-4DFF-A0C4-BCAB5BA2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05B0E-D21F-4830-9692-E7AF8E2D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E411B-14E0-4699-9FD6-A7215D30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f02db4fdff4669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9857f23f30437c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32A7A-5E73-4A6D-9652-9DB58088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A106B-5D45-41A1-BA9B-820E2C67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FA59-8E51-4299-A498-2B491558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7638665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495FAE-169B-4BC3-9615-27C9C7FD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5591C-F293-48EE-8EB2-55558541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BEBCA-53E1-4123-A8F4-D2658FDA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8DE16-D2D6-4335-9CF1-9A1B622F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0C92F-6473-4C01-B4B5-C7171FC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81F3E-47BA-4611-9DD3-BE77152C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3F4AD-CE58-4A72-9DE1-B7B632DE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B51B4D-1B90-4CA4-951C-912ADB38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23a7fedf684b8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10FB2-5E01-4C76-8B11-0E66A3AE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EA4AE-3B46-4649-8E5C-62947C52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f01b1d18f24b0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C11F8-C23D-4AAD-B000-6E57153E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99339-B696-4A33-BC51-58CCCB19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0B7EFF-4B1D-489C-A2A0-58229A59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09236-6FDE-460F-AC97-57959C66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93044B-10A5-486E-8639-6BBD842E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D698DB-85AF-4D33-8FAD-026669E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F25A6-FE42-4F81-824A-04E0654A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C78C4-6FEB-428F-848F-67CE3000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A1FA19-9872-42E0-9F84-05C3532F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B1CBDF-9F34-4CB9-A57D-0810283B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3B7C62-3CE7-4DEF-B13F-57144DE6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C00042-57BF-4777-83D2-83C71D35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387197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CB2F01-A889-4E83-820A-145EC72E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DFC5F-D249-467B-AAA6-A04DB1EC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6E153-DACE-4BFC-B13C-C04B25F8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7A01F-3C64-4125-953C-4A8FB72B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C758E-E250-49DD-AB4F-C623E92B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CFFE1-DCFF-4D10-A2D3-7401E4C9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AB77C-0900-4817-B1C3-A6A24DC3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935BD-E6E2-4F2A-8A4E-6FE21BE8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a065857204471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73C28-B1C7-4E9B-A706-3BC425D9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CB3B1-7D8E-413E-B5C1-75EA33FA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CB0DB8-7DB3-4F4E-AC0C-0A03990D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42E5A-BC7C-44A4-864A-011C7589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88335-70FF-4F91-8033-87C0162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AA342-606F-49CD-80CC-714C5F17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9BD9D9-CDEB-45E6-8795-6B0E5A38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1062E-A684-4F57-8EDD-C93398CE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6BA431-1055-49EA-A29C-30AA8AAD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CB348C-9587-45AC-B298-A73580F1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8138F5-16EB-45C6-B0D2-5E74ECB5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531FA-5DD4-457C-A410-A9CDA45C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9477506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570ED-D902-4BFE-8163-641E57B7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19D8F-2CC4-4F4A-B1F6-302E5392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05D5F-42AF-42A3-ACD6-62F3E7EF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95EA3-B162-44B9-A317-A984EB85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937E8-54F7-456D-A869-49C1CD11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DD039-9547-4E57-A400-ACC12530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4727FD-A054-4BCD-A92B-DBD11CB0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E1483-E206-4466-A8A0-97F106BB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c51212a1e6467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CAB91-0F76-4358-9F5C-0614E72C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A83A47-956C-445A-91F4-70C161C7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3952a7b4714c8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FC08E-A1B8-4B4E-A2EF-E6C18F79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1039C-9312-44E7-9EA6-CEBDB958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7a8d19399543c4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12443C-F7D7-4007-AEBC-25DEF834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8696340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88251-3AD2-4B42-AC8A-82A691C1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BA9A0-5FC3-40EF-B7D7-E0426E95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B90A4-0BE2-4431-99B8-F7EC2CB0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3CA71-A0B3-4DC1-8D9F-C4342EA9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C027B-F117-4AC9-8E78-8D143B5D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557E9-258D-4765-B814-4D5C80A9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74d082c143417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6F969-3D10-4E1F-A559-D3801FBD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67740-6869-4E48-9160-EFB80074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2878a12d5f4e2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AB8DB-5E7F-4FD0-8349-94210ED2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B9985-A31A-40AD-86FD-19B2C18E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1e084b262f41a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21D53-E597-4233-9A44-C25449BA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295100-558A-4ADA-8271-D341DA3D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27f11de4b1425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4F3D3-CDB1-4AC1-B756-D40BF0F4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B98536-2C1E-4322-AABB-05BB3723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01A9D5-45EB-4940-8BE3-61F46D35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53e9577e534e27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056C4-B2D0-4536-B1D4-EB2B4AE8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732690-2E99-4FAD-AA8A-8F56B715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3569444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95B46-6C96-4073-A0E3-F43EB793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6C5E0-D7D7-48B2-AB98-670D74B7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D6E78-496B-4A12-B491-BA817A20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9F391-30D6-4252-B803-1D33384E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D0E67-8443-49DE-A61E-8164B0FE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BFF35-0E58-40CB-9337-84259E0E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6BD2F-4F75-4CD7-994C-7BB947FE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2B4F5-43FA-4675-9C86-907F5D96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73f0a5957e4aa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EFB8A-04C6-4CE0-B28A-127C4BF6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8D273-23F4-4D7C-880B-2463994B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6a986d1220452e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93622f8c51452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E74510-A91E-4D6C-BB10-B6CA6AC0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284F4-A5E1-4AC0-9B83-9C6751A3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Cinco propostas documentais, somando R$ 29,3 bi, permanecem em validação; o gráfico reproduz a classificação oficial.</a:t>
            </a:r>
          </a:p>
        </p:txBody>
      </p:sp>
    </p:spTree>
    <p:extLst>
      <p:ext uri="{BB962C8B-B14F-4D97-AF65-F5344CB8AC3E}">
        <p14:creationId xmlns:p14="http://schemas.microsoft.com/office/powerpoint/2010/main" val="2764172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9BF5CF-9FD5-4FEC-AE4E-2F37FCAD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210CA-DF37-4DBB-8E43-82F85B79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30DD7-71D3-445A-95F8-437731AB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B95F1-68AB-4799-B5A4-FD2DCABA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A8631-1DD8-4041-839A-6FEE74F8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D4B0C-FB2B-4DD5-84A2-6FC76BA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5C2BF-9F3F-4D80-A6DF-4B00BF8F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1AB1F-F40C-4723-A206-A245DD06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c4176b4639457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461FC-B37D-439D-B9CC-B0D08CA8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09F29-367E-4FFD-BCF4-1BA906C9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32d0f7c61f4c59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efeba3ab3d4e4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66105-977B-45AF-B98D-00E29B38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9573919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8B8527-4761-4F4D-8B74-88DDFBAB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F1448-5678-4915-A9CE-2D00B64C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E31D5-7D2B-4F79-8A59-DA230F6F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6B806-EDBC-4644-944D-205083DD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EC0D-2399-4131-8975-9EA48A36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0EB73-9E0E-4A65-A043-D72EA2C0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7DA25-D5B7-4007-A62D-B8BC4A42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B8E8A-8690-42ED-887F-F8845395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1133e051f244a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707A1B-0880-417B-AFF8-E910AC98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1257E-8960-4CCE-A3A5-B9EF665E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a770e81f66444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DC9C3-CE3B-47C5-A6DC-8281E23D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FC99C-F66B-487B-9F86-F2D41556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45c7664a534dc3"/>
          </a:graphicData>
        </a:graphic>
      </p:graphicFrame>
    </p:spTree>
    <p:extLst>
      <p:ext uri="{BB962C8B-B14F-4D97-AF65-F5344CB8AC3E}">
        <p14:creationId xmlns:p14="http://schemas.microsoft.com/office/powerpoint/2010/main" val="1858390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3B8EE0-5C0D-4BF3-A64C-9B5289FD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BBE2A-ADAE-4B11-80D4-2B2C3B10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4DB8E9-A839-4DD9-BADD-C6846859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D0D7B-9DF2-4ADE-8E02-A2CBB0E4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78BEF-A93E-4C59-8E49-00EC899C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8541E-B56F-48FD-95A3-8220BF7C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55E3F-4411-4A5B-B004-1572B632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9C1AB-F2E4-4C5C-ADD9-1F1427F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5e5fd86102460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8C51F-B74B-4A05-93A8-D5478D2E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44905-2D10-4804-8F77-CCDFA528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1895F-209F-4DA1-81EF-E2B1EE50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72A94-7154-4E72-A1B5-BE183036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A0B454-D399-412F-8A3C-E2FC5812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185F8-BF7B-42B3-88BA-5ADD668B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F0018-9189-48AA-A854-A6D42408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890A1E-39ED-4A3A-9F63-AE3E228C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89DF18-599F-4508-90B7-896AC122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FEAB2C-66FC-416A-8824-8D576B83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49E541-1D26-487F-8C8B-DB2A31BD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9B731-81D9-40B6-9F5A-C77264FF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BD4746-233D-48BA-BB13-A4A057DF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40D6B2-4F9C-4750-905A-45DAD441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EF62A2-6ED6-463D-B54E-21F57965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3184C9-BF5F-4052-970E-53CCE2E0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D59DC5-B2A0-4E53-BEBC-197C9DE5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987E2F-E01A-4351-AB95-4E7F099B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0D10CD-DDAE-49EB-A142-2A2A8335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BACEFA-3C63-4D49-9837-32F68361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D4D5F4-EE22-4E22-946E-6B7169E0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3649556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E210AD-73BF-43F6-A780-9C92368F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7813C-5357-4B6D-82EF-917F1342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54B7B-9DFD-41E6-B6DC-3CC32F6C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76F49-B842-46FB-BAA2-605BCC75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1862F-89F7-43ED-BA7B-1CC7879A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9B422-8011-455B-9046-E8F5D0C8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00CD7-F2EC-4CBF-B411-0DA63EC9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7AB1C-E9A7-402C-BE37-0604C228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0eb48d8ec44ad5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09fe1058314eb6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79A63-1AD3-4AD7-B9A3-A0CD8BFD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CA91D-74DA-4914-8D90-21B3C7B4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996E2-32E6-4396-8C77-46B45BDB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E27AA-739E-48D4-B58F-EA8647C1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1E1F4-EB2D-4D12-8B9E-40114D81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8737213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208DA7-F939-48B2-9BA6-32FC3A35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A3AF8-0D5A-4A32-B335-D5755B5C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0A4E86-C898-40BB-9F7E-1F2E75A5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CAFFA-7A6A-44D1-809F-92F0EDE3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11E1B-F3B1-4DB1-A342-4C4CF81E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76DA1-743C-4DB9-9626-237ED81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A7C97-44E7-45D9-8AA4-954AC9BB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F9143-9D4B-4782-82BA-B44B4F64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f8553f4149432b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31514d808e4a3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082C7-9239-4FD7-9726-D641AC1B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023A92-7A51-42B9-9E3F-B1F3D654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62EB31-B7C2-424A-B230-C80905EA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5CCA0B-0076-4D87-B803-0AF8A78D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09ACE9-45A1-449A-A1C7-2BDB3E18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4822835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9A3254-7479-40B7-95E0-E60A9FEB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B394F-BD0C-46CF-8CCE-5E86EEC9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D4F4-6F16-40B5-816D-14B840DA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2B851-3B36-4E61-AFB0-08E266E6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D7454-C156-4739-8854-9639D11F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471F1-9F36-44AF-8ADC-6E422267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7949E6-4671-4AE1-A9F2-616971B1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19C70-AEEA-48E5-AF30-58EA8CF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11db34a587426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833D7-7448-4FFD-B342-36BF96E7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166CB-1D89-44F2-8D53-89F797BB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be799dd3d249b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63FF2-7158-40A1-B5DD-48B64684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0084398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C6D37-3F79-4EB6-B3DB-440AE8AF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94244-466D-40C0-8512-7E2A02C8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4D7C4-1989-4430-917D-4B5E16B9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9B5BA-F0E3-4B22-A037-3B85264E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968B4-76AE-4B83-98D0-FF8DF0EB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17239-003B-4172-871E-59042269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AA770-E9AC-47FA-8A0E-BB8D6003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783109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10CC1-0CFE-4163-8EBF-C134E159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182FF-15CD-4B49-AA9B-6BA35079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7C377-642A-4EF1-961F-7226F846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95E43-5B5D-4186-99FC-0F0F7964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155D9-6794-4033-9498-5EE8F3EE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ABDE9-7EEA-41B1-A2FF-F77DE4B6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3C63F-CF01-46A5-AD05-3F7A598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46D12-52D5-4F9E-909A-94241181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A9531-7C99-4659-9695-847D738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AD50C-A2D9-4BF9-9677-E75805A1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6846C-8FBC-4625-9431-AD69E798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53101093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850408-5E8F-487A-A34D-A7186A8C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E8DC6-7264-4274-B2FD-01406FD7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18A53-F0D9-4948-9775-30586C04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B77918-0F60-471B-B616-AFDA2302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6ECC-5A60-4BD5-9CA5-CF3F8C04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DF3CF-F6E0-4DE2-A264-1EE2858D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022C5-F28B-4C67-BC3D-893C6176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56BC4-8AE9-4D39-BA4D-E18AF4DF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bbf5e58b0447d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F1D40-D46F-4B4D-8255-97EE7653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223D4-BE20-43E3-9823-96E254E2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9F889-CF16-4242-97A7-B205F5F8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6c07bc02c3420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F10B5-D8F5-4CD3-B220-55B953DD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9CDB1-C48C-4E1E-B178-7802D031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1677E-40D5-472E-B18E-BE716E20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3a97bf53ea467e"/>
          </a:graphicData>
        </a:graphic>
      </p:graphicFrame>
    </p:spTree>
    <p:extLst>
      <p:ext uri="{BB962C8B-B14F-4D97-AF65-F5344CB8AC3E}">
        <p14:creationId xmlns:p14="http://schemas.microsoft.com/office/powerpoint/2010/main" val="21162886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C8F48A-F80C-4B98-8E73-4F38AA7B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7C951-21D6-4E25-846F-7643F508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1B987-5538-4203-8006-B99A4FA2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53222-A30F-4999-81A8-F5986A17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297CA-C873-4BB0-93BB-B81318C7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DE0A9-3C7F-4642-9BFB-AFB8287C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09925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7BBD6-3D71-47F5-AF0D-1C58AB3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AEFDF-F9E5-4E83-99CB-CFFD898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23C5C-FDEA-428A-B0E7-BE75046A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82BB0-1AB4-4394-A155-152B39CF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AE4FA-3E48-4E2E-A4A9-4B0ECE67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B18B4-544B-469A-A896-395AB8C7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44174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3A5C0-7F40-46D3-A027-23D0CBB0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715AE9-CBC3-440F-A4CC-5AEA0F33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9A9D5-A3B3-41B0-90A1-DC3049B1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D16D5-B30F-48EE-B7D2-99E7ABCC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03881-F7F2-4CAE-B7E1-8DBEFBFF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F1A2A-4A74-4C32-8D69-7687DED6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66: CNPJ/MF N° 06.182.371/0001-18 – VIGENTE EM 21.07.2025. 66 ANEXO A POLITICA DE CONCESSAO DE CREDITO ADOTADA PELOS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CEDENTE E A BRF S.A., COMPANHIA ABERTA COM SEDE NA CIDADE DE ITAJAI, SANTA CATARINA, NA RUA JORGE TZACHEL, 475, BAIRRO FAZENDA, CEP 88.301 -600, INSCRITA NO CNPJ/MF SOB O NO 01.838.723/0001-27, POR MEIO DE SUA MATRIZ OU DE SUAS FILIAIS. CLAS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05377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FBD96-76C8-403F-9FD6-C0D26122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4DA07-316D-432C-9971-A763D353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DF650-8064-4EA3-B9DD-B2C18B0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A75E2F-B487-44A1-8827-91219A67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24F41-2880-4124-9265-D92A9C5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7A047-DEF9-4CDC-A433-763BC130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CEDENTE. “CIP” E A CAMARA INTERBANCARIA DE PAGAMENTOS. “CMN” E O CONSELHO MONETARIO NACIONAL. “CNPJ” E O CADASTRO NACIONAL DA PESSOA JURIDICA, DO MINISTERIO DA FAZENDA. “CODIGO 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37607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E85D55-1051-4204-89AB-6E020761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24554-8FE9-4281-BE1B-8D6A2ACC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AA2DC-6B42-473C-A20F-54B97AD4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6CAF1-1268-46EE-8B38-ABEE349A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CAE9E-2A58-4D91-A32B-BF248C86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FE001-71A9-4ED6-BCA3-B179DBBB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150: CEDENTE SERAO CORRETOS E SUFICIENTES, PODENDO, PORTANTO, EXISTIR ERROS OPERACIONAIS NA REALIZACAO DESTAS CONCILIACOES EXTRAORDINARIAS. ADICIONALMENTE, EM HIPOTESES EXCEPCIONAIS I NDICADAS NO CONTRATO DE CESSAO, NAS QUAIS A TRANSFERENCIA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 ODIANTE NAO GARANTEM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65: CEDENTE, NOS TERMOS DO CODIGO CIVIL. “CMN” SIGNIFICA O CONSELHO MONETARIO NACIONAL. “CLASSE” SIGNIFICA A CLASSE UNICA PERTENCENTE AO FUNDO. “CNPJ/MF” E O CADASTRO NACIONAL DE PESSOAS JURIDICAS DO MINISTERIO DA FAZENDA. “CODIG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032935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9A01A-5514-44EA-A6D9-0A2562E6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F9331C-A0FB-4AB2-AE25-728C294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DC975-6D07-4F14-964E-342359BD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B2ACB-7701-4076-A6DE-3154E853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0B5E8-F782-4282-BB7B-E28516E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3F689-F991-47FA-9AD0-094B359E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46763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8E8060-E21F-41B4-82F5-78878F64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EDF9E-B717-4859-8A91-32448845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69407-4718-4524-947A-75914DA3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EBC98-32A4-4476-ABED-3005A71F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6504C-F2E9-4145-8947-D7DC1651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5A15D-530A-4805-B207-5FCDF6F9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c6dc83271246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AE69F-13B6-4DE4-8218-BD953E37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1236C-6CAB-4A81-AB39-77A1F337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A988C-592E-45AC-80A8-EF307294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5F24D-29B5-4C66-A64D-959432E1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4012D8-65A3-41BF-8EF4-CD6FBA9F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BAA10-8A4E-468A-9641-021CF584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29162-2FA5-484E-B5C1-2536AF70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22690F-15E5-4AE3-B0E7-77F50CE5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2DC8E-8B44-4B94-BDF9-92A37F4B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F3378-7244-4078-9C28-6C4F0171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93E2C8-330D-4DFE-981A-D5BFC3C2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7BA00D-8E41-49E5-A10E-FCAF9300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A2D59A-8300-47BC-856E-05CBEAF2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508467-4EC1-4EB2-AD40-C7671E8A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43A4A-D822-477E-AC5B-EC769014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43B203-91EE-4711-9B16-305E2FAE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B20883-4F60-4E2C-A2FD-6D8C8C1A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F660A4-788E-4D7C-94F4-0F519D1B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551403-3738-44CF-A21A-92635A40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B14DE8-1005-4A65-BA4F-DBE555AD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A6174F-2509-48FF-8244-DB85DF19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12899483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2256CE0-DFC3-48F9-8D5D-06B12373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F30D3-D280-4D8F-ABE7-DE01F15E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2FB98-13CF-4D21-905B-AFAE23C9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387CE-2A65-4DE2-A889-5CF430C5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060A7-A192-492F-B614-F6C8A831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693E1-3694-4B6B-AE77-7034CAA1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38C9C-1C15-4054-ADAE-45099421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D54FF-CB47-4E14-B16D-B0433B5E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4FC931-A12B-4537-AA7F-18E525EC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CA7B6-06A8-4CC5-8C33-D57C3DBE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B3A14-0E7B-41BD-AFCA-E9A921E6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07D8A-3976-4CB0-BD03-4BA873FD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29CA5-82E2-47D6-8A67-BBD06C22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F5D08-9BED-46FA-AA03-14F16EE4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33368F-3D46-4ADE-A528-1BE5E409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9D363-8AB5-4CFA-B760-BA0C9858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439C78-D29E-46E7-8565-141DEBA6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F104C-FFA0-4FB3-9ED6-DA1B975F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DB92E-1786-4534-B9B0-4CC6C28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4EDDF-C228-49D8-9EDD-A2C09F33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F8920-F4CF-47A1-BE5A-C2FDEBB0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4683F-5098-497B-B2CE-47583738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C3BC6-E22C-4FB6-94D0-85A6E6D9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2BD933-3AEE-4BED-9DC5-859497BC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405C7F-044A-477C-81AE-8C67F234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0A1FD7-3617-4715-BE77-48654883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B89E56-A931-4904-830C-EADF8021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95154-D3C3-4041-9AAE-0DE6BDF4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35B2AA-179D-4F9D-BF45-1DBD436B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22E8DE-DC81-46AD-8B50-A853EFC0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C9F201-2663-4B16-AE70-15C8D336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AF34C3-BC92-4D60-88C8-5EA9F79E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53093A-122A-4660-9FC4-3D285EFF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1987A7-A49B-40C9-9F39-98828F4C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245B5D-C821-42EE-8F42-559F44DB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EB6917-82F1-49E0-A426-AF5133EE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E1F179-2E99-450A-8FF3-7B2CD20D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C9222D-C9C9-4F57-A28A-6320755E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D18ACD-3CD6-4872-96E4-33E71535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BCB366-3E03-4234-BA1A-5B0ED595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EE30CA-2771-4014-9D47-88B2B6CB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C3E6A6-3D66-441A-8EAC-F1B9CCFC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AE2BB6-9FEA-4BC5-9E5B-DA9F5494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8D46E1-730C-41FD-AE97-DBC9BE7D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984B03-9EDF-4FA5-ABB7-D019EB20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2883BD-B870-42A0-A909-AC63696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0F57FD-80BC-42E5-A7C7-C69107E0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6527AC-3B24-447C-96FB-DCB17539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FC0CD8-4083-4F63-9A31-1B6B7E9A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1003D0-665B-4EEA-AA62-6F9F0F48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98E51D-8917-4CCA-A964-542203BC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69BE80-C374-4712-A13E-4F51BD50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5AADC4-A466-423F-9D13-D2E387AC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A54CF7-02A7-4A3A-A79A-E50CCF0D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E979F7-4B00-4BFB-AB16-1B21E83B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2A27BAE-3F31-4134-9A2F-EAD62A3A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C479D7F-FB26-4DAB-96AE-105E109B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8AB401-9177-439F-9488-0338ED4C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DCA5C8D-C6A0-42E1-8D62-3D79F275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D052766-F987-4C5B-BF2D-CEE7ABA8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628C134-0C55-4FE9-B1CB-BFD77613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94CE11-DB6A-4A4E-89D4-721EC827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6A39FD5-F99A-4E80-9204-88F5B8ED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F019703-9C4C-438B-8874-49C1F26A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25FDABC-7EB2-45D5-A9EA-2B33357F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C0790F-52A9-45DF-96BD-3739F80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37EF9F8-F396-4597-9B2D-31A8748C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6B4D7F7-2B7E-4DCC-9BC2-911FC666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9848C3-31E8-4E11-B882-09D8F2BB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9D3ED40-1B6D-4406-B58F-FB2188D0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AB3B72-0F56-4C26-A686-332D37A8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909C382-462B-414F-A9F8-ABAFF2BE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1B2D02-48CF-4ECB-9068-CE10FA38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8EB6D74-E053-4AB5-AC78-B7709B6D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5A1AECA-D603-4046-ACE6-B064CD55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97ADF1F-AE42-4EED-9EE7-2BB7F7B9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32D3CE8-1149-4E7F-9BED-4BF063FF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3A77ACE-835F-4472-8CDA-022F3864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EDCB866-9BC1-4F42-A025-C8F902C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3127391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81A41-D01A-4CB7-B739-9FCC4E1A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8702D-3972-467F-94F5-208F07D6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22857-4579-4B0C-8573-D3FA3ACC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567C6-C012-4121-AE49-93E0206F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936D2-C36B-4695-BBA3-C0388303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44343-133D-4EBB-A707-7032AEB8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3A6BA-14BB-4A50-9854-4D1D3AB7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7E87B-C1AA-4A71-AD73-67B0FF33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9ebb5279cb457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33FFB-1D2F-4AAF-9467-3B3EA12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3228A-45CF-44DC-8016-F9805E9F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3fc42190a941c7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8d6b46843847d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90125C-BD9A-4D7E-9284-3B2A019C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3B0621-30DC-4A39-B229-D73ACD02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0485014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504A4F-DB3D-4C04-B507-C505217A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F5AC5-7F7F-4F03-A4A2-F11E6857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50CCF-7263-4716-AE71-252737F5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9B364-530F-4DC0-A2F6-F4492698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79EED-57C0-4657-814E-9429ED38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54584-D329-452D-9BD9-F25E9EB5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DFC4D-F712-4335-8BCC-C40E70D5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49EB9F-98E6-4235-97F4-C7D0BB8E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cd9433ca7445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93CA2-B5F4-431A-A755-8965614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168B5-6CF7-4B83-ADA8-F164874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6334e043584cd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D1A30-08BA-4590-B9B5-43165F77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705B6-783C-4EB0-A16C-9F5127D6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7c09cca0094671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34580e75e046d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B24DE-0A5B-4D27-B012-9A399521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16DC36-8363-49CA-9833-FEFA6908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41CEB-4BA1-4B5A-BE0B-CB01C6E8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62EA0C-14AF-4513-B0E7-94E4278A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7C12EB-36D1-469E-9EC3-D7F40126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ED9E3-1A8C-4859-B2E7-B43CA6F1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B0B539-95EC-4BA5-9119-7B80CAA8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51C087-F141-4645-99DF-F4A00CE7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68EF2B-EA39-419A-A7B1-F1150331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192185106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D2B470-D858-4ED6-96EC-0C18B43F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F6DF5-C4BF-475B-9DD1-0953A260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D698F-1ADA-45AA-A6EA-0EAAB6E1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B7614-2EFD-4CEA-A786-87C84989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0E2FB-E95C-4915-A08E-AAF2FFE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84CE5-22CB-4914-A6C5-0603A321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DB0DC-A32C-477B-9D21-0CA1E3F4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AED39-A80C-41FB-9907-4F40D389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48edf819234a7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FE671-EF14-4417-89B7-5B2E3BCC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0C533-17D5-45A7-8FB1-EFF1A56A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ec031503e748b2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00554bd61f407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FE323-6DC6-4FFC-8368-536F0106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23880-46D5-4F5D-86ED-8B5E870A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38AA8-D427-4A9C-A08E-3D842B0E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47e7b143d84b79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1A3FD-C0CE-4584-B455-53453754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93B59C-6643-44F0-8A78-FC18E41E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b1f54d1ba54923"/>
          </a:graphicData>
        </a:graphic>
      </p:graphicFrame>
    </p:spTree>
    <p:extLst>
      <p:ext uri="{BB962C8B-B14F-4D97-AF65-F5344CB8AC3E}">
        <p14:creationId xmlns:p14="http://schemas.microsoft.com/office/powerpoint/2010/main" val="92487141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7CE429-6E56-4547-A0F9-545FDD44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7BDCA-C391-4E6F-80EB-12CD927A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C96CE-AA3F-4128-BCB9-FF1D5423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73BEA-0F32-4B31-98F2-C846E61B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559C2-CEA1-49FB-8168-1FD6BA4B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D1E02-8AED-4C07-A28C-4DE64641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5B6B5-92F6-4875-8B05-C6476C64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06EB6-E7FC-4A74-8D57-B21ACD95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2FF33-6A64-4DED-AFB7-9D8F2B40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2B187-C95C-498A-BFA2-80B57228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2A8F9-A367-483E-9EC5-28B18838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AEB49-9179-4F09-AF3E-6115E347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EA0F5-354D-4C8F-894C-0059C136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33798299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09C413-BF03-426C-B306-4FE3F5D8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EC811-6F03-4FC9-A66B-FD0F39EC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0F594-12C3-4540-AE7C-828F3617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DCD20-0962-4717-BC6F-8457AB54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1360-3FE6-44E6-AF2C-22693F4C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CE65B-B1C6-4179-BB70-5A567DF5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14BF4-2C6A-4F54-9634-9BF156D3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593FB-5AAB-4EE6-BCF9-BB2CBCC4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9A1C18-D951-4B59-9843-BBD06DB0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E31C1-3240-4F3F-BEB1-7DEE54FC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F7C5A-0BF5-4D2E-B344-A15C0FC8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13165-7B2B-4174-8EFF-E552E718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C7AEAC-2A95-431F-BEF8-85D38C2A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40980857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CA16B-7080-42E7-99DE-54DED5AC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BB72A-6B30-4C6A-BA39-65D9E9FD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790FD-EACC-43FD-A02D-DD9BE9ED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F26659-6CC2-4601-9BE5-30C4476C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529BD-D8A8-418C-BB81-6FC9DC05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EA0F8-3A2F-45DD-B3E2-8CECE473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769FD-A1CD-4001-A3CF-2B38EB14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948C0-C8EE-489C-9B0F-22C04C1F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8898163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2AB23D-3CAC-46EA-A65E-634146B8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7EF9B-28D7-4DEC-8A36-B5BCE522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53B58-B4F5-493F-A77E-3950933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B2AFF-5615-43A0-916B-F7B11AD4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38BF5-7CFC-4856-A65E-81A9EAB4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E68BE-DD32-4B25-BCC6-E69D3056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BCCC32-606D-4433-AF31-8AC4F133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9EA27-D48E-434D-B17F-1E8CCEF5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D5553-E2D2-4987-8AC5-822AADE5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350CC-B02B-4B84-900B-B4BF9507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B8C92-9BFF-4D7A-94BA-AECB32C0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6571E-8507-4594-ACD0-76D3E064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E6EED-B841-4BA1-BE79-5D9593C0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C0CDE-6289-4798-8764-6BA41984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C751A-EBC4-4A2B-AE1D-788DE443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5CE06-E83E-47AE-936E-647254D5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32F68-4DA1-4A99-9439-C209B2A1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E155E-5B62-40AC-A929-9196976D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2AA41A-FF71-4878-8164-CC8EBE49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B654F-D144-487C-8135-5503DC8D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D5BFB-63B8-4D47-A07F-07074A3F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46EB2F-9D4C-4519-B841-916F3486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FC79EF-AF85-4385-8232-96BE45E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5C1F68-1965-4A64-84FA-1120C357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1F9BF5-C3AC-4776-9B99-EBC584BA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406461-14F5-4388-BE51-C0F031AE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9DCC8B-B324-483C-839B-AC97ACE6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395199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2F2B50-9FAA-4ABA-9144-BDE03BD5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860EE-A182-4F26-9474-1125DB5A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E9A67-C04F-49DE-9F38-3BE38410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4F0FA-B5B6-4F85-BD64-6E8DBAA5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DB814-EADA-42A2-901F-C3659B90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24C3A-E552-4888-AA93-47072470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4DD50-26D2-4872-B2BC-E6DCAC74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20551-0451-4370-A115-630CC40C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1A5FC-1038-48C3-862E-2F3833AB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AD2FF-AD1D-403C-8F65-68BDF2D7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01EAF6-7384-4CCB-91A6-5F060A8C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CCDE4C-1DA6-4642-90DA-86B14AC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69F974-939F-433C-BA62-D973E08F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FC0AC-80B6-4C26-8ADF-9C0F547E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D27EE-8938-41DA-8D89-51D32CED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CD7B4E-F274-4FB0-878A-111139F6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7AFD4-73A5-4115-9367-A88F64A5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865D80-FCE8-436D-9B23-2FD11325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C4F4A7-5C4D-4B0B-AE10-D4009573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F60BD-2B86-4C31-88B2-BE34A9E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5F7FAF-C7FF-4FB9-801D-161C284A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6D2FBC-95EA-42AC-8A65-2574C4B3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616984-2C62-4252-8024-EC3CF617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38C66-E92C-4426-B73E-A7423C08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8E6F06-8776-4788-84AF-EE5827E3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F0B3AC-E29A-444A-BD64-9CB7DF85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AD46D0-0EFE-4BDC-B3DE-964BA0C0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7F06B-FA42-4940-BA34-3E45021A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3AEF73-058B-4912-9D07-28C5582D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D9A718-5CAC-4CC6-A052-F78644B4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BFF6B3-6106-451A-BBFA-6BB3A893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AB5D25-5323-45E4-B4E7-2FABE591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CF5160-500C-4835-B3E9-1162F4BB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15D24F-A863-411A-AF5B-C34143C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844845-7513-4520-95BB-A160777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595F35-E8C5-44A0-8E1A-41AAE396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CF0270-41F0-4792-81EE-78651B75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2B7623-C8AD-4DDB-BE56-F1F184C0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550495-1AD1-4BCA-A783-067138AB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E31DBC-EC72-4495-88C6-8309C6C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9E4D5D-5226-4141-8C05-1B662B24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B471CC-2C9E-4D9A-8007-739FC70F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9D5D53C-C191-46CE-9BCE-F249A7C3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03A0AE-7106-4AE5-AEA1-C4067E5D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28AC74-4625-4546-992E-8D388FAA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57338431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06874-91CE-4D74-96FA-CF50BBFC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4F94D-9F54-4002-BEB3-A64A7A1B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B59F0-82D8-4C8C-8792-D534B7B0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003C90-7B6A-4FB5-AE83-5ABCFFFE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4D27E-1844-48EC-9596-9A427274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437C3-F486-4ED7-8F89-0A22D16B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94FA3-D3F4-4D8F-9701-E657170A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19BD6-1E04-4109-8326-4C7480E2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7EEEE-1123-492A-982B-A3496628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EA21F5-ACF4-406D-9671-3FAD27FF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8B1D9-B9DA-4506-9079-0C6BAEAD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5895B-2E84-48C8-879D-6EDE9E0A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1872DE-081D-4349-9790-D16D2A07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36CB6-9E22-4702-AEFA-D7E6DE91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22C7C-FF60-4535-B042-B17B9F0D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4DA35-0A8D-4261-BD22-956C826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83C46C-0356-4CE4-8EEB-B0FB4A12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50ABB-7D54-43D7-A6F5-FC8F081F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EA766-FB12-4DF4-96CE-EAC52A2E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71D530-33E6-44FE-9C86-5707ED53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ED576-32C3-4733-BD9F-0ACA9737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E4F2C2-FF55-4E7F-80F3-F43ACA49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04313-B92E-4AF4-BF3A-492C7D37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9FD08-0C5F-4400-8BAA-C9900EF5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336443-C40E-493A-BF70-33DEDE3E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495518-FD6E-4E6F-84BC-46446954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C047C5-86C8-41C9-BD78-0B317926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41CEF-DD5C-4547-91A6-A3261EB9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73B350-E6BE-4BF6-A2FC-AC703159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04001610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E1C4D9-0D9D-4CCF-9EA3-B8A19A84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A2E99-9DE6-4366-BAC0-521E2C8D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B1AB-EE35-442A-BDD5-8FF90965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431EC-FCBE-4AD6-B03B-BD3E3C8E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4DE86-10EE-4566-80EF-FF62432C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EF0A6-84D7-4FAB-8346-4843A857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A790D-BFDF-4B98-B657-8FDD908B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DEC87-EABC-4F3D-A4E2-44E07B8E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F0CF1-AD3A-4281-8028-DC265322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1DE18-667E-4E90-AE93-BD0724E4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311DD-BAD1-4897-9025-75FD85C3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446C7-605C-4030-8361-DAA2A4AD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B0C82-907F-4142-BD6B-8F235D7B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33B12-7677-4BDD-A984-A16B54DF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1A1A5E-DF11-4E5C-B015-23980503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228F60-57C3-4DE0-904F-2B40D6BA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BA52B-CA3D-4627-8EE7-8013E20C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BDBA02-1771-4AE8-9494-8DDDAE01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15D9D-A83B-4DEF-A2B1-61788393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4B1B6-3D3D-437B-B852-5A6A63CC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082569-1438-48E9-A043-421B5C14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FBD7E-FE66-4881-8BFF-17D5D415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13604-5CA1-4A55-A68A-6AB3FF1F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099B6D-AB08-460D-802D-2A5D3501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FCB568-1C18-4A06-9A93-2715B1C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01B05D-89B6-4FF3-B89D-9A60FB30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46D1BA-6205-464B-9FEB-7BAF53DF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A7FA09-68C8-4CB6-81B2-D73B4EE2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CC919E-045D-418A-BF9D-BD7B4E02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47764888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59003B-46D1-468D-A8AB-F7C55CE2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67F60-5768-4B95-B34F-816CB588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9D359-F6D3-4137-9ACB-C5A9C506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3D42D-5C0E-402E-AC0D-A21DDF87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6C8C0-1D4C-46B5-8672-93DEAFED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61A01-66E2-49F3-87F6-21623AF3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FECFCE-4EC0-41EF-9B23-12F994FD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10387-2A17-4D74-9F5D-B03DBE66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83FCD-B42F-4E3A-B2F7-63035C53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51E36-E2F6-41DE-95DB-2D782C2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A26066-049D-4BCB-BD5C-C295BA98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9C0ED-D67D-4542-B0A7-D8D35861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F80F7-96F6-4B04-8726-DCD2CD90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23D0E-F359-40BB-B280-638AD6F9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DFE51-C32A-4F29-B0C2-DC5A1F4B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B4CED-1FA7-4D7D-A37A-B451F216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D51481-F232-4B5E-AACA-A7F63D74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595C8-13DF-4271-ADF5-00AD82DB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54BA84-A4F3-4C6A-9507-C5381E9C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B5A42B-1881-468A-A7DD-F47604D7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1746EA-78A4-43E4-8127-0FF59FC5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F848BB-1579-4941-A598-A99E74C8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153581-7727-4D5F-95A9-465CCEDB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E12A91-ABAF-4B29-9FB6-85399345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35653-9803-4828-A0F6-E0332FDB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1E615B-18C6-4FB9-89A8-3842FC09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384EAC-6F52-4399-918D-132BCA10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B64346-D716-49A6-B31F-3D533505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96326E-D65F-4ECA-B7C4-9805922C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76042254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5D230E-4F38-477D-8024-F2B9358D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0BB09-AE71-4116-ACE1-3151EDBC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4C5F8-0C9A-4572-A76E-AC6019B8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70309-8DE4-4DE8-8C1C-951D5D51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1A170-04B9-44DA-A76F-72948C70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FDFE5-7E32-45B0-866A-90B15716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0197D-6534-4F7D-8173-3C31DED9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C7534-0C02-4512-B1DF-D3841678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6D2A6-99BE-4163-9B15-2B5ABC9F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2E800-49D8-474E-8D5D-7DE9BF2A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AB2AC-D91E-4540-BB6A-E62C2695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1E72F-3DB2-4B7B-92AF-54911142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52BC0-D0FC-44EE-B286-ACA5F2B7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8BC593-ADAD-417E-A31F-E84A8DF1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89F2E-A751-4395-893C-F10774DE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57E6D-1B3D-4D50-B6F7-FFC0B4FF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A162C-747D-418A-A16F-9A825017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46B1D-CE0D-45B4-A649-3647E7DA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F5462-0F3B-405F-8C20-91FE1716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F7FC2F-788B-48BC-8939-551B8CB2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996139-2741-406E-8807-7454C703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60A9FD-EC8B-482E-8341-44A96A0A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48F3F-B80D-47FF-A0FD-54E08461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B1B3F-A9DA-4CC8-BB06-99858A2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A4EB2-77DE-4A40-B74B-8E93EDF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58B988-34AB-4D47-9387-1319AC9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674D04-52D4-4B1E-BEE5-6E0E294B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F5264-3614-4951-80C1-2CA15455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AB6734-64F3-412C-ADBE-DD98A16F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526681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BDE4B-2744-4032-9CEB-5EEC143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3748C-2EBB-4688-A0D6-63EEDBE6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4C3D9-4E83-4A8E-AA4C-1B65E9CB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EC2B1A-97FA-4AD7-84AF-9F033AE6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1EE53-2C2B-4270-B01C-6C7B974A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E2D41-6826-42AB-9CA3-7B994FA9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A28B8-DB80-456A-8378-AC8D0B66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C851B-B54E-4C83-9E99-76686417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88315-A22A-4908-ADB8-7BD68671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8A1EC-A360-44CE-B67B-3DD82DC4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23867B-CD3A-449F-923F-0206D90E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9480AE-EA31-4430-8288-A86F4598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192B8-A665-41CD-AC4C-5A19C2C4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95864-1745-45B4-BF2A-2ABDFFF5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755BE-1C5E-4500-AE3F-3A3947A2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12A596-976C-46EB-8314-D64C8A80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D57D7-3C50-4A2A-BE95-FC54ECE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7481F-1503-41F2-9030-DF8BB3C5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7E6C3-DFE2-4C12-9D3E-7E70E119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00203F-6699-46D5-81B8-94FF0D3A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1596DC-2E13-4C02-9998-1BC11255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212AA8-C989-4213-B6E2-D23C514F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5807D6-C3EC-4F2E-87EB-7FBE155D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EF3A9A-2E7C-459D-B7DB-AB5C19F2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2F810F-9440-4354-8A47-3CE1D8BC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D2E772-FB0D-44D7-B1B8-F5778C39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D1B625-96E2-40E7-BDFF-BF9D6669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B11828-5E22-4A41-84DF-9720553C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1CCB75-81A6-4985-A178-C3C20A3D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0459363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8E57A1-D9FF-4CDC-B7C7-E8A03FD3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B0988-475F-4389-AB87-2C29F19B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3F7DB-C54F-49B5-A97A-5B895211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B4DDAD-2DBE-45A5-A545-F542DE95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351C48-6791-48E2-A8D5-36ED237B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5ABBB-6DAC-4AC9-873F-FC61486E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DADCF-BE86-4EE4-9EC6-A037DF0C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B4A44-8C28-4723-8D6A-7AB56570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6097F-1242-4A2D-B85F-BF939202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D49E0-AE01-4DE6-9FA5-15722D4B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6504E-A690-44D9-958B-43E6ED95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B7E63-092E-448F-AF45-DEA87ED1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C56A1-BAAA-4004-B8D1-5B5A23C9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298DD0-ADD8-4DC8-8075-9BFC7B63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4F867-40C9-4CC2-B694-228ED944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FDA6A3-CA1C-456F-BC3F-EF6050FC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CFDC55-18DE-4988-9713-4B8EAD2A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AFB88F-E3F7-485C-B430-E461F04D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A7DA2-BDA7-4413-9DD2-0C88C37A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C01702-37A1-401B-8B3B-43CAD81E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CDFF2D-0730-4ABF-A276-FB23F28C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6720A-03C1-4D03-815B-681AEAE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5AEBE8-4060-434D-934A-74ED2C4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273C3-3297-429C-91CD-51FE78C1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E65082-60EE-4B24-9E1C-105547F1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DC5369-144C-40BA-AB25-C0EA5B92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A5D198-0DBD-4CC9-B777-A1EAA30A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401088-1408-480C-A7C3-42E240C1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F3BF98-71E9-4E3E-B0F1-01DE97D6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5339755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7D30AA-8EB9-4D22-9332-0D691774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1491E-8CD1-4EE3-B8F4-292C7341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0AF3C-047D-4F78-ABF6-A9251DA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C2E85-81D8-4F54-A98A-EDCDB9CB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F1336-23E5-4D0A-881F-6BAD31AB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D4EFF-E92F-4EA4-9CDA-AEE5B444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0BE29-04E8-4CD5-9744-D7991FAD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64184-9480-4172-AB0C-6CC9BE0B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A1F93-3E69-4E88-A524-F9DD0E11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AE722-626E-434A-B793-DFE8E597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F7B2FB-A59F-4AD1-8792-77C2BB12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692AC-99C8-44DC-9995-DF1ACE5C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D04FE7-0220-4641-AD4B-D47F0651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AE7D3A-F769-47E4-99BE-177F773C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A688E-A77A-4514-B596-424BD0F0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2EC839-8B14-49F6-9041-F2F02F9C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F4C7A-F361-4191-8434-2719889B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73A99-7B25-4E62-91EC-8021E2C2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5AE1E-8EE4-49A7-9808-83A1BD4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3384D-AC6E-4E67-836F-C405B5D7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BB46EA-F34F-4771-ADA5-E95DBF93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88AD3-C193-4DD7-8AD1-5D348825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986D0-1908-46CE-8B07-53373CE1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02F4EB-C6C9-423A-A850-89E0F52F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DE5EBA-3424-4556-BB48-87C52F9C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BAC232-5510-45DC-A92A-683AC778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674585-C8F9-409C-9591-5DABACB2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3DCA2E-B112-45BB-8F51-CD9E6B31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F7EE05-7E1E-4349-8003-6E3324A5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38504730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4FC2D-251A-45EA-A7EB-1834AC0B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D8EE0-10F2-4202-8057-B3942C46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31516-C867-415A-B6F3-1F1E5ED1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F5968-554A-483F-A6B4-CB2AB881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EED87-954A-4E01-9F4F-2CB3D5C5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17587-4546-443B-B6D6-D7423DC9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AA9C9-7F36-452C-BFF5-113D98BA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12F0D-282B-4D0B-A8E3-EB3D3F70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384A4-E057-4522-9E75-FD256858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123C23-5CFA-44CE-B777-A2B36C03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7EF2C-DBB9-4D27-8763-33C15D33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2349B-4B0D-49EF-BF64-E96CF38E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8BD238-D24B-44C9-A297-AF2D7BA3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64E13-D61B-411E-8B3B-49C337BD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57CF9-B197-48E3-A811-73E3E977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7379E-0116-409E-9146-BEF6B22F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7311C-B2C9-489D-8921-1963DB49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371FA-8CB6-4C79-A565-41886451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14BDCE-D8B6-48BC-9292-95943819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83E4B6-0198-474F-8BEB-716C7638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74BFF9-1D40-4913-988B-70CD46FE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024F83-ABA8-4C8D-948B-46CD0FA0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336AC6-B8D4-413C-A4D1-0BA5B7B1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4F096-725E-4312-B1AC-EB9CE809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8C453E-0705-4D30-B7F6-4F301FD3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2216FD-7D77-4B4B-AB46-0A0DD192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6F912B-B8BF-4646-8F90-94652160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6A602-F118-4629-ADF1-11C0092F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CB4FE8-6612-4A6A-B400-E3418985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28940117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D36B0-898B-4354-B922-B980A487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0D224-F195-46CA-B53D-C2B7F3FB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AA3C1-F3C6-4622-9230-89E8A2D3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85A54-8DFB-4806-BF8C-34BBF435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C5B2F-7BEB-4CD4-A341-C5AA4C7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753CF-3053-4AC4-953A-22E2EBE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30075-14B8-464F-8FD9-03B900FD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A39D8-C9E7-4562-B6C5-4F2D9504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341A3-23B1-4A00-A24D-12D52262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888D3-6711-469F-A77A-5C296896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DD8B09-5478-4804-99E6-A7205243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2D693-C656-46EF-A2C4-E7F6EA0B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39700E-71D0-4C07-8343-FD026E7D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DBC70-5D31-46ED-97F0-E49FBD6D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C9DB0-6821-4FBD-B930-66BBD066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EC892-CBF0-49C7-9A8F-FD1AB389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0C046-0CA5-4D47-BD1B-28428E78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75367-4252-421A-9A1B-AEC9E093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B29FD5-6269-40A1-9B01-8662800D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C3A0B0-781A-47AA-83AC-147EBC61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23A06-3EB9-414C-98DF-DDD2752A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C11A5-5848-41CC-A6B3-474B891E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4DA42A-8B11-44F7-A9BC-4C808C96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CA586B-9F39-4373-B2C1-A51A5734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84C80E-470F-41E1-A0F4-C9A2CA34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7B3E4E-34F3-4E0D-B8C2-FF5BCC8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F1ED79-AF49-4645-9F83-0E4AA825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47E48-1D09-4D2C-B05B-35BBF291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356085-8F6C-42F9-B712-29B189F6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4435253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C64080-68B1-4821-8B52-D5DEEA20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87FD57-2D1F-4C96-9EF1-806BE975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A4A16-A8E3-4D38-A7DA-63411B53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ED293-3A73-4B95-A23A-6B612CA3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8C5D0-01AD-400D-89DE-E56475A0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4AE4B-3FD8-4E25-AB70-3758EE79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08F127-F3C7-4E5A-ADBE-ABDEC0E2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797FE-3C06-45D8-A4A0-E6477041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DDCEC-439E-40C9-95A9-1654F405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686F4-C96C-4C42-A84B-0CE99D5B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33F75-3629-410E-A1E2-246F320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65FBF-E5E8-4F4A-A81A-26B65BFE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1B975-5C4D-4352-835C-F6CA68E5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89A2A-2583-4121-86E4-426913F9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1798D-9E32-4D9E-9B5C-79EEF06C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FC7A2-DA28-463C-85E6-9B4F772C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D9CB1-EB0F-4925-87D1-EB6763A4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5A6F3-CB26-4C80-B8D3-8D443268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E56057-F5E0-42E5-9911-718A3BF9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3E556C-9E07-46B0-9EEC-963D8F5F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00CB4-1468-4B74-88ED-70C52A08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EAC56-20B6-4CB6-A482-9512E900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A87206-9316-4AE4-ABE2-CC98BC64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D8ACC-72CB-424F-BCF6-6CB05C3D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1A1D97-32E6-4C75-88D0-3ADC1ED1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168CCE-A441-4B01-B8CF-34F86FE5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F4594-2DA7-4B50-B686-DEACAF61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5C5AF8-4FD9-400A-AA15-DBF96147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1822BB-95BF-4C9B-AC82-98337C4E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30832886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29F448-AF11-4CDC-9E6D-435DFD00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505DA-911D-413E-BA4A-12A6C663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C7D6E-59C9-4727-AF34-D9E55E22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FCDCC-8D7A-4FBB-93AE-A9300105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62486D-3F0E-4BB7-85C1-1420DCFC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E554F-022B-494D-940D-0DAA7B49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645DA-41B4-4BB9-9D9F-E48B6462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18D2E-6438-421F-918B-88229753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F2D37-F045-4064-A4CD-A6D332A5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DBEEE-1891-4135-8F52-1944E01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051D00-D188-42C3-A73E-80F9E357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C80DB-ABB0-4CF9-8218-A58192F7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1BAB3-62B3-4841-9B0D-D262AC37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58273-6D47-4444-8269-1FA3D364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9BBEF-9796-4813-A8A5-5E31A15F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D2B09B-C45B-43E1-AFDA-F478817C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E2165C-BFF8-423E-B8A9-9E678BA3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5C20F-324F-4D72-A252-F9812211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109B7-6FE7-4749-9733-1B54D362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4FA1E5-C511-4C81-8148-6070BABA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0FE4A2-17EA-4E55-90BD-10F43BFE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188F8-1736-4652-AA4C-EBBC7925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5D22B8-2313-4333-953D-F50D61AC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EAD15-DEC1-4799-8A4E-2301C947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B1CF3F-F8CA-41C9-958D-DE66EC45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25DB2E-D0FC-47A1-90DC-782EE39B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3C9535-5A55-4FAC-80C2-E354A2BF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16E0A7-1056-4E8D-8D66-88718DB0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BC2544-BE4B-44B0-B0BF-BFB1ABE6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0197395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B9CB93-85D2-4B7F-BD05-54229B96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61B23-F4B4-4584-B845-8E6B4776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3B73B-2E7C-464E-98AB-2B8CB1BA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8A53D-0FEE-418D-8B47-B06807D2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BBD61-68AE-46E3-8918-AF9BB755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E39C0-8C5A-49C8-B875-3EC660D1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CB02D-ACE3-4ED9-A252-475F6E27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636A7-B12D-469F-A293-A55CD0F4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01996-7673-4CE4-97B3-CDDC6411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286E3-9E0B-4BB8-9A7B-D72BCDB1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E034B-4CD4-4F7C-ADE0-62F996DC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87186-467F-47E8-9780-634EF880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BF9C3-26C1-46FE-A49D-E368719F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E28EB-674C-4175-9ADD-C72ECEB5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84477-7164-448A-9C20-EEF65A15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BA9E59-94B2-46EC-8C5B-D6A072CB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A0745-A260-4225-85C9-FF53F09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3ED783-40DF-4FC3-9845-4CC29E3D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7E2EB6-D6EF-46BE-BEBE-6FAB34B5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6A8EB6-C739-4194-8E17-F88B70EE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95DF0-A1A6-4074-BE1A-30035EA5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C80645-C17B-4A4D-B4A4-57870A1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EF4CA7-DC77-401B-80FF-74787411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1666D-968A-4A2A-9161-DB9C9BD1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A18BE-F71C-4D34-A081-2D84CAD7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5DF319-5FBD-42D4-AE22-513FF24A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7357D-6DED-4FC6-A352-8B52C2D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459F7-762E-4A84-9E31-4C543552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D8B77E-E208-4626-B406-F219590E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70115253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C7F0AB-188D-42ED-AECC-56BBBED5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D8EC1-E57F-4CC9-826C-16B15B8A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D5A68-DC3A-41C7-B064-47F39C20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DDDC9-900A-4A42-AA4B-A77476B2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C328C-FA7D-4D63-8FB1-DA6BC11E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8781B-B64F-44E7-8EF7-40673164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DF87A-C823-4A86-88BD-15463735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0B9D7-AC2B-45DA-B8B4-49FF6484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08507-9AB4-4E83-A5BA-33428E84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959D8-4A21-40D8-A5CC-E9DC7106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45AEC-1F5A-4DD2-95BD-548DE1D2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5AD9D-C628-4594-A66E-A14949A4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18CBF6-3F48-4CF7-A0F9-82CD7254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1E264-FF79-4086-9AE5-7D210E2E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B9072-1964-4C3D-9844-8F59F2D0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43FC8-BE00-4A44-8E6D-62AF036D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EE463B-5514-40F7-9B23-CD7CF04A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BB2015-26C3-4C71-920F-556C3C8F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7990B9-8F2E-454C-8C0E-AC96482C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EDD646-25F2-4822-9037-0066C37A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D3159-87F7-4AD7-AE6B-5188242A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855320-8F5C-4AA2-B2D8-B80E5C24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72813-36DB-4B72-B61B-44BFDC2D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F97E88-1219-4A2B-BC01-FD15AFAE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1F8036-9506-48B7-AD1B-97DAE264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4EC3C-0E8C-4CDE-B7E1-C0D136C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781E7-5CFF-4AA6-8EC4-18DB31A6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9F49B5-B159-4104-87F4-D5594D8B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E4BCDA-886F-4CBB-9D1C-89808EBB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94781567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1159B0-CE4C-4DD8-A214-C6F3C70E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2E777-A333-4E21-998E-670AAA94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3A172-BFF0-4DB5-8152-0DBCB939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9B607-6E26-4400-9903-2883BB75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33647-77DC-4A9D-8E79-6B743A62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16491-2E46-4022-9DB2-6A2BB310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DF6D8-2E5E-4FD5-8FCF-177782B0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476C1-4F6A-4589-AD0C-06A77B48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C61D7-6BD3-4F9F-BEDF-785C215C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B6DEA-DC75-4BD1-B5CE-F24DBBAD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47A4B-7B9D-4551-BE39-077146B6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A31D2F-A398-4461-BFBE-E1255687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DEDA7-8226-431C-A34E-29FDEE00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CD010-6450-46D9-AF1E-03C2319E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40FB63-7967-483F-8780-4F27908D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1F63D-0E52-4C27-BC3C-B5D248CE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349D9-6597-43E4-8959-A8D2237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4B4381-F1AC-4DEC-B68D-927D4741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024EC9-981C-4104-962A-34385E33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047B0F-6E33-4B53-8790-E7CA0F7D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F152DE-20D6-42FD-AFDE-18948279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B3B425-BFFF-4BA7-B5C3-80A2156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39993B-77A9-4AE8-87CC-93A231AF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4F7E6E-3957-40FA-A102-BB1BC3BD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D7B8AE-9591-4978-A096-758A5081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A21E63-6881-481C-9FEA-756973CA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9CB609-E496-4E28-BCC7-4250548A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46B84-E23C-410D-BB24-B02E7BA0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F9BB1E-C4F1-43DB-895C-B0483877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9086894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102DC4-38D0-4AFA-BB2B-44A715F7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91813-1908-40D3-AE93-E4C3CC9C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DE2E6-2DCB-4697-BFAD-5C03A56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3A801-DBD8-4874-A321-9E73B525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E1019-9CC6-4D78-8012-284911A3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5A7C9-75E2-4BE4-BF69-24E90DE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43E60-48A7-4F44-BF28-83318C5E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E5CCF-A352-4E44-9E27-CFEEAC30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62EB2-47D2-476D-BE66-FDE59B84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0C9FC4-39B4-4C22-9EE8-2B583F44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ED897-F760-4DB9-8889-EC3322D5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558B4-8624-4A90-8D46-38551127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7B3B0-6BDD-48D1-9E4F-B4F8E6E1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26F3D-5D5A-4046-9501-0B93B2DB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04A2EE-F44F-4859-86A9-C34C02A1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E59828-5C33-4C01-B132-FE1B4C81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8883E-3522-4B51-93B0-FAD9B34A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EA86B-4DDB-41C6-AA95-F3176454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94EC43-30C1-4307-BA92-E6207FAE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B9C4F-29EC-48F4-B664-2979A541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EACC9-9995-436F-864E-2654BC60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E9BD8-D715-4B47-9F19-90A62608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F230E-311A-42F5-AD3F-9C7471C1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C5C0B2-EFC4-4E1B-A154-A0594A6F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0EB4F-34B8-4155-83D5-B5CC6B0A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DCCAB3-6990-4DC7-9057-15E4CBD8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BB907-439F-4900-A9A2-49508136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03490C-B681-4830-8108-4E472DE8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6C50F2-2A7E-4D08-9C49-9B2134E2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951873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D26D3D-7CD6-4203-8280-82144AD2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AF54D1-31EF-47F8-ADAD-ED8C70A7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8C56F-3F6B-4122-8247-99FE2A08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E52F3-0D93-43C4-AD88-974EA77C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A4839-1DD7-4C21-9E41-3BE830D3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C318C-EB8E-4AE0-8B0B-0D893612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E930B-AE29-4766-8AFF-E2A7EC0A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D2444-4597-412A-BED6-338768D8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8EE41-4F1C-4CFB-8DD8-07542B6D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C81E8-31AA-4BD9-9B61-6CA6A70E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B3172-9B8A-4645-B33F-F2F4117D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C3279D-4621-4944-A0FF-4447415A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04852-72AD-47EF-9F37-056746C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0C377-9933-47F6-9B90-342A6C83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D52D4-68F6-47B8-91D6-491055FB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1CF1D8-F2B0-4BC8-8CC8-00D6259F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E60F3-FA9F-4A8F-BFD0-F1EF2642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90F33-6239-41B2-8D4C-1FF5DB44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B5C1F-8DA8-4AA9-AA9C-00C13EEA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9AA198-05B7-44E5-ADBD-BFEBF5AB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13753-2664-4417-91AC-C985BDC3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DD2F09-6A27-4BAC-9D62-8B98F56B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D32179-618A-48D1-9B59-3A5A1E67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54296C-892A-48FD-AB86-1FF0D9E6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BDEB98-C5EC-4FEA-8A8F-011E0302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8D6A1-DB49-4C72-BAA3-12C1DBDC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4C8EF6-5724-4A6D-9D9D-AC2E6FE3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194360-A2F2-401A-9767-4E1B63E3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888D13-A7D2-41CA-BB8E-F4EF6288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91533916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EF783B-CDA3-4AE8-92DF-4F27037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C3D01-9A07-4731-B510-29C05463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8D7EE-E96E-4B56-84B8-2B329080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47884-B44C-47A1-BF08-C2826347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D3478-AE12-4DD2-881C-90C32C5D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A0E36-1B0F-4DDC-8AC3-74E695D3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4B563-973C-4F8D-B7C1-4D7002AB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C0B637-AA5C-4015-A34B-61FDEA9F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B47B7B-9E02-4D04-BF30-155166FF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F781B-3948-4597-886E-B9C645A4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AE1C1-52B9-486A-8F1F-864D0226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640E3-3C52-4B00-A69F-CF511149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01314-EAC4-4CC4-98D4-BE5402ED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33C41-A1DA-41DF-B66D-1DE77D9D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15905-E84F-4433-8625-08333CEE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7BD9F-B2EF-490F-BDEF-405B6E8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52785D-9ED8-45B9-A869-8E46F6AE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A57D81-46A5-4259-B41B-95629366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4BAAE5-1D95-4A5A-A247-9805C3D2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BDC7F6-F464-473E-AE74-9635BBA3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466F2-9E62-4409-8C3A-CD1B5012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FFE84C-890D-4083-891F-602B0AF1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781573-A2EB-4E07-B2D3-5CDA1A9A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03148-A403-4D13-AD32-D2D33EBA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0A633A-F31A-4D1C-92AD-BE86C3E3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5B94C1-FCC7-4185-8746-B3CFE820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30E4F9-2ACF-40B7-87A6-296C77FE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0A4265-FA24-4C79-A1B2-7B2B7ED8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8BE5B6-AB75-42E0-942F-89B6C9DE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75457885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A9AA3E-BC36-4019-8FDE-EEC7130E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5A806-7D13-4A53-B121-A2D22F6B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0FDC2-3B44-4CEC-BF18-92A97F48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C47D8-FEE1-4FD9-8F4A-5776BB9B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29317-F324-47F4-90AF-6CC4E4A0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7C3A5-F083-4386-B30F-240D424A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6875B4-4AA9-4EA9-A9E3-C1617EAF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BF7DE-BEC7-4D29-B803-B46BB09E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77334-C437-4BEC-B1A5-7E04161C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917E5-216C-4435-8FB1-EA3D9F2E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148B4-7C63-489E-8EAA-28B3E961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0C0ED-F3CB-43A9-91A1-91A31D0A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121ADF-674C-448E-A70F-946D5478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6C1EC4-03AA-405E-9345-9AFD9A38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11E154-FD41-4B89-8E83-BC185E0F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48207-D1D3-40F7-BAD9-C332737A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F0784B-83C3-426F-9BDC-5BC8FA90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7B8338-D787-4792-82B7-357BA526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856CBE-9923-4407-A831-A32E83A0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940C77-B0F6-460B-A04F-E1586390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C02C54-9CD7-49AC-A4EB-3D5BB664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2FA9E6-CDF1-40EB-8F5A-07BFAC2F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F775E6-DDE2-4487-83A1-BD80584A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5A958C-3815-4020-BCAD-9C360496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F6C465-2954-4175-9D33-5A9A815F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952A0-DD9A-4D81-B2D4-3F324B1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CE3C4D-7E5F-4938-BDFC-DFD41D0D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C26989-0F07-4A48-8E2F-A73CD9C1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88049-14DD-4B6B-B3AB-7D8E1541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29398864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31D9DF-96E2-476A-9A64-6622F9D0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BFC32-8CC9-4151-AD92-95AE1302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019A8-C414-4CFF-B47D-FB832046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5BF49-63FF-4108-BFCC-6EFA7D7C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60BB9-5A1B-48AE-861E-56542D55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FD95E-D516-41A1-A222-A89FA8CF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C7C28-30AD-4611-8C7B-142639BA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38824-8BEC-4632-B4AE-2330009C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BF38A-A4CC-48A4-881A-21DF9623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E921A-B1C3-4D2F-B9AE-115D7525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27B82A-9D72-40A6-AF0A-34088239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6EFA4-AC8C-4462-9D59-4C7B7798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24FD0-D6E4-454D-BC7F-6D102FAB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5C5A3-45DC-47D8-8130-369A02D1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5722C-3ED9-450A-8391-E8DA2D1B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B9AB2-3FCF-4706-8BF0-AC0A1DDF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451F6-ECA6-4789-A7E5-DF95DC30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156974-9D38-43E6-8B1F-338A3A28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060E8-67CB-4059-AA79-35D782F4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61105-72A1-4343-896F-0A911831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104924-9697-4142-844E-7AA3EE62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E16740-8BA9-4A83-BB12-F67D589D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133C1E-7518-4CFC-B17E-92E0DA29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0E13B4-9D5A-49DC-B24F-98B31BAD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AB6F3-4776-4FB6-A61C-6ADD69F2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EB74A5-E213-4743-9EB5-814380C5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6B15ED-C378-4C66-A63C-693193C6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C1A43-02D5-4D76-B72A-69AB33D9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1D39A7-62AF-41F8-841E-C540F545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8042425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F4664F-6858-4CEE-BFD7-4D49E96C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9B4AE6-754F-4784-A709-1887F16E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851B9-46E7-4687-A2D3-F6BC7EB6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EE220-70C9-4317-B42A-6E2C7BD3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C021A-D888-4B74-B54F-8FBC2F1F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787F5-17C1-4967-B37F-DA6ADB7C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E3E24-3C87-42D3-B422-DD8C41E7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523A7-43FB-4940-B5EF-AD0B3E11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CCAAF-233B-4D22-8BDE-DD057BF5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3EE6A-B2DE-432E-96A5-21D97BD0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A0218-3F58-4227-8AF2-4790E3E5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6012A-1CD9-4714-811A-5125784B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2937E-1357-482F-B546-6A94A5DE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653EE5-821C-42CC-99F9-310611D4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19B5D-3EE5-4F4E-95CD-0554D7A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13EF8C-6FA1-4834-AF2D-E5C76AFD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D92145-DBFD-4B63-B5FD-325CCA4F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A80758-DBAD-4EF6-8FF8-B9F5D8E8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8D65C-51DD-4F44-AA23-D8A0B28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4F47F1-E0C7-4B24-8089-05436D6D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11BA8-2307-4DF4-858B-C15BAEF6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DCA78C-FF3B-4AD4-BD90-FC8B2F65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EBBFA-890C-4DC2-916B-7F4B46AF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2C54EC-26E5-4A99-B98B-663031C6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D224C7-EBA1-4750-A159-B2322398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A847C3-D222-431C-AEB8-4D9A4646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50B084-3E60-4BC5-9BF9-441CF72B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401232-51FE-4369-8AAA-4E1574FF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5B59E6-C569-4AFB-8F40-9C524825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43585774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DC2F3-6286-423A-BAB6-F9FAC603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BC4AD-6D0C-42A5-95DF-5AF7CDAE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5CEFD-8B28-432E-9F5C-A799039C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BEEBB-FC95-4CAB-9F6B-27880FA3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40C64-9746-4763-93EA-4B95F9AC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9B853-1B6B-4EAE-BBEF-23364623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c40b056a844e0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2F4F7-346E-4888-B6A7-E1908B75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F8321-04AB-448A-8475-D13FA88F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D01C70-F3FA-402B-86E2-2832B35A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08db916c5f452f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6A09C-47D3-4634-9DA2-8BDB5179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7564cd6222496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D7EE9F-5354-4EA1-BDCA-EA7D147E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fe0ee72ca1407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6A8F6E-F10D-4CCB-8CED-55D38E67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50263a51c44085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774CE-4E9E-4E83-B675-B87D632E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d14c8043914c61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D1BD36-2833-4964-96F6-B80A8BF3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660ce8a1bc40c9"/>
          </a:graphicData>
        </a:graphic>
      </p:graphicFrame>
    </p:spTree>
    <p:extLst>
      <p:ext uri="{BB962C8B-B14F-4D97-AF65-F5344CB8AC3E}">
        <p14:creationId xmlns:p14="http://schemas.microsoft.com/office/powerpoint/2010/main" val="144600253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39D80-2501-4249-9A6F-169D7BB4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84552-14EC-4926-A8B1-B438218F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355E6-A223-4655-BE71-5E791F74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09A18-2300-43F4-AE48-0C5F481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D7DBE-2857-498B-B98D-C8305A4B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8E927-1CCF-494F-8F43-B15973A0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93374-BCC8-4807-89D3-029B456D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A8670-58DF-43CE-A374-5AB20EE2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3ae76cabc04dd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D39F74-C617-4147-8B1F-7888EB3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182CD-792E-4FA1-952A-CE2DD5A8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97203-77C5-472D-8C62-C0009E48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31857-92E1-456A-97B3-CC606A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51096003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6662A-FD2B-4F23-9F9E-4BC59060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52BC6-589B-40BB-B17F-9142D7D5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BC983-54AE-4181-889C-6F767FAB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A214B1-34FE-4982-897E-EAE9D129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15A75-A4F5-48AB-B1D9-DA0B789A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D5A13-B9D3-4CA7-881A-F711109D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BB137-5F6B-489F-BF78-08F840F3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229D3-D9C0-45B3-B92E-E8C4F449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b6a9b3cef94f4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A2647-4C93-4FCD-BD8A-6276976A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E0511-7636-446B-8317-2899BE57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B15A0-1CE9-45FD-A0FB-9AD22D4A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56B2C-E254-44B1-A4BF-1FCD2E1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1792b8f9404c6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FFD26-68F2-45DF-9F89-D23F7897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0CCF35-D6B4-4867-BEC9-5F0D1B64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2AEBF-1564-4672-8F9F-FCF6B948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31421876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A1395-8E0C-402B-BAA7-E61ACDF8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AF5C3-2BA7-4076-8E92-F147BEBD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85F7F-7E6F-4CF5-B6FA-6C1D025F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93D8C-0363-48DF-931B-52F3C16E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895F2-647E-434F-ADE3-EA55AD13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F5CB9-3940-4E31-965B-7F87C2D9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17f19bc6564d4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56F657-887C-48F7-B6DF-C1EE9A49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96810452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FD515-6361-4572-8D16-0D86AF9E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938E7-8188-4B09-896F-CAED58E6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3B3D1-43F2-41CE-91D3-8370CBBB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72488-5572-44B2-8BF4-5C67AD24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3D74F-4FC0-4A15-890F-87BA5E9F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D4072-7A92-4BF5-B0B7-4B379BF8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a9407e8c71488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1E811-408E-4320-9012-97F7E5C9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56218285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A9E41-5378-4E54-AAE9-A6D3FDB7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8513C-5B1C-4B6A-B1A8-F63CDEA2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90C85-8B14-470C-9671-97DC1C9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02ADC-E082-4596-84C2-325B953F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FBC7C-660B-4948-B043-95FB6DDA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07D01-3949-422F-A891-B19341D7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0fede7a0f1424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38D0A-0E57-44CB-A68D-6C6630A6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26066963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95DB0-7BE5-43F2-9F8C-76713303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64CE6-9C25-4BA1-BA28-F4A1030D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CF0AD-A626-4DCA-8CD4-F64AB838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CBFC81-04D5-4EB8-AA97-BA31487A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E66C6-4FEC-4C6F-AAFC-8CD00E5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9E7B05-198E-4DE8-8B97-831C72BC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D6C46-B2C8-4A7D-9B81-14C6FDBA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A8901-FDDA-4444-AFFC-EF624E64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12915-2960-4888-8EA4-DA78093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6C93D-1E2C-4038-BA93-D2BD67C2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8611D6-FF27-424F-AF87-8CAA8098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DD0AC8-EAF5-4330-A637-8E42B78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0D44A-05FF-44FE-A9AF-16CB56B1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459197722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4C524-AA35-4029-B804-A571E811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F294A-CCAC-4168-90FB-317976BE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97F71-406C-46AF-BA41-24EAA4C0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F9F0C-7679-434C-BE36-DCF063D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88FC6-465C-47DE-B4EF-F88BD447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62C1C-8667-4485-8FEF-9CAF5D0F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88fc55f6bf437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008B7-5214-4B0E-A6CB-3A49B18E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EBF6C-096B-4361-9629-E710BC6C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1226772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FA604-9E30-4912-8794-530B5967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84FF6-6FA2-4ABB-B9B4-B39FD9CB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2C494-67DD-4BE7-B2DD-76DF832B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E55CD-078A-4711-8E85-FFFC6F8F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E2708-88A6-4A2C-BF94-97544439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3E15D-63BD-4278-B789-B55E3AAB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5c6e63f300491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5F275-E016-44B5-9962-7E31323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243342-BF3B-4D30-B147-F78FCAF5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5931348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8734B-5426-4244-8F8F-ADCD052E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E8681-CEA4-4905-9447-EFA7783A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6A622-6D0C-4015-B684-BE2CCE9C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B9D30-727B-4003-9CDA-1DE93278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FF9E7-72EA-422B-9EBF-36618B5F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792B-2403-479C-9EDA-5CF07F19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b5acecb1824c2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241F8-11AA-4416-BCB9-2F2479A3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0D48BE-7D63-449D-9AA3-05D5CB69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13096383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CAD2D41-5642-439C-B6FB-4F4609A4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E4E25-0F1E-4BB2-B802-7C6DF64C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B5A5F-E3CF-4655-BFFD-97260FB8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3FFD6-D90F-42B5-B637-9FB0FE64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05119-DAC7-44A3-BCAF-62164D38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BF6CF-5CED-44BA-BE9C-A14C13C1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82124-3B98-446C-AD42-A6D7C267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DF2F5-0A39-4A40-BEBB-C1001A40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2814C-AC61-4706-A861-115A94B1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54EC9-F9C8-4DCE-8E3D-774930A1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30AFE-F423-46AB-8821-A4F1FA35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2CEE2-CC73-4A19-ACBC-FE30639A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FD76E-F10E-4427-A8AF-2F49D1A2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DE0AC-E56B-48CD-84C1-93025DB8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19E19-17CA-4ED5-9BE5-46725913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19F60A-056F-4ACF-B7CA-737543A1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10C11-D7F7-4A91-BB63-99FF4C62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FAD4D-9E28-4E07-9801-46DC7660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60C762-E479-4638-AA1F-536BF5A8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90C69F-8967-4D4E-8025-A6B5F59F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4D974E-7400-4E59-BB69-438E3A1C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0EEC9-4B8F-48C1-8F11-DE737986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FADEEA-2AD4-49C5-8B64-1048E145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F748FB-15C5-4414-AE6F-64EC2968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6E2274-89DC-44DC-95F5-FB0D944B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B889D4-D600-43F6-80BA-FE42B8ED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EA3A27-DE3D-4620-BF03-A36D3DC9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7E2876-515C-4D43-9BF8-29C6CC9F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24334C-1EB5-4B42-83F7-DB53FD37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E9CA55-5B67-4FA5-8BB5-C2C45598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73895E-1847-46ED-9F84-173325B8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4757B2-CA69-4F51-A633-5C9C4E37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47033B-B8E8-46CB-9B8E-8E77D99F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AA4483-40FB-4617-86F5-E9841391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2A9A6B-E52E-43B9-8DC7-4926C2F0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2BC450-6F14-4433-B76D-FE514CEC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F5EF16-C87F-4F08-A8B4-CFCC732F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0A0B2D-562F-4B21-9522-DFC03D87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1A4640-5454-4912-9022-8AD2718E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A63220-F266-4C9E-A4B6-CE4DF69D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6F7D5A-3015-4DF4-9D56-9D797D3D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831AB9-6052-4E28-AA1A-0D6CCD4D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D14636-AED2-47C6-B6C8-B2AF5EC3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C64D7C-363E-477E-A05F-AF94A9A0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B88C71-6D6E-4221-80EF-0973BFB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AE983C-DC31-4AB8-AC75-4609C26C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7EB67C-669F-465C-A1B5-6A8A2962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9F641F-E629-4A0E-A0D6-71BD3AD1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E9FCFF-1DBC-44BD-AA7C-00F8D5AD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C841FA-1E49-491E-9489-76111D06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4AF958-792A-4B56-9C3E-A0FCCE14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3CE1BF-B54E-4C83-8EBA-261A5FB3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607EBD1-8F2C-4DAE-B93A-0D897EB0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C81E8B-4AE8-4EFF-9144-E9C990CC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616937125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2026-07-29T13:13:56.0960000Z</dcterms:created>
  <dcterms:modified xsi:type="dcterms:W3CDTF">2026-07-29T13:13:56.0960000Z</dcterms:modified>
</coreProperties>
</file>