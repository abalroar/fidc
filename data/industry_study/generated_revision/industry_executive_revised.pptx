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35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6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7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92b91c6feb4fb2" /><Relationship Type="http://schemas.openxmlformats.org/officeDocument/2006/relationships/extended-properties" Target="/docProps/app.xml" Id="R967513fa8f344a55" /><Relationship Type="http://schemas.openxmlformats.org/officeDocument/2006/relationships/officeDocument" Target="/ppt/presentation.xml" Id="Re1d5568c2f5f42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f1a468aa854c53"/>
  </p:sldMasterIdLst>
  <p:notesMasterIdLst>
    <p:notesMasterId xmlns:r="http://schemas.openxmlformats.org/officeDocument/2006/relationships" r:id="R7be85a4371804af3"/>
  </p:notesMasterIdLst>
  <p:sldIdLst>
    <p:sldId xmlns:r="http://schemas.openxmlformats.org/officeDocument/2006/relationships" id="256" r:id="Rdf43700098094f44"/>
    <p:sldId xmlns:r="http://schemas.openxmlformats.org/officeDocument/2006/relationships" id="257" r:id="R02c9353626644c7a"/>
    <p:sldId xmlns:r="http://schemas.openxmlformats.org/officeDocument/2006/relationships" id="258" r:id="R22d7fa9956ab4756"/>
    <p:sldId xmlns:r="http://schemas.openxmlformats.org/officeDocument/2006/relationships" id="259" r:id="Rb529563ef167444f"/>
    <p:sldId xmlns:r="http://schemas.openxmlformats.org/officeDocument/2006/relationships" id="260" r:id="R80eb804b8d5d47a2"/>
    <p:sldId xmlns:r="http://schemas.openxmlformats.org/officeDocument/2006/relationships" id="261" r:id="R75e2dc5ecf2f4357"/>
    <p:sldId xmlns:r="http://schemas.openxmlformats.org/officeDocument/2006/relationships" id="262" r:id="R769129fe6e4f492e"/>
    <p:sldId xmlns:r="http://schemas.openxmlformats.org/officeDocument/2006/relationships" id="263" r:id="R82665d918a2f42b7"/>
    <p:sldId xmlns:r="http://schemas.openxmlformats.org/officeDocument/2006/relationships" id="264" r:id="Re1cd70a05b654df2"/>
    <p:sldId xmlns:r="http://schemas.openxmlformats.org/officeDocument/2006/relationships" id="265" r:id="R93e104f9ea5f4f18"/>
    <p:sldId xmlns:r="http://schemas.openxmlformats.org/officeDocument/2006/relationships" id="266" r:id="R87deeb010a7244b7"/>
    <p:sldId xmlns:r="http://schemas.openxmlformats.org/officeDocument/2006/relationships" id="267" r:id="R2fe857fb58a64656"/>
    <p:sldId xmlns:r="http://schemas.openxmlformats.org/officeDocument/2006/relationships" id="268" r:id="R4d5b9cf5c4944834"/>
    <p:sldId xmlns:r="http://schemas.openxmlformats.org/officeDocument/2006/relationships" id="269" r:id="Rfe42ed035b644168"/>
    <p:sldId xmlns:r="http://schemas.openxmlformats.org/officeDocument/2006/relationships" id="270" r:id="R630a8215220542da"/>
    <p:sldId xmlns:r="http://schemas.openxmlformats.org/officeDocument/2006/relationships" id="271" r:id="R48dc6d15340040bc"/>
    <p:sldId xmlns:r="http://schemas.openxmlformats.org/officeDocument/2006/relationships" id="272" r:id="Rbb2d641341a94c2e"/>
    <p:sldId xmlns:r="http://schemas.openxmlformats.org/officeDocument/2006/relationships" id="273" r:id="Rd94b2de3c7e749a4"/>
    <p:sldId xmlns:r="http://schemas.openxmlformats.org/officeDocument/2006/relationships" id="274" r:id="Rf7acd0ca615b46f1"/>
    <p:sldId xmlns:r="http://schemas.openxmlformats.org/officeDocument/2006/relationships" id="275" r:id="R47095146153c4ff5"/>
    <p:sldId xmlns:r="http://schemas.openxmlformats.org/officeDocument/2006/relationships" id="276" r:id="R12dabd5ebd474b18"/>
    <p:sldId xmlns:r="http://schemas.openxmlformats.org/officeDocument/2006/relationships" id="277" r:id="R423b1a95e5fc46f3"/>
    <p:sldId xmlns:r="http://schemas.openxmlformats.org/officeDocument/2006/relationships" id="278" r:id="Ra086b84cc92f4d8f"/>
    <p:sldId xmlns:r="http://schemas.openxmlformats.org/officeDocument/2006/relationships" id="279" r:id="Re8e063e1fdab4a4e"/>
    <p:sldId xmlns:r="http://schemas.openxmlformats.org/officeDocument/2006/relationships" id="280" r:id="R58fb9459f91b4c97"/>
    <p:sldId xmlns:r="http://schemas.openxmlformats.org/officeDocument/2006/relationships" id="281" r:id="Rfd5d04f3b14744e1"/>
    <p:sldId xmlns:r="http://schemas.openxmlformats.org/officeDocument/2006/relationships" id="282" r:id="R3343669c229649c1"/>
    <p:sldId xmlns:r="http://schemas.openxmlformats.org/officeDocument/2006/relationships" id="283" r:id="R88dc4d298c374e6d"/>
    <p:sldId xmlns:r="http://schemas.openxmlformats.org/officeDocument/2006/relationships" id="284" r:id="R2e8591e9e81e4a3b"/>
    <p:sldId xmlns:r="http://schemas.openxmlformats.org/officeDocument/2006/relationships" id="285" r:id="R9d4334cf93b84fae"/>
    <p:sldId xmlns:r="http://schemas.openxmlformats.org/officeDocument/2006/relationships" id="286" r:id="R1cca3d099feb4be2"/>
    <p:sldId xmlns:r="http://schemas.openxmlformats.org/officeDocument/2006/relationships" id="287" r:id="R28d858c863c74b3c"/>
    <p:sldId xmlns:r="http://schemas.openxmlformats.org/officeDocument/2006/relationships" id="288" r:id="R8c13333c4d904ad3"/>
    <p:sldId xmlns:r="http://schemas.openxmlformats.org/officeDocument/2006/relationships" id="289" r:id="R1214299a8ba345a8"/>
    <p:sldId xmlns:r="http://schemas.openxmlformats.org/officeDocument/2006/relationships" id="290" r:id="R6b849b79df2648d6"/>
    <p:sldId xmlns:r="http://schemas.openxmlformats.org/officeDocument/2006/relationships" id="291" r:id="R28caf00588f14282"/>
    <p:sldId xmlns:r="http://schemas.openxmlformats.org/officeDocument/2006/relationships" id="292" r:id="Rd043da0d56564059"/>
    <p:sldId xmlns:r="http://schemas.openxmlformats.org/officeDocument/2006/relationships" id="293" r:id="R56431aa7d21344b1"/>
    <p:sldId xmlns:r="http://schemas.openxmlformats.org/officeDocument/2006/relationships" id="294" r:id="Rd5b72839ea5a4dc1"/>
    <p:sldId xmlns:r="http://schemas.openxmlformats.org/officeDocument/2006/relationships" id="295" r:id="R9d235f4be15a470e"/>
    <p:sldId xmlns:r="http://schemas.openxmlformats.org/officeDocument/2006/relationships" id="296" r:id="R811df9f49ed042f0"/>
    <p:sldId xmlns:r="http://schemas.openxmlformats.org/officeDocument/2006/relationships" id="297" r:id="R389b6823704a4a49"/>
    <p:sldId xmlns:r="http://schemas.openxmlformats.org/officeDocument/2006/relationships" id="298" r:id="R73298056a7354a08"/>
    <p:sldId xmlns:r="http://schemas.openxmlformats.org/officeDocument/2006/relationships" id="299" r:id="Rec41b2bbe380424e"/>
    <p:sldId xmlns:r="http://schemas.openxmlformats.org/officeDocument/2006/relationships" id="300" r:id="R159c786c7f9c49a2"/>
    <p:sldId xmlns:r="http://schemas.openxmlformats.org/officeDocument/2006/relationships" id="301" r:id="R8d195648d7aa446f"/>
    <p:sldId xmlns:r="http://schemas.openxmlformats.org/officeDocument/2006/relationships" id="302" r:id="R13e6fe0064db49ea"/>
    <p:sldId xmlns:r="http://schemas.openxmlformats.org/officeDocument/2006/relationships" id="303" r:id="Ra63bfbb656c54367"/>
    <p:sldId xmlns:r="http://schemas.openxmlformats.org/officeDocument/2006/relationships" id="304" r:id="R7e053cea92e04e2d"/>
    <p:sldId xmlns:r="http://schemas.openxmlformats.org/officeDocument/2006/relationships" id="305" r:id="Rf1d787df46fa479e"/>
    <p:sldId xmlns:r="http://schemas.openxmlformats.org/officeDocument/2006/relationships" id="306" r:id="R24dcdd7b1c1b4a6a"/>
    <p:sldId xmlns:r="http://schemas.openxmlformats.org/officeDocument/2006/relationships" id="307" r:id="R960bc99591d94cba"/>
    <p:sldId xmlns:r="http://schemas.openxmlformats.org/officeDocument/2006/relationships" id="308" r:id="R7b04dc4ff4714e97"/>
    <p:sldId xmlns:r="http://schemas.openxmlformats.org/officeDocument/2006/relationships" id="309" r:id="R5140ed3a758f43cc"/>
    <p:sldId xmlns:r="http://schemas.openxmlformats.org/officeDocument/2006/relationships" id="310" r:id="Ra65f12ae0e4147a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577cdde9854cd6" /><Relationship Type="http://schemas.openxmlformats.org/officeDocument/2006/relationships/slideMaster" Target="/ppt/slideMasters/slideMaster1.xml" Id="R49f1a468aa854c53" /><Relationship Type="http://schemas.openxmlformats.org/officeDocument/2006/relationships/notesMaster" Target="/ppt/notesMasters/notesMaster1.xml" Id="R7be85a4371804af3" /><Relationship Type="http://schemas.openxmlformats.org/officeDocument/2006/relationships/presProps" Target="/ppt/presProps.xml" Id="Re81d82726aa34134" /><Relationship Type="http://schemas.openxmlformats.org/officeDocument/2006/relationships/tableStyles" Target="/ppt/tableStyles.xml" Id="R47eba8716b3942e9" /><Relationship Type="http://schemas.openxmlformats.org/officeDocument/2006/relationships/slide" Target="/ppt/slides/slide1.xml" Id="Rdf43700098094f44" /><Relationship Type="http://schemas.openxmlformats.org/officeDocument/2006/relationships/slide" Target="/ppt/slides/slide2.xml" Id="R02c9353626644c7a" /><Relationship Type="http://schemas.openxmlformats.org/officeDocument/2006/relationships/slide" Target="/ppt/slides/slide3.xml" Id="R22d7fa9956ab4756" /><Relationship Type="http://schemas.openxmlformats.org/officeDocument/2006/relationships/slide" Target="/ppt/slides/slide4.xml" Id="Rb529563ef167444f" /><Relationship Type="http://schemas.openxmlformats.org/officeDocument/2006/relationships/slide" Target="/ppt/slides/slide5.xml" Id="R80eb804b8d5d47a2" /><Relationship Type="http://schemas.openxmlformats.org/officeDocument/2006/relationships/slide" Target="/ppt/slides/slide6.xml" Id="R75e2dc5ecf2f4357" /><Relationship Type="http://schemas.openxmlformats.org/officeDocument/2006/relationships/slide" Target="/ppt/slides/slide7.xml" Id="R769129fe6e4f492e" /><Relationship Type="http://schemas.openxmlformats.org/officeDocument/2006/relationships/slide" Target="/ppt/slides/slide8.xml" Id="R82665d918a2f42b7" /><Relationship Type="http://schemas.openxmlformats.org/officeDocument/2006/relationships/slide" Target="/ppt/slides/slide9.xml" Id="Re1cd70a05b654df2" /><Relationship Type="http://schemas.openxmlformats.org/officeDocument/2006/relationships/slide" Target="/ppt/slides/slide10.xml" Id="R93e104f9ea5f4f18" /><Relationship Type="http://schemas.openxmlformats.org/officeDocument/2006/relationships/slide" Target="/ppt/slides/slide11.xml" Id="R87deeb010a7244b7" /><Relationship Type="http://schemas.openxmlformats.org/officeDocument/2006/relationships/slide" Target="/ppt/slides/slide12.xml" Id="R2fe857fb58a64656" /><Relationship Type="http://schemas.openxmlformats.org/officeDocument/2006/relationships/slide" Target="/ppt/slides/slide13.xml" Id="R4d5b9cf5c4944834" /><Relationship Type="http://schemas.openxmlformats.org/officeDocument/2006/relationships/slide" Target="/ppt/slides/slide14.xml" Id="Rfe42ed035b644168" /><Relationship Type="http://schemas.openxmlformats.org/officeDocument/2006/relationships/slide" Target="/ppt/slides/slide15.xml" Id="R630a8215220542da" /><Relationship Type="http://schemas.openxmlformats.org/officeDocument/2006/relationships/slide" Target="/ppt/slides/slide16.xml" Id="R48dc6d15340040bc" /><Relationship Type="http://schemas.openxmlformats.org/officeDocument/2006/relationships/slide" Target="/ppt/slides/slide17.xml" Id="Rbb2d641341a94c2e" /><Relationship Type="http://schemas.openxmlformats.org/officeDocument/2006/relationships/slide" Target="/ppt/slides/slide18.xml" Id="Rd94b2de3c7e749a4" /><Relationship Type="http://schemas.openxmlformats.org/officeDocument/2006/relationships/slide" Target="/ppt/slides/slide19.xml" Id="Rf7acd0ca615b46f1" /><Relationship Type="http://schemas.openxmlformats.org/officeDocument/2006/relationships/slide" Target="/ppt/slides/slide20.xml" Id="R47095146153c4ff5" /><Relationship Type="http://schemas.openxmlformats.org/officeDocument/2006/relationships/slide" Target="/ppt/slides/slide21.xml" Id="R12dabd5ebd474b18" /><Relationship Type="http://schemas.openxmlformats.org/officeDocument/2006/relationships/slide" Target="/ppt/slides/slide22.xml" Id="R423b1a95e5fc46f3" /><Relationship Type="http://schemas.openxmlformats.org/officeDocument/2006/relationships/slide" Target="/ppt/slides/slide23.xml" Id="Ra086b84cc92f4d8f" /><Relationship Type="http://schemas.openxmlformats.org/officeDocument/2006/relationships/slide" Target="/ppt/slides/slide24.xml" Id="Re8e063e1fdab4a4e" /><Relationship Type="http://schemas.openxmlformats.org/officeDocument/2006/relationships/slide" Target="/ppt/slides/slide25.xml" Id="R58fb9459f91b4c97" /><Relationship Type="http://schemas.openxmlformats.org/officeDocument/2006/relationships/slide" Target="/ppt/slides/slide26.xml" Id="Rfd5d04f3b14744e1" /><Relationship Type="http://schemas.openxmlformats.org/officeDocument/2006/relationships/slide" Target="/ppt/slides/slide27.xml" Id="R3343669c229649c1" /><Relationship Type="http://schemas.openxmlformats.org/officeDocument/2006/relationships/slide" Target="/ppt/slides/slide28.xml" Id="R88dc4d298c374e6d" /><Relationship Type="http://schemas.openxmlformats.org/officeDocument/2006/relationships/slide" Target="/ppt/slides/slide29.xml" Id="R2e8591e9e81e4a3b" /><Relationship Type="http://schemas.openxmlformats.org/officeDocument/2006/relationships/slide" Target="/ppt/slides/slide30.xml" Id="R9d4334cf93b84fae" /><Relationship Type="http://schemas.openxmlformats.org/officeDocument/2006/relationships/slide" Target="/ppt/slides/slide31.xml" Id="R1cca3d099feb4be2" /><Relationship Type="http://schemas.openxmlformats.org/officeDocument/2006/relationships/slide" Target="/ppt/slides/slide32.xml" Id="R28d858c863c74b3c" /><Relationship Type="http://schemas.openxmlformats.org/officeDocument/2006/relationships/slide" Target="/ppt/slides/slide33.xml" Id="R8c13333c4d904ad3" /><Relationship Type="http://schemas.openxmlformats.org/officeDocument/2006/relationships/slide" Target="/ppt/slides/slide34.xml" Id="R1214299a8ba345a8" /><Relationship Type="http://schemas.openxmlformats.org/officeDocument/2006/relationships/slide" Target="/ppt/slides/slide35.xml" Id="R6b849b79df2648d6" /><Relationship Type="http://schemas.openxmlformats.org/officeDocument/2006/relationships/slide" Target="/ppt/slides/slide36.xml" Id="R28caf00588f14282" /><Relationship Type="http://schemas.openxmlformats.org/officeDocument/2006/relationships/slide" Target="/ppt/slides/slide37.xml" Id="Rd043da0d56564059" /><Relationship Type="http://schemas.openxmlformats.org/officeDocument/2006/relationships/slide" Target="/ppt/slides/slide38.xml" Id="R56431aa7d21344b1" /><Relationship Type="http://schemas.openxmlformats.org/officeDocument/2006/relationships/slide" Target="/ppt/slides/slide39.xml" Id="Rd5b72839ea5a4dc1" /><Relationship Type="http://schemas.openxmlformats.org/officeDocument/2006/relationships/slide" Target="/ppt/slides/slide40.xml" Id="R9d235f4be15a470e" /><Relationship Type="http://schemas.openxmlformats.org/officeDocument/2006/relationships/slide" Target="/ppt/slides/slide41.xml" Id="R811df9f49ed042f0" /><Relationship Type="http://schemas.openxmlformats.org/officeDocument/2006/relationships/slide" Target="/ppt/slides/slide42.xml" Id="R389b6823704a4a49" /><Relationship Type="http://schemas.openxmlformats.org/officeDocument/2006/relationships/slide" Target="/ppt/slides/slide43.xml" Id="R73298056a7354a08" /><Relationship Type="http://schemas.openxmlformats.org/officeDocument/2006/relationships/slide" Target="/ppt/slides/slide44.xml" Id="Rec41b2bbe380424e" /><Relationship Type="http://schemas.openxmlformats.org/officeDocument/2006/relationships/slide" Target="/ppt/slides/slide45.xml" Id="R159c786c7f9c49a2" /><Relationship Type="http://schemas.openxmlformats.org/officeDocument/2006/relationships/slide" Target="/ppt/slides/slide46.xml" Id="R8d195648d7aa446f" /><Relationship Type="http://schemas.openxmlformats.org/officeDocument/2006/relationships/slide" Target="/ppt/slides/slide47.xml" Id="R13e6fe0064db49ea" /><Relationship Type="http://schemas.openxmlformats.org/officeDocument/2006/relationships/slide" Target="/ppt/slides/slide48.xml" Id="Ra63bfbb656c54367" /><Relationship Type="http://schemas.openxmlformats.org/officeDocument/2006/relationships/slide" Target="/ppt/slides/slide49.xml" Id="R7e053cea92e04e2d" /><Relationship Type="http://schemas.openxmlformats.org/officeDocument/2006/relationships/slide" Target="/ppt/slides/slide50.xml" Id="Rf1d787df46fa479e" /><Relationship Type="http://schemas.openxmlformats.org/officeDocument/2006/relationships/slide" Target="/ppt/slides/slide51.xml" Id="R24dcdd7b1c1b4a6a" /><Relationship Type="http://schemas.openxmlformats.org/officeDocument/2006/relationships/slide" Target="/ppt/slides/slide52.xml" Id="R960bc99591d94cba" /><Relationship Type="http://schemas.openxmlformats.org/officeDocument/2006/relationships/slide" Target="/ppt/slides/slide53.xml" Id="R7b04dc4ff4714e97" /><Relationship Type="http://schemas.openxmlformats.org/officeDocument/2006/relationships/slide" Target="/ppt/slides/slide54.xml" Id="R5140ed3a758f43cc" /><Relationship Type="http://schemas.openxmlformats.org/officeDocument/2006/relationships/slide" Target="/ppt/slides/slide55.xml" Id="Ra65f12ae0e4147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019206ebd34f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e621c2cc944c5b" /><Relationship Type="http://schemas.openxmlformats.org/officeDocument/2006/relationships/notesMaster" Target="/ppt/notesMasters/notesMaster1.xml" Id="R08c0e05233504a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0b300f937c4a79" /><Relationship Type="http://schemas.openxmlformats.org/officeDocument/2006/relationships/notesMaster" Target="/ppt/notesMasters/notesMaster1.xml" Id="R09ac5f27f1bb4e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154d11fca94af4" /><Relationship Type="http://schemas.openxmlformats.org/officeDocument/2006/relationships/notesMaster" Target="/ppt/notesMasters/notesMaster1.xml" Id="Rb1b5782187c848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9413cf95984785" /><Relationship Type="http://schemas.openxmlformats.org/officeDocument/2006/relationships/notesMaster" Target="/ppt/notesMasters/notesMaster1.xml" Id="R09eb38ab2c9f4b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fe8e210bd94b1e" /><Relationship Type="http://schemas.openxmlformats.org/officeDocument/2006/relationships/notesMaster" Target="/ppt/notesMasters/notesMaster1.xml" Id="Rc0b3ed6e0b0644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d0ac9fe27c4249" /><Relationship Type="http://schemas.openxmlformats.org/officeDocument/2006/relationships/notesMaster" Target="/ppt/notesMasters/notesMaster1.xml" Id="R8eca5ea8b2f34c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ac581a1fd643f3" /><Relationship Type="http://schemas.openxmlformats.org/officeDocument/2006/relationships/notesMaster" Target="/ppt/notesMasters/notesMaster1.xml" Id="Rd94d958b854e43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8edc0ad60d43c5" /><Relationship Type="http://schemas.openxmlformats.org/officeDocument/2006/relationships/notesMaster" Target="/ppt/notesMasters/notesMaster1.xml" Id="R6256962311c848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68ead0cfbc4c9d" /><Relationship Type="http://schemas.openxmlformats.org/officeDocument/2006/relationships/notesMaster" Target="/ppt/notesMasters/notesMaster1.xml" Id="R0bfd57d9545e46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5575d1750a4db3" /><Relationship Type="http://schemas.openxmlformats.org/officeDocument/2006/relationships/notesMaster" Target="/ppt/notesMasters/notesMaster1.xml" Id="R2a446279b1ae4f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9ca4ec5c3f4b15" /><Relationship Type="http://schemas.openxmlformats.org/officeDocument/2006/relationships/notesMaster" Target="/ppt/notesMasters/notesMaster1.xml" Id="Rf5a5f0b5ba8441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f4aa4a79d047fe" /><Relationship Type="http://schemas.openxmlformats.org/officeDocument/2006/relationships/notesMaster" Target="/ppt/notesMasters/notesMaster1.xml" Id="R36b1d4ff1c2049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a9c54dbd0c4900" /><Relationship Type="http://schemas.openxmlformats.org/officeDocument/2006/relationships/notesMaster" Target="/ppt/notesMasters/notesMaster1.xml" Id="R9fe0e6f6a6ce48b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584cefde56476f" /><Relationship Type="http://schemas.openxmlformats.org/officeDocument/2006/relationships/notesMaster" Target="/ppt/notesMasters/notesMaster1.xml" Id="R7defae4010ce4d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b97346c788a4e73" /><Relationship Type="http://schemas.openxmlformats.org/officeDocument/2006/relationships/notesMaster" Target="/ppt/notesMasters/notesMaster1.xml" Id="R89508298dcf84d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b5a096a3a714d0e" /><Relationship Type="http://schemas.openxmlformats.org/officeDocument/2006/relationships/notesMaster" Target="/ppt/notesMasters/notesMaster1.xml" Id="R4447d1eed82149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b6ed623525940e6" /><Relationship Type="http://schemas.openxmlformats.org/officeDocument/2006/relationships/notesMaster" Target="/ppt/notesMasters/notesMaster1.xml" Id="R6a02271453c846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700fdf567c46a1" /><Relationship Type="http://schemas.openxmlformats.org/officeDocument/2006/relationships/notesMaster" Target="/ppt/notesMasters/notesMaster1.xml" Id="R4c12c4b4ef9f41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f0db4cb0ff4b6f" /><Relationship Type="http://schemas.openxmlformats.org/officeDocument/2006/relationships/notesMaster" Target="/ppt/notesMasters/notesMaster1.xml" Id="R95fa9ddfa8384c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60af950d14a4c98" /><Relationship Type="http://schemas.openxmlformats.org/officeDocument/2006/relationships/notesMaster" Target="/ppt/notesMasters/notesMaster1.xml" Id="R041306ac80154e1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b5e52ac3bcb4e3d" /><Relationship Type="http://schemas.openxmlformats.org/officeDocument/2006/relationships/notesMaster" Target="/ppt/notesMasters/notesMaster1.xml" Id="R2a2770c08a454d0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1d320be1d29418a" /><Relationship Type="http://schemas.openxmlformats.org/officeDocument/2006/relationships/notesMaster" Target="/ppt/notesMasters/notesMaster1.xml" Id="Rb63a0af6728d43c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80de3ef5344e10" /><Relationship Type="http://schemas.openxmlformats.org/officeDocument/2006/relationships/notesMaster" Target="/ppt/notesMasters/notesMaster1.xml" Id="Rdd6c6fa2ae8f44f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624286fec0c4cfe" /><Relationship Type="http://schemas.openxmlformats.org/officeDocument/2006/relationships/notesMaster" Target="/ppt/notesMasters/notesMaster1.xml" Id="R9365081c973740b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0bcf189873420f" /><Relationship Type="http://schemas.openxmlformats.org/officeDocument/2006/relationships/notesMaster" Target="/ppt/notesMasters/notesMaster1.xml" Id="R9794f26fe9ed416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d8f793051774c27" /><Relationship Type="http://schemas.openxmlformats.org/officeDocument/2006/relationships/notesMaster" Target="/ppt/notesMasters/notesMaster1.xml" Id="Rcd9530041fb041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a23d72b91934676" /><Relationship Type="http://schemas.openxmlformats.org/officeDocument/2006/relationships/notesMaster" Target="/ppt/notesMasters/notesMaster1.xml" Id="Rdd4508ce668e40e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05eda5c9d3942cd" /><Relationship Type="http://schemas.openxmlformats.org/officeDocument/2006/relationships/notesMaster" Target="/ppt/notesMasters/notesMaster1.xml" Id="Rb6aab44692d34fb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46249547f724414" /><Relationship Type="http://schemas.openxmlformats.org/officeDocument/2006/relationships/notesMaster" Target="/ppt/notesMasters/notesMaster1.xml" Id="R0a220b9f3f074c1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77fba5a8d5548d4" /><Relationship Type="http://schemas.openxmlformats.org/officeDocument/2006/relationships/notesMaster" Target="/ppt/notesMasters/notesMaster1.xml" Id="R5b88d0b7c927493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1ca718d49ac423c" /><Relationship Type="http://schemas.openxmlformats.org/officeDocument/2006/relationships/notesMaster" Target="/ppt/notesMasters/notesMaster1.xml" Id="R6f51a6209e33467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baedad7eaca4023" /><Relationship Type="http://schemas.openxmlformats.org/officeDocument/2006/relationships/notesMaster" Target="/ppt/notesMasters/notesMaster1.xml" Id="Rf9ad045c39c9483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f13388b83614dcf" /><Relationship Type="http://schemas.openxmlformats.org/officeDocument/2006/relationships/notesMaster" Target="/ppt/notesMasters/notesMaster1.xml" Id="R2e64078a2b8b431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15e59731fcc453d" /><Relationship Type="http://schemas.openxmlformats.org/officeDocument/2006/relationships/notesMaster" Target="/ppt/notesMasters/notesMaster1.xml" Id="Rdc63ba3cd7c64b7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7836e823dc642df" /><Relationship Type="http://schemas.openxmlformats.org/officeDocument/2006/relationships/notesMaster" Target="/ppt/notesMasters/notesMaster1.xml" Id="R5ea09e7523f141a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50bb01a420748d4" /><Relationship Type="http://schemas.openxmlformats.org/officeDocument/2006/relationships/notesMaster" Target="/ppt/notesMasters/notesMaster1.xml" Id="Rf731787e5f1c4da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8b3f58db7d04e15" /><Relationship Type="http://schemas.openxmlformats.org/officeDocument/2006/relationships/notesMaster" Target="/ppt/notesMasters/notesMaster1.xml" Id="R37f1953dab5547e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16c7f7f56f44d82" /><Relationship Type="http://schemas.openxmlformats.org/officeDocument/2006/relationships/notesMaster" Target="/ppt/notesMasters/notesMaster1.xml" Id="R1061ca8c7997495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eddea116a764e65" /><Relationship Type="http://schemas.openxmlformats.org/officeDocument/2006/relationships/notesMaster" Target="/ppt/notesMasters/notesMaster1.xml" Id="R09b18ad84ba2496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1843332012141a1" /><Relationship Type="http://schemas.openxmlformats.org/officeDocument/2006/relationships/notesMaster" Target="/ppt/notesMasters/notesMaster1.xml" Id="R3a6761444fa0437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ecfc5fe52464dd9" /><Relationship Type="http://schemas.openxmlformats.org/officeDocument/2006/relationships/notesMaster" Target="/ppt/notesMasters/notesMaster1.xml" Id="R792bcb36a34b447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174b44ca8634436" /><Relationship Type="http://schemas.openxmlformats.org/officeDocument/2006/relationships/notesMaster" Target="/ppt/notesMasters/notesMaster1.xml" Id="Ra57eb91ecf2b411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a31665e15ae493f" /><Relationship Type="http://schemas.openxmlformats.org/officeDocument/2006/relationships/notesMaster" Target="/ppt/notesMasters/notesMaster1.xml" Id="R58315b04bd8c496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9a8d3df751849b8" /><Relationship Type="http://schemas.openxmlformats.org/officeDocument/2006/relationships/notesMaster" Target="/ppt/notesMasters/notesMaster1.xml" Id="R786094f70ba5429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71732ada9444b6f" /><Relationship Type="http://schemas.openxmlformats.org/officeDocument/2006/relationships/notesMaster" Target="/ppt/notesMasters/notesMaster1.xml" Id="R63f9d63baed1468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158c657ddde4e20" /><Relationship Type="http://schemas.openxmlformats.org/officeDocument/2006/relationships/notesMaster" Target="/ppt/notesMasters/notesMaster1.xml" Id="Rb5adb3ccc8d544f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3b65c73c82042a8" /><Relationship Type="http://schemas.openxmlformats.org/officeDocument/2006/relationships/notesMaster" Target="/ppt/notesMasters/notesMaster1.xml" Id="R940568a0997e46c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121fc3a5f4d4b80" /><Relationship Type="http://schemas.openxmlformats.org/officeDocument/2006/relationships/notesMaster" Target="/ppt/notesMasters/notesMaster1.xml" Id="R018bcdbec31b4dca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d9f04b6e0cd4734" /><Relationship Type="http://schemas.openxmlformats.org/officeDocument/2006/relationships/notesMaster" Target="/ppt/notesMasters/notesMaster1.xml" Id="R0ea1507355784a1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7343004dc2a42d6" /><Relationship Type="http://schemas.openxmlformats.org/officeDocument/2006/relationships/notesMaster" Target="/ppt/notesMasters/notesMaster1.xml" Id="R29fec6b770c2468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b7c4be7c85d4aca" /><Relationship Type="http://schemas.openxmlformats.org/officeDocument/2006/relationships/notesMaster" Target="/ppt/notesMasters/notesMaster1.xml" Id="R76f25c849c904f5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3ba125ea0e541b4" /><Relationship Type="http://schemas.openxmlformats.org/officeDocument/2006/relationships/notesMaster" Target="/ppt/notesMasters/notesMaster1.xml" Id="Rd10d2243a0084a9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af9ac129d6b454d" /><Relationship Type="http://schemas.openxmlformats.org/officeDocument/2006/relationships/notesMaster" Target="/ppt/notesMasters/notesMaster1.xml" Id="Rd26bc3e956214ab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160c81212584851" /><Relationship Type="http://schemas.openxmlformats.org/officeDocument/2006/relationships/notesMaster" Target="/ppt/notesMasters/notesMaster1.xml" Id="R9e5734fef21a40e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ba0baf8fc6e4329" /><Relationship Type="http://schemas.openxmlformats.org/officeDocument/2006/relationships/notesMaster" Target="/ppt/notesMasters/notesMaster1.xml" Id="Rfa9f6dd92a3845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046cee5e44a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fe35a0e4bf48a6" /><Relationship Type="http://schemas.openxmlformats.org/officeDocument/2006/relationships/slideLayout" Target="/ppt/slideLayouts/slideLayout1.xml" Id="R8207422e459241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7422e459241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aa7e861db41f4" /><Relationship Type="http://schemas.openxmlformats.org/officeDocument/2006/relationships/notesSlide" Target="/ppt/notesSlides/notesSlide1.xml" Id="R702495a727804f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fd55256df4dd7" /><Relationship Type="http://schemas.openxmlformats.org/officeDocument/2006/relationships/notesSlide" Target="/ppt/notesSlides/notesSlide2.xml" Id="Ra92733bfb18949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21f8dff914de9" /><Relationship Type="http://schemas.openxmlformats.org/officeDocument/2006/relationships/chart" Target="/ppt/slides/charts/chart1.xml" Id="Rbeb56c51f67a4011" /><Relationship Type="http://schemas.openxmlformats.org/officeDocument/2006/relationships/notesSlide" Target="/ppt/notesSlides/notesSlide3.xml" Id="Rc6b2a41465b741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c02ef7a6a46c1" /><Relationship Type="http://schemas.openxmlformats.org/officeDocument/2006/relationships/chart" Target="/ppt/slides/charts/chart2.xml" Id="R0e7c329b21204bfc" /><Relationship Type="http://schemas.openxmlformats.org/officeDocument/2006/relationships/chart" Target="/ppt/slides/charts/chart3.xml" Id="Re7be8fb3094b491a" /><Relationship Type="http://schemas.openxmlformats.org/officeDocument/2006/relationships/chart" Target="/ppt/slides/charts/chart4.xml" Id="Raccee2e80bef4ef7" /><Relationship Type="http://schemas.openxmlformats.org/officeDocument/2006/relationships/notesSlide" Target="/ppt/notesSlides/notesSlide4.xml" Id="Ra4d9a2525b794b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ce137c8df4cc0" /><Relationship Type="http://schemas.openxmlformats.org/officeDocument/2006/relationships/chart" Target="/ppt/slides/charts/chart5.xml" Id="R944148b0fde94018" /><Relationship Type="http://schemas.openxmlformats.org/officeDocument/2006/relationships/chart" Target="/ppt/slides/charts/chart6.xml" Id="Rc5b762f56d954d65" /><Relationship Type="http://schemas.openxmlformats.org/officeDocument/2006/relationships/chart" Target="/ppt/slides/charts/chart7.xml" Id="Rb31ec0b8408145db" /><Relationship Type="http://schemas.openxmlformats.org/officeDocument/2006/relationships/chart" Target="/ppt/slides/charts/chart8.xml" Id="R19bd038ea9a04958" /><Relationship Type="http://schemas.openxmlformats.org/officeDocument/2006/relationships/notesSlide" Target="/ppt/notesSlides/notesSlide5.xml" Id="R40f5382b668c4d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3336898384cbb" /><Relationship Type="http://schemas.openxmlformats.org/officeDocument/2006/relationships/chart" Target="/ppt/slides/charts/chart9.xml" Id="Rcee48128415e4b20" /><Relationship Type="http://schemas.openxmlformats.org/officeDocument/2006/relationships/chart" Target="/ppt/slides/charts/chart10.xml" Id="R49a3151a69db4820" /><Relationship Type="http://schemas.openxmlformats.org/officeDocument/2006/relationships/notesSlide" Target="/ppt/notesSlides/notesSlide6.xml" Id="R982ac308ffa146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78a3f28814658" /><Relationship Type="http://schemas.openxmlformats.org/officeDocument/2006/relationships/chart" Target="/ppt/slides/charts/chart11.xml" Id="R226d80bd9e7341bb" /><Relationship Type="http://schemas.openxmlformats.org/officeDocument/2006/relationships/chart" Target="/ppt/slides/charts/chart12.xml" Id="R7dbe2a0e9641430c" /><Relationship Type="http://schemas.openxmlformats.org/officeDocument/2006/relationships/notesSlide" Target="/ppt/notesSlides/notesSlide7.xml" Id="R8c0f47f4b0a643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6df40cb824f21" /><Relationship Type="http://schemas.openxmlformats.org/officeDocument/2006/relationships/chart" Target="/ppt/slides/charts/chart13.xml" Id="R36bd3c07a7274069" /><Relationship Type="http://schemas.openxmlformats.org/officeDocument/2006/relationships/chart" Target="/ppt/slides/charts/chart14.xml" Id="Rb65e5628dfcf48c2" /><Relationship Type="http://schemas.openxmlformats.org/officeDocument/2006/relationships/notesSlide" Target="/ppt/notesSlides/notesSlide8.xml" Id="R25509acba61548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2a341e2e34056" /><Relationship Type="http://schemas.openxmlformats.org/officeDocument/2006/relationships/chart" Target="/ppt/slides/charts/chart15.xml" Id="R61d092d2f34d47bc" /><Relationship Type="http://schemas.openxmlformats.org/officeDocument/2006/relationships/notesSlide" Target="/ppt/notesSlides/notesSlide9.xml" Id="Rb95e4857cfb54c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90ea855e745e5" /><Relationship Type="http://schemas.openxmlformats.org/officeDocument/2006/relationships/chart" Target="/ppt/slides/charts/chart16.xml" Id="Rf7aa66bbf6d742a1" /><Relationship Type="http://schemas.openxmlformats.org/officeDocument/2006/relationships/notesSlide" Target="/ppt/notesSlides/notesSlide10.xml" Id="R581d3e14af45464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a97f6a2c84df1" /><Relationship Type="http://schemas.openxmlformats.org/officeDocument/2006/relationships/chart" Target="/ppt/slides/charts/chart17.xml" Id="R235abfd1793f4ebb" /><Relationship Type="http://schemas.openxmlformats.org/officeDocument/2006/relationships/notesSlide" Target="/ppt/notesSlides/notesSlide11.xml" Id="Rcf7482686649418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ad0fa30d94f13" /><Relationship Type="http://schemas.openxmlformats.org/officeDocument/2006/relationships/chart" Target="/ppt/slides/charts/chart18.xml" Id="R73f0f10b272a4788" /><Relationship Type="http://schemas.openxmlformats.org/officeDocument/2006/relationships/chart" Target="/ppt/slides/charts/chart19.xml" Id="R7fc0d38927a44ab4" /><Relationship Type="http://schemas.openxmlformats.org/officeDocument/2006/relationships/notesSlide" Target="/ppt/notesSlides/notesSlide12.xml" Id="R0743f27a1f8b48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ee74e5ce942e6" /><Relationship Type="http://schemas.openxmlformats.org/officeDocument/2006/relationships/chart" Target="/ppt/slides/charts/chart20.xml" Id="Rb0dbc4578d874979" /><Relationship Type="http://schemas.openxmlformats.org/officeDocument/2006/relationships/notesSlide" Target="/ppt/notesSlides/notesSlide13.xml" Id="R93b7456214c349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505172fa34561" /><Relationship Type="http://schemas.openxmlformats.org/officeDocument/2006/relationships/chart" Target="/ppt/slides/charts/chart21.xml" Id="R402a8761ea5042f1" /><Relationship Type="http://schemas.openxmlformats.org/officeDocument/2006/relationships/notesSlide" Target="/ppt/notesSlides/notesSlide14.xml" Id="R95abc102a1e444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b4989894b4834" /><Relationship Type="http://schemas.openxmlformats.org/officeDocument/2006/relationships/chart" Target="/ppt/slides/charts/chart22.xml" Id="R45ddc2fd41814198" /><Relationship Type="http://schemas.openxmlformats.org/officeDocument/2006/relationships/notesSlide" Target="/ppt/notesSlides/notesSlide15.xml" Id="R5f4c33303a194b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6b78d60414841" /><Relationship Type="http://schemas.openxmlformats.org/officeDocument/2006/relationships/chart" Target="/ppt/slides/charts/chart23.xml" Id="Ra9ec949a40b34971" /><Relationship Type="http://schemas.openxmlformats.org/officeDocument/2006/relationships/chart" Target="/ppt/slides/charts/chart24.xml" Id="R063e4576161d4d3f" /><Relationship Type="http://schemas.openxmlformats.org/officeDocument/2006/relationships/chart" Target="/ppt/slides/charts/chart25.xml" Id="Re8a594fa1a804152" /><Relationship Type="http://schemas.openxmlformats.org/officeDocument/2006/relationships/notesSlide" Target="/ppt/notesSlides/notesSlide16.xml" Id="R1142dc33e7c8481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2f2bba02040d4" /><Relationship Type="http://schemas.openxmlformats.org/officeDocument/2006/relationships/chart" Target="/ppt/slides/charts/chart26.xml" Id="R58f13d0b7c7643f1" /><Relationship Type="http://schemas.openxmlformats.org/officeDocument/2006/relationships/chart" Target="/ppt/slides/charts/chart27.xml" Id="R50521230ece44592" /><Relationship Type="http://schemas.openxmlformats.org/officeDocument/2006/relationships/chart" Target="/ppt/slides/charts/chart28.xml" Id="R9f4f8945eee741c3" /><Relationship Type="http://schemas.openxmlformats.org/officeDocument/2006/relationships/notesSlide" Target="/ppt/notesSlides/notesSlide17.xml" Id="R64a4b8c087a44b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3cbfe5c77424a" /><Relationship Type="http://schemas.openxmlformats.org/officeDocument/2006/relationships/chart" Target="/ppt/slides/charts/chart29.xml" Id="Rb2aabe24b0cd4a40" /><Relationship Type="http://schemas.openxmlformats.org/officeDocument/2006/relationships/notesSlide" Target="/ppt/notesSlides/notesSlide18.xml" Id="R8ae1f03c86b3424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4bdd94d3c45ba" /><Relationship Type="http://schemas.openxmlformats.org/officeDocument/2006/relationships/chart" Target="/ppt/slides/charts/chart30.xml" Id="Rb6a8bdbd09664d53" /><Relationship Type="http://schemas.openxmlformats.org/officeDocument/2006/relationships/chart" Target="/ppt/slides/charts/chart31.xml" Id="R040df04510334ef2" /><Relationship Type="http://schemas.openxmlformats.org/officeDocument/2006/relationships/notesSlide" Target="/ppt/notesSlides/notesSlide19.xml" Id="Rc86b2a7dee374ba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26f03c79a4a48" /><Relationship Type="http://schemas.openxmlformats.org/officeDocument/2006/relationships/image" Target="/ppt/media/image.png" Id="R2e2accd3bde44649" /><Relationship Type="http://schemas.openxmlformats.org/officeDocument/2006/relationships/notesSlide" Target="/ppt/notesSlides/notesSlide20.xml" Id="R75ff6695c672415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d0570e6914f94" /><Relationship Type="http://schemas.openxmlformats.org/officeDocument/2006/relationships/image" Target="/ppt/media/image2.png" Id="R132ff92267ba4c07" /><Relationship Type="http://schemas.openxmlformats.org/officeDocument/2006/relationships/notesSlide" Target="/ppt/notesSlides/notesSlide21.xml" Id="Radb4c23dd13a41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471dc7d8b40ad" /><Relationship Type="http://schemas.openxmlformats.org/officeDocument/2006/relationships/image" Target="/ppt/media/image3.png" Id="R87d8653afeb0440c" /><Relationship Type="http://schemas.openxmlformats.org/officeDocument/2006/relationships/notesSlide" Target="/ppt/notesSlides/notesSlide22.xml" Id="Rdaec19f30c884d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47b6f36bc4bb5" /><Relationship Type="http://schemas.openxmlformats.org/officeDocument/2006/relationships/image" Target="/ppt/media/image4.png" Id="R2f89a088ec344e7a" /><Relationship Type="http://schemas.openxmlformats.org/officeDocument/2006/relationships/notesSlide" Target="/ppt/notesSlides/notesSlide23.xml" Id="Rcc0c74fb5d4346c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8898bcfcf4e4a" /><Relationship Type="http://schemas.openxmlformats.org/officeDocument/2006/relationships/notesSlide" Target="/ppt/notesSlides/notesSlide24.xml" Id="Rd61ebda6c5ca4c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fdf6fd6754bd9" /><Relationship Type="http://schemas.openxmlformats.org/officeDocument/2006/relationships/notesSlide" Target="/ppt/notesSlides/notesSlide25.xml" Id="R91baf112d3de45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6b05824394aca" /><Relationship Type="http://schemas.openxmlformats.org/officeDocument/2006/relationships/chart" Target="/ppt/slides/charts/chart32.xml" Id="R9ed8100eff7d47ae" /><Relationship Type="http://schemas.openxmlformats.org/officeDocument/2006/relationships/notesSlide" Target="/ppt/notesSlides/notesSlide26.xml" Id="R4a70abb36d614fc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bb16c1a0341bf" /><Relationship Type="http://schemas.openxmlformats.org/officeDocument/2006/relationships/notesSlide" Target="/ppt/notesSlides/notesSlide27.xml" Id="Rabf34cf7c2b7489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1cb0f01734a85" /><Relationship Type="http://schemas.openxmlformats.org/officeDocument/2006/relationships/chart" Target="/ppt/slides/charts/chart33.xml" Id="R727047cab05848b0" /><Relationship Type="http://schemas.openxmlformats.org/officeDocument/2006/relationships/notesSlide" Target="/ppt/notesSlides/notesSlide28.xml" Id="Raa257246d8c34b2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98265a4de4f1a" /><Relationship Type="http://schemas.openxmlformats.org/officeDocument/2006/relationships/chart" Target="/ppt/slides/charts/chart34.xml" Id="R2f3cfb09afa64c7d" /><Relationship Type="http://schemas.openxmlformats.org/officeDocument/2006/relationships/notesSlide" Target="/ppt/notesSlides/notesSlide29.xml" Id="R146a28cd241f4b2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b2f8454b0430c" /><Relationship Type="http://schemas.openxmlformats.org/officeDocument/2006/relationships/notesSlide" Target="/ppt/notesSlides/notesSlide30.xml" Id="R21c24f5af2e742c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50ebd922e4a30" /><Relationship Type="http://schemas.openxmlformats.org/officeDocument/2006/relationships/notesSlide" Target="/ppt/notesSlides/notesSlide31.xml" Id="Re31dc1d1dddd4f6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430cdcfd84b2b" /><Relationship Type="http://schemas.openxmlformats.org/officeDocument/2006/relationships/chart" Target="/ppt/slides/charts/chart35.xml" Id="Re54bf6328fb7499a" /><Relationship Type="http://schemas.openxmlformats.org/officeDocument/2006/relationships/notesSlide" Target="/ppt/notesSlides/notesSlide32.xml" Id="R1b90d749e77c44b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43923fba4451f" /><Relationship Type="http://schemas.openxmlformats.org/officeDocument/2006/relationships/chart" Target="/ppt/slides/charts/chart36.xml" Id="Rf985f5fc28074d6a" /><Relationship Type="http://schemas.openxmlformats.org/officeDocument/2006/relationships/notesSlide" Target="/ppt/notesSlides/notesSlide33.xml" Id="R869d0f273b194a5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17e1ad9ec49c9" /><Relationship Type="http://schemas.openxmlformats.org/officeDocument/2006/relationships/chart" Target="/ppt/slides/charts/chart37.xml" Id="R2df89601249f4256" /><Relationship Type="http://schemas.openxmlformats.org/officeDocument/2006/relationships/notesSlide" Target="/ppt/notesSlides/notesSlide34.xml" Id="R295ac01c312042e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e92f7aa274420" /><Relationship Type="http://schemas.openxmlformats.org/officeDocument/2006/relationships/notesSlide" Target="/ppt/notesSlides/notesSlide35.xml" Id="R12f02e7b64454dc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458a7b1c641fe" /><Relationship Type="http://schemas.openxmlformats.org/officeDocument/2006/relationships/notesSlide" Target="/ppt/notesSlides/notesSlide36.xml" Id="R21a779f246074ed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9ec04433a4652" /><Relationship Type="http://schemas.openxmlformats.org/officeDocument/2006/relationships/notesSlide" Target="/ppt/notesSlides/notesSlide37.xml" Id="R7154e447ca874a8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065b6b6ea4293" /><Relationship Type="http://schemas.openxmlformats.org/officeDocument/2006/relationships/notesSlide" Target="/ppt/notesSlides/notesSlide38.xml" Id="Rfcc240ff361f408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d19afb17e4946" /><Relationship Type="http://schemas.openxmlformats.org/officeDocument/2006/relationships/notesSlide" Target="/ppt/notesSlides/notesSlide39.xml" Id="Rfa8f6ee40ce9480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683e0d9bd49fe" /><Relationship Type="http://schemas.openxmlformats.org/officeDocument/2006/relationships/notesSlide" Target="/ppt/notesSlides/notesSlide40.xml" Id="Rf329d7b884d441a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b26783453439e" /><Relationship Type="http://schemas.openxmlformats.org/officeDocument/2006/relationships/notesSlide" Target="/ppt/notesSlides/notesSlide41.xml" Id="R8653469557e340e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118dd555b44cb" /><Relationship Type="http://schemas.openxmlformats.org/officeDocument/2006/relationships/notesSlide" Target="/ppt/notesSlides/notesSlide42.xml" Id="R1a0e4a96ec70458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b77887e9547eb" /><Relationship Type="http://schemas.openxmlformats.org/officeDocument/2006/relationships/notesSlide" Target="/ppt/notesSlides/notesSlide43.xml" Id="R10386bbeabca450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953a274b24d80" /><Relationship Type="http://schemas.openxmlformats.org/officeDocument/2006/relationships/notesSlide" Target="/ppt/notesSlides/notesSlide44.xml" Id="R26dbb186cb544be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7922f2c2542af" /><Relationship Type="http://schemas.openxmlformats.org/officeDocument/2006/relationships/notesSlide" Target="/ppt/notesSlides/notesSlide45.xml" Id="Re4beae549953456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568763a364f93" /><Relationship Type="http://schemas.openxmlformats.org/officeDocument/2006/relationships/notesSlide" Target="/ppt/notesSlides/notesSlide46.xml" Id="R939c2fdd549e450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6a461c66b4e3c" /><Relationship Type="http://schemas.openxmlformats.org/officeDocument/2006/relationships/notesSlide" Target="/ppt/notesSlides/notesSlide47.xml" Id="R46aa220eb65a47d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47415da834a97" /><Relationship Type="http://schemas.openxmlformats.org/officeDocument/2006/relationships/notesSlide" Target="/ppt/notesSlides/notesSlide48.xml" Id="R670f1519f5aa465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5609d28f34e16" /><Relationship Type="http://schemas.openxmlformats.org/officeDocument/2006/relationships/notesSlide" Target="/ppt/notesSlides/notesSlide49.xml" Id="Rf8f1c8d6253d4f7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0eb18979041d0" /><Relationship Type="http://schemas.openxmlformats.org/officeDocument/2006/relationships/notesSlide" Target="/ppt/notesSlides/notesSlide50.xml" Id="Rc6685198d7af48a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1aaab51474d08" /><Relationship Type="http://schemas.openxmlformats.org/officeDocument/2006/relationships/notesSlide" Target="/ppt/notesSlides/notesSlide51.xml" Id="R83d07d5491db413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683ddf95b4b62" /><Relationship Type="http://schemas.openxmlformats.org/officeDocument/2006/relationships/notesSlide" Target="/ppt/notesSlides/notesSlide52.xml" Id="R18f5334050394ac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5b932eaeb4cfe" /><Relationship Type="http://schemas.openxmlformats.org/officeDocument/2006/relationships/notesSlide" Target="/ppt/notesSlides/notesSlide53.xml" Id="R51286a7c89ab44f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ccdafab04175" /><Relationship Type="http://schemas.openxmlformats.org/officeDocument/2006/relationships/notesSlide" Target="/ppt/notesSlides/notesSlide54.xml" Id="R16a0a7c8f0974ae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44c2cc29d47a2" /><Relationship Type="http://schemas.openxmlformats.org/officeDocument/2006/relationships/notesSlide" Target="/ppt/notesSlides/notesSlide55.xml" Id="Rb27260d2993a4fb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19.32467858927</c:v>
              </c:pt>
              <c:pt idx="3">
                <c:v>48.499678</c:v>
              </c:pt>
              <c:pt idx="4">
                <c:v>45.94413572299</c:v>
              </c:pt>
              <c:pt idx="5">
                <c:v>24.163748261490003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331.1423343186</c:v>
              </c:pt>
              <c:pt idx="1">
                <c:v>113.13010920698</c:v>
              </c:pt>
              <c:pt idx="2">
                <c:v>84.18613848502001</c:v>
              </c:pt>
              <c:pt idx="3">
                <c:v>81.78142711743001</c:v>
              </c:pt>
              <c:pt idx="4">
                <c:v>80.04844324973</c:v>
              </c:pt>
              <c:pt idx="5">
                <c:v>72.43103825439</c:v>
              </c:pt>
              <c:pt idx="6">
                <c:v>44.85384452113</c:v>
              </c:pt>
              <c:pt idx="7">
                <c:v>29.479384406290002</c:v>
              </c:pt>
              <c:pt idx="8">
                <c:v>26.68073480255</c:v>
              </c:pt>
              <c:pt idx="9">
                <c:v>12.13921388159</c:v>
              </c:pt>
              <c:pt idx="10">
                <c:v>4.1245656075</c:v>
              </c:pt>
              <c:pt idx="11">
                <c:v>0.09306000437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0.041850383960998</c:v>
              </c:pt>
              <c:pt idx="3">
                <c:v>0.1050330610627478</c:v>
              </c:pt>
              <c:pt idx="4">
                <c:v>0.0994986649781052</c:v>
              </c:pt>
              <c:pt idx="5">
                <c:v>0.052330088596752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0.3762595004518245</c:v>
              </c:pt>
              <c:pt idx="1">
                <c:v>0.1285437528362792</c:v>
              </c:pt>
              <c:pt idx="2">
                <c:v>0.0956562514923436</c:v>
              </c:pt>
              <c:pt idx="3">
                <c:v>0.0929239052951651</c:v>
              </c:pt>
              <c:pt idx="4">
                <c:v>0.0909548074880436</c:v>
              </c:pt>
              <c:pt idx="5">
                <c:v>0.0822995535345327</c:v>
              </c:pt>
              <c:pt idx="6">
                <c:v>0.0509650485118182</c:v>
              </c:pt>
              <c:pt idx="7">
                <c:v>0.0334958635632078</c:v>
              </c:pt>
              <c:pt idx="8">
                <c:v>0.0303159062073785</c:v>
              </c:pt>
              <c:pt idx="9">
                <c:v>0.0137931459605234</c:v>
              </c:pt>
              <c:pt idx="10">
                <c:v>0.0046865255034579</c:v>
              </c:pt>
              <c:pt idx="11">
                <c:v>0.0001057391554249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0.0855579986985247</c:v>
              </c:pt>
              <c:pt idx="1">
                <c:v>0.0854887470487205</c:v>
              </c:pt>
              <c:pt idx="2">
                <c:v>0.0856968803550609</c:v>
              </c:pt>
              <c:pt idx="3">
                <c:v>0.076028491992252</c:v>
              </c:pt>
              <c:pt idx="4">
                <c:v>0.0787613706800146</c:v>
              </c:pt>
              <c:pt idx="5">
                <c:v>0.0773348150833872</c:v>
              </c:pt>
              <c:pt idx="6">
                <c:v>0.0779983666552579</c:v>
              </c:pt>
              <c:pt idx="7">
                <c:v>0.0776126890134955</c:v>
              </c:pt>
              <c:pt idx="8">
                <c:v>0.0789418658689153</c:v>
              </c:pt>
              <c:pt idx="9">
                <c:v>0.0778915770688264</c:v>
              </c:pt>
              <c:pt idx="10">
                <c:v>0.0706042062442011</c:v>
              </c:pt>
              <c:pt idx="11">
                <c:v>0.0813699590888542</c:v>
              </c:pt>
              <c:pt idx="12">
                <c:v>0.0671632930454648</c:v>
              </c:pt>
              <c:pt idx="13">
                <c:v>0.0567204246991748</c:v>
              </c:pt>
              <c:pt idx="14">
                <c:v>0.0560682901372232</c:v>
              </c:pt>
              <c:pt idx="15">
                <c:v>0.0530842334283072</c:v>
              </c:pt>
              <c:pt idx="16">
                <c:v>0.0551629635388359</c:v>
              </c:pt>
              <c:pt idx="17">
                <c:v>0.0533002702997621</c:v>
              </c:pt>
              <c:pt idx="18">
                <c:v>0.0524130951483984</c:v>
              </c:pt>
              <c:pt idx="19">
                <c:v>0.0546061953676112</c:v>
              </c:pt>
              <c:pt idx="20">
                <c:v>0.0483630515591677</c:v>
              </c:pt>
              <c:pt idx="21">
                <c:v>0.0568067809285558</c:v>
              </c:pt>
              <c:pt idx="22">
                <c:v>0.0482576972035788</c:v>
              </c:pt>
              <c:pt idx="23">
                <c:v>0.0570396232174282</c:v>
              </c:pt>
              <c:pt idx="24">
                <c:v>0.0473844554306711</c:v>
              </c:pt>
              <c:pt idx="25">
                <c:v>0.0557355582247756</c:v>
              </c:pt>
              <c:pt idx="26">
                <c:v>0.0583637844792484</c:v>
              </c:pt>
              <c:pt idx="27">
                <c:v>0.059955214584374</c:v>
              </c:pt>
              <c:pt idx="28">
                <c:v>0.0592843221101122</c:v>
              </c:pt>
              <c:pt idx="29">
                <c:v>0.0641900677510449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0.0101445486952357</c:v>
              </c:pt>
              <c:pt idx="26">
                <c:v>0.0108164294191372</c:v>
              </c:pt>
              <c:pt idx="27">
                <c:v>0.0106472517141496</c:v>
              </c:pt>
              <c:pt idx="28">
                <c:v>0.0114155416318205</c:v>
              </c:pt>
              <c:pt idx="29">
                <c:v>0.011510969162289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0.0680082079357988</c:v>
              </c:pt>
              <c:pt idx="1">
                <c:v>0.0704070612700872</c:v>
              </c:pt>
              <c:pt idx="2">
                <c:v>0.074099979493902</c:v>
              </c:pt>
              <c:pt idx="3">
                <c:v>0.0702742666999948</c:v>
              </c:pt>
              <c:pt idx="4">
                <c:v>0.0712252777042628</c:v>
              </c:pt>
              <c:pt idx="5">
                <c:v>0.075114084151861</c:v>
              </c:pt>
              <c:pt idx="6">
                <c:v>0.0761107819177111</c:v>
              </c:pt>
              <c:pt idx="7">
                <c:v>0.0687138571767504</c:v>
              </c:pt>
              <c:pt idx="8">
                <c:v>0.0744318524327165</c:v>
              </c:pt>
              <c:pt idx="9">
                <c:v>0.0668541648099709</c:v>
              </c:pt>
              <c:pt idx="10">
                <c:v>0.0651629253262892</c:v>
              </c:pt>
              <c:pt idx="11">
                <c:v>0.0684099440014807</c:v>
              </c:pt>
              <c:pt idx="12">
                <c:v>0.0697007940075151</c:v>
              </c:pt>
              <c:pt idx="13">
                <c:v>0.1160032755284795</c:v>
              </c:pt>
              <c:pt idx="14">
                <c:v>0.1161228461785805</c:v>
              </c:pt>
              <c:pt idx="15">
                <c:v>0.0904743511708359</c:v>
              </c:pt>
              <c:pt idx="16">
                <c:v>0.0904358049815366</c:v>
              </c:pt>
              <c:pt idx="17">
                <c:v>0.0858194645627202</c:v>
              </c:pt>
              <c:pt idx="18">
                <c:v>0.0708160850865787</c:v>
              </c:pt>
              <c:pt idx="19">
                <c:v>0.0638941224008752</c:v>
              </c:pt>
              <c:pt idx="20">
                <c:v>0.0670145026738279</c:v>
              </c:pt>
              <c:pt idx="21">
                <c:v>0.0710967111468131</c:v>
              </c:pt>
              <c:pt idx="22">
                <c:v>0.0674259936333629</c:v>
              </c:pt>
              <c:pt idx="23">
                <c:v>0.0534042711586425</c:v>
              </c:pt>
              <c:pt idx="24">
                <c:v>0.061263585260918</c:v>
              </c:pt>
              <c:pt idx="25">
                <c:v>0.0586368879336226</c:v>
              </c:pt>
              <c:pt idx="26">
                <c:v>0.0484153612418518</c:v>
              </c:pt>
              <c:pt idx="27">
                <c:v>0.048285579926842</c:v>
              </c:pt>
              <c:pt idx="28">
                <c:v>0.0428742832645217</c:v>
              </c:pt>
              <c:pt idx="29">
                <c:v>0.0432405118898396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0.0025835497732944</c:v>
              </c:pt>
              <c:pt idx="1">
                <c:v>0.0027033236057064</c:v>
              </c:pt>
              <c:pt idx="2">
                <c:v>0.0031493887921637</c:v>
              </c:pt>
              <c:pt idx="3">
                <c:v>0.0033666846280653</c:v>
              </c:pt>
              <c:pt idx="4">
                <c:v>0.0020816904239381</c:v>
              </c:pt>
              <c:pt idx="5">
                <c:v>0.0046585834745183</c:v>
              </c:pt>
              <c:pt idx="6">
                <c:v>0.0054578468246306</c:v>
              </c:pt>
              <c:pt idx="7">
                <c:v>0.0023743117450079</c:v>
              </c:pt>
              <c:pt idx="8">
                <c:v>0.0019403273128492</c:v>
              </c:pt>
              <c:pt idx="9">
                <c:v>0.0045671411878843</c:v>
              </c:pt>
              <c:pt idx="10">
                <c:v>0.0037134893826855</c:v>
              </c:pt>
              <c:pt idx="11">
                <c:v>0.0037602727210871</c:v>
              </c:pt>
              <c:pt idx="12">
                <c:v>0.004040041433396</c:v>
              </c:pt>
              <c:pt idx="13">
                <c:v>0.0036410595285815</c:v>
              </c:pt>
              <c:pt idx="14">
                <c:v>0.0036961669730105</c:v>
              </c:pt>
              <c:pt idx="15">
                <c:v>0.0041013593197657</c:v>
              </c:pt>
              <c:pt idx="16">
                <c:v>0.0042839735760113</c:v>
              </c:pt>
              <c:pt idx="17">
                <c:v>0.0040268029753727</c:v>
              </c:pt>
              <c:pt idx="18">
                <c:v>0.0070109872080256</c:v>
              </c:pt>
              <c:pt idx="19">
                <c:v>0.0067128070684441</c:v>
              </c:pt>
              <c:pt idx="20">
                <c:v>0.0070292261178574</c:v>
              </c:pt>
              <c:pt idx="21">
                <c:v>0.0085379739210007</c:v>
              </c:pt>
              <c:pt idx="22">
                <c:v>0.0091618979070662</c:v>
              </c:pt>
              <c:pt idx="23">
                <c:v>0.0062014103758135</c:v>
              </c:pt>
              <c:pt idx="24">
                <c:v>0.0069857316610348</c:v>
              </c:pt>
              <c:pt idx="25">
                <c:v>0.0064797751723549</c:v>
              </c:pt>
              <c:pt idx="26">
                <c:v>0.0061908829470412</c:v>
              </c:pt>
              <c:pt idx="27">
                <c:v>0.0063377766957214</c:v>
              </c:pt>
              <c:pt idx="28">
                <c:v>0.0065579190811219</c:v>
              </c:pt>
              <c:pt idx="29">
                <c:v>0.0091927647417753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0.0066898190535054</c:v>
              </c:pt>
              <c:pt idx="1">
                <c:v>0.0065291732386137</c:v>
              </c:pt>
              <c:pt idx="2">
                <c:v>0.006768336918366</c:v>
              </c:pt>
              <c:pt idx="3">
                <c:v>0.006522204726598</c:v>
              </c:pt>
              <c:pt idx="4">
                <c:v>0.0069652763000004</c:v>
              </c:pt>
              <c:pt idx="5">
                <c:v>0.00362463975522</c:v>
              </c:pt>
              <c:pt idx="6">
                <c:v>0.002346454605597</c:v>
              </c:pt>
              <c:pt idx="7">
                <c:v>0.0035983049841749</c:v>
              </c:pt>
              <c:pt idx="8">
                <c:v>0.0035320991208034</c:v>
              </c:pt>
              <c:pt idx="9">
                <c:v>0.0044747411193754</c:v>
              </c:pt>
              <c:pt idx="10">
                <c:v>0.0067875832753137</c:v>
              </c:pt>
              <c:pt idx="11">
                <c:v>0.0076698168092406</c:v>
              </c:pt>
              <c:pt idx="12">
                <c:v>0.0076733936098986</c:v>
              </c:pt>
              <c:pt idx="13">
                <c:v>0.0061969452738148</c:v>
              </c:pt>
              <c:pt idx="14">
                <c:v>0.0060760111994373</c:v>
              </c:pt>
              <c:pt idx="15">
                <c:v>0.0066529427711746</c:v>
              </c:pt>
              <c:pt idx="16">
                <c:v>0.0071681181746563</c:v>
              </c:pt>
              <c:pt idx="17">
                <c:v>0.0074113030673372</c:v>
              </c:pt>
              <c:pt idx="18">
                <c:v>0.0075442483605752</c:v>
              </c:pt>
              <c:pt idx="19">
                <c:v>0.006840438260504</c:v>
              </c:pt>
              <c:pt idx="20">
                <c:v>0.0065543750305914</c:v>
              </c:pt>
              <c:pt idx="21">
                <c:v>0.007012976876212</c:v>
              </c:pt>
              <c:pt idx="22">
                <c:v>0.0068885684686903</c:v>
              </c:pt>
              <c:pt idx="23">
                <c:v>0.0072903277155558</c:v>
              </c:pt>
              <c:pt idx="24">
                <c:v>0.0079307365090687</c:v>
              </c:pt>
              <c:pt idx="25">
                <c:v>0.0090623119080633</c:v>
              </c:pt>
              <c:pt idx="26">
                <c:v>0.0082043642289494</c:v>
              </c:pt>
              <c:pt idx="27">
                <c:v>0.0098375745570957</c:v>
              </c:pt>
              <c:pt idx="28">
                <c:v>0.0106767361144659</c:v>
              </c:pt>
              <c:pt idx="29">
                <c:v>0.0108166372984477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0.1716421144880943</c:v>
              </c:pt>
              <c:pt idx="1">
                <c:v>0.1748005539424328</c:v>
              </c:pt>
              <c:pt idx="2">
                <c:v>0.174596310561884</c:v>
              </c:pt>
              <c:pt idx="3">
                <c:v>0.0558437722250873</c:v>
              </c:pt>
              <c:pt idx="4">
                <c:v>0.2155424341949412</c:v>
              </c:pt>
              <c:pt idx="5">
                <c:v>0.2146775998749274</c:v>
              </c:pt>
              <c:pt idx="6">
                <c:v>0.203042474147648</c:v>
              </c:pt>
              <c:pt idx="7">
                <c:v>0.198181985558518</c:v>
              </c:pt>
              <c:pt idx="8">
                <c:v>0.1923229555573133</c:v>
              </c:pt>
              <c:pt idx="9">
                <c:v>0.219386450278958</c:v>
              </c:pt>
              <c:pt idx="10">
                <c:v>0.1960933015331685</c:v>
              </c:pt>
              <c:pt idx="11">
                <c:v>0.1902431877844592</c:v>
              </c:pt>
              <c:pt idx="12">
                <c:v>0.1760758198805902</c:v>
              </c:pt>
              <c:pt idx="13">
                <c:v>0.190994446687657</c:v>
              </c:pt>
              <c:pt idx="14">
                <c:v>0.1923426276784455</c:v>
              </c:pt>
              <c:pt idx="15">
                <c:v>0.1917830476659274</c:v>
              </c:pt>
              <c:pt idx="16">
                <c:v>0.1920726598269204</c:v>
              </c:pt>
              <c:pt idx="17">
                <c:v>0.2012897579917769</c:v>
              </c:pt>
              <c:pt idx="18">
                <c:v>0.1905223180626911</c:v>
              </c:pt>
              <c:pt idx="19">
                <c:v>0.1871319030840225</c:v>
              </c:pt>
              <c:pt idx="20">
                <c:v>0.1898445974883141</c:v>
              </c:pt>
              <c:pt idx="21">
                <c:v>0.1867630057175719</c:v>
              </c:pt>
              <c:pt idx="22">
                <c:v>0.1774881213910857</c:v>
              </c:pt>
              <c:pt idx="23">
                <c:v>0.1677561961878335</c:v>
              </c:pt>
              <c:pt idx="24">
                <c:v>0.0291953511164331</c:v>
              </c:pt>
              <c:pt idx="25">
                <c:v>0.0209092395187652</c:v>
              </c:pt>
              <c:pt idx="26">
                <c:v>0.0202446613357293</c:v>
              </c:pt>
              <c:pt idx="27">
                <c:v>0.0227192136327863</c:v>
              </c:pt>
              <c:pt idx="28">
                <c:v>0.0221580095926356</c:v>
              </c:pt>
              <c:pt idx="29">
                <c:v>0.0240306255787799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0.0458834393836095</c:v>
              </c:pt>
              <c:pt idx="1">
                <c:v>0.0466009780873263</c:v>
              </c:pt>
              <c:pt idx="2">
                <c:v>0.0466275750086467</c:v>
              </c:pt>
              <c:pt idx="3">
                <c:v>0.0461654468084358</c:v>
              </c:pt>
              <c:pt idx="4">
                <c:v>0.0158418183013909</c:v>
              </c:pt>
              <c:pt idx="5">
                <c:v>0.0183264889665747</c:v>
              </c:pt>
              <c:pt idx="6">
                <c:v>0.0511155799233677</c:v>
              </c:pt>
              <c:pt idx="7">
                <c:v>0.0179401600834556</c:v>
              </c:pt>
              <c:pt idx="8">
                <c:v>0.0147380519243235</c:v>
              </c:pt>
              <c:pt idx="9">
                <c:v>0.0168501545344445</c:v>
              </c:pt>
              <c:pt idx="10">
                <c:v>0.0171617431256212</c:v>
              </c:pt>
              <c:pt idx="11">
                <c:v>0.0167994280652375</c:v>
              </c:pt>
              <c:pt idx="12">
                <c:v>0.0147298259778678</c:v>
              </c:pt>
              <c:pt idx="13">
                <c:v>0.0152408560549925</c:v>
              </c:pt>
              <c:pt idx="14">
                <c:v>0.0154609002423609</c:v>
              </c:pt>
              <c:pt idx="15">
                <c:v>0.0152532476043271</c:v>
              </c:pt>
              <c:pt idx="16">
                <c:v>0.0152382688815609</c:v>
              </c:pt>
              <c:pt idx="17">
                <c:v>0.0149273208887351</c:v>
              </c:pt>
              <c:pt idx="18">
                <c:v>0.0146873322148183</c:v>
              </c:pt>
              <c:pt idx="19">
                <c:v>0.014673814260195</c:v>
              </c:pt>
              <c:pt idx="20">
                <c:v>0.0142965670821052</c:v>
              </c:pt>
              <c:pt idx="21">
                <c:v>0.0137120881407954</c:v>
              </c:pt>
              <c:pt idx="22">
                <c:v>0.0135732192466145</c:v>
              </c:pt>
              <c:pt idx="23">
                <c:v>0.014078069430171</c:v>
              </c:pt>
              <c:pt idx="24">
                <c:v>0.0601865892733064</c:v>
              </c:pt>
              <c:pt idx="25">
                <c:v>0.0161014712366266</c:v>
              </c:pt>
              <c:pt idx="26">
                <c:v>0.0231292962276292</c:v>
              </c:pt>
              <c:pt idx="27">
                <c:v>0.0214546228836939</c:v>
              </c:pt>
              <c:pt idx="28">
                <c:v>0.0220825833374245</c:v>
              </c:pt>
              <c:pt idx="29">
                <c:v>0.0312131180928734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0.0193834617137513</c:v>
              </c:pt>
              <c:pt idx="1">
                <c:v>0.0074291129573394</c:v>
              </c:pt>
              <c:pt idx="2">
                <c:v>0.007333490811835</c:v>
              </c:pt>
              <c:pt idx="3">
                <c:v>0.0279674218446734</c:v>
              </c:pt>
              <c:pt idx="4">
                <c:v>0.0696067155563357</c:v>
              </c:pt>
              <c:pt idx="5">
                <c:v>0.1066652441141125</c:v>
              </c:pt>
              <c:pt idx="6">
                <c:v>0.0823398002410793</c:v>
              </c:pt>
              <c:pt idx="7">
                <c:v>0.0604441706512532</c:v>
              </c:pt>
              <c:pt idx="8">
                <c:v>0.0698088195045172</c:v>
              </c:pt>
              <c:pt idx="9">
                <c:v>0.0794823375539498</c:v>
              </c:pt>
              <c:pt idx="10">
                <c:v>0.0548545926019397</c:v>
              </c:pt>
              <c:pt idx="11">
                <c:v>0.0517708583036001</c:v>
              </c:pt>
              <c:pt idx="12">
                <c:v>0.0447271833632081</c:v>
              </c:pt>
              <c:pt idx="13">
                <c:v>0.0906744263643291</c:v>
              </c:pt>
              <c:pt idx="14">
                <c:v>0.0318564274421929</c:v>
              </c:pt>
              <c:pt idx="15">
                <c:v>0.0509330017010333</c:v>
              </c:pt>
              <c:pt idx="16">
                <c:v>0.08411716560091</c:v>
              </c:pt>
              <c:pt idx="17">
                <c:v>0.1065907999338496</c:v>
              </c:pt>
              <c:pt idx="18">
                <c:v>0.0826736314811322</c:v>
              </c:pt>
              <c:pt idx="19">
                <c:v>0.0532939480951812</c:v>
              </c:pt>
              <c:pt idx="20">
                <c:v>0.0390231313834609</c:v>
              </c:pt>
              <c:pt idx="21">
                <c:v>0.0829644989806403</c:v>
              </c:pt>
              <c:pt idx="22">
                <c:v>0.0614292027076475</c:v>
              </c:pt>
              <c:pt idx="23">
                <c:v>0.0392421901395975</c:v>
              </c:pt>
              <c:pt idx="24">
                <c:v>0.034658299259298</c:v>
              </c:pt>
              <c:pt idx="25">
                <c:v>0.029231084024172</c:v>
              </c:pt>
              <c:pt idx="26">
                <c:v>0.0247777120798121</c:v>
              </c:pt>
              <c:pt idx="27">
                <c:v>0.1063396743265808</c:v>
              </c:pt>
              <c:pt idx="28">
                <c:v>0.0618413609740055</c:v>
              </c:pt>
              <c:pt idx="29">
                <c:v>0.0961444582842291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0.0435541311578574</c:v>
              </c:pt>
              <c:pt idx="10">
                <c:v>0.0469233338791018</c:v>
              </c:pt>
              <c:pt idx="11">
                <c:v>0.0483506711530582</c:v>
              </c:pt>
              <c:pt idx="12">
                <c:v>0.0507729897968142</c:v>
              </c:pt>
              <c:pt idx="13">
                <c:v>0.0527007958685011</c:v>
              </c:pt>
              <c:pt idx="14">
                <c:v>0.0569150809799261</c:v>
              </c:pt>
              <c:pt idx="15">
                <c:v>0.0596091131534749</c:v>
              </c:pt>
              <c:pt idx="16">
                <c:v>0.0606180579663615</c:v>
              </c:pt>
              <c:pt idx="17">
                <c:v>0.0608669051570376</c:v>
              </c:pt>
              <c:pt idx="18">
                <c:v>0.0608869936007728</c:v>
              </c:pt>
              <c:pt idx="19">
                <c:v>0.0619666367544641</c:v>
              </c:pt>
              <c:pt idx="20">
                <c:v>0.0650413889034812</c:v>
              </c:pt>
              <c:pt idx="21">
                <c:v>0.0531656259171715</c:v>
              </c:pt>
              <c:pt idx="22">
                <c:v>0.059647568037394</c:v>
              </c:pt>
              <c:pt idx="23">
                <c:v>0.0623689031516558</c:v>
              </c:pt>
              <c:pt idx="24">
                <c:v>0.0513880118085583</c:v>
              </c:pt>
              <c:pt idx="25">
                <c:v>0.0565693850768594</c:v>
              </c:pt>
              <c:pt idx="26">
                <c:v>0.0623104683022178</c:v>
              </c:pt>
              <c:pt idx="27">
                <c:v>0.0674532139268082</c:v>
              </c:pt>
              <c:pt idx="28">
                <c:v>0.0757478851076387</c:v>
              </c:pt>
              <c:pt idx="29">
                <c:v>0.0816372279901838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29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CBSF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20.284278257340002</c:v>
              </c:pt>
              <c:pt idx="1">
                <c:v>21.684726333900002</c:v>
              </c:pt>
              <c:pt idx="2">
                <c:v>22.191436059639997</c:v>
              </c:pt>
              <c:pt idx="3">
                <c:v>42.767335634320006</c:v>
              </c:pt>
              <c:pt idx="4">
                <c:v>55.848683708799996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A7ACB0"/>
              </a:solidFill>
            </c:spPr>
          </c:dPt>
          <c:dPt>
            <c:idx val="1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Integral Investimentos</c:v>
              </c:pt>
              <c:pt idx="1">
                <c:v>Solis Investimentos</c:v>
              </c:pt>
              <c:pt idx="2">
                <c:v>REAG</c:v>
              </c:pt>
              <c:pt idx="3">
                <c:v>CBSF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14.101509780250002</c:v>
              </c:pt>
              <c:pt idx="1">
                <c:v>15.72886361959</c:v>
              </c:pt>
              <c:pt idx="2">
                <c:v>18.82731708095</c:v>
              </c:pt>
              <c:pt idx="3">
                <c:v>20.98235935844</c:v>
              </c:pt>
              <c:pt idx="4">
                <c:v>22.01425002545</c:v>
              </c:pt>
              <c:pt idx="5">
                <c:v>34.007826304160005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BRL Trust</c:v>
              </c:pt>
              <c:pt idx="1">
                <c:v>Limine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21.739432960400002</c:v>
              </c:pt>
              <c:pt idx="1">
                <c:v>21.98342361947</c:v>
              </c:pt>
              <c:pt idx="2">
                <c:v>22.14372755424</c:v>
              </c:pt>
              <c:pt idx="3">
                <c:v>49.18187183748001</c:v>
              </c:pt>
              <c:pt idx="4">
                <c:v>72.34396085720999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26.269659124189996</c:v>
              </c:pt>
              <c:pt idx="3">
                <c:v>41.157753002499994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14.30340731856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13.01120255059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1.86220044155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0.05062752539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2026 jan-mai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0.2527075812274368</c:v>
              </c:pt>
              <c:pt idx="1">
                <c:v>0.259927797833935</c:v>
              </c:pt>
              <c:pt idx="2">
                <c:v>0.1498194945848375</c:v>
              </c:pt>
              <c:pt idx="3">
                <c:v>0.1534296028880866</c:v>
              </c:pt>
              <c:pt idx="4">
                <c:v>0.0938628158844765</c:v>
              </c:pt>
              <c:pt idx="5">
                <c:v>0.0595667870036101</c:v>
              </c:pt>
              <c:pt idx="6">
                <c:v>0.0306859205776173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30353A"/>
              </a:solidFill>
            </c:spPr>
          </c:dPt>
          <c:dPt>
            <c:idx val="17"/>
            <c:spPr>
              <a:solidFill xmlns:a="http://schemas.openxmlformats.org/drawingml/2006/main">
                <a:srgbClr val="30353A"/>
              </a:solidFill>
            </c:spPr>
          </c:dPt>
          <c:dPt>
            <c:idx val="18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9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Paraná Banco</c:v>
              </c:pt>
              <c:pt idx="4">
                <c:v>Verdecard</c:v>
              </c:pt>
              <c:pt idx="5">
                <c:v>Creditas</c:v>
              </c:pt>
              <c:pt idx="6">
                <c:v>MRV</c:v>
              </c:pt>
              <c:pt idx="7">
                <c:v>iFood</c:v>
              </c:pt>
              <c:pt idx="8">
                <c:v>Bayer</c:v>
              </c:pt>
              <c:pt idx="9">
                <c:v>Lavoro</c:v>
              </c:pt>
              <c:pt idx="10">
                <c:v>PagSeguro</c:v>
              </c:pt>
              <c:pt idx="11">
                <c:v>ICred</c:v>
              </c:pt>
              <c:pt idx="12">
                <c:v>PicPay</c:v>
              </c:pt>
              <c:pt idx="13">
                <c:v>Banco Pine</c:v>
              </c:pt>
              <c:pt idx="14">
                <c:v>Mercado Pago / Mercado Crédito</c:v>
              </c:pt>
              <c:pt idx="15">
                <c:v>Solfácil</c:v>
              </c:pt>
              <c:pt idx="16">
                <c:v>Banco Volkswagen</c:v>
              </c:pt>
              <c:pt idx="17">
                <c:v>Agibank</c:v>
              </c:pt>
              <c:pt idx="18">
                <c:v>CloudWalk</c:v>
              </c:pt>
            </c:strLit>
          </c:cat>
          <c:val>
            <c:numLit>
              <c:formatCode>0.00</c:formatCode>
              <c:ptCount val="19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0.3465</c:v>
              </c:pt>
              <c:pt idx="4">
                <c:v>0.45</c:v>
              </c:pt>
              <c:pt idx="5">
                <c:v>0.45</c:v>
              </c:pt>
              <c:pt idx="6">
                <c:v>0.57</c:v>
              </c:pt>
              <c:pt idx="7">
                <c:v>0.6</c:v>
              </c:pt>
              <c:pt idx="8">
                <c:v>0.7</c:v>
              </c:pt>
              <c:pt idx="9">
                <c:v>0.73</c:v>
              </c:pt>
              <c:pt idx="10">
                <c:v>1</c:v>
              </c:pt>
              <c:pt idx="11">
                <c:v>1.169268</c:v>
              </c:pt>
              <c:pt idx="12">
                <c:v>1.25</c:v>
              </c:pt>
              <c:pt idx="13">
                <c:v>1.25</c:v>
              </c:pt>
              <c:pt idx="14">
                <c:v>1.5</c:v>
              </c:pt>
              <c:pt idx="15">
                <c:v>1.5055</c:v>
              </c:pt>
              <c:pt idx="16">
                <c:v>2</c:v>
              </c:pt>
              <c:pt idx="17">
                <c:v>2.5</c:v>
              </c:pt>
              <c:pt idx="18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8548E-3AFA-4CDD-8F87-4F59CDD2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3A158D-F2CC-45C0-B009-CD0FE281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F5396-3533-4869-9976-0C676082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F29C-977C-4D3C-8EA8-E67A776A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F2F66-7E8A-4440-AE43-F0E81CDE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8194D-89B8-46A7-8C26-08EAB7AA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17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D2F71-FE62-404B-848B-6008B5FD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3361945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30D159-11A1-4C41-9972-13DE38BB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978A3-BE0D-47CA-92FC-801DA16E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DDFFB5-76F9-4429-89D6-34DC500E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99F65-1826-463E-80A2-2962FFD3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58BC4-F4E1-45A4-B789-939C0755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60956-2A8B-4685-9DA9-3F81152F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FCBBD-D090-4B02-8E4B-D18FEFA1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A0139-A932-4686-B3F7-AE52AEF1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7E686-DF70-4DA5-845B-77ABBF2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C892F-BD19-455B-932D-9C401896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3A616C-C704-46CE-B233-EBCE5078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D08B3-CA7E-4EEB-9741-3B1C553F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D0C5B-15E8-4579-843F-2E2EC752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3E314-CB46-46B6-A580-AF346B2E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4B63F0-C1FA-4F1F-9233-128B254F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1B1611-8879-4CB6-AFF8-6640B92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482E6-5D99-4DA6-A0BA-C6D2CF0E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C3BC2F-4743-4035-BD9B-BE7DF523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FBA67-BB29-4BA1-8C61-981FB29EC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1BF1CB-B9FA-4649-9B65-92B0294E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017BCF-D03F-4683-A04E-AF2C0810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4865482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C43B58-DB4B-40C4-B338-7A03E867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3CEB9-E884-43FB-AD2C-947E7E71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C5960-9A78-4E7B-82E6-68F8F6FD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6CA81-4B43-42B4-8F45-BDD68662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8E56E0-7245-477D-8382-848AAB0A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B6266E-6476-42B5-9B1B-532FEFE2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b56c51f67a401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C2545-0DE8-4112-92B3-37DD7238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78F85-45B1-4E34-BF29-ECAB1A6A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ABFAE-3469-4A3D-8FB9-E98D4B7E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D93B68-EC37-407B-8786-F2B7618C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8B9BC-9946-4E0E-A965-64F32415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AF323-A733-45C6-8D69-29CF69CF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04EDA5-F9C8-48CE-B489-B6045830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4FC4C-68D3-4CD7-BB90-32387729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7728B-978B-4452-903B-B901F0A6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A6B5D-7C39-4B0A-A8F5-70D85F22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9FD95E-AA02-46F3-9F1A-2310BBFA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A4033C-DA56-4927-B878-41E0934F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9773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9B0A4A-F2A1-4330-974B-ED2DB84A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216F-820D-40E6-A933-7DFF050E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84F79E-D9E5-4DD9-AC24-CA548C36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4ADBF-C2E4-42B0-825B-728F2C9A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19D8C5-6D46-402A-8F66-38A2F9A9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B96787-6B7E-4072-874C-B3CD8E74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08A3A9-E41E-4E8F-B932-41D109AA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5B9FFF-BD48-4949-8AC7-249D3048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7AD68D-F8BA-4B17-A86B-67B7A919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ABBB36-C3D6-4F95-B491-CDB7913B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414878-FDE8-4B2A-9C0C-43706EA5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6186DF-0814-4C7E-918D-7F52A04C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F4A051-98C8-4213-B16B-005688EC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E97BE2-756D-4DD7-8466-BCBC45B2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E3EC1C-03D8-4EAC-B704-55E1506B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D7098F-105C-40CF-A08C-9756D839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BF958A-23EC-4D0A-8D26-764250E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739883-E782-46E8-BEB0-C82A4113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0807F9-28AB-4B26-A3D0-A30F2C61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2144551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BE3AD1-59EC-43EB-82E7-4F925F1F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68631-B28D-48AC-9294-EB3128A4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F7268-7FA7-4127-B96D-1897A139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4457D-D961-4778-82AB-8686EE1D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338D2-95E7-4C14-B235-7DE29ED9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2B98B-E198-42D4-94E0-ADDE710E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FFD0C-351F-4E09-BC56-5D74D157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70B83-6180-4ED5-A646-9BC14869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c329b21204b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BF7FE-33B2-4C0F-AC21-4889D440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D96AF-722B-4DE4-96A5-4C1E5562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D5211-866F-43A2-95B0-C7ED20C8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53651B-102B-49AA-80AD-48D07554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1828B-F98E-42CC-89AB-A262A6FA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C7FC-B8E9-43D2-90C0-73213B2D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EA39AB-66FE-4D36-BFEC-4D35B48E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e8fb3094b491a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00188-72BB-4736-BFAD-74E35BAD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65C0D-80F8-45B0-831B-0BEEA41F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00A330-6759-4BC4-8296-7909939A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0D731B-DABB-40B8-A52C-1EC4F881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6FE0AA-BD83-471E-9020-05F2EB69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A830D7-F34D-4721-833B-70898A71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CB1BE4-E16B-44D6-B99E-1618E04D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cee2e80bef4ef7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83D6-36D0-4F88-AC31-34166518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635884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841E10-E8F7-415B-A849-EE760A9B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59981-8736-4B8F-BDC8-3DA3CCDD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542DE-7692-4585-816D-5A1C7398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75AC1-BED9-4B6E-9310-F68A3266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B7A98-F321-476F-9D5B-AC1A8D15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902BA7-79E9-4B5D-B999-2B91054F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2CAA6-ECB8-4B74-8CF2-F5A9065D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0A69B-FBB1-4772-B759-7DA7B2C1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F8F69-00C1-41FC-9A8E-CE386369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CAFBEA-5361-4589-8EFB-265E7B0D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89D57-A08A-4389-9EA1-90D9A1DE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5DE53-E830-4B16-8D3D-F5E45A61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4148b0fde9401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34C17E-A438-47CB-BBD4-C4798773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C0604-7CBD-41FA-B07D-A0A886B3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b762f56d954d6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7257EF-6531-454D-980C-CE2357D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9C642-7DDD-4695-9DC8-5636A0A4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1ec0b8408145db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CEF3B-6CED-48B0-B7A1-005E4674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66809D-18A0-4B77-8C60-70FAA96C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8871BC-AF04-4B7B-B778-7D5CFA4A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bd038ea9a04958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1EFF84-C002-46B1-A829-EA2E48A2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0C5CFA-AC60-4661-BD06-40C39BED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6897208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63B09-24E3-4DB6-A372-1F563E44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7FC1A-9AEE-43FF-9972-0D2FC1EC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E8B5B-A3C9-4C85-AB63-24738BE7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C2003-202A-43C8-B835-77E16184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29480E-5995-4510-909A-E75F0BA1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7270E-EA89-4F33-A89B-B7D4A89D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BC8E7-C793-47A2-9C51-5D0772A3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1BC11-B17A-4ACA-BBBC-C2213516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e48128415e4b2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001D7-6C43-4058-8DEC-A7BD88B4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F64FF-D975-47C0-B1C7-32FB1834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a3151a69db482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38E3C2-26D1-407E-ABFF-93A5399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BB6B5E-0FE8-4000-B3D9-0D29F433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BF08C-5691-4CBA-A26F-9B93B325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9844224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10ABD-0CF5-41F0-88F2-B49D5744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6554E-5BE4-4038-B8CA-8A8CB896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16 CNPJs selecionados formam Adquirência; R$ 80,0 bi e 9,1% do PL ex-FIC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732E2-9BC8-4A95-91B6-B40B5809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5C42E-8FAE-4062-BC2A-C3212AFF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21BB5-293F-404B-9F77-E50F4005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Mensal; curadoria: FIDCs.xlsx (13 CNPJs) + 3 FIDCs SELLER informados em 21/jul/26.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FFB23-EF62-4D20-BC43-F7D979B5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5FA68-7EE7-4BD7-B353-5E548725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048AD7-D1E7-4152-B048-76C0A0F5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6d80bd9e7341b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63BA4-2C15-4066-BDE4-4001C3CC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28C43-538E-470B-A09C-171198D9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be2a0e9641430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C678D-4C73-4994-9D27-3B16A8BB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D26FA-509B-4D6D-AF9B-3CFA9DFB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8B968-AD2C-4015-984A-5593BD0F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AF384-7FEF-45A3-8A90-54CCA518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074FE-4165-40B5-9BD7-D35D2D7B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mai/26, os 14 CNPJs ativos vieram de 8 Cartão, 3 Comercial, 2 Serviços e 1 Financeiro; 2 sem reporte ativo. Denominador e demais categorias permanecem idênticos.</a:t>
            </a:r>
          </a:p>
        </p:txBody>
      </p:sp>
    </p:spTree>
    <p:extLst>
      <p:ext uri="{BB962C8B-B14F-4D97-AF65-F5344CB8AC3E}">
        <p14:creationId xmlns:p14="http://schemas.microsoft.com/office/powerpoint/2010/main" val="19423390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852022-1312-4155-9338-E3CA2A86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65588-A709-4A5B-9DAA-20630933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CA6ED-24F3-4195-8176-8DD94BC3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6FCB9-4E75-4A86-B06F-0E621B29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B27E7-30C3-4FDE-B907-E7EBA085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949BE-D4A9-41C9-9EB7-D0F245C2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DEC28-3EF0-484C-9730-B9A2C385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879B9-10A8-48FC-BC6B-57F22FD2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bd3c07a727406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92675D-D770-4A6A-BFCC-C08A3535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0338D9-FDCE-4F4A-BB54-FA34C399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5e5628dfcf48c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36BBB-0D58-4A3B-965D-2BCD4722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71078-7EFE-477F-ACD9-D765C612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C741E-0DD7-4450-8AB5-AA81419C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CA536-8BD4-4665-8D25-A5CE554E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A5A86-ACF9-4D60-BD4D-3294D312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EC7BB-1DD2-4D31-8D6B-7131870F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1B38D-8AE2-479B-8CCA-322CD80D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92239-B5CA-4AE5-94AE-8D90FE6D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02210-5142-4BA5-99F7-6E931DE6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D6F8E8-0F3E-45B6-8F70-39A02508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5395821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A98A5-E29F-48E8-8178-BDED4FED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220D1D-5060-4114-BB92-23A034C5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3247E-8DC8-4656-9C43-83D11262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F9F84-657E-4C97-A39F-21470F45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9DD90-F907-42A0-8149-CAD226B8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0377FC-A59E-4A70-8450-5CB73FE0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9B19F-9B76-48E2-9AFB-0BE98463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56CFA-A5F8-4798-9400-99E38E38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d092d2f34d47b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82FD7-6931-49C4-A84D-4F6C3D20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1C579-726E-425C-A336-D5102769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5C408-D924-4237-854A-4B82712C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A8205-7CEC-49F4-B1BD-6872F6BE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32523-5252-4D85-9D91-61F0A13F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3A3063-DAC5-431A-8BB3-7F279A42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4E87C-424F-455B-B80D-04E32B2D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6C0E9F-11B8-4698-97C8-0F2BA2A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68F83-596E-4FBE-AF82-835EDD9A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37FBC-CAC0-48A6-9906-F98C1D5D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6C4E2B-285A-44E7-A615-8EDCEB07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740F10-A184-4935-922D-09CFD028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BC9006-4C65-497C-82CD-B9EFBF3D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32800D-0D06-4004-B2E6-EC6DBD77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F170E9-6541-4244-BB6D-0229E5D7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045FF-B2E5-432F-B8DD-414A8B6A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A457ED-C07E-42E9-9B39-12EC72BE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1C9160-ED98-48DA-B91E-B69C9B4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4C12CB-C380-4C66-8B91-75D3FABA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1C9D2F-9786-4D4A-AF94-0DD6628C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1CB7B0-3CF5-4829-B69E-C153E44C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4669044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202AAF-5DE9-4D52-88F4-1AA85AF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685BE-70B6-418F-A2DA-CDC4C262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68,6% do PL; Financeiro e Agro marcam 5,7% e 5,8%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556091-0EDB-4571-B13C-E29125EE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8D042-B285-4B94-995C-A8EEE6A7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11CFD-D48E-4A62-A23F-D8AEBAF8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4CBD4-A0D7-43F9-9F59-330832DE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2301D-FF59-49BE-BA74-383D40D4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CDA80-CD69-4C65-A554-6A2AFFDE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aa66bbf6d742a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66743-B61D-47B6-9E26-04D5810C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A209A-81D3-446E-8716-04BEA4F8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1AF5C-D6CD-4D18-B2B8-1A62B42A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4E614-A08F-4F48-B80C-44E439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6D9334-D4F2-440F-9B30-FC10C8F3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BFD4D-25AF-4EB2-B0C5-9852C068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F79277-7B75-4B59-BBF1-67CCC7CE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3E905-EC8C-4318-8DA4-84038387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6E0D62-3F9B-4FB1-8B46-3722282A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E38FA0-B610-4028-9EC7-07D92A9B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B4CB8C-C8BB-48D0-9791-CD96A3DD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9D9288-DEB1-425E-9351-21FE0F23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59B02A-6FE9-4DA0-A3FC-47DA4DFA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9A247C-083D-4AF2-9AD7-5FD0F459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94F571-D679-4611-A615-B28A384F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2.050 fundos e R$ 603,5 bi. Excluídos: 937 multiti­po (R$ 191,7 bi), 143 com inadimplência acima da carteira (R$ 8,5 bi) e 474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0DD827-F2ED-4CA5-A88F-BB327EAD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912764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09B63F-8BBC-48F4-BA8D-41CF10C1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EBC170-D288-4CD6-ACFF-65A61FA1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mai/26 em 6,4%; a coorte fixa soma R$ 603,5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AE7D9-CFB1-4A95-9228-D28AB661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985A68-68EC-44FF-9E1A-ED184CB5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B88FE-C3F9-43C1-8828-BE574C8C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Subtipo e elegibilidade congelados em mai/26; histórico dos mesmos CNPJs. Linha laranja = consolidado de mercado ajustado. A coorte fixa incorpora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557BC-47AF-4459-ABA2-F8AF01C0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0648A-7A33-4B01-89C9-BC200EDD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B7594-4617-429B-B508-5FFFABBF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5abfd1793f4eb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601CE-F39C-45B1-BFCB-822CBD7D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63DF39-38F8-4988-912A-4DDC3F5E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266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867253-668C-48F7-8FA9-F56BE798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0431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934C2-40B5-4917-8F6C-91FC35EB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597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C53F41-7A32-4677-B74A-183C532C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762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3557D-55AB-4E73-BBC9-45170FDD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0928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8BD9B-3895-405E-9717-6EA39111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093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B0DE74-01CF-438F-B853-FB7EF0BE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259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DAE17A-2345-42DF-8505-861CBCC0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D3E39D-A343-4078-9D02-6F643135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MAI/26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8EDEF3-A2C8-47F1-831C-AC449467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884C4E-C185-4338-8459-ECE81FD4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687A04-53B7-440D-83DA-3FBE1BB4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469E5-A873-427A-8883-8BE6B564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BCE1B8-A630-4DE6-93FD-3A4D57AD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17B99-8756-4753-89F7-B946678F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06C52D-AC18-4C0F-A2C9-EF16341E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2FA665-9418-4CE6-ABDD-9B61B58D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3A2CF3-A563-4ED0-80D0-5C65C1F6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D1EE28-2621-47E9-B2B1-40C62CF8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28EF0F-7394-48CA-9433-AE53927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62066-0260-4086-A1D6-AD4D4E13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BCB3B7-F89F-4BD8-99C4-3D80B8A5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76AC31-A1C7-40F2-92C5-97DB900C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3200F7-6329-4264-AAFA-FE449A4E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930E02-C0BA-4AD4-8A60-D202D523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EB1455-F12E-4248-9253-75C6706F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D5A43B-6372-4AFE-A16C-9090F75F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240D9F-6E35-4361-BD61-0D009273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9F7A74-E5DE-4124-98F7-FA432674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92D554-C81D-4F2F-A3A9-2627D461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4C0BE0-ACC2-4C07-9443-D4827CE8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2D8EB-4269-48D0-B1C7-30193439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F8339-9FE3-45B5-93E6-0882ACC4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mai/26, a coorte contém 2.050 fundos. Factoring tem 1 fundo e R$ 0,1 bi; Imobiliário, 15 fundos e R$ 0,9 bi. Oscilações desses subtipos têm baixa representatividade. Consolidado ajustado: 5,9%.</a:t>
            </a:r>
          </a:p>
        </p:txBody>
      </p:sp>
    </p:spTree>
    <p:extLst>
      <p:ext uri="{BB962C8B-B14F-4D97-AF65-F5344CB8AC3E}">
        <p14:creationId xmlns:p14="http://schemas.microsoft.com/office/powerpoint/2010/main" val="17102261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24B92-B846-4CF8-A755-36DE94F1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B0648-D2CA-4CBB-9AEC-5CE86A3F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087EA-C04B-4D95-9B47-39E05620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EF984-F6CF-4298-A1BD-0EAE7D27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F5A55-50FF-4B66-802E-EA86DB99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590AD-86D4-4130-8B0B-0BFF4D09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6CE71-E670-4605-A75F-CD6B640D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667A17-B2F9-4369-9833-05EB2834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f0f10b272a47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4B8ED-620C-415F-92A1-4FD45B75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2FBEB-3583-4AF2-931B-F4ABB7DE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02CD6D-FDCC-4752-968A-0C5881E8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c0d38927a44ab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B6689-4A24-4F24-B5DC-E995F2E4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62956-E3EA-4B72-B086-2B4ED2A5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734CBE-92C3-4ED1-BF7D-CA3EE85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F9740F-E596-402D-A942-D3D2DE67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79E86-AFA3-4567-A42A-C2FC6D44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A5C6E7-69D8-49CF-A918-08EEB0B7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4D5D3-A9CA-4FE5-881A-5F0C100A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6490017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4831C-12DA-48AE-BD9F-AD94182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1BE2E-737B-4F52-88E7-123BAC1D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4AF08-0D48-47B0-8BD3-4E0337C2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D9ADF-E89D-4477-87BA-E2166016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7021C-68E6-4A3D-9789-2ED92290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93E94-B7D6-4181-9EC8-97CDC14D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dbc4578d87497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780940-B5D4-4789-90A8-54B2D251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6213416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A49-5AF2-485D-B53C-9C4752B5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CAB0A-AC1B-41B1-91AD-219AA065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99A549-F404-47DE-93AB-4EA080CA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12C95-FBDE-4614-97A5-592B5EC6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A125E-D053-4F9F-8A8F-1A111D14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15EB0-44DD-4D52-A8CD-9EA7BF94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2a8761ea5042f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22D1A-03F6-4EA1-A4A6-95555B86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928664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A2784-C68B-4C2C-9132-DDA2528E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60696-7D71-4CC9-8E60-EC5B8767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D3B42-009C-48F3-BA75-42647E7C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D2C84-11D3-42D2-80B2-A466A174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D27E5-FBF3-400A-AAE5-23CF15E3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35750-0D8B-47FD-B337-FBD8E286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ddc2fd4181419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8668C-77FA-46DA-B5B7-CA449FAE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8438893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F18137-80F6-4906-9533-F4C25D7C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40FC1-E8B8-4965-A986-F484DD63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permanece #2 em administração e custódia; em gestão cai #1→#2 ao retirar seis controlados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E2B03-707A-492B-A764-F63ECBE8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69D20-E6DC-49DF-A205-A536DDE6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82A80-87BB-4D2A-B8E2-F406E7AC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1T26, nota 3.d. PL ex-FIC; Sistema Petrobras e TAPSO excluídos. Cenário ex-controlados retira seis FIDCs e R$ 28,6 bi; o saldo não é classificado automaticamente como terceiros.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C838A-A21B-42BA-9C06-FBFCBBAD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11E33-5985-47C2-B458-843228B6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E3E7D-5A49-4052-836B-62A2B5C6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5B954-D936-44E7-958B-08810380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ec949a40b34971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AD4CD-CD94-41A6-B317-333EE53C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BD9BA-643B-4C64-B128-9E9F0F8D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37,0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4724E-3BA3-402F-8103-4277C8CE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3e4576161d4d3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F0809-E8F5-49AB-9568-CD138F08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C25C40-89C6-49A3-ADD3-030E171C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B306C6-40A4-412F-B6F2-7F2D870B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a594fa1a804152"/>
          </a:graphicData>
        </a:graphic>
      </p:graphicFrame>
    </p:spTree>
    <p:extLst>
      <p:ext uri="{BB962C8B-B14F-4D97-AF65-F5344CB8AC3E}">
        <p14:creationId xmlns:p14="http://schemas.microsoft.com/office/powerpoint/2010/main" val="13323846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09235-C00C-4BA7-8A52-459EFD27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F712A-815A-46CB-8369-C5E9BC60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R$ 122,5 bi e R$ 120,6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B23F4-8D57-4680-9DD2-C5766A91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F30DE-D0A8-4018-9D95-5A385F66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F073D-D33E-4633-95BD-C2C8C5DB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16CF8-39C7-4537-A797-2C6976F7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08FCFD-3C37-4932-8732-D342869E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88719A-077B-4B05-9EDC-B3742EF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55,8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42,8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DC27F-917D-42B1-B85B-68162E96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f13d0b7c7643f1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0680D-75C6-43FD-B5C4-F90D303F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C9032-8A78-4CFE-A8F5-5981C09F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BBD4C-6B02-4ECE-9F89-26147661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521230ece4459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CB79F5-6BDD-435E-B0A7-32448CBC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6DD745-7526-41A3-92EC-B982842C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7/19 · 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6/10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2233A-F225-4ED4-97E4-AB0933FD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4f8945eee741c3"/>
          </a:graphicData>
        </a:graphic>
      </p:graphicFrame>
    </p:spTree>
    <p:extLst>
      <p:ext uri="{BB962C8B-B14F-4D97-AF65-F5344CB8AC3E}">
        <p14:creationId xmlns:p14="http://schemas.microsoft.com/office/powerpoint/2010/main" val="3541492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C93CE-363B-43AD-B035-D00496B4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E2865-06F9-443A-8E27-023CD2D5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1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volta a R$ 41,2 bi em mai/26; Consignados I explica R$ 8,2 bi da queda aparente em dez/25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1A042-28DA-424D-9F0D-47A92078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189F6-FA20-475F-8EA8-330350E9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05518-F36A-4530-B1B7-E47ADA42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651AC2-79A2-4DD5-8C11-06F2D9C5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A0BEA-868C-4CF8-9A50-0B115B2B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D2AA7-CBB3-4B99-B226-51E68E66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aabe24b0cd4a4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96DAA-1A69-4467-9E07-175F185C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F0B74-B4BC-42C9-87F4-986A6680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7.919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7.730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5.930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5.765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B231E3-737D-4034-9B97-2BE1F54F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70,4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FD434-2C3B-42E8-8FE8-8916E7AB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mai/26. A ausência de BTG Consignados I em dez/25, seguida do reaparecimento em abr/mai-26 sob registro de classe, caracteriza quebra de reporte; liquidação econômica não foi comprovada.</a:t>
            </a:r>
          </a:p>
        </p:txBody>
      </p:sp>
    </p:spTree>
    <p:extLst>
      <p:ext uri="{BB962C8B-B14F-4D97-AF65-F5344CB8AC3E}">
        <p14:creationId xmlns:p14="http://schemas.microsoft.com/office/powerpoint/2010/main" val="1808708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482D92-A480-4551-A841-C03E898A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95706-917F-4020-8345-832317B4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B9900-A7D8-4425-95EA-59F9FC9C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D9276-1B1B-41B4-9375-56A08108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0EC47-C293-4E53-BEBC-1F2EC1D0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FF5A2-ED7A-472F-9AA6-7994DE77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9A9759-588A-4949-A06A-F8EF55B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B5B82-4C60-42D0-9BA6-13CBD478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a8bdbd09664d5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4973E-56B9-454C-BC0F-60BB70F1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57FFA1-27DB-4973-9157-7A396634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DC667-213C-407A-82CA-8BF3B4B6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0C4D2-52CF-42D9-B23C-D55CFDC5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0df04510334ef2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8FA6ED-1D8D-4871-80D5-645B7FC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1C0DAD-6A45-4C6D-8382-CBD78DB7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B372F-4431-4855-AA1E-1FBCAABF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104856761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5A9CC-B2BB-4D9D-AE7D-64B70EA8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ABAAF-3F06-42F5-8624-5B2A462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C652E-8737-449D-B097-591D5636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DD20D-22CC-4762-9AA2-E3753732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64D7-71A7-4429-AADB-23189D65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432F9-C0F7-4F01-B0A4-F71349B8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2accd3bde44649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8069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4E84E-1AB4-4CF7-9673-11415535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63654-223A-4D8A-BE28-3E1CB246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358 FIDCs trocaram de administrador; 10,7%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977E6-3215-4E3D-98B2-9FCB75A2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ECAF9-6008-46EF-B3CB-8CE412C6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ADC0B-DBAD-4B4D-9C8A-98F61FA9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mai/26, com administrador observado em dez/24 e mai/26; largura = PL mai/26. Cobertura: 75,6%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A5F15E-A43E-48C2-A9D6-02EED03B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ff92267ba4c07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726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401EE-E7E4-4DF4-AE4A-3793E111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69744-A25B-4CE6-B95A-E7B72C7B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40A9B-FC79-46B6-BCB4-5F7C8629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DBAB0-B6FB-468B-853F-B9262A10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6E142-D6A3-4FA7-B75F-0C7AA807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7,25%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0BE6E-BAC3-440F-BE05-935E91E3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8653afeb0440c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31040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01CDB-6A41-46E6-9102-A21331D5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05F9A-E8B2-4606-AACB-2CC8B44D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 FIDC e R$ 0,02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D544F-0FE1-443A-B6C8-B25BA2C6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A9FCC-C85C-4095-8F98-A568606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4C766-BE53-457B-826C-BE115B73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6,20%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81B05-CFC0-480F-88CA-6FF9222A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9a088ec344e7a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2185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E309C4B5-A42A-4D3B-A954-A3F5E7DB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78E8B-7508-436E-8D55-5C11C251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61AD3-37BB-44AA-93A7-1370EC16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A5E74-7E97-4129-B740-77290882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CCC7C-A974-49B8-B9A6-8C149B26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2B030-C3A1-46CE-89B7-A75A5EAA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A3FDF-82E4-4C31-AF3A-B487240B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72103-4DEE-45C9-9722-E43F22FA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CB816-F06B-4718-ABA0-50472868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66479-2337-4F33-811F-A50E9582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2AE57A-A3BB-40ED-86A1-43F0F081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C1D61-9ABF-40C6-A8B1-FBE204B2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354B4-9791-4B33-9A31-C37A7FD0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BD270-3B36-4F1A-AAE0-263D9F73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F55BD8-C9D3-4C95-BBDB-64D10624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6F948-95BE-4684-A8B9-12BD680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9D644-66A1-4289-8D75-3CD67A53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035CD-7A0A-43A7-9247-036F4FB5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4E0FC-9C63-4040-8A85-14DF7B34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667232-403B-4111-8BCF-C0D4DB0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3057BB-171F-416A-B289-3617F479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78627-229E-4550-B4E1-5BC99FDB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3EB6F7-BDF5-45D7-8A6A-4D8DDBF6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29BFE-8D5F-4A2B-97CF-BD904364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9BB430-09C0-4D8A-B41C-90C25425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D7BB19-97B1-4EB2-A97B-6669459D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9C0039-0966-45A7-892E-35C7C8A2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65AFF7-A2D5-4741-8048-55284A8A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99EF69-24C5-4E52-AC3E-8275B58E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8E2E3-2571-46B4-97D9-BEDB90AC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D37477-DD70-4BCE-90CB-9E737A43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C8DEE6-90A5-46D4-8612-EA83AC36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7500F8-B157-4E57-A82B-3FAADE42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B95C5A-0DD0-4BA6-8D32-0D9FE6B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F70AC4-BC08-46B9-BB67-DD45CAB0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D2344F-EF38-426C-A1DA-4521352A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3D4119-A392-4D6A-BAA1-176539A1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DA5CE0-626E-44BA-8058-F9603AD1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9F57D8-33AD-450A-868A-1F134A64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C7ADD8-283A-4F3E-BD50-AA971146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B6ABE1-F4DC-4412-87AB-C4906592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2E67A5-DE83-4228-9DCB-BA7E9987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5CB591-CFA2-47DC-A866-A7B2AB9D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72F6A7-8B14-4E68-B4F1-5F10F370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F28E43-B519-467A-B379-445846C3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019DA9-C917-4082-8EE8-56CFE85C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D7244A6-9D5F-4EEB-AC23-D8505B06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1182F5-E990-488E-B702-08DF658C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B979436-2E20-4616-A9AD-0D2EC1FF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83462C6-F47D-4426-AF41-EA644F50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3E9DC9-DAD0-49FD-A24C-49056207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420B34-BBCB-4FC5-98C0-6D68F28F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621488-91B1-43C9-A395-D6700555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EFA324F-95D5-415A-88D4-DC44C7A7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0FB492-1E31-4392-85F3-221E1CA3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2465924-4EBC-4130-864D-898D282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D00A26-6D33-4FFA-B4DF-FC6C2445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D09C23-D739-4D02-AEAF-ABAAE51B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18393FF-558D-45FB-93CB-F451C452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001E8AB-6113-4747-9E28-72547090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93A1EF-2AC7-4A0E-8EF6-6CEFE32D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F9FD7F7-EAF1-4C59-AB65-A30F715A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42842A-300C-4F9F-AA7C-6A3DB377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669AAE-F7D3-4891-944E-6B4D3432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908DAA-676A-4EE9-8036-9FA22BAA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021F7E3-3015-4666-B32E-4BBA9F64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D934F62-3FBE-4AEA-BA1E-9B5CDDFF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1276BAD-8AF2-4203-B248-A6EAB1D9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A093E42-D366-4E81-9F44-E7A3BA12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298E0E8-FF2C-4F92-9D67-934D9CE7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EAED54-508F-4B82-BFD7-1C9F6A3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7F8DB37-779B-4F03-9694-068C7A51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D6AB461-FF3B-4E62-BFFF-4C6CF5F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0AC8830-D3E9-4263-9920-24F5F4E1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BC860A-7AE5-48EA-8321-AFC449CC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BAF163-F08D-468A-98E9-E76C2B68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EEC4F85-2AC6-4087-8C15-6E8144D6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D285ADF-C592-413E-AEB4-A5CB93FE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DFC2A8E-56C3-4EFE-89C4-CFB46227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CF804CF-1C17-4329-B3C7-FC690E34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E389484-EA95-45D6-ADDA-13B6CAA0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47E92D4-B1B3-4126-A9B1-83FF2C6A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BD88F89-6671-4EBA-A14C-9E7EDDA1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6E707B6-A7A4-4B74-A6C8-6D79F993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2007F0C-F2B5-4943-848D-B5E853DC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7A82452-3CC2-4C97-AFF1-236733B2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0CC28AE-0785-49A6-BE37-503376C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17AE04-0BBC-43CF-86E0-69077B8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416ABD4-031D-4287-83B4-966DE85B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27509A3-0910-4DFD-9DF1-5FC7EF52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2F8D282-41D4-45B1-9925-70584E72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90FD202-71FD-460C-BCAB-BEC22DB2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E1693DC-E997-40F2-AD40-5DCD0EFD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704558B-4352-4ECC-A5AB-300B48A5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28E11C4-FB2E-47C3-9883-71E7E4E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8472BAA-9B37-4082-A2A1-865F7FA6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C6E9CEC-6F92-4649-B703-7ED3A1DC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4A888C4-99C8-4C63-8074-0152FE67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FB04EFC-5E0C-414C-9AF1-7AA4E3EE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279D81E-3160-4779-87DF-050BB7D2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9D87552-4CC4-496F-BADF-81826462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015B46-59FA-42C6-AA26-96C0A8AA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8E0D9C3-2A31-4D91-B025-F54FCD19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D535255-E149-41BD-90B7-B825F98B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70E60E8-529C-4480-8EA4-43BF3EFE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18E6418-A938-402F-9A7E-D86DA904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415DF6E-3B44-4E9A-A633-57347C4E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D8F4D6F-0E15-4FD2-B2EF-6EE75D12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57C652E-B11C-4F3A-9EFC-81BB023C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1878065-F227-4961-8573-EABDBCD0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BA57431-8194-43B8-A95E-BF5E8C2F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E294B6A-2292-4F9D-BD01-A91D0808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7376BCC-853B-4FB2-BD73-55F2BA2B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EBD61E7-3AE7-4086-ABFC-8FEE23D3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DABCD91-2CFB-495C-B2F9-51A00B4A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36E5E73-A666-4F01-9614-D745FF3E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0CA5A96-0EAB-4A96-B09F-D3F506D6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D717FE9-C85A-4580-A060-45218869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F3E006F-1034-41E1-A3B4-6954DACA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75092B5-7C7F-4FC2-8A79-50CA3DCD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9E8BDBF-B181-402F-AF91-9C83F81F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FD4AAC2-D7DC-46BF-A3F0-7EC4F697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729EA3-B5C6-4017-943D-506BFC3E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0E84087-F362-4109-BD52-34FD9BFF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7B0D397-048E-42E8-947A-B931A4E3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F32E398-5A51-4C06-BB92-B55F3998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D2654C5-E946-41DC-A71C-EA090596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9807396-C815-4FFB-B25F-CA7F3A57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EF09B0D-0E2B-4008-812A-CDC656F9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0C21E2F-7CCE-41C1-B07E-A9A6483C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3B65EA7-6B1B-4CCE-A41F-091B9F6B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25C3CDA-8B05-40A3-86DD-B4A1C70A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B410CEC-AB5E-4685-8058-88FBF128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76F5B88-73C5-4410-BF26-71EEA19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FE900695-C37A-4A81-80CF-8B7BA5E0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C24F9C06-17FE-41B5-896E-6BE46BD0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E156EE78-2456-4478-81B4-32817544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2CEA610-D27F-44F3-8604-582526E2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4EF0A67A-5600-4255-A77A-AE6C189B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DF3103E-2CA8-4101-A817-7CFE5968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85CE44D-C853-4D74-85A8-CA1BC949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EE95195-0C3A-41EE-A92D-064A317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11E3E57-CF21-4148-99AA-C5917AB4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482E641-214B-4955-BB8B-CAB2C0CC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4AE9283-F472-49D0-ABD1-731B928F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B867918-AE7F-4E44-90B9-C7395402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694FC78-464C-49FD-A928-AA00B7D7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49F747A-B1E5-4DE7-9558-B58188FE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7B3717D-CAC1-495F-B218-8568C629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52A161E-FF81-44D5-AEB4-D23E845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C5B890C-E9C4-4BAF-8572-ED457579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E0B19B5-4063-4394-AA57-837359DC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6A41538-6FD3-473A-AE80-644C07A6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E8573B6-782B-4307-9C73-BE506E16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D7BC26D-5612-48B2-B702-0B0E640B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B9D6D91-05F8-4BF3-9157-9BD17461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7A84A7D-EDD9-4787-BB81-DE4183BF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7FDAFD9C-72C7-4909-9A86-0991C7C6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20BBD2A-DDC8-441A-BD04-3AF9E35F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DB93587D-478B-4A4A-B465-281449BB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80E6F4C-2B5F-43D9-9821-496B9438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59B67853-1DFC-46DF-AD46-86B595DC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F89DE97-B638-45A3-9C0C-FBC6F915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D406671-277E-45A8-949D-68DB6099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B4B7313-A174-4AD5-9725-39EC9CF1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D697BEC-1C8E-413F-A2E8-FD14FA34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E7A213D-2F4D-4E5F-A257-EAAFA384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7EF84DB-9F6F-443D-A73F-72F732A9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21DAFC0-24CF-4686-986C-CAF803F5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D1CCBAD-0504-4764-9DF7-D109D9B0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DA8A00C5-4312-425D-A7B3-6C56A547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6E5C977-D2DD-4AAA-9C9D-CEBA72CB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E72C887-FF2E-4FFF-BCF4-7C4CAA34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60738A0-A1E3-4865-9D93-2D26C429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836BCEBB-767B-4418-BC09-0C312C7D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3758DE5-7094-4EF6-B784-0F20D636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3E69D9C-61B5-42AE-A285-98C89D58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89D0C35-E83A-479E-AA10-5FD21BA6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0B3B35D-3843-43D0-BCDA-A05D11B4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2AA27732-504A-484A-899E-1EF4EF3C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6075519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20B5A63-FF69-4EFE-A2EE-0FA6CA2E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74D7B-5B38-4444-83BB-0A9D2C98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62C2B-AA3D-4C1C-A78D-C070A9C5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9CC56-50DB-4729-AD9B-AE8312F4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205F9-12F9-48BE-9695-3D02AE79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9B64F-8B91-4353-808C-A783B505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E8F1A-7CE7-4221-9403-00CB3897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BA5CB-493B-4552-BBB5-AA675F46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7E287-4767-4F76-AEE5-AF2E366D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04D0D2-356C-4F28-BB46-557BB585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638F1-86B7-4B83-94B7-62FA893C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3521CF-14A4-4A36-AA73-63EC9234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341AD-D1C3-4731-8B49-02186F22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3B74D-DB5F-4FD0-B181-B7E16EA5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A3FCA-3F3E-4AA3-856F-A9846F19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7B1CA-8EC5-4FAA-93B0-FF1B29A3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5480E-4107-4BE2-A040-12687E25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33C769-1832-4351-8AD3-B69CB8B0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389BBF-62FF-4AE6-BCF8-D6F3FECC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38DC14-F123-45BC-BF29-0B6A653F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E667E0-D768-4485-843E-A7A5B1FD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89AFDE-C72A-4F4D-BF37-1C09DA9B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5D984-53E7-4611-ADAF-C8BF052A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3BB282-8197-428E-BC4E-FE2FF083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E8D83F-FE7F-4873-BBB8-D8FF0779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D17CD2-63E8-4339-9B12-2F6F862A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684962-2E81-47BF-99BA-7587500F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F1687-4495-45C8-8215-EEFFAF7F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91D750-A827-471E-A738-076E56F5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876CBE-A27A-4212-AA05-F774CC7E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56E70C-FDC4-43F9-B5F7-D5BC0815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90F532-CC9A-49C7-9C54-FBB647B6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88F526-2171-4EE4-9185-E5CBA521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642668-FC0B-44C9-98F4-86D4CA88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A99737-F556-4593-B6C9-C8874169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26E350-E3E6-4120-8EF3-259E51AE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D9815E-0871-4ECC-B313-E9CF9EED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A151B0-E306-4950-93D7-AC0853A4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1E5416-EFFC-4E43-AA95-F00A6146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F0C301-74B5-45A7-A5B8-E893949E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F76AB5-3ED3-4BF9-A54A-D79B7FB8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AD55BC-BC6D-436A-8208-A99360E0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C317F6-AFC8-4A01-B6FB-008EF83B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8D2ED8-A1E8-4B53-B4EC-8338C0DB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D43C28-DB59-4425-A42E-D58662E5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A8A0B1-4BEC-49AD-A4F1-48C5DDA1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A21498-53B8-4FE4-B02E-C3C9F75B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D5F76E-82C6-45B5-900E-CA6071BB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267D60-B4FB-4FB3-81CE-DAD94321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E5ACA08-C828-4B1D-AE2D-EB44F103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3365D0-B112-4B48-B8E5-745B18AD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87D911-F91D-4645-9C96-172BA4BE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C83FB4-4401-4362-A0A0-0BABBA4B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B38A6B8-715B-4EBB-9329-A6CB0ED5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27527E-4BBA-4C66-B162-17A694D5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D053335-5790-458D-B092-B99D9FA8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0BB0B4-51CC-4DE6-A5B6-62D4C593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87D542-EECF-4D71-A274-5B96705C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063080-98E5-4291-AF95-C21F9E63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1C4CE2-CF9B-4B56-8F99-78B46110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9C9F96B-99A0-4432-9E01-3DAB9351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DC7FED-F604-4669-A772-7119FB0F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1E07733-FDFB-4ECD-9BB0-DA61CAA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A0D11CF-C21D-4731-84E4-D7304D09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81C5FF-8CF3-46E5-A6BB-1985C8D5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65E656-500B-40B2-B5A3-5E33A04D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D4E8AC-2981-4FFE-AEB7-8D8F04C6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50AE77-6F9A-486D-9F30-0F40F587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FBC77C-B97E-47BC-B910-8082AD04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22809A7-535E-4DF8-BDFB-10434B17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00978B7-D8F1-4E9B-8456-9D5DBF11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C6D7CA7-F364-4B21-AA93-A1829D10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C20F0D1-4531-4B91-A322-0FEE8C87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61FB72B-B7A2-447E-87EE-58BCBCDC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1F316-95F7-401C-B0FE-6245F4B8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F7B6629-BB8E-4500-8677-5CF51EAC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09E839C-CC2A-4580-8228-FCB8C72B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693D8E4-F97C-428C-8AB5-AD894286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05C654F-5291-48E1-B582-4818D92A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9D6FF39-AE63-4178-BDE7-3F2ECFB6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523DBFF-4C8A-45AC-9BA8-E0D8A9AC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2EDDF7E-3420-42E6-93F9-8E76493B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0B13A66-0C5B-45E7-A0BC-F209A159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2A9E46-ECDE-4154-987F-CDF1564E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8A0FF13-E5C3-4606-A47D-52215865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87AC743-0A99-4AE5-922F-89F994D0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82A35D8-8145-46D6-A223-128C8365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DDA7994-6F85-4D9E-8750-F6DF5109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0ED754A-52AE-4912-9ED3-6F4ABED4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1E7647B-E4EB-4703-8C8F-672E58DA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56BE26F-8E8A-49EB-9DBE-5EE1ED8E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399A919-7509-4196-8CB2-9E58188B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EC5FFD6-1926-4BBE-AECB-38DC4E48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1A7E61A-ECE1-4109-8DB7-8304B24A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D4478B9-6A5B-4F0F-8529-FB71F389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CF3C975-7C49-403A-8944-2B8ECCF4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AD8E40E-14B1-4234-BD16-E89F63B6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3ACF7C-0B38-4211-9648-E1C2455A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62F9A24-DC64-471A-9128-9CC0A065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4713296-7799-4FDC-949C-C6557F51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C4CC3EC-4273-462D-8023-22A7DA10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91FA86F-6B29-49FF-BDA2-1F926817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71B6834-7634-414F-AE81-A2CF82B0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4E4E67C-1498-4C9C-A201-3908A7E5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A6E56C3-89AC-44AA-AEA0-6430FFCD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7AD6ED0-DB97-45EF-9222-BB97EF3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20784CB-0E62-401E-AD3D-41EF1FDD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F9FAF04-8276-4074-BFAD-10F0BE95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FC5848C-E9C5-42A2-BE5B-35280344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7DFC5D1-C945-4167-9F0A-055164FA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622E818-F0B5-436F-8B75-C822A589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B658315-0A29-45B4-8553-D2C7E9EE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4B2E12A-5C92-41B6-9A9C-AFC0845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B9C5847-EE9A-41D1-8641-FD9DA039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8B8699D-56A6-40CF-BCDD-24E54923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40A535A-3549-4844-8C80-7F454439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F6A7BB3-EEBB-4F7F-B925-2EF69E2F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4C8A086-F6F7-41C6-85FB-71B2D48C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FD83806-2351-44DE-91C8-DC0AAFA1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CB1D56E-B2FE-41AD-BD7A-FE46F8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FACF9FB-CEED-4ED7-B62F-90A6EDE2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A363F36-B679-40EB-BB67-BAF476C0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304B7AC-C7F9-4669-88D5-7326ACA6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E6F6C35-EB61-4A77-9835-8009AE82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5B8B29A-B726-428A-BBD9-98D87564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1D62918-4D1F-4868-9BD1-1F6E53D8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F9E70EE-3576-4C2D-BCAA-93DF3E5A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2DC1675-01AD-4F06-B7D0-1B860A4A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78A620C-881B-4338-95FA-3B4BD45D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7CE81A5-3B9A-4552-A0C7-79D71680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01E35CD-6248-4601-9277-55B7D8C6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2CE3CDA-5E77-4127-BE88-C77102AA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21E7E32-1B98-47C6-A796-AEE62BA1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52023FA-7D76-4A82-94B1-4AB5E177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7A5A330-7E0F-4804-84E4-68599DA4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4D35ACC-D713-4352-B98F-EBAB401A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169B75E-2F46-4CA1-9525-93546F02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62D2B99-187F-4CD1-B75A-7CCFB225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F10C287-FB7B-40C1-B9D8-6498F344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CCF020D-17AF-4E62-9690-54EE56E5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1D1EB8A-9A63-413E-A2CE-373F1AF8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DBC88644-A7CB-417B-A7D7-820AD47A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4359068C-03F6-4515-B3E9-1E75369E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1DB8BF8-99A7-42FA-805D-B870B687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57E498C-911A-4179-973C-5150A486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1A2FEE4-0916-497D-8B52-1F34D5E4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D8BA6554-ACFC-4F6E-B2F3-FA0CB70D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77F3DCE-18F2-4B47-B313-6D0C65E7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7FFC0D12-5E25-4DCC-BDC3-EEF37D69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8816C09-4CA6-4098-BBC8-5E1AB61D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72B4F1D-EA22-4192-BF1C-1B1A6675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BB06BC7-DD2B-4CBA-BF59-6CF923F0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5EF69DA-5F0C-4C93-857E-86F9003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5E3E759-4570-47C5-B51C-31BCC8C2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0E3F7ED-5EFB-44B7-A750-170852E5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8FEAB12-E56D-4351-AB0F-7FC3419A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0573B82-E215-43F4-B5F8-257B8ECF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845C421-6ABC-49A9-A122-BA74C990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F2F041A-A7C3-484F-9460-E24F87CB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FF2DE9E-7AD2-4682-B6DF-334ADD29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7C23665-9124-48EB-9D05-09ADF79E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98C0C1A-62B0-4083-A63D-72454284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602824C-B201-4C2B-8947-1937497A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AFDAC51-DCB8-4C45-B192-8E8F1672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2FB8198-9E13-4B26-87E0-F7A55E0F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3B6458C-8CBF-4BD3-8C1D-0A5916B3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BA27C8A-F666-4711-9417-5822F510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1ED8B72-613E-4EB4-96A4-C8C3A1D1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6E8E455-EE68-4EC7-9875-EDCA3B6A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2E2C88F-8445-4543-96E5-B4A7078F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6912771-D8A1-4317-AAB3-3DAD370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2804968-3053-4185-98C4-FC9937F5D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70F76A7-1D47-4664-BE0B-64BF5692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E73DD2A-46D1-42B7-8359-1B068756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9EF6D391-079D-4E47-B636-0E70748D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875E328-60A3-4D1F-9257-5B8E2EA2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4F08493-CCDA-4879-AC7A-1415C344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1E643829-4128-4049-A23C-8EA0812E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8B305EA6-A371-40C7-A73C-A1BC8211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5AB8FCE-0A65-45B9-81A6-9B0F0796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6102140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C003F2-7B14-44D9-B2B8-DE260FBE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881EF-EA9C-4AE7-91DD-7E518F27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E1A91-8BDA-43EC-A51B-D1287DF2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FDAFE-41B3-44CE-A089-931CE3AA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1FC57-E562-45B6-9804-322EC6F7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D72EC-6A61-4844-A8F3-77CC7A75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d8100eff7d47a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E15CB-1CFB-45BB-A89F-A90F1945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DAB13D-C0DD-4F82-AF92-354DFF75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D8AC9-3C75-46A7-B8A9-D22B432C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E5E21-7708-4E00-B38F-C4AF7693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A0C12-B344-46A4-AF09-41060E2A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C50B2-0A5C-4501-A4D4-A1A555AA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22DBE0-F925-452F-B920-CE07D596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4FD7-E106-46F1-85CA-FB8640E4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078C1-F4E1-411F-A35C-DF08DEFC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FC4E66-7DF2-405F-BD27-DAE3624D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C31EB-F53C-4963-97C7-9B3BD50F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39A49-3D10-42B6-80C1-AF9CA80D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DEBEC6-AA50-474B-81B8-5FEA70E1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8715F-24B5-4980-A22A-F1B4D98A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D0DE71-BC2A-4A08-A264-5FB90F1F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C386B0-ABAF-4B49-8A6C-9DE2EFCF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9D6C09-7D7F-4C62-B05C-53547AD4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AD9C8-6B74-4945-997E-27281EE7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1F356-E3A3-4819-A86F-7ED6B435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F25A04-8531-4E45-AF87-3E589EDC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93645953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9C12309-5168-4C18-A225-BAF5CF52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7EC14-1E01-4324-8502-DB476341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1A334-A514-4CD4-B690-DAFB62F0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F1BC1-3232-48A4-AD24-CC7B3D43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F2AD7-BD89-4DCD-A9BB-ACB1A54C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A2ED0-C267-4381-8870-0DB4CA2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D9615-A2CC-4324-89F4-7F7A5564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701BD-D9BC-41DF-B539-C1096E91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2C5B6-E951-44BC-8098-3D8817EE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9E867-75B6-4D32-95F9-8F246608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B7E01-C79C-46F6-864C-6786456B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51C95-7B11-4F5A-8C31-006E8F51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ED9C0-8603-42DD-A788-878A4641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74506-47FA-4211-821B-C9F01B7B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BCEA1-5284-4590-8EEC-967FE121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653A83-8851-4D1F-8A45-A5FD77C9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4F1C0-31F1-44D2-AE9E-DEA79A79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6BF50-B779-49FB-9CC0-71719764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717A1A-3ABB-4027-B21A-8104456B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F77C48-99C2-4880-BFF0-317C1992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683DC-B42F-48D4-9B41-7240991F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68366B-49DF-479B-AF0C-586295A5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5373FA-A2BF-4EF3-8FE2-91EEB282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981523-DB07-477B-9261-3D088FBB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59FD9-8F47-4773-A13F-693EFF46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EB4044-70BA-4C04-814A-DF6F0507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42A165-9735-4437-A41B-FE0D9D89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DCB79B-7959-4255-B899-23281406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0F11E8-912B-4E0B-B71A-D9564851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8E5450-C6D4-44FC-8E8C-1CE876C9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C30ED9-0B85-4FBA-A204-DEBAD2EA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0D4334-6154-4E10-A808-1722487C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3921A2-5795-4AFC-B8D8-A2BADC43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4FC8D-14D9-423F-8DF6-A3E1BD64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91562E-07CA-4865-BC19-B3D05766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AA4799-380B-4F26-93D0-5B5DE655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7049A4-2F0E-43F0-A05A-C0E608E3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3F350F-E500-44D9-AE83-A7E80D47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BE69D1-7E8C-402D-9446-7513D7A1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3C5A01-C3A6-44BD-97E0-EBDB1775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066AAF-A519-4C65-B134-17E43F43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76C5B9-040B-4274-98D8-820BB5E9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C2BAC5-189A-49E0-8973-713536F6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887B81-5656-4490-894C-F4DBEFEF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16081D-31F7-4A4C-8E9A-EDA4268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9F4284E-47B4-4EA3-BA85-253A30D5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AB9822-F460-4E25-9291-002C274A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672BB9-CF10-44BD-9E89-3A23BA38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5901EA-BAC3-488F-B9FB-5103C046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36A218-D33B-4924-BAF5-4BAAE4C1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4C821F-479A-484E-9250-C6A52ABB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DE5265-FB24-4341-ABB4-F14856F7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4F5ADF-2042-48C3-9ACA-792773FE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BB83C6-68EA-408F-A313-8709FDB7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BBF649-28AB-45BC-8EE2-AB06D1E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260603-08E7-471B-A802-3FC70AEF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6B5006-099E-48E0-AF9A-E9039E03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8C99CE1-675F-466D-936D-1B06A095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AF747E-860E-499A-8D11-4F83CD20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B05AD8-087F-4AE9-B7C3-A2481FCC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A02658-FFC7-48D5-A6FC-802E9003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52B6841-DDE0-4511-9ACB-53EB3FAD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8DC212B-77EA-4B56-AE38-7335B297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699F7FC-FA35-425B-B31B-14CF323D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75E6CE-7EA8-43A5-A269-3CC1DBED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8FFB1A-7A16-41B3-B6DC-F6EE1516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51F80A-68AC-433D-854E-F58911D1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D1D1783-F68E-4AAD-924A-34D0FF33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151DC98-FAC7-4EB8-9CC8-4C49D8F5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282F08A-0C87-4474-AAEE-8719C86B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3E803A4-3739-4384-8AAF-432FBC63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F6955E6-CFEA-4D7C-B605-2D368F17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999D4E0-B161-4617-818D-FF6C0D19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377C3BA-E157-4D2B-A926-30B7B684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066CDEE-6EB8-4A40-9B09-D70D336B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9FF0C9-A086-4136-8290-B4C8CC98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BA5C21-6E3B-45F6-BDCE-140228FD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151B7D4-CEEF-4113-ABBF-E0143836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111235690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EBD4D-C0E1-4A48-ACF7-DAADB939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5CAB6-24C0-4964-A8B8-7E7A7ADD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R$ 21,4 mi; 17 ofertas acima de R$ 500 mi concentram 47,2%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EF89B-65A1-4630-BC1C-B2D2B7BA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10872-02DD-4245-93D5-31E71149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9DB7F-F6B1-448D-9881-7F7297DF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Públicas, snapshot de 20/jul/26. 2024/2025 = ano completo; 2026 = jan–mai. Cotas de FIDC, oferta primária, Oferta Encerrada, valor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1702C-7D3D-4F5F-9B9D-C5CAF3D0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89EA1-0347-4A51-9063-0AC3A907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F1505-FD8B-4B1F-8D0B-2DBC7AB3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7047cab05848b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6933D-F0FD-4534-AE80-7DD86133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317A5-C35B-452A-B5A3-F55C5E34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jan-mai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40173-38B7-4854-B37F-825B536F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47,2%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9B72C-48D7-4C5A-9753-A5C674ED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59852-0199-4A2C-8862-3810C5E3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volta a R$ 92,9 mi, enquanto a mediana recua de R$ 30,0 mi em 2024 para R$ 21,4 mi em jan–mai/26.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19815248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4167E-24EB-4D35-9F19-32EAFAF6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BEAC9-7E05-4752-B0D6-994204F4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 originadores identificados somam R$ 22,0 bi em 2026; cobertura nominal de 31,7%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729265-56F4-433E-A337-313560D1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8A352-E603-412D-BE66-323F72A3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2A705-5A9C-4FB7-87E9-2353C934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17/jul/26. Origem = primeiro match nominal auditável em emissor, ativos-alvo, lastro ou devedores;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641FEF-7416-4138-9AC0-459DC5FD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B9051-58B9-4B98-AAD4-90B794C8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EED0C-283E-4646-B402-FA888852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3cfb09afa64c7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25989-9AAD-48D3-A014-D5AD850C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B4AB7-BB63-4274-B923-9C37CBF6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Paraná 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8847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E41700-D4C4-4FA9-8C53-768E74E8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73C1A-7D4A-41E0-BCF3-2BFD8629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5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distribuição segue institucional, a gestão é dispersa e a infraestrutura fiduciária permanece integrada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188EF-EA1E-425B-9CC7-D3AD50BD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889BA-1C7C-46F6-93DB-9D15BAEA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40EA8D-2143-48FC-B726-11F03D28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FundosNet, BCB e DF BTG 1T26. PL em mai/26; ofertas encerradas até 17/jul/26. Universos e ressalvas constam em cada bloco.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BECEB-1CDB-4287-A945-9CD25084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93C90-20A6-4A9F-BA6A-B401A247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79C6A7-0EA9-4C65-8C00-6259C512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2026 YTD, o ticket médio foi R$ 82,7 mi e a mediana, R$ 21,6 mi; PF respondeu por 4,2% do proxy de volume colocado (cobertura: 97,2% do valor registrado). Entre 778 fundos com PL ≥ R$ 200 mi, 59%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A15E3-E2D0-4926-AAFB-4933C77F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CB9716-46B9-4653-88BA-3BFACDB4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CONCENTRAÇÃO POR FUNÇÃO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792B3-A63D-4B88-87EC-7803143B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é a função menos concentrada: o Top 10 reúne 35,7% do PL ex-FIC, ante 71,8% em administração e 72,8% em custódia. Esse recorte exclui Sistema Petrobras e TAPSO.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A1E2D-A871-419F-8683-8643BFD7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1BDB6-FF06-4795-A611-66B08AAC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VERTICALIZAÇÃO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836C46-FD04-4EDA-8BEA-47E26244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e custódia ficam no mesmo conglomerado em 87,4% do PL bruto, distribuído por 3.702 fundos. Monoestruturas, com as três funções internalizadas, representam 34,0% do PL.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7C503-4DA1-44C2-9F49-BFD290A4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F8AAD-B148-4D32-8C54-662D1223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COMBO COMPLETO NO BTG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320A4-2460-4D76-AE53-D27FA6DE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 universo ex-FIC, o BTG concentra as três funções em 66 FIDCs e R$ 65,0 bi. Após excluir os seis fundos com controle confirmado na DF analisada, o saldo é de 60 FIDCs e R$ 36,4 bi. A DF não permite classificar integralmente o saldo como carteira de terceiros.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A259F-4C29-45DC-ADBF-D3E3B219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441E7-84B3-4151-B8D8-2CA66282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INDEPENDENTES COM ESCALA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C3399-03F8-40D3-8EB8-FF96573F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lidera administração (R$ 122,5 bi) e custódia (R$ 120,6 bi), com Singulare consolidada no grupo. Oliveira Trust é a maior gestora independente (R$ 34,0 bi; 3ª geral). Na coorte CBSF/Reag, 19,3% do PL atual dos fundos continuantes já estava em outro administrador em mai/26.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44AA7-B855-48AD-B24D-17F8172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175F90-70A0-4283-8C35-DF73E1F1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OFERTAS ENCERRADAS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BD164-037F-4457-8F83-342C7A5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841 ofertas somaram R$ 69,6 bi até 17/jul/26. Jan–mai alcançou R$ 51,5 bi, avanço de 15% sobre 2025 e 45% sobre 2024. CloudWalk teve a maior oferta individual da base, de R$ 5,5 bi.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E8BA11-7DFD-4431-A088-9624A09F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9EDCC5-9DF3-4E1F-A772-F022CAD6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MIGRAÇÃO DE ADMINISTRAÇÃO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619C03-2553-4DF2-9BDC-A5D566BF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257 FIDCs trocaram de administrador entre dez/24 e dez/25: R$ 33,0 bi, ou 7,2% do PL comparável. Oliveira Trust → Bradesco somou R$ 8,9 bi em dois FIDCs Cielo. Gestão e custódia possuem apenas amostras ICVM 555, com baixa cobertura.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CF5157-D874-4E8F-935C-838CFC60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2474C8-0347-4AFB-A7AE-7FF5F504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08 · LIMITAÇÕES DA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0E9F8C-E9F7-488B-839A-DFDE658F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“Outros” concentra 41,7% do PL ex-FIC na taxonomia ANBIMA. Em mai/26, 197 veículos reportaram inadimplência acima da carteira; o ajuste limitou o excesso em R$ 14,6 bi. O lastro dos maiores fundos ainda exige curadoria documental.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8E123E-3D07-437B-9F18-8DFE5475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990314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9FA1DC-3D4D-4EEC-88A9-2317725E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C719A-A8EA-40AA-994C-89B841A9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A19E6-AAA9-49AD-B9CB-CC1A426D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88764-2CFD-4804-9B77-0B4D8BFF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5E68E-A942-438F-A49A-4F6AE83B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Ofertas consultadas em 20/jul/26.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C0D05-41F6-43E8-974F-5DF15F5E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F9505A-44D9-4E9C-A1EF-0FD1F900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A9B07-3EF2-4CB3-B014-4C2A0836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4B0C8-75F8-48DD-B29C-FFA8446D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8983B-9278-4960-A19A-162BE23F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CA70A-E5E9-4BBE-B8E8-D5A15905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17F7F-A37B-4D89-BB2C-39BB04AF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7B6FD-DEA5-47CB-8110-83346B00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09AFD-4F78-462E-9AFD-3E06D23C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015C6-D850-43C4-9362-3CA922E2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41206-6A20-4ECD-9FEE-AE6C09FA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E0328-22E7-434E-9F89-F6DE6F6A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A57E2-2DF4-4154-8D6D-3C7DB42B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F50C1A-638F-4DA0-AE9D-284D5F01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9A379-F386-4B3C-B789-938C61E5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E307D5-3596-45A4-AD5F-E102022D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793D7-6484-4FA7-B66C-D365EE96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C5EE0-D008-42CC-8085-63845805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545794-0C48-47F7-8153-524B6203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01BFB-0AFB-4376-B532-E2D53772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D52EA1-EF2F-4514-8322-A525A56D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3A7399-765E-4254-B3AD-7FB65C88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BFA529-C284-4350-AE54-E6DE6C88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08F74F-89C6-40A9-95BE-775E0AEB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F3AEB2-6F5E-449A-85C5-1BF712DF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CD09B9-01A5-4FAC-BF84-AF835C18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8AE62C-41B6-4DF0-BEF7-C5930FC4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A6CE1E-9126-4BA9-B3EB-7AF81FCE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79108F-F685-4F3C-B55C-A2211076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D15681-6809-48AF-A040-DA7331B0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A0CFD6-12F5-47D9-BE83-DEB538DA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00B36D-0954-440F-931F-52E6346F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80E224-D42E-42F2-8310-BE383AC1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4C975C-6CFC-4074-A8A0-DACFA5B5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17/jul/26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4B0253-A393-43F2-B213-355FAB26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72097274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62F78-67FE-476C-A139-3AED0D63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2AE1E-5B65-4A98-B2FE-F49D562C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0047F-42BF-479A-A43D-5A07F668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2789A-B997-4417-BD97-76500E04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B8744-22DC-4533-829D-E388C800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0027F-5F53-40F3-91FD-A2BB46BD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4bf6328fb7499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08FBC-752D-46F1-B496-C6BAEFF1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BFBC2-BB22-4E79-A21E-D7579B97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8854374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9A5B0-2DE9-42FB-81A0-7648925C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5D01D-7ADF-4CE8-B17E-5D29CCF0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DB32C-10B0-45D2-AD5D-3D40F537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71589-5949-4130-8BDD-EBEB09AD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67233-7369-49F7-879E-C6D4EC6F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11BA4-7BF7-4C2F-92E2-C94BAA0B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85f5fc28074d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3CC37-843F-456E-AF07-301E697F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3E809-C419-4DB2-AF64-04AB3AF1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16362797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31428-CDFA-4F8D-919A-3B234AA4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08442-D8C5-4361-A5B3-1C59C81F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314D8-C8C5-4606-994B-6732E505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E8ECE-4300-4B71-8B8E-FA226781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3BC85-6433-4479-B184-560FE48E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AFE2D-D244-4D59-9976-376D34F6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f89601249f425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FF690-F1AD-4EF7-A4D1-B06F298B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75FD9-03D5-4C0A-9275-D8C72F55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729015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620ADA-2C34-4627-A395-79C2396E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143373-E213-407D-BAFB-BE6BE6BF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70353-1C65-4ABF-964F-B8BA8409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1B472-28A9-4E35-BBB0-91A97AC0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59927-6BD9-477A-AE73-2DC2EF3F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01051-CA55-424E-9226-9F8520FF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3EAA7-7E4F-409C-A835-75CBB2F6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7E264-C8FF-4118-8C9D-DD7551FD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C60A7-096E-4A62-AD4D-816CD1BF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CDA0D-31C0-4B46-988D-F0E2721E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18CAF-B8E3-4201-BD51-C271C26A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5D668-755F-4F9A-BB00-52BC0671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965976-D094-4FFA-9C4C-B591C4C3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13D28-E8D6-4D3B-93DF-A59BFEEE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ED013-05A7-47D4-9695-239D2047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DA74D-7AB2-4416-84BE-21BBE1F4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5A6C56-F9A4-400B-985B-FC159604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6CB605-7954-4978-8C58-B2235375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1FB3EC-217A-4E88-9462-AC3C0307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16F2CD-D19B-4533-8193-01C47365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406FEF-0BED-43BD-9FB3-CFECCF23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4A7A2-E97C-490A-8811-3A8FCA8E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4EAD41-0875-4844-A281-71F25D11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DC1D1-3A8C-407E-9060-353ED7C9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333C5C-7918-4E10-BB2A-CEAD88B0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16BB5-6BF4-490F-8D81-E8F24F29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B7F963-0527-4663-B745-AB3D84CF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342F1E-4A5D-48C7-8323-A9AFA4C0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1DA7A9-4AA3-4CF6-9416-2E6691A8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82404156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291CD3-7670-4A3D-9EE3-5B158E0E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04B34-F20B-4875-A281-0BB8F4F0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51752-437A-4A4B-81A3-FD64C8EA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89B98C-B1AB-4C14-A7AF-C10CBA0B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53D4CC-1799-4F49-A38C-E5595946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576B5-B4D4-4F88-9C7E-E815152B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3A8B1-42A9-4744-A5CA-75984DA6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2C88F-4029-40BB-B553-220AA242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9D291-3E10-4DFB-ACBA-764F0E6D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B9B33-EE3B-4CA9-B0C8-A3A69BC5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9A5ED-A203-4144-8C21-F1415346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63A4B-B905-45AC-B965-0F9F24C9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84065-16DB-4D81-B91E-5255563A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2B4C0-FCA3-4497-AB98-F09DF5C0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14304-9614-46A5-8DD4-19AC074A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77E0A3-5A42-4115-A921-9D1BAB58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89034C-31BC-45C5-85A1-B6C045E5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4E9331-71E7-47D6-9C60-E7F7FE55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69925F-5AF8-420E-925B-67A2276C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07134-7773-4787-A68D-FDDD145E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509BF-9626-47FB-A8D0-80F552E8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4F5E6-C4D1-46A4-A595-B17ECD15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88D72-06B0-461B-8D88-8BE9D62F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00E7B-EC72-410D-81BC-1D8D3E14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211BCA-5B7A-4796-B321-31B73A28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22B46-ED60-45EE-8F54-A6777290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E9194D-7933-490D-A2DE-0913D13D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C2833-C0A9-434E-B668-86C8DBD8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570124-12DD-4640-AE2F-D727BCD6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3737843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3B7431-242D-4AF4-9DA0-7813BDF8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0DD78-087E-4977-A296-01753F0D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F9696D-2F45-4468-826D-0BD80E5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4D701-3C2F-478D-A1F0-4E1C8DA5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01E9D-5610-4EC1-89C0-EEA23EF3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64661-F247-4B7D-A2B4-4EF8369C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EE217-9C81-4656-ACB8-F04142B9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DA6AA-4055-428A-AC55-1BDB022D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C3C19-7CFD-4807-B0CB-9582E36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35C1E1-DF15-4891-A489-1742F1D1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D6E4C-920B-421C-B3A5-5642EB75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F3CED-DE84-4A27-B1A1-61585DAF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6C362-567E-4DB9-B343-B08847FB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BC04F-916D-461E-A7C6-79CD7328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0B06A-3740-4956-867A-00A45515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0B997-5807-4C5C-B3BF-547D640B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3697B-137E-429C-BCBA-B89C2B63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293CCF-C481-4D0B-BAA1-6625CABC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81CCD-39FE-4E98-A69C-CCD8F562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7C78AD-5DA1-4806-A26C-4D36E62E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C421CA-9298-4069-8FE7-FE0FAC61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9DCAE-61C3-41EE-8FC6-A2DA8591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8625A-7CDE-434E-A42B-580B9420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402B81-8BA2-4030-9BFB-95F88E0F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09B4FB-52DC-4302-A00E-C95DE4B3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6E6908-9A47-4511-8A0B-29ED3ACD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942E01-D1B9-45A8-9D1A-D50A7EA2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71C59F-E8AE-4EF7-A0A8-A0F02403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442A1C-E686-480A-9CE9-00F5E71C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2767713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491800-F3BE-4C7A-8609-34790E99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D8F39-4C10-4B8F-BCC2-C546E478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027E0-CE1F-499F-BCD4-556959D0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30EC2-CC86-4A61-9645-34A8F1B4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4D431-4219-4F09-B5C7-8281175A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41739-E7EB-432C-A80C-7AD03B8A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AE11B-FCB9-4579-91A1-65FBBD53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77E49-0715-4F19-BC9F-58831E00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79B8D-5D7D-4C35-9D47-CC77FECF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2886B-957D-4FC0-8AEF-EA33A393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9CCA5-725C-4E8E-A603-F30B3F08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F13DF-B5D3-4A39-ADA2-CA135C6E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88B2C-A7DC-4E23-88BB-E9D93FB2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82EB9-455B-4487-9554-71970229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5F772B-1222-4848-AE0B-08E82B60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0635B6-47B1-4968-858C-42DA7353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040E8-B3A9-4ECD-AA20-373E23F1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9F764C-0AF9-4E67-88E2-427ED49C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1718CB-0B63-4FB6-B416-A9AAE99B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4AFDE2-F38D-4799-85BF-F2134D9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7355FA-EF5C-4141-8BA4-E61C60B5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CA2EFF-943C-4A61-B693-AB3E0A52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179982-0357-49EF-A0D3-BADE522B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A03659-7367-4513-A552-33190705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1CBF2A-C07D-487B-B99F-C969B129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A598E4-1331-4180-B064-157470A0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ED30E1-9BA2-4FDC-BD66-DFD6F4B6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6B1ED2-E51D-4E88-9BBF-103ACC59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518328-8A7F-41E0-A2EF-5C3B7F53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79478855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FF7DBD-7555-4F57-9BC1-77AB63A0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47FDB-F132-4E7B-B9B9-C4E2174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9BA72-B603-4A99-A05B-C082B758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F44C7-2E95-4C2B-93A8-6818EB17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D041F-C273-4C0D-ACFD-97178C8B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438C1-FFCE-4495-9AB3-341A9FCC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43F9C-C7E1-4BAC-8645-46AB6E24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2415C-4A54-4E07-AE72-03F00815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935DC-B032-4053-8535-945268C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8ABCB-648C-454B-BADE-938E8564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F1577-A0B3-4699-96F4-BA25D618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8652C0-32D4-470B-BF2D-51C82F6A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EE5E1-31F5-43B0-A067-D7379DD2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C436F-6953-45C6-838A-1B5271D7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79002-E10E-478C-85DE-6155B5A5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B1067-93FD-4617-877F-ACE20B94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25E7C-C191-477E-9B07-333018E8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B78DE0-DE74-440B-9505-9C72A93E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9DA80-CEDB-4635-925C-5BCA129C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70B9F8-3520-4B84-AA7A-4E533D70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A2E23-0F60-41AF-895D-5BA199A1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4534B-D918-4F73-BA64-E4B3D254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18506-E733-403E-AA63-DE9F8ECE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D0ADE-4D11-4DE9-811D-674C7BC7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B0BE1F-83FE-4C46-8303-D341866D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680FF8-935C-4620-B916-9C46C526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D00B9-9974-4CA0-A6D1-1592E424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63B16-4519-4A9D-B9AE-A9D80893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220AE2-D247-4EDC-A928-D1A6D046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91324480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A7032-4F1E-4456-A793-ECD1841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F6AA0-BC69-4885-ABE5-CC9E3858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A2CF4-BA65-45AB-9B46-33EFCAE1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39431-772C-4514-A167-C2B06F7A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0AE48-AAF2-415F-9548-55EBF49D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596D8-DEEE-4A42-BF7A-A0540F46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2516A-391D-461A-9FCC-036787D6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23436-867E-4779-A69D-1C265623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506C5-5D1D-468A-93B8-34CB5D4E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9B764-43B1-4475-BAB3-8D5B7473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A797E-7F0F-4525-B77F-6370B2E9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E923E-ACDF-40F8-9936-06130167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5367B-4D15-4136-A39A-24DC03C3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01B5E-AB5A-45D6-8F62-1DBB6B65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22A9A-A814-42E2-B88C-42F5703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AF104-1AE3-4597-A2A3-791E0CF9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CF699-96C3-4124-8DD2-D617304D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162FE0-E3C6-4E81-AFB5-92F12022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92C5E-89B8-4728-9698-F99A3F33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6A1BD-F62D-44B1-97A1-E326BA0F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F13FB4-E2F4-437C-8B34-E898EFEA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F4E8A5-B5B5-49E7-A169-4D5C9A99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14790-937B-466C-84E9-1C493BDB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60019-172B-481A-AC07-2683D4C5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297F9F-589C-45B5-A37A-4CBEDFB1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5B255C-9517-426E-847C-F03900A8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F35A7C-9CDE-421C-918E-B97B081E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A2ACC8-9BAE-41C5-A519-2F2A03A2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1F30EE-16D8-46DE-872A-86D39A44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7651422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79323A-4654-49A6-A2A1-4E993310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834BC-DC3F-4D06-8CE9-7F7E0DD2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0881D-D824-403D-AB6E-481BA45D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B4ACF-3FD6-40E3-B311-182DEA4D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A2786-A542-4A42-8D1C-2CAE8D99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A153D-939F-45C1-B90B-91B601C2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2EF05-176F-4E95-9134-5419865E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547DD-2DE1-4A9B-AB0F-67B025B8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CC87D-C249-433C-B569-44450EFB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D93C39-3855-4A67-8EF1-7B85134C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65903-CA8A-4F62-AB08-974C4646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586BFF-DF18-42EA-8DD8-A02FA949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32C97-30B6-408D-BCAB-41AC152B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8030F-382F-4C0E-A866-208D358D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38AD3F-2DD9-4DC1-9684-25F02E3B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BE90A6-76DC-4F6F-8ADF-49FCD50B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BAAD36-1398-48DB-B7AE-7FCD11D0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982E69-D909-40E8-9ACC-CBE44C92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CB81AF-8F0A-4171-AEBD-6C8A70B2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7CA62-5350-41BA-A798-DCA3EB71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F73849-2ABE-4E56-9AA1-B3103084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4C6F4C-92B4-4A74-9A8C-952CDEEB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8145C6-E071-45F2-93B6-F3F771C1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334550-AB6C-423E-A77D-6DF1293B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8D6DF9-22CE-4328-B2A5-634E9B72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D357CF-E037-40E8-A42D-B2ACAC82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34C73-C0F9-4600-9FA5-D964EBC5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47574A-34BE-40A2-8ADF-FE8BAE4C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B758F7-9562-49BC-9A02-CED4F180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5861157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B5E94F-2330-4102-BAB5-94867992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ECDEE-D1F6-4482-A021-2D607314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F026E-32F3-40E5-8710-D508A463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C733D-8E9C-4768-947E-0FADB29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4F868-8C63-488F-B76E-BA7F4153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0FFF1-E91A-41D9-9C69-602FD91F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A2964-8FA2-4139-847E-9DB9FD8D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E4EB1-14F4-4194-935D-180488A3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AFC97-534C-497A-8BD7-32F50415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712652-26CE-4A93-9FC8-5D9DEA06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1B365-9C2A-4E71-BE6D-B0C3A006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4A54C-78C6-4CCF-9D45-8D5C4303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CB6ED8-FD3F-4C5D-8D63-A553B86B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7B7B4-5EB7-4274-9D92-263C4A9A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E9321F-8F0D-41AA-BE8A-17FF1DFB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EADA74-2FB1-4403-9D95-FDF3C0EF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B922DA-1302-4119-9FCC-2A597433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783E5-8724-4254-8125-7E38141B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315F90-E049-442E-A958-BF3ECBB0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19BF9-DAC5-4A02-A2F5-AB8DA4FD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4DDCE-81AA-4985-A5EE-32B8C573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79FF0-4349-47E3-A244-16BDE569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F55AAC-C7B2-4D19-9C18-6809AD4C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160327-63D7-40F6-936B-48B87DD8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583F94-412C-450D-BD0D-FC4AFDCD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2D2209-22EF-4464-BB45-CDF82D5F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000DB5-E32C-4E6B-97C6-95A68D16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AF560C-3FE3-4CE2-8029-23E0E434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7B6F47-FC4C-40B0-ABBA-5E02E6D4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18044866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B12421-80C7-4C7E-8D70-394D7D2D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31BF0-39DB-4B59-92D0-616DBB8B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5E364-6E9E-400B-8DA9-2904DEE9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18471-7F6F-4F90-B2DF-BDBD51FD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37ED1-3EF7-4BA2-9D61-2008776B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CBC50-6FCE-46BB-AA1E-4CBCA1DF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EC616-E661-4AF1-B7F3-B599279B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07D31-178D-43DA-9B96-DD595AF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AEB3B-EEE5-4728-9442-1C7E0E0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6E3BD-4592-4B82-BA7F-39E0695A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C2C5A1-666F-42B5-A7DF-577EA093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D0E75-3E0E-4860-B4D2-B2993A87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E9F714-F32F-4AC9-8171-93F2AEDF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B1094-1CD8-48C9-A420-A58B9BE3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7EEC7-2798-47E8-AD2C-9BE6F44B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94D8E8-1CBA-47A8-AFC8-85D23E72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D809CC-30D0-458C-874D-2FB4405F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AB234-E4A6-47D4-81BA-DA500E5C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5D982-B381-4D86-A986-0923F761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C7FE1-AFA1-4A25-9988-153DC5B1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1414E3-817A-4A5B-92B6-0B19346F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0D9BB9-C1CE-4548-8663-98A8E620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6B4706-987C-4033-AA59-BEDD7302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075E3-562B-4782-A52B-58800FBE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2F10A0-1D5A-44D5-BE4C-FDD70FCE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109364-A146-404E-B61B-3378875E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ADC0-0B2E-4DDB-A6C3-E02D7EB2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AC9DD4-A46E-42EA-AEC9-24226FD2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63A098-BC80-4CDA-94F8-1752188E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99992049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4DF855-7CAD-4BA1-8CFC-CF3C93CC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7982B-848F-4C2B-BA7A-C7E7C9C4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82654-23DA-4CDE-859A-E5B38CAE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BD60B9-3F47-44A3-81E6-BAA84E38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E01BE-1976-442A-AEAB-7E31EC5D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69266-DF27-466D-BD95-9578962A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6312C-F1E1-4433-950B-A9165938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39E61-C15B-4E40-9F08-01E02FCB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FEFFB-7FE1-49F3-B035-BEF7C30A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977DC-1671-4CAE-AE0A-E2D9370A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2FD3D-5D4A-44B9-9041-86F8A10F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ECDF5-EBE3-47FE-86EA-EC334234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A1412-1E62-4278-9066-B808E6AF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738DA-A557-45BA-9170-6F9380E6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2DCEE-0E8D-4D0E-8B4A-54197AC7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A88FDC-25F0-47BB-ADDD-A29890BF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3664B-F4EB-4E51-A7D0-D9B27C38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D2BC21-32C8-4DD5-B386-B4E52070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00BC3-ACC2-45D6-8CC9-74C27DD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6CA14-70DF-4DE3-94AB-41571DEA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193CE-E5A0-43A9-A9EE-24798214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AFC7B-9417-4ED7-A48C-5498CA98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4A2311-8E34-4667-8056-EFDBC5AD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9D26C2-7709-4354-877F-C465340F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D5A0F8-19E6-48B8-8F18-32A60BB5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4397D9-053A-42FB-85C3-9B65D9E6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66022C-C4BD-4693-BC50-8C40F2A5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1FC7E3-3604-4278-9ADC-1300AC75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609F61-7E2C-4E2E-A726-367BCA9A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8065279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F07328-95B9-4087-8E9E-EFA61118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6DC05-524E-41B4-AB0E-B017973D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75BAE-C40B-4205-9A3D-236EE1AE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4DCFF-A89F-445E-AAF4-9D931941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A544D-DEA0-43A1-9495-11E02B95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07A63-D9E5-47C0-9E18-5F018D80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E500C-1862-438A-BD73-99262E21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33354A-F550-4CA0-99A1-E04C07E0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66EF0-E62E-42BD-A268-D33DBA8F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82C22-953C-4DCC-BACE-2AB5B357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51230-1A7D-4805-84CD-1573D6C3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A8276-431B-439D-BAE0-887110D5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9C013-4BEF-403F-84AE-06B21A1A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0BA74-73C6-431A-8EAF-EE30B0E1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C569E-0D80-427D-BFE6-E57C3357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06754-433B-4628-8E41-C83B0721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1A69AF-51E9-4E36-9786-25B5C4DB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8BF306-E1DA-4753-8BD3-B4623A13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9B1EC-40F7-44CE-8D14-466BB1FE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47566-D6FA-44C7-B4F3-D576F694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75728C-08F8-4627-BDC1-3A3C8B41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FF6D08-5BCF-437F-859A-9BB6FBD9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144FE8-70BA-41D2-B17C-70C8C8CF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DCC97-96E6-48A4-811A-B08C80FB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F9FF98-573D-40C4-A447-D03FE8AA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7E4A52-421A-417A-BCE3-1A85FB75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E8E6E0-B0AB-47E6-8AE9-F3AC9567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D03892-05B6-4406-873E-B371A04D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92A29-54CC-47F1-9492-5C257211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8797575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2F6FC5-E9A3-41CA-AF82-502CA8B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1E19F-48B9-4573-A2F3-0A2EC4C1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D4BC1-8D8F-4FA7-ABFE-E4E30BDD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B3A46-9AE8-4782-B141-54841E56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3DDA7-A3C7-4528-A7EC-5BE941A2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E6976A-1F2F-4A9B-9524-208ACDAC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51526-0C7E-4F36-A9CE-634666EB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75110-59F1-40F8-BAD9-829E8551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FC961-C04C-41F1-90D5-6EE32DBA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783DE-1A78-4DC1-9796-CD6A8E05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F2E04-61E0-4C6F-A04E-529A41AD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8A3DD-9548-483A-961D-EB179E50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1D55B-B10E-416B-A392-4A857B9B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9B3C5-040C-4063-8379-1D54673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A566A5-7363-46B8-BB46-196BD78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F60DD7-BBB6-460A-A996-C39B7B25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EEA16-2272-4E91-A5DE-096934DB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85099B-1144-43B3-A121-D607892E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F0E4FD-F42E-48EB-8830-C71C7508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C950E4-5E2D-4B5A-B424-5EC5EF0A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D74E4D-CFC2-4539-A870-FA55C84F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B43DD4-5C48-4135-950C-FCFA94ED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671703-A765-469D-8D23-A28DE8F6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27951A-BE63-4269-87EB-09DB5C83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70E2E1-DE7D-41CC-A441-9F63D32E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2CF364-5013-4E5D-85F7-B98E0743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09645E-4F64-4D1A-A780-FD8D5E3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9757F3-B6E4-4965-9EE9-EE22E39C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C20105-305C-4866-B876-2472B941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80729465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5B122C-ED87-488E-B301-08021A2A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2D48B0-E8B8-4372-8C10-20175AF1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9196D-9330-48BB-9E2E-EBCFD8FB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91E3F-D275-44B7-9C41-11812038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C3051-590C-48A8-8F9E-10722CF8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44A05-FAC9-4491-8885-586FF77E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5181F-D9A0-4D7A-9AF5-A567D11C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0B5EF-DC16-4A3D-A996-469D82C7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90A16-0109-4C51-9E5F-30DC0534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76535-99F7-42C0-B3FE-97B23D7D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392C1-A4F2-409D-A251-DE7CC56B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8354B-9577-4246-91B7-33972DAF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41597-CA39-494F-B138-ABB60C73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1C3C07-31EB-421C-A58D-4CA60A6B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C4017-7F7D-4D39-986B-C7D00572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2A322-C024-4CF7-9338-2C2AE3D1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34EBD3-0C48-4F94-A113-5B813B1C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C1568-CEAD-4309-8429-485D2E00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8D77DF-6887-45D8-BEA6-C450B059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4003E5-17B4-4ADD-8324-322A979D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2672D-A386-4B24-B879-72DD397C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A9C89-5DEF-4974-9BCB-2698E670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412B03-6AD8-48A0-A1D8-1000186A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1C17A0-5D15-4C55-846D-0E459316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1552EC-B9ED-47D2-90A5-B630838C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0200D-3AB4-4BE5-91F9-3C7E8F42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15B753-07CF-41B4-9916-8B0D1AC3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991133-4FD0-433B-8CED-82490A37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4630A4-E839-4254-A9F7-A497F7DB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76398298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642F58-802B-4217-B93B-4EEE4312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D4F59-BA98-4E5E-90C3-25713388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9913E-0E15-4B3A-A9E3-6AF49AD3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393FBB-A1BB-4C99-8AB7-BEE78F92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3EDF4-2D34-4346-A672-090A9BCF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077AA-943F-4DCE-B6D4-AC74DD05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1AC7F-4133-4D12-B4D4-E7B2DDB1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9B53D7-CF73-4A6B-85CC-2100EFDF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6C670-4749-40BC-98F8-076C84E1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0E5E1-FF0A-4474-9EFB-C33C493F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24DC12-5C74-4254-9867-149C4BEA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3444F-5FAF-4822-9843-700DEAE0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3166D-EBB7-412C-9418-E5E96971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786D09-C289-41B6-A9A4-0DC071D4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AF50E-DE86-4243-8084-CD42C4B7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068FAC-24EE-46BE-8305-A28FC720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1E317-1248-44F7-A788-8364E848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947CB0-BDFF-470E-A902-7B1D30AC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5D881-5644-4BBD-809A-1D2823C3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7B4B17-EBB3-437A-B782-BDCEE195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4D5D6-7243-470B-B76B-4C327D64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36A1E3-A2CD-4DB8-8070-0E86F892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D25610-9BF0-42C5-809A-DB8A5B64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800242-AB0B-4226-8266-26B3491B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E5ACB7-1E1B-4DC9-8C11-183CE3EF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2E292-B681-47AE-8853-47FA6749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4F7962-F978-4E03-8C1B-C0792BDA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87B887-AA3E-4324-B3F9-B0D3159B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0678B5-158B-422B-8014-6220A241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21213059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8E3A5D-3459-4382-A6D1-EDEC671D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2788C-9C76-4E2F-8BB5-30C3FB09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BFDE9-8BB6-40FF-A52F-2531C337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7621A-CBED-4CEA-9319-A1A92C9C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6D706-26B8-4E03-9D44-CDFF2DE7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0E887-2169-471B-B111-E9204DEB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D53D4-4181-481D-A2F4-F48CF63A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13FD1-6151-4E7B-ABC2-A20A2FF4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6B5E8-3A0B-4D97-8F0C-09CF21F8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7C4C3-0B7D-46AE-9A14-1FD5C4E8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1AE15-EA55-4E8A-A312-0D9E4AC2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3E629-05D8-4CBF-A77C-94A2B126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D3330-A50C-4A91-B356-45F05FF3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BCAEB-2F44-4E01-AC8D-AF497322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1DF95-32EB-4999-9DB3-716957D1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CE909A-9F3B-43FD-84CC-A5B8226C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F4DCE-E77A-4C48-8860-88EBA7ED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8723FF-9068-44A4-A57D-D8A90957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8F4851-9E3D-4849-9AEF-47A51160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69173E-2441-4DAD-90ED-3040CC52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72446-7076-4110-8BA3-E9C53B9E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6C90A5-21DB-4695-A8D7-79A09FB1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3A27D8-1CA5-4DA4-B4AD-DD15D1A5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6F7F6A-F030-414E-91F6-C2A1E109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82C9BA-0B16-4705-B802-AD725DF9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A2744D-AD8E-452B-BEEF-A9A3DF2D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40DB0E-B22B-4BF3-9EF2-EB32DB12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68AAC3-AEB4-4F8F-84AE-A4FDF9A6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CF61B1-4DAF-4933-BF9E-D678A00D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77909109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94DB26-E773-4316-91D3-E7A47130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449A5-7FF2-400F-A6FC-9BC158CF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9C4EA-7B38-4CB1-A63C-B625A8C6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95A7DB-007C-4A52-B5E7-0FBFDADC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48202-6798-4170-A3DB-F94A84CC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01114-C37F-4CB7-9D9A-1A311BCC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3412C-0312-4940-86FE-89F558BF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C9ABF-E8D4-4C1B-B568-A219A86A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BE0E1-6996-48DB-B54C-0BE917DF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595DE-52AA-4A40-AB4C-86CD45C2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6652D-A875-469A-8005-59E074C9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860A46-E775-4E5D-8272-DD8AD689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289F00-0877-42E0-AF44-3BC950D8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1A0FF-9F45-4C9E-B477-9542310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350C8-3B2B-4F0D-A2B6-23CF7F31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CD8E8F-2068-4988-90F9-CB670FEC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4C4579-5B26-4D8A-8414-01F388DF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30BA4F-A9DB-4B59-8628-5EC8FFE6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6236F-4FCB-4453-9250-BF157D28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1581F3-B43F-4FDF-89A8-FB3F984A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FE3413-4866-4E28-89CB-3B30786D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3D5DEE-E0E7-4F68-BC13-F7D334D2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DEE44-A36E-48FE-B359-A92E7E36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615956-C7CC-47FB-AB0E-D7876046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7DDAC2-0980-4B2D-9B1F-8FB04AC9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5030A-D0B1-4D82-AB26-AD292F82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F8DC1A-C9F3-4FEF-9852-80B7F4D4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94478-2DB0-44B5-BA64-7BA3E143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C3DAA3-7977-44CC-B0BA-C0A34E3B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9070263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36E92E-0408-4626-8AD9-EFE030E5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2A96E-F950-4543-8ADF-DB93AFB7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DB2DD-E43E-479E-96D8-C16A8D2D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22C97-1527-4E7B-ADCA-6F6E15A5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855332-44E0-41F1-9F56-4F0B2EAF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0AF3A-DD72-4FA5-B31C-71ED6CBF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8812B-B2D6-4C45-A419-2AD89F56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2892C-BBC1-41D0-ACF4-80C873A5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73A103-E830-4ED7-BEA5-7EF2C802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CA79C-0E8E-4E9D-B176-F5527423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5DB60-8442-43DD-AD32-BA89759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48A1A-5D94-4875-96A5-4B13F4FD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F2C874-5EE9-4634-9401-AD518FB6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60AD4-0ECF-4472-9689-3A2BAA7D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331A5-D256-4CFD-B1E8-26DDBD2F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4DD78-2ECE-4F9F-8E51-39776EB1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44DCE-41F8-4E5B-8F79-A4B85418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EA976-6329-442C-97EB-2442CBD8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E82FE8-B645-4524-8F83-CAD16DB2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77A1CF-97FF-4570-A95A-C49E0D85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6683F4-E0AD-4CB6-B812-7FE1C2A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73D235-7685-4D49-82DF-144D6C0E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E6AED7-4477-4125-BD6C-88E11004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2F9FA4-FF9D-4377-9012-B87519F0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1AB947-C15E-4C30-8BC5-B335D883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5ECB9-086F-4C69-9702-CA3C1197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564ACE-E0B8-4528-A98A-2E030DBC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88F509-478E-4589-A752-A9C5BECF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C0B42-71B7-46A6-B733-89330624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8084443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C1EF03-C74B-4CB2-A8C1-B3970B73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3E7B9-C878-4BB3-A2D8-E22B0FC8D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0357B-00EB-4192-A505-C14726F3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0973B-ED40-46AD-8E61-04410046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829CE-373C-4233-99EF-DE104C10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C439D-75C6-40DA-89B8-44A6CFBC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64F0B-A03E-4A6D-A6DD-87F334D2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FEC85-13AE-424E-94CB-8AE9E4BD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41C83-094F-4678-986A-66155992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1AC3B-C662-4921-B0B1-0934BD60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118AF-1406-4ADD-856A-761C3CB2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27DAC-2906-42CA-8BEF-F9E7C8B7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D645C-A705-47D5-85BA-6DD8016D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A3CAF6-E866-4B48-AB2A-AB901545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45AB5-DFCA-41F9-B697-CDD5A70F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D3061A-5A87-468F-BB12-01C8C5FB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434EB-3D73-46B9-AC98-6CB6572E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7A426-6435-41B1-BA9D-783B6348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2DD9B1-7B88-41DD-BD20-D3686590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A0379-9E69-4AC3-BBB9-B3A12860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A4ADFB-D2F7-4A00-BFDF-8AE0453F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341327-988E-45B4-BC25-6D72DD48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B76ED7-BEAE-492F-A8D1-C2C9A649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BFF5CA-2121-482A-8702-D680DF52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A7C4B9-FC7D-4F17-BBAA-C7136EE2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96D4F8-1535-4D25-8F86-1AA85468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755EE3-B2E0-4886-8BDC-1774F373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C9129D-FAA3-40C8-B93A-2F40D07F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6AED28-7AFF-4A99-A2D5-F09C41D0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10996601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EA96C-D2E6-46E4-9AC8-B1AE09E6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F394D-8E9E-4E81-9A9C-DA350259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D193D-D8DE-4E97-B4E1-9FAC81FB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CDD4C-26E1-430A-8D94-905F4035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7A29F-5942-4EEF-8F10-D6E8B520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6437E-AF3F-49CC-AE31-4B667E52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82CDDE-00D7-4CF6-A46B-C96AC4F4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93EB5-6795-4A3A-ACC1-60319F09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56293-47C8-4754-8EF7-255B29A4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54AB9-E05F-4F39-B835-A42EAACA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2B543-7FE4-4137-B937-FE7926F3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ED2B2-9B22-4B06-9511-17CA0FAF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250BA-735B-4B22-A8B6-96B6B869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CB6050-8552-405C-A2BF-28444785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49CA7-A37A-4861-8A26-7A4BF6A3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103360916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19EFC9-E860-4D53-99D5-84501224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E7566-0E12-40FB-845C-0AC76DD1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0574F-5222-4843-942B-C8BC1D53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858D8-3DBF-494D-9AA1-1B2FF7C3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0FA7C-B035-4A26-8419-0CE79744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BBF49-C087-407A-83FE-70CEA803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7609E-F362-49EA-9068-50283492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CC7F7-13CE-40D7-8094-F7643D41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A6CAD-9C50-4A4D-9042-F2EADB8F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D063A-DDC9-4856-99E0-CF51EFE4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DB1FE-BC33-4D6C-B5D4-3C5DAC54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C709D-5D50-4687-83C6-CE779097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42D11-0714-4766-827B-0AD09425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6DA01A-9F42-4ADC-809C-63B75BC6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74916-EBD8-459F-B111-7056A013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DD31A-9A9B-4C17-903A-64D2420C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DB3D0-6180-4815-BF43-E04E8CB3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3B69AF-DC5C-495B-A180-04BED3F5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C964AE-CA96-4015-AD7A-86CF2B0A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30212D-3055-4993-8B05-9426242A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86AE2C-4E6D-4725-B60A-E7355771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C48AE3-6854-44F6-899F-A25D9EFE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1F5F9-DC9F-43DA-B1F6-22436DCD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9DB2E5-505A-4783-B2BA-9FFB23E6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5E0E3B-DA14-4364-9823-0E689346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5120C1-319F-4719-9829-3836F766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98896A-BDAE-42E0-86B6-41638673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F45424-AC92-4621-91DA-04427DC9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02E7DF-4654-4873-9688-940D2E32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60414815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925375-121F-4612-A9C6-74F7774F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E7F5B-5E36-4070-B51B-C095589E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49589-8046-42DE-86A2-163735D9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D35D5-7FB9-42E0-A1B3-D2C48E66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6D2C4-0B4B-4F84-A459-35320D8C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0EC86-342B-4B39-9D6A-32386B60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DC079-4839-4883-847E-EA833853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705D3-E1E8-4072-AC50-7C06242D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05CBE-DF62-4C25-88D8-3F2AD4CA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3FC88-EE66-4E1A-B531-51171C7F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ECA47D-36FC-4B17-808F-CA812AA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AC503-0A16-483E-87A7-1A6B79C7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13B2C-04B8-4F3A-A576-578D34E2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8522D-F3C2-452C-B76F-85D783FA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34780-A8BB-41E5-8CC9-8A05F753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61E4E-EF51-4A60-BFFC-DFDCCC88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333B6F-E16A-457A-847B-A65B5CEF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7FC134-2F6A-4541-86D1-56878D4A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F3270C-8CA6-47F3-ACC0-4F0728BA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CF50A7-01B7-4E08-9A49-6C44FAA5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0BA196-CF2D-4AF3-A4C6-94C4423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8166F0-1DA1-4F0C-B727-1642C793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17CE90-4500-4BFC-81BB-589ED54D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4B365F-83C2-4464-A621-BAC7CF8F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4C3F80-4797-482E-A76B-6C05FE61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E92321-1EC8-4F18-ADDF-36E3448A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50AB6F-0405-4776-AA00-992B16DF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26B86D-2E38-41B0-9D5A-9C5FE5C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74032C-7DBE-4C7E-B0BD-890A3FC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861A0E-0601-447B-8FF1-08A9A625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925029-1A78-4BF3-B23B-49D5C153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4E4064-A17C-4185-A03C-FC19AA5A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F72351-951D-4FA3-9890-069DC290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F777E6-6758-4F6C-8C8D-CFDBE91D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7D7C39-6C81-49B2-8BF0-6F6A7239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A5C6BF-C369-41A5-92E4-2DD4033D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548A02-1F92-49BD-9959-6CF9D00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39D69A-A1C0-4C4C-8BCF-3E47CBB3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EF28EA-321C-462A-9D6B-E7A1AC13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BD0E8A-F3CC-4D43-AE66-1B47F5F1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C95E31-0039-436E-848C-2906B807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BB8132-455D-429E-9902-5500B62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6AA65E-FD82-4654-AEA9-3E100FB5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ED5DA9-A7AB-417A-AEAF-579F3B4C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512536-741F-4130-8EC1-EBA32835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69E6E3-B914-4764-AA81-0E39E0F2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020270-4C97-4D58-89C6-38C00BFB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214043-330F-4D49-9D30-8BBC6F12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5C9750-662D-4E39-9446-7D1522ED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696012-0D08-422F-85FE-36D82D20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20C723-D590-42C9-99B1-A383063D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28857CF-0F96-44D2-A9A5-62050BF1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782BDF-6456-4AC8-83D5-31952AC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53E0F1-3804-43B4-9E3B-B265133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420103424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2026-07-21T13:40:01.5790000Z</dcterms:created>
  <dcterms:modified xsi:type="dcterms:W3CDTF">2026-07-21T13:40:01.5790000Z</dcterms:modified>
</coreProperties>
</file>