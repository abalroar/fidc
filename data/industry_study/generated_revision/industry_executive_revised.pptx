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83f7acbfda4461" /><Relationship Type="http://schemas.openxmlformats.org/officeDocument/2006/relationships/extended-properties" Target="/docProps/app.xml" Id="Rd1e34a593d0d4083" /><Relationship Type="http://schemas.openxmlformats.org/officeDocument/2006/relationships/officeDocument" Target="/ppt/presentation.xml" Id="Rc4e010e68be14b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8ff46d05724052"/>
  </p:sldMasterIdLst>
  <p:notesMasterIdLst>
    <p:notesMasterId xmlns:r="http://schemas.openxmlformats.org/officeDocument/2006/relationships" r:id="Rb4608d3456fc4611"/>
  </p:notesMasterIdLst>
  <p:sldIdLst>
    <p:sldId xmlns:r="http://schemas.openxmlformats.org/officeDocument/2006/relationships" id="256" r:id="R2000ba508ed4402f"/>
    <p:sldId xmlns:r="http://schemas.openxmlformats.org/officeDocument/2006/relationships" id="257" r:id="R9b44e4e8445b4dab"/>
    <p:sldId xmlns:r="http://schemas.openxmlformats.org/officeDocument/2006/relationships" id="258" r:id="Recdc5891cb254282"/>
    <p:sldId xmlns:r="http://schemas.openxmlformats.org/officeDocument/2006/relationships" id="259" r:id="Raa39794cdb5d4ad9"/>
    <p:sldId xmlns:r="http://schemas.openxmlformats.org/officeDocument/2006/relationships" id="260" r:id="Rae8bfca5b87e43ef"/>
    <p:sldId xmlns:r="http://schemas.openxmlformats.org/officeDocument/2006/relationships" id="261" r:id="R6a55a4eb33ff4391"/>
    <p:sldId xmlns:r="http://schemas.openxmlformats.org/officeDocument/2006/relationships" id="262" r:id="R2ea455e695994ff0"/>
    <p:sldId xmlns:r="http://schemas.openxmlformats.org/officeDocument/2006/relationships" id="263" r:id="R29bbdd2171f5487b"/>
    <p:sldId xmlns:r="http://schemas.openxmlformats.org/officeDocument/2006/relationships" id="264" r:id="Rebecec24ea9b472a"/>
    <p:sldId xmlns:r="http://schemas.openxmlformats.org/officeDocument/2006/relationships" id="265" r:id="Rb4b2c948fb2449db"/>
    <p:sldId xmlns:r="http://schemas.openxmlformats.org/officeDocument/2006/relationships" id="266" r:id="Rc1bcafb5f8c241cf"/>
    <p:sldId xmlns:r="http://schemas.openxmlformats.org/officeDocument/2006/relationships" id="267" r:id="R3b1bd0564578437f"/>
    <p:sldId xmlns:r="http://schemas.openxmlformats.org/officeDocument/2006/relationships" id="268" r:id="R7ceb52a9e945438e"/>
    <p:sldId xmlns:r="http://schemas.openxmlformats.org/officeDocument/2006/relationships" id="269" r:id="R7f4643eaef524f83"/>
    <p:sldId xmlns:r="http://schemas.openxmlformats.org/officeDocument/2006/relationships" id="270" r:id="R6851a63c5188405c"/>
    <p:sldId xmlns:r="http://schemas.openxmlformats.org/officeDocument/2006/relationships" id="271" r:id="R0b04212b62534c05"/>
    <p:sldId xmlns:r="http://schemas.openxmlformats.org/officeDocument/2006/relationships" id="272" r:id="R1cfa2b2eef854c36"/>
    <p:sldId xmlns:r="http://schemas.openxmlformats.org/officeDocument/2006/relationships" id="273" r:id="R2485190865764de5"/>
    <p:sldId xmlns:r="http://schemas.openxmlformats.org/officeDocument/2006/relationships" id="274" r:id="R69dd21b27f664e04"/>
    <p:sldId xmlns:r="http://schemas.openxmlformats.org/officeDocument/2006/relationships" id="275" r:id="R4a8137c28c7343df"/>
    <p:sldId xmlns:r="http://schemas.openxmlformats.org/officeDocument/2006/relationships" id="276" r:id="Rdc200b2b833043ff"/>
    <p:sldId xmlns:r="http://schemas.openxmlformats.org/officeDocument/2006/relationships" id="277" r:id="R585ca9b3a72d4870"/>
    <p:sldId xmlns:r="http://schemas.openxmlformats.org/officeDocument/2006/relationships" id="278" r:id="R4a8a9330335c4a27"/>
    <p:sldId xmlns:r="http://schemas.openxmlformats.org/officeDocument/2006/relationships" id="279" r:id="R45c7644920f34abe"/>
    <p:sldId xmlns:r="http://schemas.openxmlformats.org/officeDocument/2006/relationships" id="280" r:id="Ra2849459acb54508"/>
    <p:sldId xmlns:r="http://schemas.openxmlformats.org/officeDocument/2006/relationships" id="281" r:id="R51fdc5f43116436c"/>
    <p:sldId xmlns:r="http://schemas.openxmlformats.org/officeDocument/2006/relationships" id="282" r:id="R5041a165ab854661"/>
    <p:sldId xmlns:r="http://schemas.openxmlformats.org/officeDocument/2006/relationships" id="283" r:id="R934a22c8be284c70"/>
    <p:sldId xmlns:r="http://schemas.openxmlformats.org/officeDocument/2006/relationships" id="284" r:id="Rd760688a8f8f4ef6"/>
    <p:sldId xmlns:r="http://schemas.openxmlformats.org/officeDocument/2006/relationships" id="285" r:id="Rda14bb0d4fd848f4"/>
    <p:sldId xmlns:r="http://schemas.openxmlformats.org/officeDocument/2006/relationships" id="286" r:id="Rcafd1425f9604cec"/>
    <p:sldId xmlns:r="http://schemas.openxmlformats.org/officeDocument/2006/relationships" id="287" r:id="R48f74a807e6b4461"/>
    <p:sldId xmlns:r="http://schemas.openxmlformats.org/officeDocument/2006/relationships" id="288" r:id="Rfee56c43eedf4d09"/>
    <p:sldId xmlns:r="http://schemas.openxmlformats.org/officeDocument/2006/relationships" id="289" r:id="R61cbbf532bcf4350"/>
    <p:sldId xmlns:r="http://schemas.openxmlformats.org/officeDocument/2006/relationships" id="290" r:id="R57a1e5aaabcb4633"/>
    <p:sldId xmlns:r="http://schemas.openxmlformats.org/officeDocument/2006/relationships" id="291" r:id="Rea5e572330ae4046"/>
    <p:sldId xmlns:r="http://schemas.openxmlformats.org/officeDocument/2006/relationships" id="292" r:id="Reb78dc981eed4c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27cc61b67d4df0" /><Relationship Type="http://schemas.openxmlformats.org/officeDocument/2006/relationships/slideMaster" Target="/ppt/slideMasters/slideMaster1.xml" Id="Rf98ff46d05724052" /><Relationship Type="http://schemas.openxmlformats.org/officeDocument/2006/relationships/notesMaster" Target="/ppt/notesMasters/notesMaster1.xml" Id="Rb4608d3456fc4611" /><Relationship Type="http://schemas.openxmlformats.org/officeDocument/2006/relationships/presProps" Target="/ppt/presProps.xml" Id="R873c391a3d78480d" /><Relationship Type="http://schemas.openxmlformats.org/officeDocument/2006/relationships/tableStyles" Target="/ppt/tableStyles.xml" Id="R87e9efa56f30460d" /><Relationship Type="http://schemas.openxmlformats.org/officeDocument/2006/relationships/slide" Target="/ppt/slides/slide1.xml" Id="R2000ba508ed4402f" /><Relationship Type="http://schemas.openxmlformats.org/officeDocument/2006/relationships/slide" Target="/ppt/slides/slide2.xml" Id="R9b44e4e8445b4dab" /><Relationship Type="http://schemas.openxmlformats.org/officeDocument/2006/relationships/slide" Target="/ppt/slides/slide3.xml" Id="Recdc5891cb254282" /><Relationship Type="http://schemas.openxmlformats.org/officeDocument/2006/relationships/slide" Target="/ppt/slides/slide4.xml" Id="Raa39794cdb5d4ad9" /><Relationship Type="http://schemas.openxmlformats.org/officeDocument/2006/relationships/slide" Target="/ppt/slides/slide5.xml" Id="Rae8bfca5b87e43ef" /><Relationship Type="http://schemas.openxmlformats.org/officeDocument/2006/relationships/slide" Target="/ppt/slides/slide6.xml" Id="R6a55a4eb33ff4391" /><Relationship Type="http://schemas.openxmlformats.org/officeDocument/2006/relationships/slide" Target="/ppt/slides/slide7.xml" Id="R2ea455e695994ff0" /><Relationship Type="http://schemas.openxmlformats.org/officeDocument/2006/relationships/slide" Target="/ppt/slides/slide8.xml" Id="R29bbdd2171f5487b" /><Relationship Type="http://schemas.openxmlformats.org/officeDocument/2006/relationships/slide" Target="/ppt/slides/slide9.xml" Id="Rebecec24ea9b472a" /><Relationship Type="http://schemas.openxmlformats.org/officeDocument/2006/relationships/slide" Target="/ppt/slides/slide10.xml" Id="Rb4b2c948fb2449db" /><Relationship Type="http://schemas.openxmlformats.org/officeDocument/2006/relationships/slide" Target="/ppt/slides/slide11.xml" Id="Rc1bcafb5f8c241cf" /><Relationship Type="http://schemas.openxmlformats.org/officeDocument/2006/relationships/slide" Target="/ppt/slides/slide12.xml" Id="R3b1bd0564578437f" /><Relationship Type="http://schemas.openxmlformats.org/officeDocument/2006/relationships/slide" Target="/ppt/slides/slide13.xml" Id="R7ceb52a9e945438e" /><Relationship Type="http://schemas.openxmlformats.org/officeDocument/2006/relationships/slide" Target="/ppt/slides/slide14.xml" Id="R7f4643eaef524f83" /><Relationship Type="http://schemas.openxmlformats.org/officeDocument/2006/relationships/slide" Target="/ppt/slides/slide15.xml" Id="R6851a63c5188405c" /><Relationship Type="http://schemas.openxmlformats.org/officeDocument/2006/relationships/slide" Target="/ppt/slides/slide16.xml" Id="R0b04212b62534c05" /><Relationship Type="http://schemas.openxmlformats.org/officeDocument/2006/relationships/slide" Target="/ppt/slides/slide17.xml" Id="R1cfa2b2eef854c36" /><Relationship Type="http://schemas.openxmlformats.org/officeDocument/2006/relationships/slide" Target="/ppt/slides/slide18.xml" Id="R2485190865764de5" /><Relationship Type="http://schemas.openxmlformats.org/officeDocument/2006/relationships/slide" Target="/ppt/slides/slide19.xml" Id="R69dd21b27f664e04" /><Relationship Type="http://schemas.openxmlformats.org/officeDocument/2006/relationships/slide" Target="/ppt/slides/slide20.xml" Id="R4a8137c28c7343df" /><Relationship Type="http://schemas.openxmlformats.org/officeDocument/2006/relationships/slide" Target="/ppt/slides/slide21.xml" Id="Rdc200b2b833043ff" /><Relationship Type="http://schemas.openxmlformats.org/officeDocument/2006/relationships/slide" Target="/ppt/slides/slide22.xml" Id="R585ca9b3a72d4870" /><Relationship Type="http://schemas.openxmlformats.org/officeDocument/2006/relationships/slide" Target="/ppt/slides/slide23.xml" Id="R4a8a9330335c4a27" /><Relationship Type="http://schemas.openxmlformats.org/officeDocument/2006/relationships/slide" Target="/ppt/slides/slide24.xml" Id="R45c7644920f34abe" /><Relationship Type="http://schemas.openxmlformats.org/officeDocument/2006/relationships/slide" Target="/ppt/slides/slide25.xml" Id="Ra2849459acb54508" /><Relationship Type="http://schemas.openxmlformats.org/officeDocument/2006/relationships/slide" Target="/ppt/slides/slide26.xml" Id="R51fdc5f43116436c" /><Relationship Type="http://schemas.openxmlformats.org/officeDocument/2006/relationships/slide" Target="/ppt/slides/slide27.xml" Id="R5041a165ab854661" /><Relationship Type="http://schemas.openxmlformats.org/officeDocument/2006/relationships/slide" Target="/ppt/slides/slide28.xml" Id="R934a22c8be284c70" /><Relationship Type="http://schemas.openxmlformats.org/officeDocument/2006/relationships/slide" Target="/ppt/slides/slide29.xml" Id="Rd760688a8f8f4ef6" /><Relationship Type="http://schemas.openxmlformats.org/officeDocument/2006/relationships/slide" Target="/ppt/slides/slide30.xml" Id="Rda14bb0d4fd848f4" /><Relationship Type="http://schemas.openxmlformats.org/officeDocument/2006/relationships/slide" Target="/ppt/slides/slide31.xml" Id="Rcafd1425f9604cec" /><Relationship Type="http://schemas.openxmlformats.org/officeDocument/2006/relationships/slide" Target="/ppt/slides/slide32.xml" Id="R48f74a807e6b4461" /><Relationship Type="http://schemas.openxmlformats.org/officeDocument/2006/relationships/slide" Target="/ppt/slides/slide33.xml" Id="Rfee56c43eedf4d09" /><Relationship Type="http://schemas.openxmlformats.org/officeDocument/2006/relationships/slide" Target="/ppt/slides/slide34.xml" Id="R61cbbf532bcf4350" /><Relationship Type="http://schemas.openxmlformats.org/officeDocument/2006/relationships/slide" Target="/ppt/slides/slide35.xml" Id="R57a1e5aaabcb4633" /><Relationship Type="http://schemas.openxmlformats.org/officeDocument/2006/relationships/slide" Target="/ppt/slides/slide36.xml" Id="Rea5e572330ae4046" /><Relationship Type="http://schemas.openxmlformats.org/officeDocument/2006/relationships/slide" Target="/ppt/slides/slide37.xml" Id="Reb78dc981eed4c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6b13e38f2d46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c860eb2efe4d7d" /><Relationship Type="http://schemas.openxmlformats.org/officeDocument/2006/relationships/notesMaster" Target="/ppt/notesMasters/notesMaster1.xml" Id="R47f444d32a934a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4fc0bc61994e3f" /><Relationship Type="http://schemas.openxmlformats.org/officeDocument/2006/relationships/notesMaster" Target="/ppt/notesMasters/notesMaster1.xml" Id="R4056b178846f4f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616400ca68497e" /><Relationship Type="http://schemas.openxmlformats.org/officeDocument/2006/relationships/notesMaster" Target="/ppt/notesMasters/notesMaster1.xml" Id="R48b27f6aa93045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9b84929a60448b" /><Relationship Type="http://schemas.openxmlformats.org/officeDocument/2006/relationships/notesMaster" Target="/ppt/notesMasters/notesMaster1.xml" Id="Ra3f15f9e4e264a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15e4f957fc4c29" /><Relationship Type="http://schemas.openxmlformats.org/officeDocument/2006/relationships/notesMaster" Target="/ppt/notesMasters/notesMaster1.xml" Id="Reca88dd9492748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e1d51e38794e4e" /><Relationship Type="http://schemas.openxmlformats.org/officeDocument/2006/relationships/notesMaster" Target="/ppt/notesMasters/notesMaster1.xml" Id="R8fc5b5593fc242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cd5ca612334111" /><Relationship Type="http://schemas.openxmlformats.org/officeDocument/2006/relationships/notesMaster" Target="/ppt/notesMasters/notesMaster1.xml" Id="Ra99ee75f6e2b4c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40dbd547af4aa2" /><Relationship Type="http://schemas.openxmlformats.org/officeDocument/2006/relationships/notesMaster" Target="/ppt/notesMasters/notesMaster1.xml" Id="R17655fb95c0b44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b1b42e8fce406b" /><Relationship Type="http://schemas.openxmlformats.org/officeDocument/2006/relationships/notesMaster" Target="/ppt/notesMasters/notesMaster1.xml" Id="R650bd715f4564b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c0bea35e30b46f0" /><Relationship Type="http://schemas.openxmlformats.org/officeDocument/2006/relationships/notesMaster" Target="/ppt/notesMasters/notesMaster1.xml" Id="Rea48f568389344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58f05d06a304c1c" /><Relationship Type="http://schemas.openxmlformats.org/officeDocument/2006/relationships/notesMaster" Target="/ppt/notesMasters/notesMaster1.xml" Id="R33d42c2e49a640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6fbab1505e4d5e" /><Relationship Type="http://schemas.openxmlformats.org/officeDocument/2006/relationships/notesMaster" Target="/ppt/notesMasters/notesMaster1.xml" Id="Rf8630f71a79c41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888d25960264b2e" /><Relationship Type="http://schemas.openxmlformats.org/officeDocument/2006/relationships/notesMaster" Target="/ppt/notesMasters/notesMaster1.xml" Id="Ra891cd4dcfe9429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0dc4c2d22184832" /><Relationship Type="http://schemas.openxmlformats.org/officeDocument/2006/relationships/notesMaster" Target="/ppt/notesMasters/notesMaster1.xml" Id="R07631753c74f4aa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f72174537ce4ca1" /><Relationship Type="http://schemas.openxmlformats.org/officeDocument/2006/relationships/notesMaster" Target="/ppt/notesMasters/notesMaster1.xml" Id="Re2017929b0234f6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3c2e9aee7cd4e49" /><Relationship Type="http://schemas.openxmlformats.org/officeDocument/2006/relationships/notesMaster" Target="/ppt/notesMasters/notesMaster1.xml" Id="Rcc106151689e4da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34567afa12c443b" /><Relationship Type="http://schemas.openxmlformats.org/officeDocument/2006/relationships/notesMaster" Target="/ppt/notesMasters/notesMaster1.xml" Id="Rb8faa89d40fd464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4b02458cb874ddc" /><Relationship Type="http://schemas.openxmlformats.org/officeDocument/2006/relationships/notesMaster" Target="/ppt/notesMasters/notesMaster1.xml" Id="Rb150d3fe5f4d4d0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3259f72d5a94d7c" /><Relationship Type="http://schemas.openxmlformats.org/officeDocument/2006/relationships/notesMaster" Target="/ppt/notesMasters/notesMaster1.xml" Id="Rd752818f1e78417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5aebd640a354afc" /><Relationship Type="http://schemas.openxmlformats.org/officeDocument/2006/relationships/notesMaster" Target="/ppt/notesMasters/notesMaster1.xml" Id="Red03d7566596459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237c8333ddb43c5" /><Relationship Type="http://schemas.openxmlformats.org/officeDocument/2006/relationships/notesMaster" Target="/ppt/notesMasters/notesMaster1.xml" Id="R1f207b7434d8461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b8489eec7124468" /><Relationship Type="http://schemas.openxmlformats.org/officeDocument/2006/relationships/notesMaster" Target="/ppt/notesMasters/notesMaster1.xml" Id="Rf579654f74514e4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1649e478e854ac4" /><Relationship Type="http://schemas.openxmlformats.org/officeDocument/2006/relationships/notesMaster" Target="/ppt/notesMasters/notesMaster1.xml" Id="R9d41b28f3bc04e1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81c99b8afa74af9" /><Relationship Type="http://schemas.openxmlformats.org/officeDocument/2006/relationships/notesMaster" Target="/ppt/notesMasters/notesMaster1.xml" Id="R0b4e14849d134b5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2302b2bb81e47fe" /><Relationship Type="http://schemas.openxmlformats.org/officeDocument/2006/relationships/notesMaster" Target="/ppt/notesMasters/notesMaster1.xml" Id="R12cd10735e37497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6c9121eddd54859" /><Relationship Type="http://schemas.openxmlformats.org/officeDocument/2006/relationships/notesMaster" Target="/ppt/notesMasters/notesMaster1.xml" Id="R2d349258a8a24c1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e3d5691483b4b6d" /><Relationship Type="http://schemas.openxmlformats.org/officeDocument/2006/relationships/notesMaster" Target="/ppt/notesMasters/notesMaster1.xml" Id="R8561edeb1374446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6f15c1c068345d5" /><Relationship Type="http://schemas.openxmlformats.org/officeDocument/2006/relationships/notesMaster" Target="/ppt/notesMasters/notesMaster1.xml" Id="Re5512664a342451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7e35113827c4300" /><Relationship Type="http://schemas.openxmlformats.org/officeDocument/2006/relationships/notesMaster" Target="/ppt/notesMasters/notesMaster1.xml" Id="R5c7e358a5b25461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50c23ca304d43f5" /><Relationship Type="http://schemas.openxmlformats.org/officeDocument/2006/relationships/notesMaster" Target="/ppt/notesMasters/notesMaster1.xml" Id="R197690ced56b45a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4ff5533231a4810" /><Relationship Type="http://schemas.openxmlformats.org/officeDocument/2006/relationships/notesMaster" Target="/ppt/notesMasters/notesMaster1.xml" Id="R02af35f52acf484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df278ca84e44c98" /><Relationship Type="http://schemas.openxmlformats.org/officeDocument/2006/relationships/notesMaster" Target="/ppt/notesMasters/notesMaster1.xml" Id="Rb46e9cd8ecfe46e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df43efd5cdd4ad6" /><Relationship Type="http://schemas.openxmlformats.org/officeDocument/2006/relationships/notesMaster" Target="/ppt/notesMasters/notesMaster1.xml" Id="R547e8e2e4698461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03820e2a6414cc6" /><Relationship Type="http://schemas.openxmlformats.org/officeDocument/2006/relationships/notesMaster" Target="/ppt/notesMasters/notesMaster1.xml" Id="Rd99a4545b86244b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6fdc413085e41ce" /><Relationship Type="http://schemas.openxmlformats.org/officeDocument/2006/relationships/notesMaster" Target="/ppt/notesMasters/notesMaster1.xml" Id="R7cc69f010aa64e6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36f9c16ea814e71" /><Relationship Type="http://schemas.openxmlformats.org/officeDocument/2006/relationships/notesMaster" Target="/ppt/notesMasters/notesMaster1.xml" Id="R81ac352f4b3d479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9b5ae0ff2e044a6" /><Relationship Type="http://schemas.openxmlformats.org/officeDocument/2006/relationships/notesMaster" Target="/ppt/notesMasters/notesMaster1.xml" Id="R62d96eab5eec42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69a14cb1bc498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a4ab7319124796" /><Relationship Type="http://schemas.openxmlformats.org/officeDocument/2006/relationships/slideLayout" Target="/ppt/slideLayouts/slideLayout1.xml" Id="Rda471df1791f44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471df1791f44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899f976c1d4eaa" /><Relationship Type="http://schemas.openxmlformats.org/officeDocument/2006/relationships/notesSlide" Target="/ppt/notesSlides/notesSlide1.xml" Id="R8232f8b0737845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307bd3682422a" /><Relationship Type="http://schemas.openxmlformats.org/officeDocument/2006/relationships/chart" Target="/ppt/slides/charts/chart1.xml" Id="R1034f9e8011344f9" /><Relationship Type="http://schemas.openxmlformats.org/officeDocument/2006/relationships/chart" Target="/ppt/slides/charts/chart2.xml" Id="R9dd73459106c4d48" /><Relationship Type="http://schemas.openxmlformats.org/officeDocument/2006/relationships/chart" Target="/ppt/slides/charts/chart3.xml" Id="Reb4b2b9ff04a4e80" /><Relationship Type="http://schemas.openxmlformats.org/officeDocument/2006/relationships/notesSlide" Target="/ppt/notesSlides/notesSlide2.xml" Id="R69d90c58e1a842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2f29d3d5b4001" /><Relationship Type="http://schemas.openxmlformats.org/officeDocument/2006/relationships/chart" Target="/ppt/slides/charts/chart4.xml" Id="R9bd7772aab7544e5" /><Relationship Type="http://schemas.openxmlformats.org/officeDocument/2006/relationships/chart" Target="/ppt/slides/charts/chart5.xml" Id="Re3f05185e7d540f1" /><Relationship Type="http://schemas.openxmlformats.org/officeDocument/2006/relationships/notesSlide" Target="/ppt/notesSlides/notesSlide3.xml" Id="R60afcbf8af6045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b74fb50824c82" /><Relationship Type="http://schemas.openxmlformats.org/officeDocument/2006/relationships/chart" Target="/ppt/slides/charts/chart6.xml" Id="Rb34273bc714b4072" /><Relationship Type="http://schemas.openxmlformats.org/officeDocument/2006/relationships/chart" Target="/ppt/slides/charts/chart7.xml" Id="Rc952f822490b4b9b" /><Relationship Type="http://schemas.openxmlformats.org/officeDocument/2006/relationships/chart" Target="/ppt/slides/charts/chart8.xml" Id="R2d7ac4a587474a08" /><Relationship Type="http://schemas.openxmlformats.org/officeDocument/2006/relationships/chart" Target="/ppt/slides/charts/chart9.xml" Id="R25681fef9b384108" /><Relationship Type="http://schemas.openxmlformats.org/officeDocument/2006/relationships/notesSlide" Target="/ppt/notesSlides/notesSlide4.xml" Id="R2c84673f890a45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15d5493624b2e" /><Relationship Type="http://schemas.openxmlformats.org/officeDocument/2006/relationships/chart" Target="/ppt/slides/charts/chart10.xml" Id="Ra2708158d67c4682" /><Relationship Type="http://schemas.openxmlformats.org/officeDocument/2006/relationships/chart" Target="/ppt/slides/charts/chart11.xml" Id="R8e06c6bed6614aea" /><Relationship Type="http://schemas.openxmlformats.org/officeDocument/2006/relationships/notesSlide" Target="/ppt/notesSlides/notesSlide5.xml" Id="Rd5ff6ff71df745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2492e262941ba" /><Relationship Type="http://schemas.openxmlformats.org/officeDocument/2006/relationships/chart" Target="/ppt/slides/charts/chart12.xml" Id="R07258256d5af4ac0" /><Relationship Type="http://schemas.openxmlformats.org/officeDocument/2006/relationships/chart" Target="/ppt/slides/charts/chart13.xml" Id="R324a6f572d094326" /><Relationship Type="http://schemas.openxmlformats.org/officeDocument/2006/relationships/chart" Target="/ppt/slides/charts/chart14.xml" Id="Ree6907fd40a8499a" /><Relationship Type="http://schemas.openxmlformats.org/officeDocument/2006/relationships/notesSlide" Target="/ppt/notesSlides/notesSlide6.xml" Id="R2417d464795749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031d976df4b5a" /><Relationship Type="http://schemas.openxmlformats.org/officeDocument/2006/relationships/chart" Target="/ppt/slides/charts/chart15.xml" Id="R93639e5f0a4a489f" /><Relationship Type="http://schemas.openxmlformats.org/officeDocument/2006/relationships/chart" Target="/ppt/slides/charts/chart16.xml" Id="R31956e60b54b4f50" /><Relationship Type="http://schemas.openxmlformats.org/officeDocument/2006/relationships/chart" Target="/ppt/slides/charts/chart17.xml" Id="Rfe633d0b07b54e98" /><Relationship Type="http://schemas.openxmlformats.org/officeDocument/2006/relationships/notesSlide" Target="/ppt/notesSlides/notesSlide7.xml" Id="R417cc2607ae742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95c8411324eb5" /><Relationship Type="http://schemas.openxmlformats.org/officeDocument/2006/relationships/chart" Target="/ppt/slides/charts/chart18.xml" Id="Re7207e9879d64d56" /><Relationship Type="http://schemas.openxmlformats.org/officeDocument/2006/relationships/chart" Target="/ppt/slides/charts/chart19.xml" Id="R8b3abdfb0e414da8" /><Relationship Type="http://schemas.openxmlformats.org/officeDocument/2006/relationships/chart" Target="/ppt/slides/charts/chart20.xml" Id="Re71969933c274a1e" /><Relationship Type="http://schemas.openxmlformats.org/officeDocument/2006/relationships/notesSlide" Target="/ppt/notesSlides/notesSlide8.xml" Id="R79c7bfd96dbc40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b5332f9f394096" /><Relationship Type="http://schemas.openxmlformats.org/officeDocument/2006/relationships/notesSlide" Target="/ppt/notesSlides/notesSlide9.xml" Id="Rbfc4fd83388741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9c9234a3742eb" /><Relationship Type="http://schemas.openxmlformats.org/officeDocument/2006/relationships/notesSlide" Target="/ppt/notesSlides/notesSlide10.xml" Id="Re2a8a222da774e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84a168ac39451b" /><Relationship Type="http://schemas.openxmlformats.org/officeDocument/2006/relationships/notesSlide" Target="/ppt/notesSlides/notesSlide11.xml" Id="R920c31bedc65443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f7915e2dc420f" /><Relationship Type="http://schemas.openxmlformats.org/officeDocument/2006/relationships/notesSlide" Target="/ppt/notesSlides/notesSlide12.xml" Id="R8af9efc0f7e84fb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0aec40c2c48fa" /><Relationship Type="http://schemas.openxmlformats.org/officeDocument/2006/relationships/notesSlide" Target="/ppt/notesSlides/notesSlide13.xml" Id="Raa4a02326001411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b04d540ef4341" /><Relationship Type="http://schemas.openxmlformats.org/officeDocument/2006/relationships/notesSlide" Target="/ppt/notesSlides/notesSlide14.xml" Id="R77d28e9acb7845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bcccf0cec42d3" /><Relationship Type="http://schemas.openxmlformats.org/officeDocument/2006/relationships/notesSlide" Target="/ppt/notesSlides/notesSlide15.xml" Id="Re0c73d6860b04f4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4f459c11540b9" /><Relationship Type="http://schemas.openxmlformats.org/officeDocument/2006/relationships/notesSlide" Target="/ppt/notesSlides/notesSlide16.xml" Id="Rc1d2791811b540d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3b76fee854614" /><Relationship Type="http://schemas.openxmlformats.org/officeDocument/2006/relationships/notesSlide" Target="/ppt/notesSlides/notesSlide17.xml" Id="Rd87cbb09955d4be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dec08951d4a30" /><Relationship Type="http://schemas.openxmlformats.org/officeDocument/2006/relationships/notesSlide" Target="/ppt/notesSlides/notesSlide18.xml" Id="Rfa366d0d85a44aa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80ab075b34b52" /><Relationship Type="http://schemas.openxmlformats.org/officeDocument/2006/relationships/notesSlide" Target="/ppt/notesSlides/notesSlide19.xml" Id="R511cfd39d0fa480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461295c94e4f56" /><Relationship Type="http://schemas.openxmlformats.org/officeDocument/2006/relationships/notesSlide" Target="/ppt/notesSlides/notesSlide20.xml" Id="R2ef74ad5a6c9454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58f015d234489" /><Relationship Type="http://schemas.openxmlformats.org/officeDocument/2006/relationships/notesSlide" Target="/ppt/notesSlides/notesSlide21.xml" Id="R439f9a48e5cb443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df81c58554f15" /><Relationship Type="http://schemas.openxmlformats.org/officeDocument/2006/relationships/notesSlide" Target="/ppt/notesSlides/notesSlide22.xml" Id="Rf2c8f62d0b6a47f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ab93759c74b6e" /><Relationship Type="http://schemas.openxmlformats.org/officeDocument/2006/relationships/notesSlide" Target="/ppt/notesSlides/notesSlide23.xml" Id="R5ef5618f7e2e4cf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1136d79d74fc3" /><Relationship Type="http://schemas.openxmlformats.org/officeDocument/2006/relationships/chart" Target="/ppt/slides/charts/chart21.xml" Id="R22acf1a89bbb455b" /><Relationship Type="http://schemas.openxmlformats.org/officeDocument/2006/relationships/chart" Target="/ppt/slides/charts/chart22.xml" Id="R44137aa330d441fe" /><Relationship Type="http://schemas.openxmlformats.org/officeDocument/2006/relationships/chart" Target="/ppt/slides/charts/chart23.xml" Id="R3ac8d418edbc4193" /><Relationship Type="http://schemas.openxmlformats.org/officeDocument/2006/relationships/notesSlide" Target="/ppt/notesSlides/notesSlide24.xml" Id="R00243de796af4c2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2eec5ea9c45c3" /><Relationship Type="http://schemas.openxmlformats.org/officeDocument/2006/relationships/chart" Target="/ppt/slides/charts/chart24.xml" Id="Ra4710012b863433e" /><Relationship Type="http://schemas.openxmlformats.org/officeDocument/2006/relationships/chart" Target="/ppt/slides/charts/chart25.xml" Id="R3b69d02140784913" /><Relationship Type="http://schemas.openxmlformats.org/officeDocument/2006/relationships/chart" Target="/ppt/slides/charts/chart26.xml" Id="Rbd8404e500374ac2" /><Relationship Type="http://schemas.openxmlformats.org/officeDocument/2006/relationships/chart" Target="/ppt/slides/charts/chart27.xml" Id="R91d609ba278640bc" /><Relationship Type="http://schemas.openxmlformats.org/officeDocument/2006/relationships/notesSlide" Target="/ppt/notesSlides/notesSlide25.xml" Id="R224cdc3f20b9403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bbe25312d4ce1" /><Relationship Type="http://schemas.openxmlformats.org/officeDocument/2006/relationships/chart" Target="/ppt/slides/charts/chart28.xml" Id="Rb92e74163b8243bd" /><Relationship Type="http://schemas.openxmlformats.org/officeDocument/2006/relationships/chart" Target="/ppt/slides/charts/chart29.xml" Id="Radc2da20e5cb4505" /><Relationship Type="http://schemas.openxmlformats.org/officeDocument/2006/relationships/chart" Target="/ppt/slides/charts/chart30.xml" Id="R6c7b9f39f4c74b41" /><Relationship Type="http://schemas.openxmlformats.org/officeDocument/2006/relationships/chart" Target="/ppt/slides/charts/chart31.xml" Id="R9d90dc07298749a6" /><Relationship Type="http://schemas.openxmlformats.org/officeDocument/2006/relationships/chart" Target="/ppt/slides/charts/chart32.xml" Id="R494730404738431e" /><Relationship Type="http://schemas.openxmlformats.org/officeDocument/2006/relationships/notesSlide" Target="/ppt/notesSlides/notesSlide26.xml" Id="Rca048144fee94ba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a8553f46c4fbd" /><Relationship Type="http://schemas.openxmlformats.org/officeDocument/2006/relationships/notesSlide" Target="/ppt/notesSlides/notesSlide27.xml" Id="Rbf086e6b4231449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897718a7a435c" /><Relationship Type="http://schemas.openxmlformats.org/officeDocument/2006/relationships/notesSlide" Target="/ppt/notesSlides/notesSlide28.xml" Id="R523e3854541c4be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b7c15d75a42fd" /><Relationship Type="http://schemas.openxmlformats.org/officeDocument/2006/relationships/notesSlide" Target="/ppt/notesSlides/notesSlide29.xml" Id="R14e7162994474e8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917244e4fd42da" /><Relationship Type="http://schemas.openxmlformats.org/officeDocument/2006/relationships/notesSlide" Target="/ppt/notesSlides/notesSlide30.xml" Id="R47f4e78f3f8b4cd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70735f00940ed" /><Relationship Type="http://schemas.openxmlformats.org/officeDocument/2006/relationships/notesSlide" Target="/ppt/notesSlides/notesSlide31.xml" Id="R200b6b96ed7b472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f05c764d54258" /><Relationship Type="http://schemas.openxmlformats.org/officeDocument/2006/relationships/notesSlide" Target="/ppt/notesSlides/notesSlide32.xml" Id="Rcdaad7bcd2ef4b0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b252188f843c1" /><Relationship Type="http://schemas.openxmlformats.org/officeDocument/2006/relationships/notesSlide" Target="/ppt/notesSlides/notesSlide33.xml" Id="R054fd1ac1d8748c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563f6a2ac4640" /><Relationship Type="http://schemas.openxmlformats.org/officeDocument/2006/relationships/chart" Target="/ppt/slides/charts/chart33.xml" Id="Rb799d456fb024fb3" /><Relationship Type="http://schemas.openxmlformats.org/officeDocument/2006/relationships/chart" Target="/ppt/slides/charts/chart34.xml" Id="R04291958a0574f31" /><Relationship Type="http://schemas.openxmlformats.org/officeDocument/2006/relationships/chart" Target="/ppt/slides/charts/chart35.xml" Id="Rcd830d9b53e6482e" /><Relationship Type="http://schemas.openxmlformats.org/officeDocument/2006/relationships/chart" Target="/ppt/slides/charts/chart36.xml" Id="Rbae73d21aaa6463f" /><Relationship Type="http://schemas.openxmlformats.org/officeDocument/2006/relationships/chart" Target="/ppt/slides/charts/chart37.xml" Id="Re71af363a6d54232" /><Relationship Type="http://schemas.openxmlformats.org/officeDocument/2006/relationships/chart" Target="/ppt/slides/charts/chart38.xml" Id="R8d340ccd615f4cc3" /><Relationship Type="http://schemas.openxmlformats.org/officeDocument/2006/relationships/chart" Target="/ppt/slides/charts/chart39.xml" Id="Ra6dfb8eeb68e4ebf" /><Relationship Type="http://schemas.openxmlformats.org/officeDocument/2006/relationships/notesSlide" Target="/ppt/notesSlides/notesSlide34.xml" Id="R13311f988909447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b7d62da58449f" /><Relationship Type="http://schemas.openxmlformats.org/officeDocument/2006/relationships/chart" Target="/ppt/slides/charts/chart40.xml" Id="R1bdf36d4ef614cd6" /><Relationship Type="http://schemas.openxmlformats.org/officeDocument/2006/relationships/chart" Target="/ppt/slides/charts/chart41.xml" Id="R82d315a854814cd4" /><Relationship Type="http://schemas.openxmlformats.org/officeDocument/2006/relationships/notesSlide" Target="/ppt/notesSlides/notesSlide35.xml" Id="R4603ea44b52a417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cf0186b7b41d0" /><Relationship Type="http://schemas.openxmlformats.org/officeDocument/2006/relationships/chart" Target="/ppt/slides/charts/chart42.xml" Id="Re97e611e69a345e1" /><Relationship Type="http://schemas.openxmlformats.org/officeDocument/2006/relationships/chart" Target="/ppt/slides/charts/chart43.xml" Id="Rd3b5b941171f452f" /><Relationship Type="http://schemas.openxmlformats.org/officeDocument/2006/relationships/chart" Target="/ppt/slides/charts/chart44.xml" Id="Rabebe91492f3461d" /><Relationship Type="http://schemas.openxmlformats.org/officeDocument/2006/relationships/notesSlide" Target="/ppt/notesSlides/notesSlide36.xml" Id="R35521400e2c841c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b635b5d34f4f61" /><Relationship Type="http://schemas.openxmlformats.org/officeDocument/2006/relationships/chart" Target="/ppt/slides/charts/chart45.xml" Id="R8c4b7a15f5864d98" /><Relationship Type="http://schemas.openxmlformats.org/officeDocument/2006/relationships/chart" Target="/ppt/slides/charts/chart46.xml" Id="R7effcedc0dc04b87" /><Relationship Type="http://schemas.openxmlformats.org/officeDocument/2006/relationships/chart" Target="/ppt/slides/charts/chart47.xml" Id="Ra0cdf8a714554875" /><Relationship Type="http://schemas.openxmlformats.org/officeDocument/2006/relationships/chart" Target="/ppt/slides/charts/chart48.xml" Id="R7a3c64d820c04335" /><Relationship Type="http://schemas.openxmlformats.org/officeDocument/2006/relationships/chart" Target="/ppt/slides/charts/chart49.xml" Id="R04a388f28b8c4f8a" /><Relationship Type="http://schemas.openxmlformats.org/officeDocument/2006/relationships/notesSlide" Target="/ppt/notesSlides/notesSlide37.xml" Id="Rdaf207d5b12e446a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0DC8FB96-9BD1-45CE-A00A-E145346CADDA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219C2EB-BBBB-457F-8C83-55D1BC204853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9F4FD6B-048A-4375-A1F1-0BFB47C7B88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5250F2E-14C1-42BB-AFBD-D79D77CDB7CE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24EF910D-B302-48E2-B75B-B37075C20ED7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D14504-1D2F-43AD-9BCE-9DC53FEEFCD6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48398506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B117464D-6546-459A-AE7D-A8EA5DC08EB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DD78DFA-C4DF-46E9-99EA-302C5F29E5F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954AE9A-F71A-410E-80D1-E900EA7B862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2D4CDAF-28AA-4C47-900C-11F3BD27B78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E1371DE-85C7-4DF2-806B-3663B3929DE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2D52124-4E40-4D59-BC3A-9C1DF7FF656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2DA93E7-1889-4146-8EB9-45655588ECF3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34AEC9-F61D-4368-A75D-7A4A04A7F4B0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1034f9e8011344f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FEA8A02-6893-4DEC-9C49-B22F71DCB5B2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8F732CD-2EF3-45C3-9F9F-E145222D9242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DC59B2C-DFA2-4F1F-A6CA-2BB4D2CCD108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9dd73459106c4d48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eb4b2b9ff04a4e80"/>
          </a:graphicData>
        </a:graphic>
      </ns0:graphicFrame>
      <ns0:sp>
        <ns0:nvSpPr>
          <ns0:cNvPr id="15" name="">
            <a:extLst>
              <a:ext uri="{FF2B5EF4-FFF2-40B4-BE49-F238E27FC236}">
                <ns2:creationId id="{66B047AB-7F02-43F3-8A9F-A68B8258C0A5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F46E34EA-4E13-4A19-872B-2298F86161E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B2D0523-A8BE-46CC-9943-88D97A27AEFC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80349427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2352C984-4713-4282-925E-AF5CB6E2046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ED9D3A7-3056-4C6B-8BD2-65B3001ADD3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8B9F7ED-538E-4533-AE61-1249CD8E31C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A386F58-7EED-4700-A6AB-D3DC10785B3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C5A85DC-C529-48D0-9341-DD388E4A133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4E54CA7-503D-450B-A3DC-D4B91070D89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FC750D0-3385-4481-BA61-CBDFBD687E1D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B72A514-9569-47A5-9D97-97060A36359E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9bd7772aab7544e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52ACE6B0-4C2A-4370-ABC5-DEFA0936D61F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2CB4B2E-0618-4B00-9A95-1A8756864821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e3f05185e7d540f1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AD41BB6-A8C5-4D9C-843C-565778C17B14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2A051E7-C3C1-4955-B1B2-54E032708646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800177402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16E6F14B-256F-4F4D-B974-AC63725D020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F3697F-4168-489D-8BA3-32071C4F002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2EEE9F3-D132-4FC2-9AD4-A35F7CF5785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43C6586-6656-41E9-8CC2-4833DAA09BE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6DF4332-4D20-4F6A-8496-85781EE566E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R$ 6,2 bi (10,0%).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78F672-09B1-490A-8826-EBD7DA82C8D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E508311-BB12-4C02-88B9-1CA3EBA363F1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F755BD9-0706-487A-B7D5-CAFD956F2F22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b34273bc714b407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42443BB-818C-44B0-B58E-17929D521AB2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ACAD03A-E760-46E8-B1EC-1991F2A14896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c952f822490b4b9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DB91783-1864-4DD4-8B2F-D3F64046C55A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56A1B2A0-A697-4D52-A5E6-E819697A0367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6064B8A-0020-4560-987F-66072E94E628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0FD6E259-4CE0-436B-BD51-A63E8DC7CA51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D24A47B-14EA-4146-A9EB-57D48CC789DA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E3D5486D-B22B-4B00-932A-4AE65037EC08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3AF4F8A-74C7-4CCA-8A98-20B4BF61D088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EB81A7C-8308-418F-AFD5-BC9571BDF8DC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B4A1A5CF-7DE0-46DE-A57E-1D62679CC605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91316429-EAFF-430C-AC09-C8AE54ABB460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7213C459-21BC-41AA-84CC-5B5D780E747B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8B2F8D09-D939-4CD4-AB1E-1866AC80D428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C9E4CA77-673C-4AF9-A5AF-2E6D08B2DDAD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8FA65457-D71D-4E3E-9867-9D5B171CEDD6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3FB14E1D-934F-4ACC-93BE-ECB24A6AEBDA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A09896B1-8AF4-4A39-8064-B5951FF51F96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2d7ac4a587474a08"/>
          </a:graphicData>
        </a:graphic>
      </ns0:graphicFrame>
      <ns0:sp>
        <ns0:nvSpPr>
          <ns0:cNvPr id="30" name="">
            <a:extLst>
              <a:ext uri="{FF2B5EF4-FFF2-40B4-BE49-F238E27FC236}">
                <ns2:creationId id="{E98A0F07-A7A6-4627-BE3B-E19A8BDE4241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C4AF4651-0FDF-4EC2-A374-57DD0FD7373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25681fef9b384108"/>
          </a:graphicData>
        </a:graphic>
      </ns0:graphicFrame>
    </ns0:spTree>
    <ns0:extLst>
      <ns0:ext uri="{BB962C8B-B14F-4D97-AF65-F5344CB8AC3E}">
        <ns5:creationId val="1363038439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F7FE036-9729-4631-BAE3-65A1EBD2A08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613C49F-CACA-4736-8208-E5AB156BB1D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62,7%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9E9B682-47BF-433D-B859-C389629C664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A232600-7A60-4B58-99A3-94A0E45D9E0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EEDC659-E1D1-4AF0-9930-FEC22D87C07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78898F-5BDC-40F5-BDEB-24293DAA4B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58471FD-926D-4B39-8165-34ADC342EB7D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025EB1D-ABAB-4689-8E4F-A0DD2E6005B0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a2708158d67c468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F68002F-B45E-4C4F-9825-97756806F8CB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43D3437-557A-414F-9B3A-AD4BD531D869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8e06c6bed6614aea"/>
          </a:graphicData>
        </a:graphic>
      </ns0:graphicFrame>
      <ns0:sp>
        <ns0:nvSpPr>
          <ns0:cNvPr id="13" name="">
            <a:extLst>
              <a:ext uri="{FF2B5EF4-FFF2-40B4-BE49-F238E27FC236}">
                <ns2:creationId id="{E9F9FE2C-611B-4A8C-A479-5CF1F95FB073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4F74FEA9-4FD1-4BEE-A26E-3950B271DBB1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+76,8%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-19,9%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498092B4-27B4-4229-BA8F-B95A2CE983D3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D105889A-0129-4CA1-B5E1-FEC6CD52012D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6 CNPJs oficiais em Outros somam R$ 7,3 bi; o ledger os redistribui em 5 Agro e 1 Financeiro. Nas emissões, Outros permanece positivo: R$ 6,2 bi no 1S26.</a:t>
            </a:r>
          </a:p>
        </ns0:txBody>
      </ns0:sp>
    </ns0:spTree>
    <ns0:extLst>
      <ns0:ext uri="{BB962C8B-B14F-4D97-AF65-F5344CB8AC3E}">
        <ns5:creationId val="574411449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09EFC622-D609-4315-9833-E5A9C2FCA9D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2061132-F995-40B6-98C5-A57C63FA0C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C28F39E-CCF2-410C-9326-857C7425AB5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36648EC-F03B-4659-AC83-02804C436A5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C828EDA-6BBD-46A1-8A97-02D52D4D71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D77CED0-E0E1-427A-B134-B4AB942257D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C92CFE-386D-4FB1-B22A-E319EB5D42B9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E34BE5C-D9B2-4AC8-A872-2C21C812740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07258256d5af4ac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5AD47AA-E336-442C-98BA-0EF688EA651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3730F8B-E2AB-4C12-92FE-B829E377A5A5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324a6f572d094326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ee6907fd40a8499a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2DE08E6-B2DF-4747-A050-6BA58542E672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D2288B5-BAE0-4C1E-9E0B-6BE2D4AD48D5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688273198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C84D06DC-898F-4152-B2B2-A209214C828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AEC2D0E-C125-4DCC-9E28-FBEC03C57132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AE9071B-D258-4CD0-85EB-745BEAE3013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8A9C30A-8374-4B98-9BB5-C4514DF7ACA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A5D5B6F-9B60-4B2C-9A29-CFDC6B1DF60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91A131B-233B-4C35-9C09-8CF525EEECC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A7F320-6C22-41E4-A5E5-D2FBF3F71B77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A577745-63DB-4390-BDA9-EB7EEFB207AC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3639e5f0a4a489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D1ABFDB-5F2C-4446-A774-BABD7BCB250E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A1B1511-1AAA-426E-A0E7-902842930E21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31956e60b54b4f50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fe633d0b07b54e9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0222691-9FAE-4357-B0D9-5424572B0168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224369559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89E20B27-3E24-414B-88A4-FF4A450FAA7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81E4107-3EC3-4A89-8621-B0E5C82B5B5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F78DDAA-A37F-447A-A261-B382C59737C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1F1CAA1-0F13-40AB-9617-DBF56976349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F7CE568-A244-4E6A-ABA4-5D40BD308FD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311CDEB-7B23-4336-826C-59E7E1A2CE0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EB55930-EB21-4053-8AD2-9544E9C8D377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BBFB37E-D948-4618-98BC-137C42D4B969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e7207e9879d64d5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53F8AEC1-511E-45EE-8095-C37E6BBFBA8F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D9A7FCB-4BF3-4AE1-B068-F1FBD67BC115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8b3abdfb0e414d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ED2D54-2785-4AB7-B6EA-8C9C407F491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5B58146-ABD6-4015-92F3-ED8F52CE52A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e71969933c274a1e"/>
          </a:graphicData>
        </a:graphic>
      </ns0:graphicFrame>
    </ns0:spTree>
    <ns0:extLst>
      <ns0:ext uri="{BB962C8B-B14F-4D97-AF65-F5344CB8AC3E}">
        <ns5:creationId val="980991398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D8F6A3EA-DB89-4AA8-85F3-69B3CBD585D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20703A4-86D8-4918-B5ED-230ACD61400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9DFB2F0-C9CB-43C5-A697-B69FB344B30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B28090-F65F-4A37-ACFB-3F332DB544F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BD5D004-F105-44AD-9D52-389D5754E6B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D5BB29F-34C0-4E03-83C4-1BD4A97511E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0D6781DD-2263-4A05-9838-7455F582AEBE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1347393998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7E2C2508-A502-4CFD-A619-777EBC6380B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36F61FE-EE45-4B93-8807-A3645143118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9236183-912D-4862-B1FE-80AEAB049AB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0463AB9-87D8-439F-88E6-221C29E8B8F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EFA8324-0F39-4E39-8422-CF497F02C1F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R$ 31,9 bi. Comparação: R$ 30,4 bi em dez/25 e R$ 31,9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2516048-0DCD-48B7-B490-887F863EA24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9A2D3EC-9019-439F-B32F-53DF5320D3B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9C208CE-FFE9-47BE-8895-C20631D4F60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158AE2A0-DCC1-4A5A-87F1-B7C4EF534A4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299532877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BDEAD05-E25D-4BE2-AE62-F9E9713E0F6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C709C93-B9DB-4690-A938-C7B7F1201A6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6E49160-7FAC-44A0-B3CC-9EF5CCC8ADE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3A8F52-9CC0-48D9-A07F-2588A026138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78F1EEF-9F14-4F71-9ABD-6367A647DCF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R$ 30,4 bi. Comparação: R$ 30,4 bi em dez/25 e R$ 31,9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9010E08-61F7-4062-A4A2-4D777A1C0ED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C96E317-EB14-435D-8127-3CD92123A4F7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168BF3-68C1-4D70-A4CB-6FD7D289E434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06182371000118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D97C28D4-9A06-4F93-BDAB-4A81C6F9B77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931735636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0A89276-7797-4931-B4A6-2A3AC01C28D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B66C959-80F9-4EF7-900B-476E2919373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226AA87-C5FA-469F-A1E4-2CF611B06BE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02D3D4F-8AC2-4CFA-B785-E3E00F33544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DC8B2A6-48DD-4C28-BF82-B23AF477F9A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R$ 112,2 bi. Comparação: R$ 94,0 bi em dez/25 e R$ 112,2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43208D-A7B2-4D05-A3A9-13E19C314ED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97489B-7BB7-4248-93BB-54486CBC54D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0C8FE7B-1360-41EC-AD51-72A36E3DBEA0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08632394000102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47227790000106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3BDDA84-9309-44C2-B27E-2E2EFD1E088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2011727897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E4E5633-387E-43E2-A349-9F63A2EAD34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AC7797-4469-4172-97E8-FC21CC53C3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EC0CEF-8115-4013-B987-7F32F3AF96C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101BA77-D8B7-4391-A7F7-E19289BAB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96EC41C-3D90-4F24-BCBC-82FA647D663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R$ 94,0 bi. Comparação: R$ 94,0 bi em dez/25 e R$ 112,2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6A03044-897D-4403-B9F9-B7C4CC92C97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B25CDB7-3C71-4593-A6C6-BBECE1348F0D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60DAA71-FAC3-47D3-AB3A-E20CFFB50AF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08632394000102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25BA4FC-39E1-45E8-B623-2BE7FDD1BB35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720415700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4EEB579-0919-4F61-8061-D72CE8DC97F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EB4CEE-677C-42F5-9B9D-B41878D39B0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03BA80A-7539-45ED-BE3C-8B7A86AD4B7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0AB542C-5867-47A9-970C-0845B5DCD1D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503ABE6-D12C-4AE2-B47A-80F0887D619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R$ 121,1 bi. Comparação: R$ 106,3 bi em dez/25 e R$ 121,1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36D6AC6-F728-452F-B1AD-17F182A35F5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908EB11-071B-44B8-8366-320DAC2BBFF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9CAA273-78A3-4C88-B3AE-27112D784C0A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A319BB2-8530-432F-B207-8C94BA0096E1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269807769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3B7B6D8B-3B23-4101-BAE9-ECD5DEC8C5C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6733C2E-CBFF-4991-BC1F-07F5034550C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852028C-0FBC-4609-A628-B5D9D4BDC27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C9563DF-E718-4BF7-A79D-F4E16F40C19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965A24D-EC37-47EB-A63D-1EA1F87D15E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R$ 106,3 bi. Comparação: R$ 106,3 bi em dez/25 e R$ 121,1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D21879D-688B-455D-B65A-09EC83A8EA3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6A41D46-9FB7-42FA-A7D3-DA98FDCB091E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2270882-D1CD-4BAE-9127-D94B0360837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EE35C81-111C-49C6-8E71-F75A0F632D44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040564233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E3DE8A3-1937-4511-80AD-546656B568B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51B1E1A-8210-4F38-8896-C65E007285A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D896A8F-A88D-4D1C-BC52-F41901D9A7E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8E9DA09-4774-4F71-8C5D-ED17F21750D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0751268-6557-4A5A-963C-185878EF61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R$ 55,1 bi. Comparação: R$ 60,9 bi em dez/25 e R$ 55,1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B9FDBA0-70C2-4703-965C-494FA9C1CF0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6411BE6-0A29-47A9-877E-EC8A0FF341BE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C35312E-FC1D-4D22-AEE4-68DD741018A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13321819000100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27C2D3E-7E77-4D8F-A53A-980EE679F3A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2077365969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4739B8A-B60E-46D7-A141-E9BAF534B6C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F54F170-D552-4C10-8DFD-69386E2F527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CC73688-943C-49DF-A74A-4E21EE146B5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EC3989D-1922-4C8E-8EF1-462AE5A606B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BBD20BB-2728-4FA7-86C9-D5A6E92A8D6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R$ 60,9 bi. Comparação: R$ 60,9 bi em dez/25 e R$ 55,1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1534D9-5F07-4273-9D20-DEAC1ADD3D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3354608-AD3C-42D4-A2F6-D3374001221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AB4663B-35C4-4D5C-B632-73CE933DE3BA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682D6F2-3D0E-4363-A9EE-CF57D479290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426380458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8" name="">
            <a:extLst>
              <a:ext uri="{FF2B5EF4-FFF2-40B4-BE49-F238E27FC236}">
                <ns2:creationId id="{77D4EDB1-0950-48B6-BA7B-224547182EC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13B64A1-74EB-46DA-A27E-08BF6DDF310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62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B1A2160-6E64-4EEE-BACF-F8FFF24BBF2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89F23BD-A686-4548-9982-EEB0FC389DE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4F72BE-1345-49EC-BE2D-CC53DD6461C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6BE8AA5-1254-4A63-9112-D8099576CCC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mvp-summary-structural_mvp_financeiro-1">
            <a:extLst>
              <a:ext uri="{FF2B5EF4-FFF2-40B4-BE49-F238E27FC236}">
                <ns2:creationId id="{8941C647-5781-4F12-860F-2BA6E61322DD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ns0:txBody>
      </ns0:sp>
      <ns0:sp>
        <ns0:nvSpPr>
          <ns0:cNvPr id="8" name="mvp-summary-structural_mvp_financeiro-2">
            <a:extLst>
              <a:ext uri="{FF2B5EF4-FFF2-40B4-BE49-F238E27FC236}">
                <ns2:creationId id="{34265C10-930B-46A9-9F37-4DB48C18C9EE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ns0:txBody>
      </ns0:sp>
      <ns0:sp>
        <ns0:nvSpPr>
          <ns0:cNvPr id="9" name="mvp-summary-structural_mvp_financeiro-3">
            <a:extLst>
              <a:ext uri="{FF2B5EF4-FFF2-40B4-BE49-F238E27FC236}">
                <ns2:creationId id="{FB72826B-5B72-4C2A-AC3C-C32AA54D39BB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ns0:txBody>
      </ns0:sp>
      <ns0:sp>
        <ns0:nvSpPr>
          <ns0:cNvPr id="10" name="mvp-band-structural_mvp_financeiro-1">
            <a:extLst>
              <a:ext uri="{FF2B5EF4-FFF2-40B4-BE49-F238E27FC236}">
                <ns2:creationId id="{EE6C776A-5A19-47B0-8EB4-E3FFBF18966E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6715082-FCE3-459F-A4D1-9A24B72C6B6A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financeiro-62838025000116">
            <a:extLst>
              <a:ext uri="{FF2B5EF4-FFF2-40B4-BE49-F238E27FC236}">
                <ns2:creationId id="{F53F23B3-F647-4A93-990E-826F83047AE2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3" name="mvp-card-structural_mvp_financeiro-50988212000105">
            <a:extLst>
              <a:ext uri="{FF2B5EF4-FFF2-40B4-BE49-F238E27FC236}">
                <ns2:creationId id="{CE54835F-A5E2-4B6D-B557-A06AA9CA2605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ns0:txBody>
      </ns0:sp>
      <ns0:sp>
        <ns0:nvSpPr>
          <ns0:cNvPr id="14" name="mvp-band-structural_mvp_financeiro-2">
            <a:extLst>
              <a:ext uri="{FF2B5EF4-FFF2-40B4-BE49-F238E27FC236}">
                <ns2:creationId id="{4EB447A1-3EC4-412F-A210-1D0AA9A785B9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205FE0F-AB32-4629-BD55-FBB3E1DBCCBD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inanceiro-3">
            <a:extLst>
              <a:ext uri="{FF2B5EF4-FFF2-40B4-BE49-F238E27FC236}">
                <ns2:creationId id="{F082C8C3-B67C-4F25-B546-6F9D2414207F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4A46561-D171-421E-8450-1A7C327C7C81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inanceiro-4">
            <a:extLst>
              <a:ext uri="{FF2B5EF4-FFF2-40B4-BE49-F238E27FC236}">
                <ns2:creationId id="{2AFA87E5-180E-4D34-811D-7164768DBEB9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216B1C07-7865-4AD4-8C19-DB69DD833C5E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inanceiro-57816252000100">
            <a:extLst>
              <a:ext uri="{FF2B5EF4-FFF2-40B4-BE49-F238E27FC236}">
                <ns2:creationId id="{F6502F86-5F58-421D-902E-345E3CD6231F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ns0:txBody>
      </ns0:sp>
      <ns0:sp>
        <ns0:nvSpPr>
          <ns0:cNvPr id="21" name="mvp-card-structural_mvp_financeiro-61288838000117">
            <a:extLst>
              <a:ext uri="{FF2B5EF4-FFF2-40B4-BE49-F238E27FC236}">
                <ns2:creationId id="{48FA6CCF-E3CF-4331-9557-44DC8FD2C42C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card-structural_mvp_financeiro-37294759000134">
            <a:extLst>
              <a:ext uri="{FF2B5EF4-FFF2-40B4-BE49-F238E27FC236}">
                <ns2:creationId id="{ECED2764-C1BA-4913-9290-90B9463D97B6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ns0:txBody>
      </ns0:sp>
      <ns0:sp>
        <ns0:nvSpPr>
          <ns0:cNvPr id="23" name="mvp-card-structural_mvp_financeiro-57028406000108">
            <a:extLst>
              <a:ext uri="{FF2B5EF4-FFF2-40B4-BE49-F238E27FC236}">
                <ns2:creationId id="{055968D2-0E5B-4C6B-A26A-869277208A3E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ns0:txBody>
      </ns0:sp>
      <ns0:sp>
        <ns0:nvSpPr>
          <ns0:cNvPr id="24" name="mvp-card-structural_mvp_financeiro-47640584000123">
            <a:extLst>
              <a:ext uri="{FF2B5EF4-FFF2-40B4-BE49-F238E27FC236}">
                <ns2:creationId id="{30858172-CEB6-45F8-979E-8F10D2B92559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5" name="mvp-card-structural_mvp_financeiro-42462306000100">
            <a:extLst>
              <a:ext uri="{FF2B5EF4-FFF2-40B4-BE49-F238E27FC236}">
                <ns2:creationId id="{7670D2A1-C511-41ED-97AB-E7A2E5D0B0AE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ns0:txBody>
      </ns0:sp>
      <ns0:sp>
        <ns0:nvSpPr>
          <ns0:cNvPr id="26" name="mvp-band-structural_mvp_financeiro-5">
            <a:extLst>
              <a:ext uri="{FF2B5EF4-FFF2-40B4-BE49-F238E27FC236}">
                <ns2:creationId id="{DD79B11A-EC6A-42A8-A753-AED8678E7E62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299BC84E-9E00-4AF9-8C83-CDEC2130413A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financeiro-42154687000160">
            <a:extLst>
              <a:ext uri="{FF2B5EF4-FFF2-40B4-BE49-F238E27FC236}">
                <ns2:creationId id="{D432C956-447C-4B74-AB99-5B05D7C6FD00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29" name="mvp-card-structural_mvp_financeiro-41197066000109">
            <a:extLst>
              <a:ext uri="{FF2B5EF4-FFF2-40B4-BE49-F238E27FC236}">
                <ns2:creationId id="{A116F34D-1021-478B-94D5-6614E9C57016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financeiro-58152340000118">
            <a:extLst>
              <a:ext uri="{FF2B5EF4-FFF2-40B4-BE49-F238E27FC236}">
                <ns2:creationId id="{8E2E66F8-82FC-4FF1-B7FF-F4F1B56AB6DD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31" name="mvp-card-structural_mvp_financeiro-63066147000102">
            <a:extLst>
              <a:ext uri="{FF2B5EF4-FFF2-40B4-BE49-F238E27FC236}">
                <ns2:creationId id="{E66022BC-5B00-4627-A80C-DD760FFA9CE7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ns0:txBody>
      </ns0:sp>
      <ns0:sp>
        <ns0:nvSpPr>
          <ns0:cNvPr id="32" name="mvp-card-structural_mvp_financeiro-49113994000141">
            <a:extLst>
              <a:ext uri="{FF2B5EF4-FFF2-40B4-BE49-F238E27FC236}">
                <ns2:creationId id="{7A4E4515-E46B-403F-83A7-D9486D6A1632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ns0:txBody>
      </ns0:sp>
      <ns0:sp>
        <ns0:nvSpPr>
          <ns0:cNvPr id="33" name="mvp-band-structural_mvp_financeiro-6">
            <a:extLst>
              <a:ext uri="{FF2B5EF4-FFF2-40B4-BE49-F238E27FC236}">
                <ns2:creationId id="{BE4135C6-35DE-47E9-AAA3-8C81A360B15D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2B4798A1-1646-4239-9A1A-4A2790BA6912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5" name="mvp-card-structural_mvp_financeiro-32526025000110">
            <a:extLst>
              <a:ext uri="{FF2B5EF4-FFF2-40B4-BE49-F238E27FC236}">
                <ns2:creationId id="{A98578AA-8385-4217-8D2D-DBD5960A80F2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ns0:txBody>
      </ns0:sp>
      <ns0:sp>
        <ns0:nvSpPr>
          <ns0:cNvPr id="36" name="mvp-card-structural_mvp_financeiro-43193260000133">
            <a:extLst>
              <a:ext uri="{FF2B5EF4-FFF2-40B4-BE49-F238E27FC236}">
                <ns2:creationId id="{C1A8737A-2CC6-4D84-A622-AD961D64523A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F7C0DBD3-0A66-497B-AD58-5AE08457DF56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53022915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5" name="">
            <a:extLst>
              <a:ext uri="{FF2B5EF4-FFF2-40B4-BE49-F238E27FC236}">
                <ns2:creationId id="{D82E163D-DD70-42D6-A22D-BF5DA0FEC3B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92F6D7-B017-45AB-B1E5-F6F96E66A08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E505FA1-3A17-4B2E-878C-0C2D00EBF42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ED4EF15-C79B-4200-B517-88C8D408A84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DBA1867-984F-435E-A867-CE55CA198C4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21F3E4A-6AE8-45F8-B294-F0A95A3BB82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mvp-summary-structural_mvp_adquirencia-1">
            <a:extLst>
              <a:ext uri="{FF2B5EF4-FFF2-40B4-BE49-F238E27FC236}">
                <ns2:creationId id="{333AD861-F53F-481F-A6D2-03BD5B7D291A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ns0:txBody>
      </ns0:sp>
      <ns0:sp>
        <ns0:nvSpPr>
          <ns0:cNvPr id="8" name="mvp-summary-structural_mvp_adquirencia-2">
            <a:extLst>
              <a:ext uri="{FF2B5EF4-FFF2-40B4-BE49-F238E27FC236}">
                <ns2:creationId id="{1C21A100-6CD0-4A1B-8BD0-8F867CEB1E14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ns0:txBody>
      </ns0:sp>
      <ns0:sp>
        <ns0:nvSpPr>
          <ns0:cNvPr id="9" name="mvp-summary-structural_mvp_adquirencia-3">
            <a:extLst>
              <a:ext uri="{FF2B5EF4-FFF2-40B4-BE49-F238E27FC236}">
                <ns2:creationId id="{FFC53C40-251A-4F8E-ACE9-7A4FEECFEFC4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ns0:txBody>
      </ns0:sp>
      <ns0:sp>
        <ns0:nvSpPr>
          <ns0:cNvPr id="10" name="mvp-band-structural_mvp_adquirencia-1">
            <a:extLst>
              <a:ext uri="{FF2B5EF4-FFF2-40B4-BE49-F238E27FC236}">
                <ns2:creationId id="{318432B2-2B27-4383-9140-ADA0BCC60DC4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A001A65-0383-4855-BD4B-F7942438983E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dquirencia-48967719000122">
            <a:extLst>
              <a:ext uri="{FF2B5EF4-FFF2-40B4-BE49-F238E27FC236}">
                <ns2:creationId id="{8B555362-5A1A-4235-AC1F-559313D61BD4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card-structural_mvp_adquirencia-31739396000117">
            <a:extLst>
              <a:ext uri="{FF2B5EF4-FFF2-40B4-BE49-F238E27FC236}">
                <ns2:creationId id="{94CC793C-30B4-486B-A038-552B481EC579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ns0:txBody>
      </ns0:sp>
      <ns0:sp>
        <ns0:nvSpPr>
          <ns0:cNvPr id="14" name="mvp-card-structural_mvp_adquirencia-62626887000185">
            <a:extLst>
              <a:ext uri="{FF2B5EF4-FFF2-40B4-BE49-F238E27FC236}">
                <ns2:creationId id="{2ACA4AE6-08FC-4F3A-879A-F5A85597EAD0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ns0:txBody>
      </ns0:sp>
      <ns0:sp>
        <ns0:nvSpPr>
          <ns0:cNvPr id="15" name="mvp-card-structural_mvp_adquirencia-42085830000109">
            <a:extLst>
              <a:ext uri="{FF2B5EF4-FFF2-40B4-BE49-F238E27FC236}">
                <ns2:creationId id="{E9013767-48D8-4996-A320-1CA276478FB2}"/>
              </a:ext>
            </a:extLst>
          </ns0:cNvPr>
          <ns0:cNvSpPr>
            <a:spLocks noGrp="1"/>
          </ns0:cNvSpPr>
          <ns0:nvPr/>
        </ns0:nvSpPr>
        <ns0:spPr>
          <a:xfrm>
            <a:off x="571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ns0:txBody>
      </ns0:sp>
      <ns0:sp>
        <ns0:nvSpPr>
          <ns0:cNvPr id="16" name="mvp-band-structural_mvp_adquirencia-2">
            <a:extLst>
              <a:ext uri="{FF2B5EF4-FFF2-40B4-BE49-F238E27FC236}">
                <ns2:creationId id="{A951081B-53A1-4CFE-862D-E716FB2041C6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74A4CF3-7B49-464E-BE17-01772802A197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adquirencia-54083697000130">
            <a:extLst>
              <a:ext uri="{FF2B5EF4-FFF2-40B4-BE49-F238E27FC236}">
                <ns2:creationId id="{E451A154-1D4B-4FFE-A671-04ACBDE52A63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ns0:txBody>
      </ns0:sp>
      <ns0:sp>
        <ns0:nvSpPr>
          <ns0:cNvPr id="19" name="mvp-card-structural_mvp_adquirencia-45598747000121">
            <a:extLst>
              <a:ext uri="{FF2B5EF4-FFF2-40B4-BE49-F238E27FC236}">
                <ns2:creationId id="{11F52A82-5030-4755-B235-37AFE479F27C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ns0:txBody>
      </ns0:sp>
      <ns0:sp>
        <ns0:nvSpPr>
          <ns0:cNvPr id="20" name="mvp-card-structural_mvp_adquirencia-50857998000113">
            <a:extLst>
              <a:ext uri="{FF2B5EF4-FFF2-40B4-BE49-F238E27FC236}">
                <ns2:creationId id="{2919BF70-0CC4-41FF-B6B0-D377EA852CCB}"/>
              </a:ext>
            </a:extLst>
          </ns0:cNvPr>
          <ns0:cNvSpPr>
            <a:spLocks noGrp="1"/>
          </ns0:cNvSpPr>
          <ns0:nvPr/>
        </ns0:nvSpPr>
        <ns0:spPr>
          <a:xfrm>
            <a:off x="24257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1" name="mvp-band-structural_mvp_adquirencia-3">
            <a:extLst>
              <a:ext uri="{FF2B5EF4-FFF2-40B4-BE49-F238E27FC236}">
                <ns2:creationId id="{D20F89D0-218F-4178-B741-A3B71E19BD55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8A0ADBC-2592-491A-BA03-B76FC062E188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3" name="mvp-band-structural_mvp_adquirencia-4">
            <a:extLst>
              <a:ext uri="{FF2B5EF4-FFF2-40B4-BE49-F238E27FC236}">
                <ns2:creationId id="{F54C34B7-9B3C-4963-97D6-0CB5216EB42E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6C7A09AA-8D7B-4317-AF0B-934415407697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adquirencia-52271464000136">
            <a:extLst>
              <a:ext uri="{FF2B5EF4-FFF2-40B4-BE49-F238E27FC236}">
                <ns2:creationId id="{CC60C91F-D729-469F-BD92-F19C74107447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ns0:txBody>
      </ns0:sp>
      <ns0:sp>
        <ns0:nvSpPr>
          <ns0:cNvPr id="26" name="mvp-band-structural_mvp_adquirencia-5">
            <a:extLst>
              <a:ext uri="{FF2B5EF4-FFF2-40B4-BE49-F238E27FC236}">
                <ns2:creationId id="{34E3BD54-35F3-4082-999F-126AF3B3F84D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E10C93F4-E120-410E-A785-423BB2814126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adquirencia-50473039000102">
            <a:extLst>
              <a:ext uri="{FF2B5EF4-FFF2-40B4-BE49-F238E27FC236}">
                <ns2:creationId id="{82D1A228-43C5-4C1D-A868-D7E9D747A324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9" name="mvp-band-structural_mvp_adquirencia-6">
            <a:extLst>
              <a:ext uri="{FF2B5EF4-FFF2-40B4-BE49-F238E27FC236}">
                <ns2:creationId id="{383727D5-6C14-4D5E-BFBD-2B669E6DEDC3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40DB66C3-1DBD-433E-A7B8-99A84D682377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mvp-card-structural_mvp_adquirencia-28169275000172">
            <a:extLst>
              <a:ext uri="{FF2B5EF4-FFF2-40B4-BE49-F238E27FC236}">
                <ns2:creationId id="{7B998A39-E5F0-4283-9A3C-1D59026ACACE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32" name="mvp-card-structural_mvp_adquirencia-38376526000143">
            <a:extLst>
              <a:ext uri="{FF2B5EF4-FFF2-40B4-BE49-F238E27FC236}">
                <ns2:creationId id="{18ACCFE0-EC62-49AA-9565-3096723A1454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ns0:txBody>
      </ns0:sp>
      <ns0:sp>
        <ns0:nvSpPr>
          <ns0:cNvPr id="33" name="mvp-card-structural_mvp_adquirencia-40919667000107">
            <a:extLst>
              <a:ext uri="{FF2B5EF4-FFF2-40B4-BE49-F238E27FC236}">
                <ns2:creationId id="{A1834333-34A5-418A-ACA8-D5B3F2FF898D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3388FF00-4261-44B5-8B17-E18FAB81B8EF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91463048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0" name="">
            <a:extLst>
              <a:ext uri="{FF2B5EF4-FFF2-40B4-BE49-F238E27FC236}">
                <ns2:creationId id="{6644486E-CF4C-429B-9F80-3D2C0FC4ADA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E2A1C77-7BEB-42C7-9196-034FA5C80B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0796E3C-2165-4A7F-956A-54B250AFC4A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A5A2A74-9395-438A-9381-4637B22890F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B511A67-BA46-4A6F-83F6-FF8474149A7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C04FBD3-7283-4109-B6E4-4BFFA74F8D7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mvp-summary-structural_mvp_agro_revenda-1">
            <a:extLst>
              <a:ext uri="{FF2B5EF4-FFF2-40B4-BE49-F238E27FC236}">
                <ns2:creationId id="{77C4A1D7-D4B1-41FF-AFFC-64F9A7F5C785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ns0:txBody>
      </ns0:sp>
      <ns0:sp>
        <ns0:nvSpPr>
          <ns0:cNvPr id="8" name="mvp-summary-structural_mvp_agro_revenda-2">
            <a:extLst>
              <a:ext uri="{FF2B5EF4-FFF2-40B4-BE49-F238E27FC236}">
                <ns2:creationId id="{7E9CE3DB-F8B1-4DB0-8EB5-64BC1BA8882F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agro_revenda-3">
            <a:extLst>
              <a:ext uri="{FF2B5EF4-FFF2-40B4-BE49-F238E27FC236}">
                <ns2:creationId id="{F55DD02F-6016-4727-A8FA-F71CB1CD76CE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agro_revenda-1">
            <a:extLst>
              <a:ext uri="{FF2B5EF4-FFF2-40B4-BE49-F238E27FC236}">
                <ns2:creationId id="{D2D39D16-A408-4A92-940D-D7E4EC45CDE2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9DF3367-6B8E-42F3-805D-B3C81ADD0E26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gro_revenda-52968533000165">
            <a:extLst>
              <a:ext uri="{FF2B5EF4-FFF2-40B4-BE49-F238E27FC236}">
                <ns2:creationId id="{EB994B29-CC10-4BEB-96C4-971213271EB4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13" name="mvp-band-structural_mvp_agro_revenda-2">
            <a:extLst>
              <a:ext uri="{FF2B5EF4-FFF2-40B4-BE49-F238E27FC236}">
                <ns2:creationId id="{5ADA4B29-E7D5-45A5-9BC9-19EBBDDAA273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4B76F4C5-1D12-41B9-A367-332FC91F545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agro_revenda-3">
            <a:extLst>
              <a:ext uri="{FF2B5EF4-FFF2-40B4-BE49-F238E27FC236}">
                <ns2:creationId id="{805B3EAE-E7D3-4D8E-A8F3-0385DEBD2163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3908D102-699A-498E-9E05-7AF847BC4170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agro_revenda-57270666000187">
            <a:extLst>
              <a:ext uri="{FF2B5EF4-FFF2-40B4-BE49-F238E27FC236}">
                <ns2:creationId id="{8A275622-7158-42D7-872C-609DD0A05BD6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8" name="mvp-band-structural_mvp_agro_revenda-4">
            <a:extLst>
              <a:ext uri="{FF2B5EF4-FFF2-40B4-BE49-F238E27FC236}">
                <ns2:creationId id="{6C7DE990-C7F4-4CB1-851E-38758F296702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A6379AD-7072-4389-80E0-B3BDAC75D998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agro_revenda-33076242000118">
            <a:extLst>
              <a:ext uri="{FF2B5EF4-FFF2-40B4-BE49-F238E27FC236}">
                <ns2:creationId id="{C1D9C4AB-CF40-43B1-898E-92A0D152329E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ns0:txBody>
      </ns0:sp>
      <ns0:sp>
        <ns0:nvSpPr>
          <ns0:cNvPr id="21" name="mvp-card-structural_mvp_agro_revenda-47280025000150">
            <a:extLst>
              <a:ext uri="{FF2B5EF4-FFF2-40B4-BE49-F238E27FC236}">
                <ns2:creationId id="{2071F0D3-1DE3-4ABB-BF5A-F8564D83CE3C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22" name="mvp-card-structural_mvp_agro_revenda-58171340000165">
            <a:extLst>
              <a:ext uri="{FF2B5EF4-FFF2-40B4-BE49-F238E27FC236}">
                <ns2:creationId id="{B4D67D4F-4E71-4218-8453-61E65B847231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ns0:txBody>
      </ns0:sp>
      <ns0:sp>
        <ns0:nvSpPr>
          <ns0:cNvPr id="23" name="mvp-card-structural_mvp_agro_revenda-54857414000160">
            <a:extLst>
              <a:ext uri="{FF2B5EF4-FFF2-40B4-BE49-F238E27FC236}">
                <ns2:creationId id="{96DF5588-8E6A-4CA2-9C38-810984AEAB52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4" name="mvp-card-structural_mvp_agro_revenda-57752597000148">
            <a:extLst>
              <a:ext uri="{FF2B5EF4-FFF2-40B4-BE49-F238E27FC236}">
                <ns2:creationId id="{2FF38328-ADDD-4B85-955F-0C7851ABF0F2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5" name="mvp-band-structural_mvp_agro_revenda-5">
            <a:extLst>
              <a:ext uri="{FF2B5EF4-FFF2-40B4-BE49-F238E27FC236}">
                <ns2:creationId id="{F0B3C18F-41D9-45A9-A101-4898D52BF301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75851204-45CF-4708-A293-97E354F16A62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7" name="mvp-card-structural_mvp_agro_revenda-50536324000117">
            <a:extLst>
              <a:ext uri="{FF2B5EF4-FFF2-40B4-BE49-F238E27FC236}">
                <ns2:creationId id="{3FA99B74-7884-4D1D-9C8B-33B1B17ECECE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8" name="mvp-card-structural_mvp_agro_revenda-37035970000132">
            <a:extLst>
              <a:ext uri="{FF2B5EF4-FFF2-40B4-BE49-F238E27FC236}">
                <ns2:creationId id="{86EB8053-736C-453C-9D30-068F764930C3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9" name="mvp-card-structural_mvp_agro_revenda-45523699000102">
            <a:extLst>
              <a:ext uri="{FF2B5EF4-FFF2-40B4-BE49-F238E27FC236}">
                <ns2:creationId id="{0B989540-7E56-429E-A0F4-7134D54318C5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agro_revenda-47425750000179">
            <a:extLst>
              <a:ext uri="{FF2B5EF4-FFF2-40B4-BE49-F238E27FC236}">
                <ns2:creationId id="{B448920C-D4D7-47DA-973F-39419BFE0804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1" name="mvp-band-structural_mvp_agro_revenda-6">
            <a:extLst>
              <a:ext uri="{FF2B5EF4-FFF2-40B4-BE49-F238E27FC236}">
                <ns2:creationId id="{AB8F7B59-2AB1-4266-9B2D-2C9E2EEE6099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A490BB0B-A21B-4D9B-855F-E5110623883E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3" name="mvp-card-structural_mvp_agro_revenda-29492605000129">
            <a:extLst>
              <a:ext uri="{FF2B5EF4-FFF2-40B4-BE49-F238E27FC236}">
                <ns2:creationId id="{9877CEE0-98D1-478B-A47E-5026F67E5D81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ns0:txBody>
      </ns0:sp>
      <ns0:sp>
        <ns0:nvSpPr>
          <ns0:cNvPr id="34" name="mvp-card-structural_mvp_agro_revenda-29226654000110">
            <a:extLst>
              <a:ext uri="{FF2B5EF4-FFF2-40B4-BE49-F238E27FC236}">
                <ns2:creationId id="{AFDE1A25-C87E-4AFD-A46B-95AEE9923D38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ns0:txBody>
      </ns0:sp>
      <ns0:sp>
        <ns0:nvSpPr>
          <ns0:cNvPr id="35" name="mvp-card-structural_mvp_agro_revenda-43866348000179">
            <a:extLst>
              <a:ext uri="{FF2B5EF4-FFF2-40B4-BE49-F238E27FC236}">
                <ns2:creationId id="{438662BB-A3C1-496A-9B21-31FF64EC28A0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36" name="mvp-card-structural_mvp_agro_revenda-51554551000138">
            <a:extLst>
              <a:ext uri="{FF2B5EF4-FFF2-40B4-BE49-F238E27FC236}">
                <ns2:creationId id="{C9B67215-A760-4196-AF8F-F8A9BA27359F}"/>
              </a:ext>
            </a:extLst>
          </ns0:cNvPr>
          <ns0:cNvSpPr>
            <a:spLocks noGrp="1"/>
          </ns0:cNvSpPr>
          <ns0:nvPr/>
        </ns0:nvSpPr>
        <ns0:spPr>
          <a:xfrm>
            <a:off x="9842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7" name="mvp-card-structural_mvp_agro_revenda-47151680000108">
            <a:extLst>
              <a:ext uri="{FF2B5EF4-FFF2-40B4-BE49-F238E27FC236}">
                <ns2:creationId id="{7E308A4E-C78C-42D5-95AB-2FA6D01E2B2D}"/>
              </a:ext>
            </a:extLst>
          </ns0:cNvPr>
          <ns0:cNvSpPr>
            <a:spLocks noGrp="1"/>
          </ns0:cNvSpPr>
          <ns0:nvPr/>
        </ns0:nvSpPr>
        <ns0:spPr>
          <a:xfrm>
            <a:off x="9842500" y="40100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38" name="mvp-card-structural_mvp_agro_revenda-43616659000180">
            <a:extLst>
              <a:ext uri="{FF2B5EF4-FFF2-40B4-BE49-F238E27FC236}">
                <ns2:creationId id="{9013AD0A-745D-41EA-AA4C-129BBE1856DE}"/>
              </a:ext>
            </a:extLst>
          </ns0:cNvPr>
          <ns0:cNvSpPr>
            <a:spLocks noGrp="1"/>
          </ns0:cNvSpPr>
          <ns0:nvPr/>
        </ns0:nvSpPr>
        <ns0:spPr>
          <a:xfrm>
            <a:off x="9842500" y="4467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D2649C4C-84BE-40C6-A06D-5D6BFFF035D4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730444859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4" name="">
            <a:extLst>
              <a:ext uri="{FF2B5EF4-FFF2-40B4-BE49-F238E27FC236}">
                <ns2:creationId id="{8EB3976E-4CA4-48CB-8506-54976601CB2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C3B00B2-536F-4E61-83F4-361B00AC64B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FB3632C-BB53-42B8-9D02-F0F580F44C0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697165D-EDAE-4FB0-9D27-175B88E8F9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4B07C33-CE1B-42F6-99E6-7023F891703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2665FB4-453F-45B6-94C3-571F9256B92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mvp-summary-structural_mvp_risco_corporativo-1">
            <a:extLst>
              <a:ext uri="{FF2B5EF4-FFF2-40B4-BE49-F238E27FC236}">
                <ns2:creationId id="{B63D88F2-8EA3-475A-92BC-686BFA64FA52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ns0:txBody>
      </ns0:sp>
      <ns0:sp>
        <ns0:nvSpPr>
          <ns0:cNvPr id="8" name="mvp-summary-structural_mvp_risco_corporativo-2">
            <a:extLst>
              <a:ext uri="{FF2B5EF4-FFF2-40B4-BE49-F238E27FC236}">
                <ns2:creationId id="{830D1061-05A9-40F9-87E4-A89D690AA779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risco_corporativo-3">
            <a:extLst>
              <a:ext uri="{FF2B5EF4-FFF2-40B4-BE49-F238E27FC236}">
                <ns2:creationId id="{B0FBFAAC-2C6B-441E-9536-8EF73354DBBB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risco_corporativo-1">
            <a:extLst>
              <a:ext uri="{FF2B5EF4-FFF2-40B4-BE49-F238E27FC236}">
                <ns2:creationId id="{24B45702-812E-4E9B-A1CD-B76B52515176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862BF64-201B-44FA-9D37-F6CD1BB937C9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risco_corporativo-62393829000159">
            <a:extLst>
              <a:ext uri="{FF2B5EF4-FFF2-40B4-BE49-F238E27FC236}">
                <ns2:creationId id="{ED0F89DE-6195-4152-B104-C6C9FAEC050B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band-structural_mvp_risco_corporativo-2">
            <a:extLst>
              <a:ext uri="{FF2B5EF4-FFF2-40B4-BE49-F238E27FC236}">
                <ns2:creationId id="{D7E59B12-16FE-4D17-914F-479B7F65A3D0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323AAF6-0754-41EE-9D58-52F4F8A9C38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risco_corporativo-3">
            <a:extLst>
              <a:ext uri="{FF2B5EF4-FFF2-40B4-BE49-F238E27FC236}">
                <ns2:creationId id="{125F9484-363E-4CDB-A104-4AF71C7798B0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E2900499-83D1-4654-A009-6F5D39A58DB7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risco_corporativo-65873297000145">
            <a:extLst>
              <a:ext uri="{FF2B5EF4-FFF2-40B4-BE49-F238E27FC236}">
                <ns2:creationId id="{C93BDBCE-B83B-44EB-8A7C-165EE8937616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ns0:txBody>
      </ns0:sp>
      <ns0:sp>
        <ns0:nvSpPr>
          <ns0:cNvPr id="18" name="mvp-card-structural_mvp_risco_corporativo-63679792000192">
            <a:extLst>
              <a:ext uri="{FF2B5EF4-FFF2-40B4-BE49-F238E27FC236}">
                <ns2:creationId id="{C31D1490-5ABD-4A79-BBB3-48F1C2639166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19" name="mvp-band-structural_mvp_risco_corporativo-4">
            <a:extLst>
              <a:ext uri="{FF2B5EF4-FFF2-40B4-BE49-F238E27FC236}">
                <ns2:creationId id="{4D575DC1-3766-4DA0-87FF-827AFA3D1754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DE405455-51CD-45BD-AED9-FC762BA0BAB0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card-structural_mvp_risco_corporativo-52100879000147">
            <a:extLst>
              <a:ext uri="{FF2B5EF4-FFF2-40B4-BE49-F238E27FC236}">
                <ns2:creationId id="{F752266E-A0D9-47B7-823E-EF3F8B8C66CE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22" name="mvp-card-structural_mvp_risco_corporativo-31570767000180">
            <a:extLst>
              <a:ext uri="{FF2B5EF4-FFF2-40B4-BE49-F238E27FC236}">
                <ns2:creationId id="{3C91520D-5549-4B8E-84C0-110D0D37CB8A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card-structural_mvp_risco_corporativo-52340225000190">
            <a:extLst>
              <a:ext uri="{FF2B5EF4-FFF2-40B4-BE49-F238E27FC236}">
                <ns2:creationId id="{6CFC6C8E-64BD-4F97-A09F-4DE945325192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ns0:txBody>
      </ns0:sp>
      <ns0:sp>
        <ns0:nvSpPr>
          <ns0:cNvPr id="24" name="mvp-band-structural_mvp_risco_corporativo-5">
            <a:extLst>
              <a:ext uri="{FF2B5EF4-FFF2-40B4-BE49-F238E27FC236}">
                <ns2:creationId id="{24799597-D8FD-456D-85B2-0C103EE75DD0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F5D3239-DBF7-4970-82E9-F7E38891789F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6" name="mvp-card-structural_mvp_risco_corporativo-63622842000103">
            <a:extLst>
              <a:ext uri="{FF2B5EF4-FFF2-40B4-BE49-F238E27FC236}">
                <ns2:creationId id="{0BA22641-AC64-4412-9D4A-14BEB8D60A7C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7" name="mvp-card-structural_mvp_risco_corporativo-63657457000193">
            <a:extLst>
              <a:ext uri="{FF2B5EF4-FFF2-40B4-BE49-F238E27FC236}">
                <ns2:creationId id="{1F579634-06CF-4D9D-96FC-C010F2AE063C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28" name="mvp-card-structural_mvp_risco_corporativo-38658727000133">
            <a:extLst>
              <a:ext uri="{FF2B5EF4-FFF2-40B4-BE49-F238E27FC236}">
                <ns2:creationId id="{4F2EA017-8E0B-4403-A188-CCAC5C8A02EC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ns0:txBody>
      </ns0:sp>
      <ns0:sp>
        <ns0:nvSpPr>
          <ns0:cNvPr id="29" name="mvp-card-structural_mvp_risco_corporativo-58476088000100">
            <a:extLst>
              <a:ext uri="{FF2B5EF4-FFF2-40B4-BE49-F238E27FC236}">
                <ns2:creationId id="{86F3DB7B-B45E-44AF-8EAB-9346FFDE1B56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ns0:txBody>
      </ns0:sp>
      <ns0:sp>
        <ns0:nvSpPr>
          <ns0:cNvPr id="30" name="mvp-band-structural_mvp_risco_corporativo-6">
            <a:extLst>
              <a:ext uri="{FF2B5EF4-FFF2-40B4-BE49-F238E27FC236}">
                <ns2:creationId id="{329E95E6-ED3E-4800-9FEF-6A0196244C00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40B509DB-D88F-4BC9-9C4E-66AD273D36EF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2" name="mvp-card-structural_mvp_risco_corporativo-58288437000152">
            <a:extLst>
              <a:ext uri="{FF2B5EF4-FFF2-40B4-BE49-F238E27FC236}">
                <ns2:creationId id="{BC02E2F5-AC4E-4A5E-ACF2-5D50C78540BF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F0BFB116-267A-486F-A41B-438CD1E7468A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556482168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8316547B-C86E-451E-A7D7-5AEFF618D1E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12D10F7-8C80-4BF9-A968-6EC4B241FBA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523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39EA3DC-691D-4924-81D2-2F601066AF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DAB11AF-FB6F-4B96-975D-68CE2843C33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EAC3EBA-08CF-4936-8051-A92F2AE19EF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22B4016-CD81-47CC-A94A-5FD78B53753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mvp-summary-structural_mvp_consignado-1">
            <a:extLst>
              <a:ext uri="{FF2B5EF4-FFF2-40B4-BE49-F238E27FC236}">
                <ns2:creationId id="{42C8FAD0-2CCC-4B1B-8E01-CB4C909D9AF6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ns0:txBody>
      </ns0:sp>
      <ns0:sp>
        <ns0:nvSpPr>
          <ns0:cNvPr id="8" name="mvp-summary-structural_mvp_consignado-2">
            <a:extLst>
              <a:ext uri="{FF2B5EF4-FFF2-40B4-BE49-F238E27FC236}">
                <ns2:creationId id="{38324F63-C019-4864-A25C-B1AED98663A1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ns0:txBody>
      </ns0:sp>
      <ns0:sp>
        <ns0:nvSpPr>
          <ns0:cNvPr id="9" name="mvp-summary-structural_mvp_consignado-3">
            <a:extLst>
              <a:ext uri="{FF2B5EF4-FFF2-40B4-BE49-F238E27FC236}">
                <ns2:creationId id="{AA0C0A71-6B22-4C49-BBA6-F4D2E896A5F2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ns0:txBody>
      </ns0:sp>
      <ns0:sp>
        <ns0:nvSpPr>
          <ns0:cNvPr id="10" name="mvp-band-structural_mvp_consignado-1">
            <a:extLst>
              <a:ext uri="{FF2B5EF4-FFF2-40B4-BE49-F238E27FC236}">
                <ns2:creationId id="{B6D752F1-F6C1-4F31-B9E3-DF14F7B16356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E4582FB-B2FC-4BF9-B6B3-B4D4C6657671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consignado-2">
            <a:extLst>
              <a:ext uri="{FF2B5EF4-FFF2-40B4-BE49-F238E27FC236}">
                <ns2:creationId id="{A8775218-96A5-4135-BFEB-638B4D4E671D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EE017DB-08B3-4AAE-8460-59F2CEC3146F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card-structural_mvp_consignado-63546406000194">
            <a:extLst>
              <a:ext uri="{FF2B5EF4-FFF2-40B4-BE49-F238E27FC236}">
                <ns2:creationId id="{70287177-4ECC-49F4-9B2E-76411C16701D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ns0:txBody>
      </ns0:sp>
      <ns0:sp>
        <ns0:nvSpPr>
          <ns0:cNvPr id="15" name="mvp-card-structural_mvp_consignado-65347578000164">
            <a:extLst>
              <a:ext uri="{FF2B5EF4-FFF2-40B4-BE49-F238E27FC236}">
                <ns2:creationId id="{7D9C987A-1185-4FA0-8257-90CB4E1333A5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ns0:txBody>
      </ns0:sp>
      <ns0:sp>
        <ns0:nvSpPr>
          <ns0:cNvPr id="16" name="mvp-band-structural_mvp_consignado-3">
            <a:extLst>
              <a:ext uri="{FF2B5EF4-FFF2-40B4-BE49-F238E27FC236}">
                <ns2:creationId id="{A099AFE6-90D9-4EF9-820B-8559858F009F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877C699-2833-4FCF-96E2-BD728C13AEC9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consignado-65976848000104">
            <a:extLst>
              <a:ext uri="{FF2B5EF4-FFF2-40B4-BE49-F238E27FC236}">
                <ns2:creationId id="{6456B626-A246-421B-9CE8-7DB005AB33C7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9" name="mvp-card-structural_mvp_consignado-54810968000102">
            <a:extLst>
              <a:ext uri="{FF2B5EF4-FFF2-40B4-BE49-F238E27FC236}">
                <ns2:creationId id="{26167B48-3257-4970-850E-B5A648D3FBD0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0" name="mvp-card-structural_mvp_consignado-54464892000100">
            <a:extLst>
              <a:ext uri="{FF2B5EF4-FFF2-40B4-BE49-F238E27FC236}">
                <ns2:creationId id="{0E3CE2D5-CCD0-493B-96B8-BDC73F5CE1D8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ns0:txBody>
      </ns0:sp>
      <ns0:sp>
        <ns0:nvSpPr>
          <ns0:cNvPr id="21" name="mvp-card-structural_mvp_consignado-55401645000128">
            <a:extLst>
              <a:ext uri="{FF2B5EF4-FFF2-40B4-BE49-F238E27FC236}">
                <ns2:creationId id="{77B27754-798E-4120-8850-9C186282BF92}"/>
              </a:ext>
            </a:extLst>
          </ns0:cNvPr>
          <ns0:cNvSpPr>
            <a:spLocks noGrp="1"/>
          </ns0:cNvSpPr>
          <ns0:nvPr/>
        </ns0:nvSpPr>
        <ns0:spPr>
          <a:xfrm>
            <a:off x="42799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ns0:txBody>
      </ns0:sp>
      <ns0:sp>
        <ns0:nvSpPr>
          <ns0:cNvPr id="22" name="mvp-card-structural_mvp_consignado-54252144000164">
            <a:extLst>
              <a:ext uri="{FF2B5EF4-FFF2-40B4-BE49-F238E27FC236}">
                <ns2:creationId id="{C41C0B91-28D5-4E5A-8A17-2BB29A0A5A49}"/>
              </a:ext>
            </a:extLst>
          </ns0:cNvPr>
          <ns0:cNvSpPr>
            <a:spLocks noGrp="1"/>
          </ns0:cNvSpPr>
          <ns0:nvPr/>
        </ns0:nvSpPr>
        <ns0:spPr>
          <a:xfrm>
            <a:off x="42799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band-structural_mvp_consignado-4">
            <a:extLst>
              <a:ext uri="{FF2B5EF4-FFF2-40B4-BE49-F238E27FC236}">
                <ns2:creationId id="{D07E3B90-AAEB-4BE0-AA29-5DF3B6B34F81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6880B596-DE60-4C7F-A676-12D419C7CEDD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consignado-53577135000180">
            <a:extLst>
              <a:ext uri="{FF2B5EF4-FFF2-40B4-BE49-F238E27FC236}">
                <ns2:creationId id="{63CBD522-9515-43F4-BD58-2406D2F5F03C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6" name="mvp-card-structural_mvp_consignado-53270983000142">
            <a:extLst>
              <a:ext uri="{FF2B5EF4-FFF2-40B4-BE49-F238E27FC236}">
                <ns2:creationId id="{6D74B587-4B70-4D27-964F-AE2CD42DFFDB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ns0:txBody>
      </ns0:sp>
      <ns0:sp>
        <ns0:nvSpPr>
          <ns0:cNvPr id="27" name="mvp-band-structural_mvp_consignado-5">
            <a:extLst>
              <a:ext uri="{FF2B5EF4-FFF2-40B4-BE49-F238E27FC236}">
                <ns2:creationId id="{4B17CC1F-B7C9-4F79-8540-3D1FE09844C0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57CD1BF6-08DC-41F5-9BCA-A3E69E3EE923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band-structural_mvp_consignado-6">
            <a:extLst>
              <a:ext uri="{FF2B5EF4-FFF2-40B4-BE49-F238E27FC236}">
                <ns2:creationId id="{1AAD4BF5-77C0-4379-A46F-451BB4574814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169AFF4B-D627-485D-826C-5223B76C2ECA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B6CC1A3C-0377-4627-BA5E-69082F253A3B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88488895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78AD56E0-67B2-4090-B9B0-9361D018A77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6AC084-98A9-432C-944F-0F26A1FFD2D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EC3A520-E7F6-420A-BA96-81698A1B67C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528A7A3-C88D-41C8-BAF7-1DC94952C34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6F98B35-D3B6-45B0-BB78-C0E5EF42399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3678D2B-1D0B-4E18-923D-CACA5F2A758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mvp-summary-structural_mvp_factoring-1">
            <a:extLst>
              <a:ext uri="{FF2B5EF4-FFF2-40B4-BE49-F238E27FC236}">
                <ns2:creationId id="{C15F71C8-41E8-433D-A55A-DBB4705317DC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ns0:txBody>
      </ns0:sp>
      <ns0:sp>
        <ns0:nvSpPr>
          <ns0:cNvPr id="8" name="mvp-summary-structural_mvp_factoring-2">
            <a:extLst>
              <a:ext uri="{FF2B5EF4-FFF2-40B4-BE49-F238E27FC236}">
                <ns2:creationId id="{B52E635B-6829-46BB-B07C-D019FC66B637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ns0:txBody>
      </ns0:sp>
      <ns0:sp>
        <ns0:nvSpPr>
          <ns0:cNvPr id="9" name="mvp-summary-structural_mvp_factoring-3">
            <a:extLst>
              <a:ext uri="{FF2B5EF4-FFF2-40B4-BE49-F238E27FC236}">
                <ns2:creationId id="{149C2B14-B653-4A90-9AFE-F4B9EE4A1683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factoring-1">
            <a:extLst>
              <a:ext uri="{FF2B5EF4-FFF2-40B4-BE49-F238E27FC236}">
                <ns2:creationId id="{C387688D-46BD-4866-91AC-5312E032E863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21FE8F5-1692-4F93-A099-820825B50DE3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factoring-2">
            <a:extLst>
              <a:ext uri="{FF2B5EF4-FFF2-40B4-BE49-F238E27FC236}">
                <ns2:creationId id="{E8D7A45F-83DD-4AB1-B91D-AED286C2458E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3F3588A0-CEB2-48FF-A6B0-835CFBC4D3EC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band-structural_mvp_factoring-3">
            <a:extLst>
              <a:ext uri="{FF2B5EF4-FFF2-40B4-BE49-F238E27FC236}">
                <ns2:creationId id="{6D1B2458-DFA2-4A5B-9D2A-471E7E571AE5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B709935-A9B1-412A-8E2B-2987F02168B5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actoring-4">
            <a:extLst>
              <a:ext uri="{FF2B5EF4-FFF2-40B4-BE49-F238E27FC236}">
                <ns2:creationId id="{DC00B4D4-5BB7-4CF1-B25D-7FD5B6046A26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9843928-244D-4AFA-A1DD-6219639531AC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actoring-5">
            <a:extLst>
              <a:ext uri="{FF2B5EF4-FFF2-40B4-BE49-F238E27FC236}">
                <ns2:creationId id="{A65DD570-DA18-4E87-A54E-D3F3A8DA6A3B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92AC6D5-5F2F-4709-A80E-DE2C61ACE5A7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actoring-18185812000114">
            <a:extLst>
              <a:ext uri="{FF2B5EF4-FFF2-40B4-BE49-F238E27FC236}">
                <ns2:creationId id="{9D82C2BC-E1FC-4F4D-9722-2AD0406C5026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ns0:txBody>
      </ns0:sp>
      <ns0:sp>
        <ns0:nvSpPr>
          <ns0:cNvPr id="21" name="mvp-card-structural_mvp_factoring-17468142000180">
            <a:extLst>
              <a:ext uri="{FF2B5EF4-FFF2-40B4-BE49-F238E27FC236}">
                <ns2:creationId id="{30E7D229-9226-47A9-B248-40E88035BBF8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band-structural_mvp_factoring-6">
            <a:extLst>
              <a:ext uri="{FF2B5EF4-FFF2-40B4-BE49-F238E27FC236}">
                <ns2:creationId id="{C11B46A4-F044-4BE7-A9C9-505D8FFC7C16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90AAA4CE-7B92-4ECC-80C9-A62B1A0EDDD7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factoring-11468186000124">
            <a:extLst>
              <a:ext uri="{FF2B5EF4-FFF2-40B4-BE49-F238E27FC236}">
                <ns2:creationId id="{5DE294AB-7D25-4DD0-AF41-935D27C88A53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3FF0AB5-66B7-4A31-B0B7-BAC414EE606E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647545445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87DA4E64-7319-42B5-94A1-247428CC830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4B96E2A-D5C7-49CC-B5D0-03F7D3DE714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7383F37-BF4E-41C8-BEEF-500A55A05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A3E1A97-5BC2-495D-A34C-B577EEAC21B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2BFDA03-8167-446D-9D00-4DDA18DA202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44FADA4-9F19-4765-A072-4BF110F09C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C57FAA0-F06A-4242-ABEC-B05BAC5516FB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E276508-50F9-417E-8431-59449532223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2acf1a89bbb455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4BB88-3C9E-4D77-AE49-A032318E6418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DE42CB0-DDCA-4F18-A1EA-11B7131E5DA8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44137aa330d441fe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3ac8d418edbc4193"/>
          </a:graphicData>
        </a:graphic>
      </ns0:graphicFrame>
      <ns0:sp>
        <ns0:nvSpPr>
          <ns0:cNvPr id="14" name="">
            <a:extLst>
              <a:ext uri="{FF2B5EF4-FFF2-40B4-BE49-F238E27FC236}">
                <ns2:creationId id="{95664C34-9BE3-4A90-8D8F-ADEC7F2F3090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9B551674-6998-4B2C-AEB4-7962C9338937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1329242041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1BEA1ECC-93DD-4ADA-958F-54CEF97B644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2FC0812-A9E7-4116-B1A9-E9C5034DBCB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1CD528B-A3C2-48C9-895F-090B6D3DEBC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CF100C9-2C27-482A-B791-407DB9542F6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967F28-5FF1-45CA-8650-1E3A517FB81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E20E0A7-F7F1-4DD8-A7A6-B8568D0D601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E190764-5431-4BAA-BDD5-A34FD8098F6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69EFEA6-5B23-4A30-AD00-031B1219C00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a4710012b863433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181911A-F16B-4B9F-8F6E-B24A0B6D924C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E46285A-836B-4C44-B668-94C9BD17A17D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3b69d02140784913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B3B8F8-CED3-4F4B-885B-C264174FFC64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286690B-54B4-412E-ABE6-1EF9A5D7B156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bd8404e500374ac2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1d609ba278640bc"/>
          </a:graphicData>
        </a:graphic>
      </ns0:graphicFrame>
      <ns0:sp>
        <ns0:nvSpPr>
          <ns0:cNvPr id="17" name="">
            <a:extLst>
              <a:ext uri="{FF2B5EF4-FFF2-40B4-BE49-F238E27FC236}">
                <ns2:creationId id="{CF30E76E-399B-4ED9-B995-36C89C392D64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97904CB-830B-46A5-B0AD-FFC9F0EFD4F1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7CAFE163-B372-4022-8E66-48413F847611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0B24120B-563F-4F1C-8276-C18CAD6327E9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6CEFFA6D-6E4C-4DB7-9E7A-F9AE2483635A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96543E1-1EE1-42C7-A8DE-3975BFE0D681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C469BF56-9EDE-4486-A5A3-48986A796711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11FFF578-71E6-4162-A4CB-EE73DD613AC0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A8783F35-66C0-4275-BCED-DB037ED34D1D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237409600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D3A6568E-041F-4D1C-A660-3346C297462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746E9DF-FD9C-40F5-8E56-02165040905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7A422AC-B2A1-4FEF-A022-29B47143609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83FAEE4-EC41-4B82-91F7-CE9FE4F4ED5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8CCEF26-89E3-476A-9723-1844E57F4A4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CB5A2B6-BA1C-448F-9DDA-4FBFAEBF43E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BDD6023-DD88-45AE-B265-C207EC7CB96A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70%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ABD2F5D-0E53-42A9-B4AD-A7B459EA23C3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C99D4B9-43A3-4562-B765-EF62374B3999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b92e74163b8243bd"/>
          </a:graphicData>
        </a:graphic>
      </ns0:graphicFrame>
      <ns0:sp>
        <ns0:nvSpPr>
          <ns0:cNvPr id="11" name="">
            <a:extLst>
              <a:ext uri="{FF2B5EF4-FFF2-40B4-BE49-F238E27FC236}">
                <ns2:creationId id="{68BEA7E0-824C-4FDF-84BD-73C4EDF7D3BA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83510BE-B95F-4DEF-9146-3A2A5926CB9D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adc2da20e5cb4505"/>
          </a:graphicData>
        </a:graphic>
      </ns0:graphicFrame>
      <ns0:graphicFrame>
        <ns0:nvGraphicFramePr>
          <ns0:cNvPr id="35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6c7b9f39f4c74b41"/>
          </a:graphicData>
        </a:graphic>
      </ns0:graphicFrame>
      <ns0:sp>
        <ns0:nvSpPr>
          <ns0:cNvPr id="15" name="">
            <a:extLst>
              <a:ext uri="{FF2B5EF4-FFF2-40B4-BE49-F238E27FC236}">
                <ns2:creationId id="{CA436C72-8205-4EFA-9E14-73AE138241F1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70519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A1948DCD-0E12-4990-8ED4-BCAA25E4485A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B72EDEA-D1EB-4ED4-B069-099AA8620714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9d90dc07298749a6"/>
          </a:graphicData>
        </a:graphic>
      </ns0:graphicFrame>
      <ns0:sp>
        <ns0:nvSpPr>
          <ns0:cNvPr id="19" name="">
            <a:extLst>
              <a:ext uri="{FF2B5EF4-FFF2-40B4-BE49-F238E27FC236}">
                <ns2:creationId id="{F3257195-1502-43A7-BA85-434B205AA985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DD4DD83-57E9-4635-820D-090D597498FF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494730404738431e"/>
          </a:graphicData>
        </a:graphic>
      </ns0:graphicFrame>
    </ns0:spTree>
    <ns0:extLst>
      <ns0:ext uri="{BB962C8B-B14F-4D97-AF65-F5344CB8AC3E}">
        <ns5:creationId val="1741191873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FC2973E4-C376-40FB-8408-85D6C4CD7A9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77EAD6D-C1A6-41A1-9503-13341DFD239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D0279F5-89B4-459A-A6C2-569CD5CFAF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FBC6262-77BD-4DE8-A956-57939869124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EF5C67B-1018-4C84-97FE-C1076EA828C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50B90AD-461A-412F-8277-18DCB120900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87D8441-D55D-4D35-8F8B-BAA35F55EE5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1E2BA95-3DEE-4814-82A8-CDB1D158716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BB23B65-9454-4DFC-A19B-7600B6E70A7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805852475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521C4D2-AB75-4364-8A48-630CA8CDAD2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2D25379-60AF-45FA-95E8-B685267338D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699EC77-331C-4B01-A3C0-7821E47687A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03B5F71-21BA-4E18-B89E-882B0FBB1B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2668173-6424-44B7-AE84-5D542E35BE5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82B8406-FF43-47D6-96ED-3F3976D124D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BF8E550-344C-4893-919D-28C6CF9B62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E80C011-2A57-481E-9F69-B52E1962C5C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57094015-16F5-4E55-BCF5-9F05433DBB03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04983511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F307A7F-ADD0-46EA-B50A-0A19031DFB1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3E58869-2008-4B73-AEE2-C00E838ED6F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CFB3998-0062-4469-8F42-73A899E4945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5B14EA6-45F9-4533-829F-9FD6CB61C7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86A8BC5-221B-4777-9407-EE2951A765C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4A8B2D7-66DC-4299-AC41-1F3A821A7AB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089EB45-7D07-4400-819D-BA99B25A318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B7F017C-8364-4289-8975-F80570F5A8B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EBD3967-EE9C-4BF3-A6FA-E2464C47006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123733137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05669E6-A615-4629-B7A7-1B92E700435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D166787-9166-443B-A96D-387843280E0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1F7BA55-7D32-452A-A0BF-AA935D6B320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989DA6-E95F-4C58-8840-DD9B3ED881F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8B15CB7-837D-43F6-B6C1-58564741B02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5AE82B4-A6A3-4AAA-B2B1-9B605C15D89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B557E07-8BA2-4D43-BCE7-E3A8B3FA476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3D38F53-2CC9-479F-976A-350F85F107D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2152E7-6979-4050-9616-909A5DD507ED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1102925936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38F590BD-6901-4370-8A19-C446E34A4F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B39FE0D-B5EC-4437-99AE-209776F9E11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7CBC8E1-F74F-4864-833C-7AF38AD9F97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23F5852-B1BF-4A59-B98D-2704DE837B1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83DCF92-69A1-48CA-932D-598267D8238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6F86730-7603-4287-A8CB-ACC45DB99FC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5749625-4DDD-4483-AA60-2C8FF68252E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ADF7A3F-E346-4ED8-A9E8-1AFFBE9DF31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8C6BC72-1C0B-44A3-9798-3CBE167B1C8F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541941061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74E761E7-F045-4973-B8E2-73D27FE5FAF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BFCFC01-7E36-48B6-A1A3-AF6D846FB04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BC48C0D-7A6A-4CFA-8EA1-D4183489A30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F9974C5-6F2A-49EA-BA03-058B6C48F96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6AD3981-29F4-4E97-8A1C-3EA652D8B26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EC04FEB-E332-4B61-AB89-306B6DB579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CF245B2-4CB3-40E1-B617-3C293A0B8B8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2A94FFA-D855-40F5-87AE-609B4C693DF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091696A-22A0-4FC6-92A7-1AF1F1B51BFF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691169545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6B8017A0-2174-479C-907C-A85F54AF1E0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1140217-18AC-4406-89E1-F0E12EC0A2A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1FDD920-4734-49FD-B9E7-ECE6303EC4C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FCC811F-9D2B-4232-BFE6-51DAE7EB75C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31A9719-C26C-4676-BD9C-B6E97C29946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F049E7-1874-4987-B32E-644520CB64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054DCD7-5A72-43EA-961A-73535D7E3355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DD84FE5-4414-435F-9AC2-66D49EDD955D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F47814C-114A-467C-AD17-556CE996B523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FE4F8D42-34C4-4256-9425-77DFF7840061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6E3438A-2240-4A2B-B7AC-BEC46148C1D8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21CE4ADE-8E8E-4B78-8E72-C56B6631F13F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0963AC78-A29B-4A93-8D84-364B29FEE1DA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94A216F-6FF2-4E59-BD19-B2C52FA1420F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6778924E-101D-4481-BF2B-7CB6BC2239FB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94DFD70E-E4C0-4C8A-9E83-825ED7FDFFAC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AD43AEC-E06D-4D91-BED8-C8ECE6854050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A6AFDDFA-144E-4B90-9101-172CC0FD7E87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8D6F35DC-DF9A-4FFB-9FE2-90042C46A8EB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B5CD7844-C92A-4DB8-AE90-4C2D77CFE0FA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83EA047-70CA-4561-9EB3-D4149C27DB88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93CA5CF7-19ED-4FC1-AC97-FCE9EEEE82D7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52BCA320-8EAD-4D24-889A-184FA01DD0A0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259D68-5216-40EA-BFD5-5AB05AC9B9F5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D45E9F4B-F82D-4BFE-8B93-C34865F8B395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5E9455E9-6995-4AE8-899E-927D032CB7A3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A2000E0-9AC2-4EC0-9816-1CD6CDCC9F8D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010729969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519D2B3E-C1A1-4A01-B573-65903BEC9DA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C89446D-9EC9-4774-94AE-63AAC4BBFAB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05A60DC-A5B9-4F81-9D99-4E1145C2981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60B0F4D-6D0E-485D-99A7-59F284CF3BE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0D7F6FA-08E5-43CA-8DE8-16087EAFA2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99C1D5C-A4F6-4353-B0B6-1F24B0FB8B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b799d456fb024fb3"/>
          </a:graphicData>
        </a:graphic>
      </ns0:graphicFrame>
      <ns0:sp>
        <ns0:nvSpPr>
          <ns0:cNvPr id="8" name="">
            <a:extLst>
              <a:ext uri="{FF2B5EF4-FFF2-40B4-BE49-F238E27FC236}">
                <ns2:creationId id="{75D53EE6-44F3-450E-AFE2-7C7361CD05C6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16A0D43-835B-4661-A8D9-FA6D777C46CC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7E0A62F5-0739-4FF7-9229-BB7D0611EE1B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04291958a0574f3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82668680-C389-4406-8C2D-D46927150EBD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d830d9b53e6482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52BF78D-30A5-4F5A-A979-7966C215D476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bae73d21aaa6463f"/>
          </a:graphicData>
        </a:graphic>
      </ns0:graphicFrame>
      <ns0:sp>
        <ns0:nvSpPr>
          <ns0:cNvPr id="16" name="">
            <a:extLst>
              <a:ext uri="{FF2B5EF4-FFF2-40B4-BE49-F238E27FC236}">
                <ns2:creationId id="{C5BC6D97-836E-4911-AB30-9D77A4AEE0DC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e71af363a6d54232"/>
          </a:graphicData>
        </a:graphic>
      </ns0:graphicFrame>
      <ns0:sp>
        <ns0:nvSpPr>
          <ns0:cNvPr id="18" name="">
            <a:extLst>
              <a:ext uri="{FF2B5EF4-FFF2-40B4-BE49-F238E27FC236}">
                <ns2:creationId id="{C2E6F4C8-94AF-443E-ACAB-27134699519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8d340ccd615f4cc3"/>
          </a:graphicData>
        </a:graphic>
      </ns0:graphicFrame>
      <ns0:sp>
        <ns0:nvSpPr>
          <ns0:cNvPr id="20" name="">
            <a:extLst>
              <a:ext uri="{FF2B5EF4-FFF2-40B4-BE49-F238E27FC236}">
                <ns2:creationId id="{8F1AE836-BA72-4D46-8FFA-630A7DD7DFC5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a6dfb8eeb68e4ebf"/>
          </a:graphicData>
        </a:graphic>
      </ns0:graphicFrame>
    </ns0:spTree>
    <ns0:extLst>
      <ns0:ext uri="{BB962C8B-B14F-4D97-AF65-F5344CB8AC3E}">
        <ns5:creationId val="223882923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9D59561E-BAD7-468B-AB01-A51E4C002EF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C43F97C-5F6B-4638-90B6-D8CD5FEBFA4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EF6856D-AB07-416B-AB03-02AB532F758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D765CF3-DF11-4D40-9F61-BEB8B2C2E74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60542A5-3E7A-48EE-A19E-E9DC0FBDD2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AA78B20-4939-4E75-8A87-DA866991B2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6BAC79C-36BD-4E98-B362-88167AB076E8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D5D1A3B-038F-4AF4-BCF1-641C4EBE32D7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bdf36d4ef614cd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1FE8C54-A0CC-4190-9C87-BABAF3E88D7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D22835AE-C774-41EE-AD0F-5E798065424E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156218C-CBB1-4446-BA61-E01405B991EE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82d315a854814cd4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3EBCEF7-F780-4F16-9A02-38B2FFB73280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9FE0D429-FA28-4CC8-8EBB-BC3D2C855671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57BBA9DA-BED7-4600-9302-F9DDF3013C6C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2747DE3-BDB9-43C5-942F-4A2F6514E9D4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9AF73A24-93F4-4528-A6BE-75C94B91FFEF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35EE258-68BB-44E5-9D54-D2907AD89BB2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1FFBC5E9-A4C2-4036-8E2C-7F200B1EF8DB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189486964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31B9090F-7995-4B0C-BDA1-482ADF25FBB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280FBAC-BE57-41C2-8442-DD85FC25C9F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61C707E-AD57-45AC-A5E8-39B2BE6CC56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3982FB0-0F19-4734-A529-4FD37865501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A9B8161-53EC-4082-860E-67EAF6DF65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3AD59D0-E1C1-422A-BE12-5BEFD8D3709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B88FDF0-C94A-426A-96CC-7F125556A13B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8F45B3A-B225-43A9-B4C3-6F89D6A2F8FB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e97e611e69a345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A7F9927-B833-4EBF-8CE4-A6FCDD2CF060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B8E3FAA-CC25-40BF-8628-216E3E8207CB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d3b5b941171f452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75110298-CC9C-40DB-A008-20B77997BA71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123A864-C53C-4A07-BBE3-A57767EF12BC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abebe91492f3461d"/>
          </a:graphicData>
        </a:graphic>
      </ns0:graphicFrame>
      <ns0:sp>
        <ns0:nvSpPr>
          <ns0:cNvPr id="16" name="">
            <a:extLst>
              <a:ext uri="{FF2B5EF4-FFF2-40B4-BE49-F238E27FC236}">
                <ns2:creationId id="{069725C4-2F86-4C24-B5D1-F99A0D6EFA3D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265825178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17B5BA96-E457-4A75-AE15-514311F78F0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C6E0E02-D8BB-4609-BBD1-516E1E40D5E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AE221FB-CBA6-49E3-9320-340B56BE0BF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11D444A-FF6A-4CD8-A3BC-97AC08E9129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F30B956-51EA-4238-9503-94BC0A879ED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58E9CAD-64E6-4836-A650-FF76C6D4DFD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8c4b7a15f5864d98"/>
          </a:graphicData>
        </a:graphic>
      </ns0:graphicFrame>
      <ns0:sp>
        <ns0:nvSpPr>
          <ns0:cNvPr id="8" name="">
            <a:extLst>
              <a:ext uri="{FF2B5EF4-FFF2-40B4-BE49-F238E27FC236}">
                <ns2:creationId id="{12DCC3AD-C0E6-464A-9AF8-BC22FE3395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31CB46BF-89AF-4C19-ABE4-568C7C974AA4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7effcedc0dc04b87"/>
          </a:graphicData>
        </a:graphic>
      </ns0:graphicFrame>
      <ns0:sp>
        <ns0:nvSpPr>
          <ns0:cNvPr id="11" name="">
            <a:extLst>
              <a:ext uri="{FF2B5EF4-FFF2-40B4-BE49-F238E27FC236}">
                <ns2:creationId id="{8AE36E1A-F5B4-47C0-8649-E36CE4A33623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894E2B7-8E45-49F2-A231-7E68F92650D3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a0cdf8a714554875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5A9DFED-BBAB-45C8-8F97-A09CF65D8C51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B3BF4AB-ED2F-491E-9209-E55D8C7C46E3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7a3c64d820c04335"/>
          </a:graphicData>
        </a:graphic>
      </ns0:graphicFrame>
      <ns0:sp>
        <ns0:nvSpPr>
          <ns0:cNvPr id="17" name="">
            <a:extLst>
              <a:ext uri="{FF2B5EF4-FFF2-40B4-BE49-F238E27FC236}">
                <ns2:creationId id="{1AD2D9D8-9DB7-4A13-AFB4-A38927D456C5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7D9ECB9-2E74-42F1-B164-EAAF77991555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2D6659F8-9761-4697-8BA1-7310C4596C00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04a388f28b8c4f8a"/>
          </a:graphicData>
        </a:graphic>
      </ns0:graphicFrame>
      <ns0:sp>
        <ns0:nvSpPr>
          <ns0:cNvPr id="21" name="">
            <a:extLst>
              <a:ext uri="{FF2B5EF4-FFF2-40B4-BE49-F238E27FC236}">
                <ns2:creationId id="{403C2A8D-FAA3-4255-8566-2EBB5D32B401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FD60A7EB-D83D-4933-8A64-A46E2C578502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286984610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2026-08-03T15:15:22.5930000Z</dcterms:created>
  <dcterms:modified xsi:type="dcterms:W3CDTF">2026-08-03T15:15:22.5930000Z</dcterms:modified>
</coreProperties>
</file>