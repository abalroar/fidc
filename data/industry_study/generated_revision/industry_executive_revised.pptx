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5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46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47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a3da184ab84696" /><Relationship Type="http://schemas.openxmlformats.org/officeDocument/2006/relationships/extended-properties" Target="/docProps/app.xml" Id="Rfc4c63a0afcc4268" /><Relationship Type="http://schemas.openxmlformats.org/officeDocument/2006/relationships/officeDocument" Target="/ppt/presentation.xml" Id="R9e9d55dd8cef4b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2565013e494f35"/>
  </p:sldMasterIdLst>
  <p:notesMasterIdLst>
    <p:notesMasterId xmlns:r="http://schemas.openxmlformats.org/officeDocument/2006/relationships" r:id="Rce8f2d3ed73d44c5"/>
  </p:notesMasterIdLst>
  <p:sldIdLst>
    <p:sldId xmlns:r="http://schemas.openxmlformats.org/officeDocument/2006/relationships" id="256" r:id="Rd792d5ef51bc4638"/>
    <p:sldId xmlns:r="http://schemas.openxmlformats.org/officeDocument/2006/relationships" id="257" r:id="R5c5a35f3d2b9419f"/>
    <p:sldId xmlns:r="http://schemas.openxmlformats.org/officeDocument/2006/relationships" id="258" r:id="R1bacd46879de42d6"/>
    <p:sldId xmlns:r="http://schemas.openxmlformats.org/officeDocument/2006/relationships" id="259" r:id="Rc5dee2b6eabf4382"/>
    <p:sldId xmlns:r="http://schemas.openxmlformats.org/officeDocument/2006/relationships" id="260" r:id="R9868948d01ec4f42"/>
    <p:sldId xmlns:r="http://schemas.openxmlformats.org/officeDocument/2006/relationships" id="261" r:id="Racaee2680f6749f8"/>
    <p:sldId xmlns:r="http://schemas.openxmlformats.org/officeDocument/2006/relationships" id="262" r:id="Rf0818e6a781b4cc5"/>
    <p:sldId xmlns:r="http://schemas.openxmlformats.org/officeDocument/2006/relationships" id="263" r:id="Rdb0bbd4cade84722"/>
    <p:sldId xmlns:r="http://schemas.openxmlformats.org/officeDocument/2006/relationships" id="264" r:id="Rce954b0f29d44985"/>
    <p:sldId xmlns:r="http://schemas.openxmlformats.org/officeDocument/2006/relationships" id="265" r:id="R18fc4e07860b438f"/>
    <p:sldId xmlns:r="http://schemas.openxmlformats.org/officeDocument/2006/relationships" id="266" r:id="R5d115ecd9e644d37"/>
    <p:sldId xmlns:r="http://schemas.openxmlformats.org/officeDocument/2006/relationships" id="267" r:id="Rd887bece1f6e42e5"/>
    <p:sldId xmlns:r="http://schemas.openxmlformats.org/officeDocument/2006/relationships" id="268" r:id="R2bb657bf17cc4b84"/>
    <p:sldId xmlns:r="http://schemas.openxmlformats.org/officeDocument/2006/relationships" id="269" r:id="Rebd8092027c24e2a"/>
    <p:sldId xmlns:r="http://schemas.openxmlformats.org/officeDocument/2006/relationships" id="270" r:id="Raec0cab1595e4923"/>
    <p:sldId xmlns:r="http://schemas.openxmlformats.org/officeDocument/2006/relationships" id="271" r:id="Rb4df337a7f944c84"/>
    <p:sldId xmlns:r="http://schemas.openxmlformats.org/officeDocument/2006/relationships" id="272" r:id="Raa6e2e4f3ea64e78"/>
    <p:sldId xmlns:r="http://schemas.openxmlformats.org/officeDocument/2006/relationships" id="273" r:id="R8961ab86e1f74255"/>
    <p:sldId xmlns:r="http://schemas.openxmlformats.org/officeDocument/2006/relationships" id="274" r:id="R1e0cb0ab74af43cc"/>
    <p:sldId xmlns:r="http://schemas.openxmlformats.org/officeDocument/2006/relationships" id="275" r:id="Rfe8faae462b747d9"/>
    <p:sldId xmlns:r="http://schemas.openxmlformats.org/officeDocument/2006/relationships" id="276" r:id="R6a9d89af49554d9a"/>
    <p:sldId xmlns:r="http://schemas.openxmlformats.org/officeDocument/2006/relationships" id="277" r:id="R8d28f41716c845be"/>
    <p:sldId xmlns:r="http://schemas.openxmlformats.org/officeDocument/2006/relationships" id="278" r:id="R468ba51277e94c64"/>
    <p:sldId xmlns:r="http://schemas.openxmlformats.org/officeDocument/2006/relationships" id="279" r:id="Ra9188eed30314cde"/>
    <p:sldId xmlns:r="http://schemas.openxmlformats.org/officeDocument/2006/relationships" id="280" r:id="Rfb887fd134f44b23"/>
    <p:sldId xmlns:r="http://schemas.openxmlformats.org/officeDocument/2006/relationships" id="281" r:id="Ra85dd5deaaab40ac"/>
    <p:sldId xmlns:r="http://schemas.openxmlformats.org/officeDocument/2006/relationships" id="282" r:id="R0e63957b377248a2"/>
    <p:sldId xmlns:r="http://schemas.openxmlformats.org/officeDocument/2006/relationships" id="283" r:id="R499e6b54a2714256"/>
    <p:sldId xmlns:r="http://schemas.openxmlformats.org/officeDocument/2006/relationships" id="284" r:id="Rde1d86dff09c4ae5"/>
    <p:sldId xmlns:r="http://schemas.openxmlformats.org/officeDocument/2006/relationships" id="285" r:id="R3697112d7729473d"/>
    <p:sldId xmlns:r="http://schemas.openxmlformats.org/officeDocument/2006/relationships" id="286" r:id="R5c4454f8750f48c8"/>
    <p:sldId xmlns:r="http://schemas.openxmlformats.org/officeDocument/2006/relationships" id="287" r:id="R545e947025574a60"/>
    <p:sldId xmlns:r="http://schemas.openxmlformats.org/officeDocument/2006/relationships" id="288" r:id="R594e35c7be5e4a55"/>
    <p:sldId xmlns:r="http://schemas.openxmlformats.org/officeDocument/2006/relationships" id="289" r:id="R5a8001a0132b413b"/>
    <p:sldId xmlns:r="http://schemas.openxmlformats.org/officeDocument/2006/relationships" id="290" r:id="R0074891c109d456a"/>
    <p:sldId xmlns:r="http://schemas.openxmlformats.org/officeDocument/2006/relationships" id="291" r:id="Rbb165ea43f9440a9"/>
    <p:sldId xmlns:r="http://schemas.openxmlformats.org/officeDocument/2006/relationships" id="292" r:id="Re77bf0a1aa844513"/>
    <p:sldId xmlns:r="http://schemas.openxmlformats.org/officeDocument/2006/relationships" id="293" r:id="R72dfb41512864449"/>
    <p:sldId xmlns:r="http://schemas.openxmlformats.org/officeDocument/2006/relationships" id="294" r:id="R1723f06bcb4b4f94"/>
    <p:sldId xmlns:r="http://schemas.openxmlformats.org/officeDocument/2006/relationships" id="295" r:id="R4c1c62a79ca34a08"/>
    <p:sldId xmlns:r="http://schemas.openxmlformats.org/officeDocument/2006/relationships" id="296" r:id="Rafb082cc90124913"/>
    <p:sldId xmlns:r="http://schemas.openxmlformats.org/officeDocument/2006/relationships" id="297" r:id="Rf751799468d24744"/>
    <p:sldId xmlns:r="http://schemas.openxmlformats.org/officeDocument/2006/relationships" id="298" r:id="R89611433daad4303"/>
    <p:sldId xmlns:r="http://schemas.openxmlformats.org/officeDocument/2006/relationships" id="299" r:id="R998ef0b066684db3"/>
    <p:sldId xmlns:r="http://schemas.openxmlformats.org/officeDocument/2006/relationships" id="300" r:id="Rbf204982c1904e18"/>
    <p:sldId xmlns:r="http://schemas.openxmlformats.org/officeDocument/2006/relationships" id="301" r:id="Rb211cf1baf034ff8"/>
    <p:sldId xmlns:r="http://schemas.openxmlformats.org/officeDocument/2006/relationships" id="302" r:id="R2b1ea7ba7cfe45c6"/>
    <p:sldId xmlns:r="http://schemas.openxmlformats.org/officeDocument/2006/relationships" id="303" r:id="R3eef4144c5db46c6"/>
    <p:sldId xmlns:r="http://schemas.openxmlformats.org/officeDocument/2006/relationships" id="304" r:id="R668a8b3d5a084767"/>
    <p:sldId xmlns:r="http://schemas.openxmlformats.org/officeDocument/2006/relationships" id="305" r:id="Re30527a4182b4b6c"/>
    <p:sldId xmlns:r="http://schemas.openxmlformats.org/officeDocument/2006/relationships" id="306" r:id="R98f5719793f54ce4"/>
    <p:sldId xmlns:r="http://schemas.openxmlformats.org/officeDocument/2006/relationships" id="307" r:id="Ra58cee96e0ff4e55"/>
    <p:sldId xmlns:r="http://schemas.openxmlformats.org/officeDocument/2006/relationships" id="308" r:id="R35a4eac0d20344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c9809d41454bfd" /><Relationship Type="http://schemas.openxmlformats.org/officeDocument/2006/relationships/slideMaster" Target="/ppt/slideMasters/slideMaster1.xml" Id="R012565013e494f35" /><Relationship Type="http://schemas.openxmlformats.org/officeDocument/2006/relationships/notesMaster" Target="/ppt/notesMasters/notesMaster1.xml" Id="Rce8f2d3ed73d44c5" /><Relationship Type="http://schemas.openxmlformats.org/officeDocument/2006/relationships/presProps" Target="/ppt/presProps.xml" Id="R8b802eefb0754805" /><Relationship Type="http://schemas.openxmlformats.org/officeDocument/2006/relationships/tableStyles" Target="/ppt/tableStyles.xml" Id="R5f8e743b79964204" /><Relationship Type="http://schemas.openxmlformats.org/officeDocument/2006/relationships/slide" Target="/ppt/slides/slide1.xml" Id="Rd792d5ef51bc4638" /><Relationship Type="http://schemas.openxmlformats.org/officeDocument/2006/relationships/slide" Target="/ppt/slides/slide2.xml" Id="R5c5a35f3d2b9419f" /><Relationship Type="http://schemas.openxmlformats.org/officeDocument/2006/relationships/slide" Target="/ppt/slides/slide3.xml" Id="R1bacd46879de42d6" /><Relationship Type="http://schemas.openxmlformats.org/officeDocument/2006/relationships/slide" Target="/ppt/slides/slide4.xml" Id="Rc5dee2b6eabf4382" /><Relationship Type="http://schemas.openxmlformats.org/officeDocument/2006/relationships/slide" Target="/ppt/slides/slide5.xml" Id="R9868948d01ec4f42" /><Relationship Type="http://schemas.openxmlformats.org/officeDocument/2006/relationships/slide" Target="/ppt/slides/slide6.xml" Id="Racaee2680f6749f8" /><Relationship Type="http://schemas.openxmlformats.org/officeDocument/2006/relationships/slide" Target="/ppt/slides/slide7.xml" Id="Rf0818e6a781b4cc5" /><Relationship Type="http://schemas.openxmlformats.org/officeDocument/2006/relationships/slide" Target="/ppt/slides/slide8.xml" Id="Rdb0bbd4cade84722" /><Relationship Type="http://schemas.openxmlformats.org/officeDocument/2006/relationships/slide" Target="/ppt/slides/slide9.xml" Id="Rce954b0f29d44985" /><Relationship Type="http://schemas.openxmlformats.org/officeDocument/2006/relationships/slide" Target="/ppt/slides/slide10.xml" Id="R18fc4e07860b438f" /><Relationship Type="http://schemas.openxmlformats.org/officeDocument/2006/relationships/slide" Target="/ppt/slides/slide11.xml" Id="R5d115ecd9e644d37" /><Relationship Type="http://schemas.openxmlformats.org/officeDocument/2006/relationships/slide" Target="/ppt/slides/slide12.xml" Id="Rd887bece1f6e42e5" /><Relationship Type="http://schemas.openxmlformats.org/officeDocument/2006/relationships/slide" Target="/ppt/slides/slide13.xml" Id="R2bb657bf17cc4b84" /><Relationship Type="http://schemas.openxmlformats.org/officeDocument/2006/relationships/slide" Target="/ppt/slides/slide14.xml" Id="Rebd8092027c24e2a" /><Relationship Type="http://schemas.openxmlformats.org/officeDocument/2006/relationships/slide" Target="/ppt/slides/slide15.xml" Id="Raec0cab1595e4923" /><Relationship Type="http://schemas.openxmlformats.org/officeDocument/2006/relationships/slide" Target="/ppt/slides/slide16.xml" Id="Rb4df337a7f944c84" /><Relationship Type="http://schemas.openxmlformats.org/officeDocument/2006/relationships/slide" Target="/ppt/slides/slide17.xml" Id="Raa6e2e4f3ea64e78" /><Relationship Type="http://schemas.openxmlformats.org/officeDocument/2006/relationships/slide" Target="/ppt/slides/slide18.xml" Id="R8961ab86e1f74255" /><Relationship Type="http://schemas.openxmlformats.org/officeDocument/2006/relationships/slide" Target="/ppt/slides/slide19.xml" Id="R1e0cb0ab74af43cc" /><Relationship Type="http://schemas.openxmlformats.org/officeDocument/2006/relationships/slide" Target="/ppt/slides/slide20.xml" Id="Rfe8faae462b747d9" /><Relationship Type="http://schemas.openxmlformats.org/officeDocument/2006/relationships/slide" Target="/ppt/slides/slide21.xml" Id="R6a9d89af49554d9a" /><Relationship Type="http://schemas.openxmlformats.org/officeDocument/2006/relationships/slide" Target="/ppt/slides/slide22.xml" Id="R8d28f41716c845be" /><Relationship Type="http://schemas.openxmlformats.org/officeDocument/2006/relationships/slide" Target="/ppt/slides/slide23.xml" Id="R468ba51277e94c64" /><Relationship Type="http://schemas.openxmlformats.org/officeDocument/2006/relationships/slide" Target="/ppt/slides/slide24.xml" Id="Ra9188eed30314cde" /><Relationship Type="http://schemas.openxmlformats.org/officeDocument/2006/relationships/slide" Target="/ppt/slides/slide25.xml" Id="Rfb887fd134f44b23" /><Relationship Type="http://schemas.openxmlformats.org/officeDocument/2006/relationships/slide" Target="/ppt/slides/slide26.xml" Id="Ra85dd5deaaab40ac" /><Relationship Type="http://schemas.openxmlformats.org/officeDocument/2006/relationships/slide" Target="/ppt/slides/slide27.xml" Id="R0e63957b377248a2" /><Relationship Type="http://schemas.openxmlformats.org/officeDocument/2006/relationships/slide" Target="/ppt/slides/slide28.xml" Id="R499e6b54a2714256" /><Relationship Type="http://schemas.openxmlformats.org/officeDocument/2006/relationships/slide" Target="/ppt/slides/slide29.xml" Id="Rde1d86dff09c4ae5" /><Relationship Type="http://schemas.openxmlformats.org/officeDocument/2006/relationships/slide" Target="/ppt/slides/slide30.xml" Id="R3697112d7729473d" /><Relationship Type="http://schemas.openxmlformats.org/officeDocument/2006/relationships/slide" Target="/ppt/slides/slide31.xml" Id="R5c4454f8750f48c8" /><Relationship Type="http://schemas.openxmlformats.org/officeDocument/2006/relationships/slide" Target="/ppt/slides/slide32.xml" Id="R545e947025574a60" /><Relationship Type="http://schemas.openxmlformats.org/officeDocument/2006/relationships/slide" Target="/ppt/slides/slide33.xml" Id="R594e35c7be5e4a55" /><Relationship Type="http://schemas.openxmlformats.org/officeDocument/2006/relationships/slide" Target="/ppt/slides/slide34.xml" Id="R5a8001a0132b413b" /><Relationship Type="http://schemas.openxmlformats.org/officeDocument/2006/relationships/slide" Target="/ppt/slides/slide35.xml" Id="R0074891c109d456a" /><Relationship Type="http://schemas.openxmlformats.org/officeDocument/2006/relationships/slide" Target="/ppt/slides/slide36.xml" Id="Rbb165ea43f9440a9" /><Relationship Type="http://schemas.openxmlformats.org/officeDocument/2006/relationships/slide" Target="/ppt/slides/slide37.xml" Id="Re77bf0a1aa844513" /><Relationship Type="http://schemas.openxmlformats.org/officeDocument/2006/relationships/slide" Target="/ppt/slides/slide38.xml" Id="R72dfb41512864449" /><Relationship Type="http://schemas.openxmlformats.org/officeDocument/2006/relationships/slide" Target="/ppt/slides/slide39.xml" Id="R1723f06bcb4b4f94" /><Relationship Type="http://schemas.openxmlformats.org/officeDocument/2006/relationships/slide" Target="/ppt/slides/slide40.xml" Id="R4c1c62a79ca34a08" /><Relationship Type="http://schemas.openxmlformats.org/officeDocument/2006/relationships/slide" Target="/ppt/slides/slide41.xml" Id="Rafb082cc90124913" /><Relationship Type="http://schemas.openxmlformats.org/officeDocument/2006/relationships/slide" Target="/ppt/slides/slide42.xml" Id="Rf751799468d24744" /><Relationship Type="http://schemas.openxmlformats.org/officeDocument/2006/relationships/slide" Target="/ppt/slides/slide43.xml" Id="R89611433daad4303" /><Relationship Type="http://schemas.openxmlformats.org/officeDocument/2006/relationships/slide" Target="/ppt/slides/slide44.xml" Id="R998ef0b066684db3" /><Relationship Type="http://schemas.openxmlformats.org/officeDocument/2006/relationships/slide" Target="/ppt/slides/slide45.xml" Id="Rbf204982c1904e18" /><Relationship Type="http://schemas.openxmlformats.org/officeDocument/2006/relationships/slide" Target="/ppt/slides/slide46.xml" Id="Rb211cf1baf034ff8" /><Relationship Type="http://schemas.openxmlformats.org/officeDocument/2006/relationships/slide" Target="/ppt/slides/slide47.xml" Id="R2b1ea7ba7cfe45c6" /><Relationship Type="http://schemas.openxmlformats.org/officeDocument/2006/relationships/slide" Target="/ppt/slides/slide48.xml" Id="R3eef4144c5db46c6" /><Relationship Type="http://schemas.openxmlformats.org/officeDocument/2006/relationships/slide" Target="/ppt/slides/slide49.xml" Id="R668a8b3d5a084767" /><Relationship Type="http://schemas.openxmlformats.org/officeDocument/2006/relationships/slide" Target="/ppt/slides/slide50.xml" Id="Re30527a4182b4b6c" /><Relationship Type="http://schemas.openxmlformats.org/officeDocument/2006/relationships/slide" Target="/ppt/slides/slide51.xml" Id="R98f5719793f54ce4" /><Relationship Type="http://schemas.openxmlformats.org/officeDocument/2006/relationships/slide" Target="/ppt/slides/slide52.xml" Id="Ra58cee96e0ff4e55" /><Relationship Type="http://schemas.openxmlformats.org/officeDocument/2006/relationships/slide" Target="/ppt/slides/slide53.xml" Id="R35a4eac0d20344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fa2f1c144147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6e5a29d4cb4ca0" /><Relationship Type="http://schemas.openxmlformats.org/officeDocument/2006/relationships/notesMaster" Target="/ppt/notesMasters/notesMaster1.xml" Id="Rcc401115e34f47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3faf8fa76549b8" /><Relationship Type="http://schemas.openxmlformats.org/officeDocument/2006/relationships/notesMaster" Target="/ppt/notesMasters/notesMaster1.xml" Id="R46f06009bf804e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9239ce1a4341bb" /><Relationship Type="http://schemas.openxmlformats.org/officeDocument/2006/relationships/notesMaster" Target="/ppt/notesMasters/notesMaster1.xml" Id="Ra91842b0e5284d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737f30e5dc46f1" /><Relationship Type="http://schemas.openxmlformats.org/officeDocument/2006/relationships/notesMaster" Target="/ppt/notesMasters/notesMaster1.xml" Id="Ra6ad82c12fb743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1d5ed830fe42af" /><Relationship Type="http://schemas.openxmlformats.org/officeDocument/2006/relationships/notesMaster" Target="/ppt/notesMasters/notesMaster1.xml" Id="Rf526b680874343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e6d5f08e194af1" /><Relationship Type="http://schemas.openxmlformats.org/officeDocument/2006/relationships/notesMaster" Target="/ppt/notesMasters/notesMaster1.xml" Id="Rea6839b913a64c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394072e6a44d2f" /><Relationship Type="http://schemas.openxmlformats.org/officeDocument/2006/relationships/notesMaster" Target="/ppt/notesMasters/notesMaster1.xml" Id="Ra6ca39de6e274c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fcd27da63244bd" /><Relationship Type="http://schemas.openxmlformats.org/officeDocument/2006/relationships/notesMaster" Target="/ppt/notesMasters/notesMaster1.xml" Id="Rf2a13dda677547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c932011dad409a" /><Relationship Type="http://schemas.openxmlformats.org/officeDocument/2006/relationships/notesMaster" Target="/ppt/notesMasters/notesMaster1.xml" Id="R9f42379c291140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a270cb152040a5" /><Relationship Type="http://schemas.openxmlformats.org/officeDocument/2006/relationships/notesMaster" Target="/ppt/notesMasters/notesMaster1.xml" Id="Rbadfe17f7f594a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8c77bba07e4860" /><Relationship Type="http://schemas.openxmlformats.org/officeDocument/2006/relationships/notesMaster" Target="/ppt/notesMasters/notesMaster1.xml" Id="Rd0ff9d8582294b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ef0cb9545240ef" /><Relationship Type="http://schemas.openxmlformats.org/officeDocument/2006/relationships/notesMaster" Target="/ppt/notesMasters/notesMaster1.xml" Id="Rc97b4c0a1d6940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72c8f6d46a400d" /><Relationship Type="http://schemas.openxmlformats.org/officeDocument/2006/relationships/notesMaster" Target="/ppt/notesMasters/notesMaster1.xml" Id="Rbdde7a3aab7c42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44512c00824278" /><Relationship Type="http://schemas.openxmlformats.org/officeDocument/2006/relationships/notesMaster" Target="/ppt/notesMasters/notesMaster1.xml" Id="Rb7eb63de232b4a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8fd6a5d30a48a6" /><Relationship Type="http://schemas.openxmlformats.org/officeDocument/2006/relationships/notesMaster" Target="/ppt/notesMasters/notesMaster1.xml" Id="R8b59ca92559b402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9417eb83bd74109" /><Relationship Type="http://schemas.openxmlformats.org/officeDocument/2006/relationships/notesMaster" Target="/ppt/notesMasters/notesMaster1.xml" Id="R47812a980b7e45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17818a46fc48ff" /><Relationship Type="http://schemas.openxmlformats.org/officeDocument/2006/relationships/notesMaster" Target="/ppt/notesMasters/notesMaster1.xml" Id="R76bd4c73457240f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edbbb4c2646409c" /><Relationship Type="http://schemas.openxmlformats.org/officeDocument/2006/relationships/notesMaster" Target="/ppt/notesMasters/notesMaster1.xml" Id="R7ae96bf258554e3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58f583056b64bff" /><Relationship Type="http://schemas.openxmlformats.org/officeDocument/2006/relationships/notesMaster" Target="/ppt/notesMasters/notesMaster1.xml" Id="Rc1c0298246704a5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bf17563f46c413f" /><Relationship Type="http://schemas.openxmlformats.org/officeDocument/2006/relationships/notesMaster" Target="/ppt/notesMasters/notesMaster1.xml" Id="R8c8462aa217d4c3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f739fb5e0945a5" /><Relationship Type="http://schemas.openxmlformats.org/officeDocument/2006/relationships/notesMaster" Target="/ppt/notesMasters/notesMaster1.xml" Id="Rb2b63cb81314455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69a631966e244a6" /><Relationship Type="http://schemas.openxmlformats.org/officeDocument/2006/relationships/notesMaster" Target="/ppt/notesMasters/notesMaster1.xml" Id="R47f499774835449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0fd9a80365348ab" /><Relationship Type="http://schemas.openxmlformats.org/officeDocument/2006/relationships/notesMaster" Target="/ppt/notesMasters/notesMaster1.xml" Id="R872dad5c84e64e7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e792d50c07f4071" /><Relationship Type="http://schemas.openxmlformats.org/officeDocument/2006/relationships/notesMaster" Target="/ppt/notesMasters/notesMaster1.xml" Id="Rb4b38417731749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762be072b84603" /><Relationship Type="http://schemas.openxmlformats.org/officeDocument/2006/relationships/notesMaster" Target="/ppt/notesMasters/notesMaster1.xml" Id="R7276183b4f1c47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460cec0922e4c7b" /><Relationship Type="http://schemas.openxmlformats.org/officeDocument/2006/relationships/notesMaster" Target="/ppt/notesMasters/notesMaster1.xml" Id="R1c8b6c437c804cd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890106742c14eae" /><Relationship Type="http://schemas.openxmlformats.org/officeDocument/2006/relationships/notesMaster" Target="/ppt/notesMasters/notesMaster1.xml" Id="Rcce119965fe947e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ae1a4563dd04530" /><Relationship Type="http://schemas.openxmlformats.org/officeDocument/2006/relationships/notesMaster" Target="/ppt/notesMasters/notesMaster1.xml" Id="Rd3c670a647e248d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bd33364ed984add" /><Relationship Type="http://schemas.openxmlformats.org/officeDocument/2006/relationships/notesMaster" Target="/ppt/notesMasters/notesMaster1.xml" Id="R2c6c636568eb47c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247ccc61454436c" /><Relationship Type="http://schemas.openxmlformats.org/officeDocument/2006/relationships/notesMaster" Target="/ppt/notesMasters/notesMaster1.xml" Id="Ra8f7ecf67fcb415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7e179fc14c141ce" /><Relationship Type="http://schemas.openxmlformats.org/officeDocument/2006/relationships/notesMaster" Target="/ppt/notesMasters/notesMaster1.xml" Id="R92e85431302145a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145ce3f2fe3447c" /><Relationship Type="http://schemas.openxmlformats.org/officeDocument/2006/relationships/notesMaster" Target="/ppt/notesMasters/notesMaster1.xml" Id="Rf3597f01fb4441b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c240d3f1a434a13" /><Relationship Type="http://schemas.openxmlformats.org/officeDocument/2006/relationships/notesMaster" Target="/ppt/notesMasters/notesMaster1.xml" Id="Rf8527ec2a6054e5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5e45ae8ffa34233" /><Relationship Type="http://schemas.openxmlformats.org/officeDocument/2006/relationships/notesMaster" Target="/ppt/notesMasters/notesMaster1.xml" Id="R6373313cce9b466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c649f88c64f420a" /><Relationship Type="http://schemas.openxmlformats.org/officeDocument/2006/relationships/notesMaster" Target="/ppt/notesMasters/notesMaster1.xml" Id="R377e3efbc3b4409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619ced13f7b4e81" /><Relationship Type="http://schemas.openxmlformats.org/officeDocument/2006/relationships/notesMaster" Target="/ppt/notesMasters/notesMaster1.xml" Id="R0321b9ddb0c4420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17cfd467c72419d" /><Relationship Type="http://schemas.openxmlformats.org/officeDocument/2006/relationships/notesMaster" Target="/ppt/notesMasters/notesMaster1.xml" Id="R30731a39960e4fb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e8e6e16c5ea44f5" /><Relationship Type="http://schemas.openxmlformats.org/officeDocument/2006/relationships/notesMaster" Target="/ppt/notesMasters/notesMaster1.xml" Id="R23799fd772804cc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1d5783886c2426a" /><Relationship Type="http://schemas.openxmlformats.org/officeDocument/2006/relationships/notesMaster" Target="/ppt/notesMasters/notesMaster1.xml" Id="R32a9294576f6484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3430c7e627e4455" /><Relationship Type="http://schemas.openxmlformats.org/officeDocument/2006/relationships/notesMaster" Target="/ppt/notesMasters/notesMaster1.xml" Id="R03c13735a294456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20d31e1d8784ee0" /><Relationship Type="http://schemas.openxmlformats.org/officeDocument/2006/relationships/notesMaster" Target="/ppt/notesMasters/notesMaster1.xml" Id="R9aaf9ee7e48748e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c1262e467d444a6" /><Relationship Type="http://schemas.openxmlformats.org/officeDocument/2006/relationships/notesMaster" Target="/ppt/notesMasters/notesMaster1.xml" Id="R4e62eff564d049e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42487c0ef3b403f" /><Relationship Type="http://schemas.openxmlformats.org/officeDocument/2006/relationships/notesMaster" Target="/ppt/notesMasters/notesMaster1.xml" Id="Rd8c62fa7cb724cd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6525beec70346bd" /><Relationship Type="http://schemas.openxmlformats.org/officeDocument/2006/relationships/notesMaster" Target="/ppt/notesMasters/notesMaster1.xml" Id="R30ac56d52b504ed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d76ad0a50fb4b51" /><Relationship Type="http://schemas.openxmlformats.org/officeDocument/2006/relationships/notesMaster" Target="/ppt/notesMasters/notesMaster1.xml" Id="R201353d7e7124b1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9b31662dda54152" /><Relationship Type="http://schemas.openxmlformats.org/officeDocument/2006/relationships/notesMaster" Target="/ppt/notesMasters/notesMaster1.xml" Id="R7b81504a24444a21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a0fe554bd2f341be" /><Relationship Type="http://schemas.openxmlformats.org/officeDocument/2006/relationships/notesMaster" Target="/ppt/notesMasters/notesMaster1.xml" Id="Rcede69c7e20b464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f7bc11a78cc4e7a" /><Relationship Type="http://schemas.openxmlformats.org/officeDocument/2006/relationships/notesMaster" Target="/ppt/notesMasters/notesMaster1.xml" Id="R70cf04079671486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9535c0ea6304512" /><Relationship Type="http://schemas.openxmlformats.org/officeDocument/2006/relationships/notesMaster" Target="/ppt/notesMasters/notesMaster1.xml" Id="R829f2609917b4b4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640f9fae1c94621" /><Relationship Type="http://schemas.openxmlformats.org/officeDocument/2006/relationships/notesMaster" Target="/ppt/notesMasters/notesMaster1.xml" Id="Rdb053a9d0e324bc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6bc7b21f510348e3" /><Relationship Type="http://schemas.openxmlformats.org/officeDocument/2006/relationships/notesMaster" Target="/ppt/notesMasters/notesMaster1.xml" Id="R2cbf04014dec4b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847af33dd4f4904" /><Relationship Type="http://schemas.openxmlformats.org/officeDocument/2006/relationships/notesMaster" Target="/ppt/notesMasters/notesMaster1.xml" Id="R847967a9860e4c34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9ddfd16c3db4a82" /><Relationship Type="http://schemas.openxmlformats.org/officeDocument/2006/relationships/notesMaster" Target="/ppt/notesMasters/notesMaster1.xml" Id="Rc5816ef6e8c641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6fc5e683e4d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b1a8be95614a66" /><Relationship Type="http://schemas.openxmlformats.org/officeDocument/2006/relationships/slideLayout" Target="/ppt/slideLayouts/slideLayout1.xml" Id="Rb32aaba74ca64f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2aaba74ca64f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59f4c93104dac" /><Relationship Type="http://schemas.openxmlformats.org/officeDocument/2006/relationships/notesSlide" Target="/ppt/notesSlides/notesSlide1.xml" Id="Re586a502ab334e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58d327e204e19" /><Relationship Type="http://schemas.openxmlformats.org/officeDocument/2006/relationships/notesSlide" Target="/ppt/notesSlides/notesSlide2.xml" Id="Ra1829aa3dfeb43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6792d0fac4772" /><Relationship Type="http://schemas.openxmlformats.org/officeDocument/2006/relationships/chart" Target="/ppt/slides/charts/chart1.xml" Id="R29dff7affda24f2f" /><Relationship Type="http://schemas.openxmlformats.org/officeDocument/2006/relationships/chart" Target="/ppt/slides/charts/chart2.xml" Id="R1ea636392dfa45d9" /><Relationship Type="http://schemas.openxmlformats.org/officeDocument/2006/relationships/notesSlide" Target="/ppt/notesSlides/notesSlide3.xml" Id="R4e0f1515f29845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764e7f4534479" /><Relationship Type="http://schemas.openxmlformats.org/officeDocument/2006/relationships/chart" Target="/ppt/slides/charts/chart3.xml" Id="R82f4d3a80d2d45ab" /><Relationship Type="http://schemas.openxmlformats.org/officeDocument/2006/relationships/chart" Target="/ppt/slides/charts/chart4.xml" Id="Ra80e0f358c064f85" /><Relationship Type="http://schemas.openxmlformats.org/officeDocument/2006/relationships/notesSlide" Target="/ppt/notesSlides/notesSlide4.xml" Id="Rd10f67b9795643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42a3f8fdf487a" /><Relationship Type="http://schemas.openxmlformats.org/officeDocument/2006/relationships/chart" Target="/ppt/slides/charts/chart5.xml" Id="Rf9a03e5a82134784" /><Relationship Type="http://schemas.openxmlformats.org/officeDocument/2006/relationships/chart" Target="/ppt/slides/charts/chart6.xml" Id="Rb5b05641483f4dce" /><Relationship Type="http://schemas.openxmlformats.org/officeDocument/2006/relationships/chart" Target="/ppt/slides/charts/chart7.xml" Id="Rc232e35353ce4a39" /><Relationship Type="http://schemas.openxmlformats.org/officeDocument/2006/relationships/notesSlide" Target="/ppt/notesSlides/notesSlide5.xml" Id="R7554d13ed2d549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c9230ff9c4ca1" /><Relationship Type="http://schemas.openxmlformats.org/officeDocument/2006/relationships/chart" Target="/ppt/slides/charts/chart8.xml" Id="Rd64c1f7bb3e04754" /><Relationship Type="http://schemas.openxmlformats.org/officeDocument/2006/relationships/chart" Target="/ppt/slides/charts/chart9.xml" Id="R79118be54e0d49e2" /><Relationship Type="http://schemas.openxmlformats.org/officeDocument/2006/relationships/chart" Target="/ppt/slides/charts/chart10.xml" Id="R69ebf7521f634cfd" /><Relationship Type="http://schemas.openxmlformats.org/officeDocument/2006/relationships/chart" Target="/ppt/slides/charts/chart11.xml" Id="R7a7c2761650841f1" /><Relationship Type="http://schemas.openxmlformats.org/officeDocument/2006/relationships/notesSlide" Target="/ppt/notesSlides/notesSlide6.xml" Id="Re3a9c5ad62974d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971bae44340ff" /><Relationship Type="http://schemas.openxmlformats.org/officeDocument/2006/relationships/chart" Target="/ppt/slides/charts/chart12.xml" Id="R0a447fbbaad74f23" /><Relationship Type="http://schemas.openxmlformats.org/officeDocument/2006/relationships/chart" Target="/ppt/slides/charts/chart13.xml" Id="Radf5d3b5adb54b68" /><Relationship Type="http://schemas.openxmlformats.org/officeDocument/2006/relationships/notesSlide" Target="/ppt/notesSlides/notesSlide7.xml" Id="Re4bb9fe3cfe84c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88a161b1f04fdc" /><Relationship Type="http://schemas.openxmlformats.org/officeDocument/2006/relationships/chart" Target="/ppt/slides/charts/chart14.xml" Id="R036326fc97734875" /><Relationship Type="http://schemas.openxmlformats.org/officeDocument/2006/relationships/chart" Target="/ppt/slides/charts/chart15.xml" Id="R2af07f9069e04110" /><Relationship Type="http://schemas.openxmlformats.org/officeDocument/2006/relationships/notesSlide" Target="/ppt/notesSlides/notesSlide8.xml" Id="Red491a84806744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a9e38bc9f4cfc" /><Relationship Type="http://schemas.openxmlformats.org/officeDocument/2006/relationships/chart" Target="/ppt/slides/charts/chart16.xml" Id="Rdecb722c681d4b2d" /><Relationship Type="http://schemas.openxmlformats.org/officeDocument/2006/relationships/chart" Target="/ppt/slides/charts/chart17.xml" Id="R9f34d0fa6825401f" /><Relationship Type="http://schemas.openxmlformats.org/officeDocument/2006/relationships/notesSlide" Target="/ppt/notesSlides/notesSlide9.xml" Id="R0967863d19d240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9f1eff94e4b9d" /><Relationship Type="http://schemas.openxmlformats.org/officeDocument/2006/relationships/chart" Target="/ppt/slides/charts/chart18.xml" Id="Rd96dfd10a6dc4978" /><Relationship Type="http://schemas.openxmlformats.org/officeDocument/2006/relationships/notesSlide" Target="/ppt/notesSlides/notesSlide10.xml" Id="R0586049eedc44b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ca2619ce94bda" /><Relationship Type="http://schemas.openxmlformats.org/officeDocument/2006/relationships/chart" Target="/ppt/slides/charts/chart19.xml" Id="R4f18e0b2ec094e6f" /><Relationship Type="http://schemas.openxmlformats.org/officeDocument/2006/relationships/notesSlide" Target="/ppt/notesSlides/notesSlide11.xml" Id="R1f0e6e8dc1fe42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a5d4055394e8e" /><Relationship Type="http://schemas.openxmlformats.org/officeDocument/2006/relationships/chart" Target="/ppt/slides/charts/chart20.xml" Id="R29a83d6222c04e14" /><Relationship Type="http://schemas.openxmlformats.org/officeDocument/2006/relationships/notesSlide" Target="/ppt/notesSlides/notesSlide12.xml" Id="Rfaa510fd37944a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c415e465f4c75" /><Relationship Type="http://schemas.openxmlformats.org/officeDocument/2006/relationships/chart" Target="/ppt/slides/charts/chart21.xml" Id="R5b7221f0fd034084" /><Relationship Type="http://schemas.openxmlformats.org/officeDocument/2006/relationships/chart" Target="/ppt/slides/charts/chart22.xml" Id="R06b8ae6160a94e88" /><Relationship Type="http://schemas.openxmlformats.org/officeDocument/2006/relationships/notesSlide" Target="/ppt/notesSlides/notesSlide13.xml" Id="R63a84c2f045648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759398a2f4a96" /><Relationship Type="http://schemas.openxmlformats.org/officeDocument/2006/relationships/chart" Target="/ppt/slides/charts/chart23.xml" Id="R9f10630924f34967" /><Relationship Type="http://schemas.openxmlformats.org/officeDocument/2006/relationships/chart" Target="/ppt/slides/charts/chart24.xml" Id="R316d90f57fcd4dac" /><Relationship Type="http://schemas.openxmlformats.org/officeDocument/2006/relationships/chart" Target="/ppt/slides/charts/chart25.xml" Id="R3c6e0479c4894453" /><Relationship Type="http://schemas.openxmlformats.org/officeDocument/2006/relationships/chart" Target="/ppt/slides/charts/chart26.xml" Id="R96c5bc7c743c429b" /><Relationship Type="http://schemas.openxmlformats.org/officeDocument/2006/relationships/chart" Target="/ppt/slides/charts/chart27.xml" Id="Rc0b7385fe6ce48d9" /><Relationship Type="http://schemas.openxmlformats.org/officeDocument/2006/relationships/chart" Target="/ppt/slides/charts/chart28.xml" Id="Rc11b6951e5af4a6c" /><Relationship Type="http://schemas.openxmlformats.org/officeDocument/2006/relationships/notesSlide" Target="/ppt/notesSlides/notesSlide14.xml" Id="Rf137e841d06b40d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82736aa3c4314" /><Relationship Type="http://schemas.openxmlformats.org/officeDocument/2006/relationships/chart" Target="/ppt/slides/charts/chart29.xml" Id="R2625a64e81214781" /><Relationship Type="http://schemas.openxmlformats.org/officeDocument/2006/relationships/notesSlide" Target="/ppt/notesSlides/notesSlide15.xml" Id="R5f27a98a6ed446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df562fc2d4fc6" /><Relationship Type="http://schemas.openxmlformats.org/officeDocument/2006/relationships/chart" Target="/ppt/slides/charts/chart30.xml" Id="Rd80f57915a354ef8" /><Relationship Type="http://schemas.openxmlformats.org/officeDocument/2006/relationships/chart" Target="/ppt/slides/charts/chart31.xml" Id="Rc68a6eaf447744b6" /><Relationship Type="http://schemas.openxmlformats.org/officeDocument/2006/relationships/notesSlide" Target="/ppt/notesSlides/notesSlide16.xml" Id="R4b82edea041e4f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695279e6a44b8" /><Relationship Type="http://schemas.openxmlformats.org/officeDocument/2006/relationships/chart" Target="/ppt/slides/charts/chart32.xml" Id="R2c3877b368974138" /><Relationship Type="http://schemas.openxmlformats.org/officeDocument/2006/relationships/notesSlide" Target="/ppt/notesSlides/notesSlide17.xml" Id="Rf7e2e9d9bed540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1b928df0f4912" /><Relationship Type="http://schemas.openxmlformats.org/officeDocument/2006/relationships/chart" Target="/ppt/slides/charts/chart33.xml" Id="Ra077ee4897be4e9d" /><Relationship Type="http://schemas.openxmlformats.org/officeDocument/2006/relationships/notesSlide" Target="/ppt/notesSlides/notesSlide18.xml" Id="R8b866f8de67143e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94c8495a04f4c" /><Relationship Type="http://schemas.openxmlformats.org/officeDocument/2006/relationships/chart" Target="/ppt/slides/charts/chart34.xml" Id="Rc14fc6672c0d4be3" /><Relationship Type="http://schemas.openxmlformats.org/officeDocument/2006/relationships/notesSlide" Target="/ppt/notesSlides/notesSlide19.xml" Id="Re8ecbb7ddfb040c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17a362c6f4a09" /><Relationship Type="http://schemas.openxmlformats.org/officeDocument/2006/relationships/notesSlide" Target="/ppt/notesSlides/notesSlide20.xml" Id="Rcfa26ce964324d8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ab4e2a0e44fe6" /><Relationship Type="http://schemas.openxmlformats.org/officeDocument/2006/relationships/notesSlide" Target="/ppt/notesSlides/notesSlide21.xml" Id="R0b83c0742b02411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c9a5e89774ba4" /><Relationship Type="http://schemas.openxmlformats.org/officeDocument/2006/relationships/chart" Target="/ppt/slides/charts/chart35.xml" Id="Rc0f1a727fe0140a0" /><Relationship Type="http://schemas.openxmlformats.org/officeDocument/2006/relationships/notesSlide" Target="/ppt/notesSlides/notesSlide22.xml" Id="R7566ecad26954dd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69439b8af44e3" /><Relationship Type="http://schemas.openxmlformats.org/officeDocument/2006/relationships/notesSlide" Target="/ppt/notesSlides/notesSlide23.xml" Id="R4cf2b43b505c459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a57c6525c4f79" /><Relationship Type="http://schemas.openxmlformats.org/officeDocument/2006/relationships/chart" Target="/ppt/slides/charts/chart36.xml" Id="Reecbb9592cc9477f" /><Relationship Type="http://schemas.openxmlformats.org/officeDocument/2006/relationships/chart" Target="/ppt/slides/charts/chart37.xml" Id="Rde69a4aaacef4a3f" /><Relationship Type="http://schemas.openxmlformats.org/officeDocument/2006/relationships/notesSlide" Target="/ppt/notesSlides/notesSlide24.xml" Id="R892742cfa2e149c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30415af994fb1" /><Relationship Type="http://schemas.openxmlformats.org/officeDocument/2006/relationships/chart" Target="/ppt/slides/charts/chart38.xml" Id="R3b0015fb3e554403" /><Relationship Type="http://schemas.openxmlformats.org/officeDocument/2006/relationships/chart" Target="/ppt/slides/charts/chart39.xml" Id="Rca4e24cb922e49ad" /><Relationship Type="http://schemas.openxmlformats.org/officeDocument/2006/relationships/chart" Target="/ppt/slides/charts/chart40.xml" Id="R26286dcbc8a64811" /><Relationship Type="http://schemas.openxmlformats.org/officeDocument/2006/relationships/notesSlide" Target="/ppt/notesSlides/notesSlide25.xml" Id="Ra18b34eab34c412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f21903a724fc8" /><Relationship Type="http://schemas.openxmlformats.org/officeDocument/2006/relationships/chart" Target="/ppt/slides/charts/chart41.xml" Id="Ra3fbf9ff2efd47cc" /><Relationship Type="http://schemas.openxmlformats.org/officeDocument/2006/relationships/chart" Target="/ppt/slides/charts/chart42.xml" Id="R880b23e4f69045bf" /><Relationship Type="http://schemas.openxmlformats.org/officeDocument/2006/relationships/chart" Target="/ppt/slides/charts/chart43.xml" Id="Rdcff644ada5c4648" /><Relationship Type="http://schemas.openxmlformats.org/officeDocument/2006/relationships/chart" Target="/ppt/slides/charts/chart44.xml" Id="R4c244ddadd4744d4" /><Relationship Type="http://schemas.openxmlformats.org/officeDocument/2006/relationships/notesSlide" Target="/ppt/notesSlides/notesSlide26.xml" Id="R9c959adbe5f7411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f6d241b774f70" /><Relationship Type="http://schemas.openxmlformats.org/officeDocument/2006/relationships/notesSlide" Target="/ppt/notesSlides/notesSlide27.xml" Id="Re796dd84668b486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f996f21f943c7" /><Relationship Type="http://schemas.openxmlformats.org/officeDocument/2006/relationships/notesSlide" Target="/ppt/notesSlides/notesSlide28.xml" Id="R12a89f76109c405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52f232cef423d" /><Relationship Type="http://schemas.openxmlformats.org/officeDocument/2006/relationships/notesSlide" Target="/ppt/notesSlides/notesSlide29.xml" Id="R9235aebd3d614a6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bb0ab03294a50" /><Relationship Type="http://schemas.openxmlformats.org/officeDocument/2006/relationships/notesSlide" Target="/ppt/notesSlides/notesSlide30.xml" Id="Ra51a043a384b411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899a6b1b4474c" /><Relationship Type="http://schemas.openxmlformats.org/officeDocument/2006/relationships/notesSlide" Target="/ppt/notesSlides/notesSlide31.xml" Id="R83e374724114469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e6f2110f64254" /><Relationship Type="http://schemas.openxmlformats.org/officeDocument/2006/relationships/notesSlide" Target="/ppt/notesSlides/notesSlide32.xml" Id="R2f33c7522d6944c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48eb3805b4358" /><Relationship Type="http://schemas.openxmlformats.org/officeDocument/2006/relationships/notesSlide" Target="/ppt/notesSlides/notesSlide33.xml" Id="R7ea127f0f893412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06c8bafdc466e" /><Relationship Type="http://schemas.openxmlformats.org/officeDocument/2006/relationships/notesSlide" Target="/ppt/notesSlides/notesSlide34.xml" Id="Rf58e54fd4f7d413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348b05a6d4e15" /><Relationship Type="http://schemas.openxmlformats.org/officeDocument/2006/relationships/notesSlide" Target="/ppt/notesSlides/notesSlide35.xml" Id="Rda590b6b2f65457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597aee35844a0" /><Relationship Type="http://schemas.openxmlformats.org/officeDocument/2006/relationships/notesSlide" Target="/ppt/notesSlides/notesSlide36.xml" Id="R9e06dd4bba514db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a9c204689497a" /><Relationship Type="http://schemas.openxmlformats.org/officeDocument/2006/relationships/notesSlide" Target="/ppt/notesSlides/notesSlide37.xml" Id="R3741827d47d24c2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9e45adc9f4fee" /><Relationship Type="http://schemas.openxmlformats.org/officeDocument/2006/relationships/notesSlide" Target="/ppt/notesSlides/notesSlide38.xml" Id="R7d39e84b254949c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26423b28e4fe8" /><Relationship Type="http://schemas.openxmlformats.org/officeDocument/2006/relationships/notesSlide" Target="/ppt/notesSlides/notesSlide39.xml" Id="Rf167a392f829449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4c83bb48c4755" /><Relationship Type="http://schemas.openxmlformats.org/officeDocument/2006/relationships/notesSlide" Target="/ppt/notesSlides/notesSlide40.xml" Id="Rd70270194308481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c57c89622c40fb" /><Relationship Type="http://schemas.openxmlformats.org/officeDocument/2006/relationships/notesSlide" Target="/ppt/notesSlides/notesSlide41.xml" Id="R5c9899d7f0514e2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a6298f0f24697" /><Relationship Type="http://schemas.openxmlformats.org/officeDocument/2006/relationships/notesSlide" Target="/ppt/notesSlides/notesSlide42.xml" Id="R3bc4c1ea8413440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7b118aced4e55" /><Relationship Type="http://schemas.openxmlformats.org/officeDocument/2006/relationships/notesSlide" Target="/ppt/notesSlides/notesSlide43.xml" Id="R7327ddf7fc8f436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01c7a9fea4414" /><Relationship Type="http://schemas.openxmlformats.org/officeDocument/2006/relationships/notesSlide" Target="/ppt/notesSlides/notesSlide44.xml" Id="R2ced355b865d423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229c7ac604927" /><Relationship Type="http://schemas.openxmlformats.org/officeDocument/2006/relationships/notesSlide" Target="/ppt/notesSlides/notesSlide45.xml" Id="Rf013755d083643b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d4164e85d424c" /><Relationship Type="http://schemas.openxmlformats.org/officeDocument/2006/relationships/notesSlide" Target="/ppt/notesSlides/notesSlide46.xml" Id="R6ff471ba71d9436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dfd578d5e4ad3" /><Relationship Type="http://schemas.openxmlformats.org/officeDocument/2006/relationships/notesSlide" Target="/ppt/notesSlides/notesSlide47.xml" Id="Ra9902ae0381040e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77e6e831d47da" /><Relationship Type="http://schemas.openxmlformats.org/officeDocument/2006/relationships/notesSlide" Target="/ppt/notesSlides/notesSlide48.xml" Id="R5d42ab9fc5024ba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69debe7374979" /><Relationship Type="http://schemas.openxmlformats.org/officeDocument/2006/relationships/notesSlide" Target="/ppt/notesSlides/notesSlide49.xml" Id="Rb79da63e648d40c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6f1814f9c4372" /><Relationship Type="http://schemas.openxmlformats.org/officeDocument/2006/relationships/chart" Target="/ppt/slides/charts/chart45.xml" Id="R5be93b2063524602" /><Relationship Type="http://schemas.openxmlformats.org/officeDocument/2006/relationships/notesSlide" Target="/ppt/notesSlides/notesSlide50.xml" Id="R2163e3481e7f4d3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3d0b9a8274d26" /><Relationship Type="http://schemas.openxmlformats.org/officeDocument/2006/relationships/chart" Target="/ppt/slides/charts/chart46.xml" Id="R0ca379ffb8514f7d" /><Relationship Type="http://schemas.openxmlformats.org/officeDocument/2006/relationships/notesSlide" Target="/ppt/notesSlides/notesSlide51.xml" Id="Rc789372404b34b8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2e4c335be4af3" /><Relationship Type="http://schemas.openxmlformats.org/officeDocument/2006/relationships/chart" Target="/ppt/slides/charts/chart47.xml" Id="Rdc878a5fb5ff410c" /><Relationship Type="http://schemas.openxmlformats.org/officeDocument/2006/relationships/notesSlide" Target="/ppt/notesSlides/notesSlide52.xml" Id="Rac53ef70a8db44b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5cd86f9694eac" /><Relationship Type="http://schemas.openxmlformats.org/officeDocument/2006/relationships/notesSlide" Target="/ppt/notesSlides/notesSlide53.xml" Id="R83bb2cf46ccd4946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públicos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2.181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3.045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3.685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4.356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4.815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5.198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5.697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6.286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7.841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2181.013</c:v>
              </c:pt>
              <c:pt idx="1">
                <c:v>2585.043</c:v>
              </c:pt>
              <c:pt idx="2">
                <c:v>3045.05</c:v>
              </c:pt>
              <c:pt idx="3">
                <c:v>3327.984</c:v>
              </c:pt>
              <c:pt idx="4">
                <c:v>3684.96</c:v>
              </c:pt>
              <c:pt idx="5">
                <c:v>4356.017</c:v>
              </c:pt>
              <c:pt idx="6">
                <c:v>4814.732</c:v>
              </c:pt>
              <c:pt idx="7">
                <c:v>5198.462</c:v>
              </c:pt>
              <c:pt idx="8">
                <c:v>5697.472</c:v>
              </c:pt>
              <c:pt idx="9">
                <c:v>6286.455</c:v>
              </c:pt>
              <c:pt idx="10">
                <c:v>7485.488</c:v>
              </c:pt>
              <c:pt idx="11">
                <c:v>7841</c:v>
              </c:pt>
            </c:numLit>
          </c:val>
        </c:ser>
        <c:ser>
          <c:idx val="2"/>
          <c:order val="2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3"/>
          <c:order val="3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4"/>
          <c:order val="4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5"/>
          <c:order val="5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246.88123756594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058E8-2744-41CE-B42A-CDB758C4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05621-5D48-4E50-8A28-6B008E13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53A77-B86D-49CA-A6D6-51E0208E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A780A-566B-429C-A60A-68FF7135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138F3-15DB-482F-8149-754A2F51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B9A183-C053-4BC0-8272-DE33656D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8F585-4755-4C8C-ACBA-240F803A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658160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1EBFF-5DEB-4929-B0E4-A5195425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C8A39-1FF0-4268-B59C-E2E75B25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2F2EC-8D57-458E-BDE8-11296447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96503-2DA4-4520-BE32-B5E1A6D2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45FE9-D42C-4774-BE85-008F8725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11D96-B77A-42A5-9C05-0286EF9F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38BB4-1058-4DB9-A72E-2364E0DD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67F39C-0C97-4122-AE0B-C82E12E7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EE0A3-D8EC-4938-8705-C726459C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37F99-35DD-48ED-A8A7-FDA0385B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DD797-9366-4C88-A25E-40C48B98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1DDDA-283F-49CF-B0A5-FD3F02C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67C8B-3E9E-4B34-A355-7EBC40CF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E4AE8-E235-4C25-A834-F450CDAB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752B6-84C1-4386-B7A5-711F5949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14E57D-2478-4C62-97C3-C70E1CB9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4D08DC-4F0A-4C7A-9EEF-2AD2B0F3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8E516-147B-4AA3-B80E-AA080554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DD236-7595-4685-A222-16CF8B51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D68943-6A4D-40C6-B1EE-40A576DA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9462DE-73DB-4ED2-BB5B-C712C6CB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2665555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9C562E-DDD2-457F-9132-7FADE8D1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D3BCE-7772-4C76-BE04-41B80040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B60A0A-7B03-4EAA-89B7-58B9B7D9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88DE7-4BB3-4602-A1A7-7D35445E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022CF-5BFF-48D3-ADEA-730A1904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BFC1-0E25-4517-8D79-B49778E8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CA14D-61CE-44EC-A3C2-245A8807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BDCCD-2114-4274-9055-B4B43D75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1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dff7affda24f2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F370D-9E21-488C-BD4C-CEE63DFE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8D703A-FA91-4F20-B22C-A84793D0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B951E-1BFC-4EC1-B097-73B99CA1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81B8E-25AE-4182-8F2B-778F2205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ADE16-FC71-4E6C-AC0A-1E4E8AF0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17EA5-9160-49AA-BEDF-43083180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22D8D4-9EA2-46B3-B82D-DEEBE89F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60E9E-2588-41DD-9743-5D5EA831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663CF-6533-48F5-9EB3-63177458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36B50-23FD-450E-8464-361D729C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124855-F58A-474C-8605-D3AFBEDF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FA59F8-9A9B-4390-9B5E-24A0F680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81984D-E1D7-4AD6-A68E-9419E247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BEB4DA-FE2C-47A0-A60C-9CE97D5F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202921-8FE9-4FE4-B388-E367150D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7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a636392dfa45d9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F0A178-5ABD-4866-8FC4-EF4AA98E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8956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7.929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21815-810B-475A-ACDD-2D961EF6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805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8.004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AADA50-5AB9-40CB-83AE-B8BCD3E0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411053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8.573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9D6F4E-CD6B-439C-B366-9E707861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163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9.348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38886-06BE-449A-926F-58AF2B6F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8809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10.229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B0C8E5-92BD-462D-9C9E-DA08C49A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29986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11.950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07B7D3-48CB-4EF0-98D5-C17250A9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957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13.612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1664C8-EDA4-4C46-BDBC-ED8242F4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63148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14.958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4BEC62-0975-48D3-A61C-5CA78D7A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8007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16.198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EF01E1-14ED-48EB-B13A-A2ECF59C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17914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18.662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169318-E1DF-4BC1-B2C4-CFD538F6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91167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20.853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8763DF-32F4-45B0-AC97-174D90CA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109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21.513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8B1C86-15FE-4262-B66A-E4F11B99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EE156A-CE9D-48E6-83BC-2B02AF38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049633-84EB-40A0-A886-D7195592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6A1A90-05D1-45E6-8474-B4FEA025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públicos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A60E52-147F-4199-AD1B-671FE9D4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13D6F4-C74B-4D87-84C8-CC53A27D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DE34E0-E389-41F4-A90E-FB7DB75E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B5F1F6-C153-46E7-B293-C6461EB4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AC718B-BED3-46D6-8126-672AC2B1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3C3B1D-896A-4ED6-B202-C22486C2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50366A-4AA0-4C3B-873C-F4A5CB74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7B0384-D12C-4D3E-99A2-79D4A483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ACE569-71ED-4879-ABBE-4FB0D062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+5,6%   ·   2020/19 +16,8%   ·   2022/21 +9,9%   ·   2023/22 +8,3%   ·   2024/23 +15,2%   ·   2025/24 +11,7%   ·   2026 YTD +3,2%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12F9A7-C81B-4AED-B926-8ACB58D9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securitização R$ 1.157 bi; carteira FIDC R$ 670 bi. SGS 28191 reúne CRI, CRA e direitos creditórios em FIDCs; debêntures e notas comerciais estão em títulos privados.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CEB3169-31DB-4181-91F4-5A971BEE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ótica de crédito ampliado considera os direitos creditórios mantidos pelos FIDCs. O PL ex-FIC também incorpora demais ativos; as duas medidas representam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21021442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0C02F-2E41-461A-B7FB-F1574F66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86613-721E-4476-8F2C-98EC859D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8DF4A-6757-4865-B7D0-34963481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BDA91-B6C2-4033-BC65-C4CDD63E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39633-25D3-4FF0-9DA1-F4CCCDBD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Sistema de Registro de Ofertas (SRE), base pública de Ofertas Públicas de Distribuição; consulta em 24/jul/26. Ofertas primárias encerradas, todos os ritos, com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FBC3F-DE91-4B6A-9A4A-7940E7A7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172A4-E00E-483A-B359-C19BC584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D3D94-2120-4A4C-8592-32762E5A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f4d3a80d2d45a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81EA5E-BB2B-45E8-BE14-D0B8913A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98C1B-653A-478A-B7D7-4AE0A8B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0e0f358c064f85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191000"/>
                <a:gridCol w="2286000"/>
                <a:gridCol w="2286000"/>
                <a:gridCol w="2286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+77,9%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+106,2%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E2C2FA-9D92-4375-B916-5B446330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229046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D36AF-6C7D-4EB1-A745-9F364C7A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A1058-A184-4E09-8E73-6BBFC824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uma pessoa pode aparecer em mais de uma classe ou série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501EC-AC53-4906-8571-FF4886B5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184D7-7BA5-4C15-A6E6-B65D0487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D6719-B94A-4660-B974-17B95A36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09825-CA2E-4D1F-8A53-B3BEC00E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18C18-3059-4686-AFF1-C23ED1E9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875BD-C182-4F8C-A922-ACCC80E1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a03e5a8213478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439EA-AE14-42D5-9DFB-57CA524E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D20CD-79BA-4949-AC7E-22D177C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6867C-B71B-457B-90DB-94EBA73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118FC-4798-40AF-AD4F-82C5293B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D0678-B6A5-4768-9479-2A902BA5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769A8A-1870-4CF3-BDEE-E6AA582A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39F63-4B6A-4959-BAE5-E53D8335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b05641483f4dc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D2EB4-DC80-4727-809D-232D65D4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9D4CE3-654F-4A50-AFE5-5DE5CF26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77305-9723-449B-A436-CCF3FB1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F81DBA-6A97-48A6-ACFF-8ED2A27A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8BCB2-36F8-434A-B592-2B195DCD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7D0E30-96F7-45EF-A5F1-72B3ACF1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26606-C2B6-49E8-ABA7-2881771C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32e35353ce4a39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F25AEF-7B00-4390-B0A0-D9F8DF02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8503153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2FF86-D2BA-4CA0-A3F6-F9EEAD8B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21B7F-CFCF-46D4-A206-DB5E6D89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955B5-4AFA-4E47-973C-ACD5068D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63587-B873-4894-84F4-190F3FAF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5CAC9-6DD9-4FB7-BC10-A03FADC2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50B97-59C1-4085-84FA-45CEE63B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8C801-44A7-436E-82D0-C9323E7C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65452F-8818-481C-8069-3039F2C2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84C44C-AAB3-4592-BD5D-BD591A65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FA61D-6799-45CD-BD1C-595E69AC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894AF-C5DD-457D-BD34-4C04F40F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8519A-3F15-4B81-9570-526E4107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4c1f7bb3e0475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219DE9-E7D0-4206-BE3F-12FEF375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57CFE-A8D3-4E1B-84D2-4B22E407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118be54e0d49e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1035AF-178F-462B-B8E8-C11F7AFC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5BCDBA-D9E0-44C0-9B2C-4BB2BC8F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ebf7521f634cfd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92F69D-52E9-4CA4-8A84-CEAB07A3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A0E2AB-2D5B-4AA4-8C99-05A077A9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5C7671-A90E-4691-B63F-E25AB452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7c2761650841f1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3F9BF-3773-4D41-A90A-D4EC1C93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2D6974-571A-490C-859A-A782F8D9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3680958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51360D-46BF-46EB-997F-E9F76FE4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226BA-9DF5-4037-A5F1-8393768A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51D1E-AF2B-4B8C-8CF2-BB104A4B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3AA71-6293-4848-A8CC-A7163423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99E5F-AB28-4ECD-A6B6-88B39050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6793-F59C-4529-821C-4FCA3F94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D67394-CE76-4761-BB99-8D93F975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3461C-0524-4BEF-B2FC-B28676D2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447fbbaad74f2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2A844-6AB0-41DE-A989-4F836475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DB68A-3EE1-4C6A-A1F6-E3E172E4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f5d3b5adb54b6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5981DE-3B2F-4A11-B384-8B88C26E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609DE-D9A3-442B-9498-B3E8791D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4A748-DD52-428A-98A3-160B8602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110D1-9A60-4AB6-B202-E276205F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9C47C-C67A-4D1F-ABB8-D2D36A69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7D0B0-AC24-4BBC-868E-7EB1AAB0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8E9D98-56C4-4DEE-89B4-3AA1B6A7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94D844-B090-480A-9061-3856DB24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401A02-C845-421A-8E38-D1E0C24F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B1A20-7E70-49FF-A3B3-275ADBCD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</a:t>
            </a:r>
          </a:p>
        </p:txBody>
      </p:sp>
    </p:spTree>
    <p:extLst>
      <p:ext uri="{BB962C8B-B14F-4D97-AF65-F5344CB8AC3E}">
        <p14:creationId xmlns:p14="http://schemas.microsoft.com/office/powerpoint/2010/main" val="20008039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BEFEE6-A4C4-4DEB-883A-46E2530B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D5A8F-0538-4310-9E98-D249EF5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6FB457-A363-4CEE-8540-A2189DD0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BA86B-DEDC-485A-BCD9-1A5F404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85D23-3501-428D-A9C2-83B02F38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AAE43-A9CA-4156-8294-0149E723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58361-3ACD-4C8A-B6F2-83D991B1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E3E78-7CC2-4CCD-B287-82E57C73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6326fc9773487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22AE1-6D90-4B86-86D2-7ADDFA6B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C085C-C987-4FA0-AFDF-7ED1E402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f07f9069e0411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23DDD-718F-4DD4-B764-298F4869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BDE70-AD68-4B6A-9B92-F4C86B31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E20B4-C8BB-4D1B-ACD6-2D974FB6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1D888-C4A2-43E8-8D07-0A783390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DE534C-0FA9-474E-AE96-E9B646F0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4190294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4BF15-0A6E-4A4C-B91D-F7A84FD9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04C41-94D9-4C13-99EC-A581314D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C62C5-6DDD-41DD-A57B-FCAB6D3C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3BCDF-C1D0-4DFC-8F35-40207373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919C4-0E65-4E2D-A2CB-EAC4A388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65B5F-50D5-46C5-A9F5-C6B831C2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579A2-2A83-40AC-95A8-96DA3FC5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3833D5-2C81-47C8-86E6-0C05F624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cb722c681d4b2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3BA8-1989-40AB-A685-FE500452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6E3BBB-CF14-47F2-878F-45073E9A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34d0fa6825401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16359-B331-4305-83A9-F9746D42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BE3D2-6302-4756-89DA-2A686B6B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3FFE82-2A60-47AD-9420-240321F2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27C6CB-72E7-4DFF-872C-DB3ED8B1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458908-A445-43DB-A673-5E11F9C2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CFC265-F0D4-4A7E-8390-CAFD4836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7178553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CABB2F-BED2-4094-8A71-F47D6B10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F4FC7-C418-4C8C-A0AE-3AA4B94E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B633F7-8CC5-4525-A78F-38E9DE32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94D8B-372A-4DFD-9E2F-C6BADB2D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16548A-7987-4793-97B4-4478A12B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7F0F7-A718-4A4E-B37D-76292953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45AA5-42AA-4857-96C2-90201F3F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824C5-1D2C-4701-8547-909F7C24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6dfd10a6dc497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56CF5-DA19-4ADA-82BD-E9B4E442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7C524-C33F-4430-9395-19050343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C9C9D-9377-4DE9-9894-778314A5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C52F7-D037-49E1-8390-D9E96F4E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FE0CB-6646-471B-871A-D5889357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46AA68-C41E-4C27-8067-6CC9F56E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913C1-8E0A-46DA-953C-E990A51F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AEA30-4633-4CE4-994A-426EAC07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853D4-AF82-431F-923F-B5B4A95C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F9881-F2F3-4405-ABDC-652C313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DF6CA4-DACF-4617-AFB4-F9E195D6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277451-00BC-49DF-ADC5-6091939E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B8FA7-ED4D-4F8F-BA89-49B463FC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F8CA1D-4188-4D4D-82F9-D51D49CA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D935B-CCB6-4FBB-8C80-DC53E363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509B7C-07BF-4852-AA1E-6778047E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77AA89-CCC3-42D2-A528-0436E3E6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EA7968-A1AF-43C4-8F6F-7D1B75B8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EDFA74-4AB1-4F6D-9009-6FE05E33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4EAE58-F8C0-47B0-9C9C-50DFBDED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1986C-9339-4E5E-96DE-7E5A8FEC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3174574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A2868-EB08-4C69-B6D4-834800C3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DB18D-7150-4CA2-BF7D-C93A1080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AE088-F063-45C8-9EA2-F5939E63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C1AB1-4C35-4AAF-8B7C-D15E3A75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89957-BBC2-40D3-8C1F-12EB740D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1282B-95FF-4C30-AA11-EB819286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3909C-F752-4DC5-8DE6-FD0481B1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9F4A5-27DF-45E5-9536-F41ED3F2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18e0b2ec094e6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8A1F1-23E1-4E17-AAC4-5FF9BE6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2642B-7CEB-4B72-9DB2-2CCA0308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10A39B-0914-4E71-ACC1-67E411D3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A9A91-635E-46EF-98B3-8FE3BDE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2DDE6-286A-4F54-85FD-4C598EAD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45620-F9E9-4D3F-8CAA-A2123817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E368A-A9E0-43AA-BBDC-1EA6C223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49D10-DFB0-4FF8-8DD9-55DD86F9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7783D-66A6-4580-971C-E3812BAB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25C99-FA77-4C8C-B4E1-52B1F123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5F101C-4520-47D4-88FD-89E30C23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B489E-996B-4028-893A-9B32D395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6A11E-5943-4232-B52F-6C7CBBCC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B78A4C-CF7F-4483-A1B5-F1D8C32A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65BE3E-FCA3-4CBB-9C3E-704759A0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6C2138-FCE7-41EC-B60F-5D54B2B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5705091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8102D4-8427-4E6C-8F98-B71601CB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0EE45-9EA3-41E7-8B97-B6EA22BB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F8BE4-3F3E-438E-8621-1885591B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E8FCF-D0E6-40E9-A079-584E6F02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C5380-735D-4B84-818B-14226CC6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AEC7F-53DE-4101-A672-89F1D9AD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07EB1-34B4-4E30-A497-CC5E8D27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B8C5B-34E8-4744-A8CF-AA8A92F0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a83d6222c04e1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886F7-51BF-4116-A104-63B37287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85796-B723-44CE-8134-BBE23C31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547C4D-028E-4B48-8414-C0F3DE4F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A1661-3DD3-464A-AF9F-6DB9D65C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DB6AF-C804-439A-82AB-7CAC6376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3E29B9-AAB7-4F35-9CB3-64258CCC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4E5A8-125F-479A-9855-A412390F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44A076-A87A-4063-BDBC-26023625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6A21C-207F-4522-9A57-9A1B7F04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35436-6F28-4751-ABA2-EE5B62F7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1040ED-68B8-41FB-91F9-54631B8F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22FD75-D903-4F45-9779-FFAA2867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568D79-2520-41A3-ABBE-998F07CD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446AD-EBFE-4DD5-AF80-EF76572A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937D9B-170C-4C3F-B8EB-DCA42C78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195F0-F5A2-4AFA-9EA6-809CB7D2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F60650-041A-45DC-9974-3B914320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5D426C-CD7F-4966-9664-3ABCB6E0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DCC0F5-4DDD-4A66-B98C-A6272424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93921B-F82E-4A3A-B4B0-39DDB614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C5FC5-1E5E-447A-9482-EBACC60E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2E7267-3035-44D1-82AF-82B4E68A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7E4154-B037-4FEC-8371-7AF70D50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A9C17A-5DEA-4A7D-851B-40685AA2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5343D7-26D8-4953-99B4-94C197E4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B6C81B-876D-4743-ACC0-80FE1CAD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3DE95F-3668-4C96-BF53-25F4335B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FFFC4F-DF1A-4DD3-A1D1-EF5B4BF1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F36883-E51B-4F38-B2B1-3019B512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28E09-F0C1-48EA-8E56-F7812BC6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05D97BE-431F-4108-A61E-460C67AB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21A72F-4145-4049-8AC8-8A46AF46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AE4990-C687-4AAA-85FC-D702DE2A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657DEA-1606-4375-A156-807044D8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606750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583C81-EA7C-473D-BBB0-83A676C8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7AC5C-16D4-4587-B15E-0DEB2FF1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AD3C0B-099D-474C-AF7F-AB96CC1A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63862-2B75-4164-B071-2F166B88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6EA0D-908C-4E41-A489-B4C2EB46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E43F8-7592-4D80-9B3C-1ED36B17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75996-5F59-4A82-8CE1-F77BE38D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76A51-C542-4AD2-9AF4-DF3C4BD4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7221f0fd03408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020058-CE3B-4F48-86CD-22714A14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B2038-3DFA-412A-BB64-2960F60D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E06DF-8BB6-4396-8D7F-4CCA3A8E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b8ae6160a94e8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91F89-93C2-4ACA-9A60-D00888A7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75C1A-F2BF-47A3-AE8C-8FDE94B8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7538F-8FB2-45F4-8DB4-64D5C93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7E76A-90D2-4499-A4D5-D0EB2405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9DDD6-130D-4475-90AB-5262FC29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AB8C14-CBB3-4D57-991F-8EFA356A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3BBC44-B1B5-4B89-8256-31F3C7FC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9735952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01985D-85A4-4D0D-A906-82ADFA1C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A2C39-071F-44E8-92F5-28C6D592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2E798-641A-4973-8C2F-D99E85FF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FA9C5-CFDB-4C57-95E6-C3461ED6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AD47B-832E-4BF8-925A-FFB4E00C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CEAC7-1E1F-4028-94AC-87E9B332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4F32B-BBF3-4212-AAB1-F4455E9C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BA64A-3A18-4F0C-840D-090F9B31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C6250-CB7B-4A4F-ADD8-B37F0C6E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869CD-2671-4569-AA4A-763F6368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ABCD5-8465-4EE2-B1F4-32E8504A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E48B4-A18E-4A6E-8671-E2EFBB06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752D0E-1E4D-4539-865D-8C77D125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4286A7-0913-4EC0-BC32-FE9D2C91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2B420-DBB7-49F9-9F3B-0011F14A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5E7472-104C-41B4-B36D-29BB9EA4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5276D-6964-4BBE-9086-DAB4F9D9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563B28-5FEB-48A0-A4F8-4F2622CD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37FF4-554C-47FB-849B-BE9FCD6A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8C2577-7DAF-4EFA-B4AC-3DC91B16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D9FF-6B94-47AA-992E-19637AB7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E6E43-9B9D-4177-9165-A1C3F266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51EA55-EB59-4F12-A6C5-C9EEC711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10630924f34967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CB10C2-CC58-47AD-8501-7F8C89B1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6d90f57fcd4dac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DD22F0-BDB7-4F1A-A9B8-D681D27D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6e0479c4894453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C26BBD-0654-4838-AD32-3B61AF39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c5bc7c743c429b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F16748-3A5F-4C15-B5B9-518A24B4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b7385fe6ce48d9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C46AF9-9CAD-4C39-90DB-D0405A34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1b6951e5af4a6c"/>
          </a:graphicData>
        </a:graphic>
      </p:graphicFrame>
    </p:spTree>
    <p:extLst>
      <p:ext uri="{BB962C8B-B14F-4D97-AF65-F5344CB8AC3E}">
        <p14:creationId xmlns:p14="http://schemas.microsoft.com/office/powerpoint/2010/main" val="19827714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7101E1-7A12-4609-9F66-02CF737D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CC19E-6A09-4F26-8AB1-1ECEF137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FF507-C3E1-4E21-A61A-753E579B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5AB16-B54C-42AD-984B-206374C2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CA67C-9DAD-4771-A512-557F4EE3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B34EE-3A5A-46C6-A770-4558B612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656326-172C-417A-8C67-8D4EBC08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0C3C8-6976-40C7-845F-6EB614D2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25a64e8121478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252F6-1602-46E1-BC0A-03FE9484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8D270-C4C6-4D2A-9C4F-81A81D7C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F6596-08F2-470A-9323-A37BCA99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AEC219-77FC-442F-9673-72E3A4F7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6695285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A0BD74-2FE5-469B-BF06-4C403C50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D5928-95E6-4BCD-B611-D56F542F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1D4DB-121F-4427-B08D-9F226B58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C5FC6-5C02-4726-8A42-BC19C588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9CDCB-6FD0-4225-B9A7-8FA114FF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87351-E004-4959-BA7E-87C27831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87273-CF55-4A89-9C0C-1B74064C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D5EE6-896E-4418-9F9A-F5CDD59F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0f57915a354ef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32873-CBCB-415F-97B2-03E51263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05CB1-110E-41CC-9A0A-2F588157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CB390-D408-4DF6-8787-A4F77407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77B63-F881-4EC5-9CE5-4899C74F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8a6eaf447744b6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70098-6B98-43DF-8852-74F0D345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EDE2B-EAC8-4128-8966-A3459BEC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186F17-2313-444D-B63D-32DADA40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34189735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EC9DF-C7B0-422D-B43A-0A9C5920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7C99F-5C47-40F1-B0CC-AB81DB5E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913A6-C4F2-474E-984C-C5211B13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AC90F-13E2-4F6D-82C0-D700F160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0398B-96A0-4B19-A4E6-C850ACE3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1693B-0DB2-471A-9E56-B53C8464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3877b36897413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ADA25-3365-41A9-A17B-6AE148C7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3428492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A17B7F-2F0C-4B52-AA1F-814D8C90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458D76-FBE6-4F10-907F-4B3DE9B0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E9287-F81D-48D9-B339-A13117C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7FDC2-6EB9-4980-9A8A-FB75DEA2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E430A-E0A1-4284-BC16-D77740DF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50531-D408-49C8-8098-14D4383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77ee4897be4e9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C7CF9-03CF-48E5-A9E1-BF0742EB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8285905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9286AC-FCF4-43B6-B8D8-102EC6C9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3D1CE-1CA4-4387-97C4-E7E195CB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CA304-9067-4EE9-B998-99EE3CA6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A804C-1640-4023-B987-06605D0F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2682E-3147-43D2-BF08-D476FCC6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D3774-C371-46E4-86E5-13F39B43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4fc6672c0d4be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5F0A8-D002-4E85-9601-7AA32EC4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6718192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EE7F2769-1DFD-4BDE-97C8-7A15EF66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FB3CB-F47C-4F49-AFE6-9CF9D836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E7ED9-CF65-4F7A-A2DB-4C008CBF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28922-09C6-4AF2-B76E-4D1EC0BE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FB229-E691-49F9-927E-5A14E32B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5F452-2E47-4884-A539-77B8B993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5D5B83-A067-45FF-B4B7-158B923C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B77E55-0D71-4BC6-9986-E071902D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DC8ED-ACCF-4C24-8333-A39500D5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BD585-1711-4106-8EDE-870C3D74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051A1-2826-4AC0-BC54-4D1DF439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CFDCB-244E-4F0A-AFA8-E0E7F427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8F10D-A2A5-421F-A860-DD2AA87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0CB1B-CA3E-4BD1-8B5C-B6B85304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F92D6-290B-489C-9AE2-4B2001C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9BD8D2-CC67-4B5F-BC17-8C99B427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7421C6-AAC5-4E07-B02B-CAFA1EF9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20B4AE-5009-4D24-9D19-CFF794D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FFEBB6-D1E5-4DD2-80BA-C4378876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329F9-F8D8-4820-9739-A45B4457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49E5DE-4CD1-46E4-A142-CBA38408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D7200-C3D0-4DE9-AA41-E81CCBFB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D39F0B-3D6E-4B58-B661-E1FC298C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E6C57C-FFCB-4A24-A823-DC2E5BE2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04E65F-4B8B-42E8-A2A6-092866A4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8E2725-6CC4-4B60-988A-032FB0FE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00F0CA-0BE1-4306-ADFF-9C8776EB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CDB962-AB96-488B-9F40-00EF0337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B292A0-1A57-4898-9DFC-52915B74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EEA3F1-7672-43A2-B856-3AEA4F4A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66B74F-A971-4CD6-96A1-215D8648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2C96A1-9551-4D92-8562-CA5F5CE7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A9F453-C509-497C-940A-8059A6F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ACB4CF-6285-4AE1-9B53-DDFB7BF9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688B0-5DC0-4C68-B148-8B61DA91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59F960-4D25-42F1-B2AD-E8133BAD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39334D-A856-4B79-82BC-A0F2CAA3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6EEF67-E020-430A-AA07-01A7BCE2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3D5A56-67DD-4006-BDC2-980ED7A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0FED18-CCC6-41EC-81E3-0FCF01E6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E528A8-3E2C-42DB-8B00-3A634951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F22550-7767-441A-9D66-052C862B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13C1F4-5C5E-4895-A342-339E4872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783F70-6E6E-40BB-9F6C-EEBC2A40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5FFF7E-6484-427A-AFE5-CFE25860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C4F713-97C6-4BF1-8E9C-B0200625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F8CE5E-DAE2-4C27-BBF8-5ED306F6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495343-6829-4176-BEC6-123E6D3B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0C5D2-16E0-4604-BC15-926B4F45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CC87A14-02AB-4EC7-AD2C-097F834F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884E45-F85C-4F35-A4D6-A07A7491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A6A9E2-41AC-4848-9F06-9DF3B542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E96C2F-2167-438E-8894-47F65DFD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3A54910-65A5-4AF9-8D11-6DB6CD07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02F16B-0FC4-45CE-A986-7E0DB52B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1544D3A-9B08-423D-9895-107556EB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1108A0-6035-4DDB-8712-4A8ABA5E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E151E9-1EB6-4856-9513-1E83396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6D3E90-F7AF-459F-813E-20E1EAB6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335B73A-033D-4B8C-AF1A-60FF1E58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336DFE2-5A7B-4EBF-B610-7FD4737D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6219DE-1C16-40A2-9F53-153B1D68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EEE242-8260-45FF-BDC5-1F3C4C81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65D0A4-FF00-4EF1-8407-B448E14A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257F766-B7BA-45B7-91F5-8516EC6B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CE37BDD-8419-4B3E-9D0F-EA02CF9B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F7B7ED-514E-4619-87EB-8EE40748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250F054-FC19-49E3-BA2E-2EBE1297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4637D6-4039-4DAC-825B-C98C30B4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D303354-A445-4BC6-829B-BE351A5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3BD6C52-C707-42D3-B703-73478E6B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546ED45-3924-4C57-9589-CD03F423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8D83DA0-DE51-4A0A-BE05-EAF7B750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56DB5BD-479A-47E7-8907-A401C551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2FB2157-910A-41EF-A800-5E38F9F3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4166240-6481-428F-89B2-25B80F78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4CB1F28-34B0-42A3-A1FE-798FAA6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70921F1-4E10-4AD0-947F-F8370F45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705E60-F194-43F7-BBE5-AA5C64B0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B5BB12-2069-4578-BBAF-E9004CF6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8A4F675-D223-40BD-9B25-A63C1C91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B2D4B8-2971-4AE5-9751-DB995EE1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75075D0-A51C-425D-8751-C1523AB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D18878-4F7A-47B9-A1B9-171AD1AE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4C58D48-D55A-4A63-B04E-CC8F7D8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B8D6214-2D2C-466B-B4F2-0E540DA3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10B77EB-98ED-4FA2-87D3-899D2C3D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A51FFF2-06DE-44ED-A043-8744622C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6E0A3D-EC1A-4F0A-8921-F5E0AC61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7437EDF-45C6-4972-8E6C-C6CDB773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004B272-ADE2-48F9-81FC-0D3DFF17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5237FA6-EE8C-4336-98C9-A0F6D037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EF85292-7A00-4206-97CC-8CD45596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CB5CA55-9466-4191-8BB8-CE85672A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5451F4A-5ECC-421F-A411-DB980AD4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02AA7CF-B144-4F6F-A03C-F5E264DD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A1F7EE8-B8B3-4B28-B140-A9EFAD8B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763DF3A-B800-4325-AFB9-8C2AC584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5988075-FE6A-4D84-A9A2-5022E11E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689E0FF-28D7-4E60-8A1E-D45074D9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6466DFB-80D2-4F6E-8C1A-F72F4EBC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35F17F3-1104-48AC-ADB9-90A1466D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0215B4F-D62A-4409-917C-0C9237AC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ABFB80A-8078-438B-840F-60E70DBC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3971D80-3A06-497F-B6DC-90C60659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7B103D2-FC01-4020-979D-AD1B559D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555DD9C-6A65-4BE7-B920-C1211D23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59D10F2-689B-487E-ADE5-5B03FB9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30BDCEC-3910-4964-BB71-7AB54820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AE7CD71-8446-451D-AC03-974778AB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1D9AAC5-1259-42C7-BBD5-7F0D0214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1AFECD8-E37F-4F16-AE9C-1AB54967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0D12789-4E2E-46C9-B9E4-7EA3BF1D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92F803B-B54D-4851-9B03-394D387E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2076513-BCE2-41DA-BD80-CEB6314A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84512E1-79DB-4C05-B7BF-7144489E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E1E81DB-7CA5-4D63-B2BF-7950FC80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60A5387-6485-47DD-A7E5-8A55868D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7C1B10E-9A1C-4A45-A834-25CDAD19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69688F9-A5A5-44FB-9862-FCD10F1B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C9CC5A0-92C6-478E-8759-27C07766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B4E2B6E-1685-489E-A6C4-766FA387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0B36126-8E96-4B87-8426-31F5FD1A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D358862-D493-4F9E-BB39-E255B218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7F0D11B-D6D6-43C6-81B8-2DC47273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5F8753C-4379-4D82-A0BB-C52CA2B7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CD0B7EE-E839-4F79-99F0-696F6B39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11D97F8-DA50-46C5-B1A6-212905F7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B4852FC-A976-4DE2-8904-C8F371C9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4E59A8E-777D-484F-A697-27F1E16A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89BA9C9-422B-443F-98CC-2F3C7818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D82C9C3-59D7-4ACC-9A71-37DDEB4B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B611AFA-7C5B-47D2-8C2A-D14052D6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594739C-726C-4974-A075-108D2134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3716761-019C-4A43-BFC4-D20EB90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787DE5F-A814-4B73-AAAF-E36909D5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496EBB9-0DB3-43E4-99D1-1F157A87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83D8B59-75C7-4E7E-8902-6D51DDA0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CBDE50E-CC50-4ECC-86BB-633C6DD4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F6AFE61-AF9C-4D3B-B47F-67A001F3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9E13460D-0CC4-4C41-A4A2-D5E3CA97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C984231-4B0B-4CFD-9F53-46C32C22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45E7D772-2AFE-4840-AD57-8FD5D26A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040F77F-2FE8-4C68-AB5C-2716B22C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1DA2F15-5383-49F5-B58D-A9B78F8B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AFC7D01-FE23-40E9-A5E0-02AA1B0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A25CA78-77EE-4013-B550-F2366126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212C622-9AF1-4A60-BA37-CAAD5B48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9C3676BE-5AAF-481E-BC86-82E88C88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4A97D14-70FD-4A12-B932-C164D70B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EF0AFDF-4327-4833-A99D-24F47829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ADBC6E3-C8E8-4C42-B4B7-87DC9BF0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0D66059D-9F97-4142-A2B6-530698C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A31138B-57EF-43F3-9E5F-ABB2482A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FA3680A-2254-4881-8570-0A2456EC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FB81D9B-49D9-4B29-B21C-CF04602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B140CFF-5E9F-4AEE-ABFA-22A5FA5A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34D8CBE-56E3-4784-B4FF-C7FFF911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6F00220-967E-474A-A7F7-EA9E67B5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FAC8C60F-7FE9-4C4C-B446-3692B60A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132B0576-8672-4BB4-A164-4BB56E25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381DA29-E6CD-49A5-83CA-2D7CBD3B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B6F9B30-4A79-4263-866D-3EEE789F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C44B78F-3567-48E2-BCBB-1EF30DE7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276A3EA-BF7E-45F4-90E9-F97AE967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6CF791E-2076-485F-8D92-11B00BB6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294652B-1CD5-4938-AE1A-242B89CD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D8EAAA3-0E03-4E12-A8ED-722530B8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FEE7406-DCBA-40AC-AF24-533B3086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4A8EE03-5B21-427E-B884-FFC6BF7A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0C6F0FF-DFC3-4400-83C6-6EB2428C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B9D1057B-512B-41C5-B9CF-B33D29AD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491052D-13E9-48CE-8ADB-E71BF73B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83BFBF0-2C6F-458A-B7F5-BD60E68F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00E1976E-F6C0-4F03-B3C2-1D9352C1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9115B4D-8803-4DC1-99FF-3AEF2532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06AB1792-0764-4220-86E0-B2994461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ECE1E39-D2AE-4003-AA25-DDDE06FA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2667428-36E3-49B6-8C0E-0D1E2349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974ADF85-45D4-4FC6-AAC5-B3E9E780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40186509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9780A15-E00F-4D3B-A1EB-DE9F3F8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08027-6E30-4CA3-A79D-3CA8B90F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DB8F5-34F8-40F6-A7DF-E42CC165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456AD-C745-4D5A-A3CF-60D6D167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D158F-E79F-4190-BBC2-F2641331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ANBIMA, regulamentos e documentos das ofertas;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C2451A-A173-4E2A-94F6-5D4FE0D9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57372-63B6-4945-A57E-2D14CDA6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3BAF4-D41E-4480-A364-A8EAE6D8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AE076-67B1-4364-B8E9-6B530E28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B099A-8B54-4E06-B280-6B4E966B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B0693-D61C-4525-9F63-1E46FAE2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C97A81-6AB0-40EE-A792-C5A0BBB7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4F671-AAEB-4011-B7A6-C3A9A03D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A0E42C-A4EC-423A-9F4B-34097EE2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A663B-E58E-4C54-8D8D-69F0C1B1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664F22-F76F-4529-9663-F88B202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18B012-8D71-4CE6-BC00-67321E66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EB5DC-6CBD-48E2-99BF-278E74D6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4B7C16-425A-4476-9E40-0BFFB376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3659ED-AF84-4FF1-B0D0-BB7B5A3D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CC75C-6E8C-451B-8EBA-1F933432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CA4BE0-4828-4B40-98BF-F968C10C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04722E-DACB-4022-B38A-DD9F1DCD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F6BC34-396E-451F-A37B-F421FD8F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E93D86-573C-4CF1-849C-DC6E2717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DFCA05-DA82-49D7-9272-535231E3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1F362E-8EE5-49E4-A50F-6DD1A72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E816CD-7268-403B-9750-C0D54865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 de capitais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BE8435-6F28-4E27-8E5B-6F68B425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9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Crédito privado/mercado de capitais, dentro de Crédito PJ.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D6B13-AAB5-41F9-B160-AC204A8B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2725E1-D1E4-4C6A-B112-8047B965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5D2CEC-672F-4A33-8A93-32B1A2DE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C653F6-9528-400C-B896-5D197AE8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F30BC5-970D-455B-8158-207B60E1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8B4146-3AC0-419D-9459-3E634537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B7705E-447F-4ACF-983E-C3E39CF4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 Precatórios/direitos judiciais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14392D-E64F-43DD-ACAD-529F255E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8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Precatórios/direitos judiciais, dentro de Judicial/Precatórios/NPL.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21DBDF-62DF-4C50-B7DE-5BBA0398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04AB7F-5F2A-4800-9E26-E58573C0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29BD6E-3952-4A27-85C2-E8702F91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371659-CE7F-4030-B237-D95B6FCC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4DA577-A795-46FE-9E39-FEB4AD2C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C9D343-06DF-4F99-A9EB-EE1B7B8B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7B5E6A-4CBB-43F8-BC40-D4A99007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E5CA32-6A13-4751-A7C9-9D661D86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5CF549-B8AA-415C-BA85-570F8A37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4B940C-72D1-40A6-94EC-2F5F5D2B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4BC01E-F585-4DA3-A056-26D2004B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9A8831-0E73-4D10-B0D3-8EFDBE10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67A67C-88E9-425D-B705-3563A04E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ACB01F-0C50-4CF1-B65D-1B29B639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0ABF22-81DD-4172-B686-8F286864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 Precatórios/direitos judiciais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EF28CBF-0C41-422B-AEEB-72EF064E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8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Precatórios/direitos judiciais, dentro de Judicial/Precatórios/NPL.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98C253-406E-4F93-A0A1-7487C98C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2753D3-5A29-4E8F-B6A3-5330FAF2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17A710-FB1D-445D-817F-9DEB979E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64A7558-EE89-49DF-B845-7502581F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5738B1C-754D-467F-95DE-2EFEBC8E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49B9BD-7EB9-4576-8AB5-7C6D1305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4DEE20-2E16-40B0-A5AA-D30757C0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CD94A0-AE39-4FCC-8B4B-31C28E04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478BA5B-9133-44A5-861F-6CB85DFC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B6DBC0-2A4A-44B6-9EF8-C26B5B2E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8EA041E-C0BE-4FB3-9D81-839A13A0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397053-781D-4646-A816-8B7FC559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6367ED2-03DB-435D-8B4F-046A0860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1645BD-5053-47CB-8BA3-443094FA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2833FE6-C99A-4E63-9878-F3BD608F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DB78AA5-7FA8-4C18-85EE-ADFC974B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E0D1CA0-9904-4750-8DB3-E1E4A4E7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2B3E8C7-ABA6-4AEB-9602-274E2021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CC2CBD1-A0F4-4631-8E04-A167B299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54EFC8A-7B2A-4EC4-99D6-00E3CD0C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EEE79DF-BE6D-4A5D-BE48-E1C75288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D2C4E14-8600-45EA-97F8-4A24FEC7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FDA4EEB-37F8-434F-9D1C-29E8C43B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98417F4-F69F-4245-8ADE-34A85BC9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59A02BC-66A3-4783-9D14-B5ED2B5A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302C04-6090-4AD4-8AC2-EF59416A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46EF335-8D48-49C8-A010-BD226C52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052C51B-D5A6-4A5B-A894-F8DB15D9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9106100-5746-4F65-9BC6-DF291D8A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6EDC4ED-E166-408E-A558-7B35448C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CE65B6D-3856-4C73-A012-A51415C8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D122114-05CA-4968-97B8-13433F06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210357F-07D3-4A72-81F4-44896A57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ED72239-4D90-4E28-A3DB-84EFB09D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3A2E1BC-51B6-4DEC-8DC7-71406DBF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899322-7D51-4E55-867B-2A7B736C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B624A10-CF43-43C6-BCAA-2F08F507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00B4FD5-6E22-4336-B93B-1717DB75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9C6D490-B20F-4FB8-BF4B-C4CE4EE0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621E993-4559-4A33-98B7-72CE954D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DBD24A5-1E6B-43D2-B4AE-2D391256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4AC561E-2551-48E1-ADF6-D2935F51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69F6BF6-5097-4D2F-8CC1-147FB058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C08C37E-FF66-4353-9C14-B103617B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CBEEBC2-726F-4538-B31A-85EC4A4F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2B81FCD-491B-49D5-B84E-60F36B9F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877FE7B-4302-4F5F-BFB5-878F082D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27BBB5A-FC8D-4F72-8507-6A043567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915F1B0-E29F-44A5-86EB-A3C367F1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2FDFA8C-1E56-49FC-BD42-400ACF74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6C040D7-0348-4A8C-8236-C860CB15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F7AFE77-F23F-4170-8E7B-11E80636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7AC0AF7-7F5F-46E3-8279-F05C4285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ADD55E3-FEE0-427B-999A-140C8390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9BE84A9-C689-4F03-8539-66AE6769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5A9598-124D-4FD6-8AD9-8CFCFE3B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DE7F8A3-05E2-4D2B-86E9-F5E818A5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24E7160-2684-45BE-980A-4607D1D7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1E1E928-C2CA-4D19-A800-6CE07DBF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51D9B9D-0E98-44E8-ACCD-8274E833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F724C40-F183-45A9-B434-47FE437F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61BABAD-2D0F-4C90-A89A-93E4CD0C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CDAE51F-3683-4ABA-A7E2-8CB4217D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3E01241-805C-44F8-BCC0-E4054113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BC41965-0752-4951-996A-E20CE922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E175DCB-54E6-402D-9852-4D8A9C22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02B25C3-A69A-423F-A3D5-09972E3B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393E06E-B20C-4BD4-BBA3-79E46FD2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414745E-FAA2-4567-A122-8371BF76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423AE83-65FA-4D82-8AC6-A0F4F286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16F7F11-EFDA-40A8-8450-714D8886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CAC92F1-FFB4-41D0-9B63-ED11251D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9A19D66-3D28-4BC9-AC3C-E20790CD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6CCEC82-7CD5-486E-8A36-C3326EDC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FAE579B-1ABA-4453-A26F-7A28CE59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CCD6AE2-68B6-4501-B250-1B527882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184C983-C792-4B16-AE01-2C90B323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F47FA57-B9F5-4C18-97F3-B46FB9F8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AB3B0AD-A32D-471D-9A7B-C5B3BAA9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486BDD6-B555-4873-AE28-F1D4C622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7F827DD-9FA8-4018-8F05-2BD7B03B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F3FD4F2-44D5-4A11-9247-5CD77F81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E652FC3-1407-47B0-9482-4F982A92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58BECC2-AB07-4BD6-ACF1-DC9C200F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51737EC-DDF5-4057-AE4C-6FDAE263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8332A41-755A-4208-9A06-4371CC1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FA6EBDF-8D37-4A28-9180-7E0AAE28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0148A464-8950-4DBC-89B9-F504AE10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5B379CD-D9E5-48BF-A013-04A01AA7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B75CB00-84BE-4651-B6F4-7CD17FCC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8F9995A-4612-4CEA-80AB-6EAFC815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6A21DD7-14CE-4C1C-B98C-5A3D9750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CAB57CF-E8A2-44B5-912A-F0D3B518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5FB70509-13BC-4256-96BD-CBA6087C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1143DAF5-5043-453B-B1B7-E9E2D6CE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45F37FD-841B-4F26-8CE9-06B4F965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D5703F8-594D-4B7A-8554-63911BE3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8CF5357-27D6-4272-924E-244503B8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03FF62A3-9EEF-43B1-AE9D-94149C92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76C15A8-270D-4088-ABB9-8E07B369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B12A406-C80E-4D8C-A565-62450F88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EF99BD8-82F2-44C1-B4DB-76C20DBD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4A64C8D-F71C-4D62-9407-294D008F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130223B-58EB-4334-86BC-2072A89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C89FA40-38C2-4442-932A-A962AA9F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0369DEE1-C555-4348-8029-711B15B4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A2240CA-873A-4368-90DC-D7236F46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34EC57F-B5C4-4911-98EA-BD56A3F7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8D07D09-FF08-4228-BA69-F4E25424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EE672D7-899A-437C-A26B-8FF974A7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8C25AD6-18FE-490F-9082-B23847A6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B80333F-7100-4E8E-BACB-DDCC7034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F40AA2B-6A60-49A2-8967-1E36F523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DB924BF-690F-4604-902B-C8745D34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20FA885-CE32-476C-B45E-BD031AA2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9116736-0032-497B-AE1A-0E20D7B8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AFDA0CF-EB56-4FD3-8C9D-D55660C3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41C3591-0347-472D-9D2C-6C126FC2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7F5421D-9A6C-48DC-8C6C-3B69FB5F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6C59F652-F609-40DB-80A5-9EC45F2A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76F3894-71D9-4164-8C28-128D74F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652CEF3-15DD-4C2E-AA36-2D5CE4FF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070BADA-4DDC-4D68-A72D-3D5EA4CC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EDA5931-5ABF-4048-82BB-F90E52E7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05BF002-59FA-4F4F-BAD6-C254B5A3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6D85DDE-DA68-44A8-AB9E-B3D66006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57D6482C-3F04-4E74-BECF-0778F8BD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14668451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DD9B4C-B1EE-4CDB-8C00-765D834E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EF580-C4B1-47B0-84FA-272E6F43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53A75-4860-4F38-A506-CEC52DB9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4D105-B548-4624-824D-5F88358E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BFABB-5EC8-4D5C-8FE5-8F9EEFCD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02EAA-2EDA-4226-AA3D-2BD76A67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f1a727fe0140a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ED96D-5DC5-4935-BA12-BF04C9C0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7712C-4333-44AC-9520-546ABAB3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55ECD-48B5-4436-AA3C-CB3BE3FA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2203A-8B60-45D5-BBF7-5D202615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A2A06-04E3-4B13-BAEE-B64D8150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85A2E-0031-4BC9-8657-F9A269B4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B10FBB-7F89-4CFE-A0E8-7184B60B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2A8D2-69CA-46F9-82F2-B74ACEA9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FEA57-6823-4E95-844E-1473DBC1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4A8AA-F364-4085-98B0-1A346314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EBAB23-2B2A-475B-8C99-85791264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DE619-2D20-4F0C-AC30-32112931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C286D2-9894-4222-9CAB-2AB89ED6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587507-37FB-45B0-AB13-7265D725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8DA460-55D3-414A-85E3-F3C215DE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331EEF-C4D7-4E78-8D33-95EB827D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8B1A0F-BB97-471C-B068-7104E9B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FFA703-4E49-4C6E-A394-9CC97F7F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7DF047-71CE-4809-92F7-77CFD851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CA7ABE-7103-437D-A9A1-0F5CA932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73968895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CC45A00-ECA1-42F5-9397-A4CD82B3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D3E0F-8D7E-4E4C-B171-BC458544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78737D-0398-4F70-A189-BDF917DC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B4FB5-1FCC-4C3F-A623-4CE28D00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EE5C7-CE61-48AB-B1FC-C09BCC40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910A0-F10E-4888-B237-16B52441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16E56-2D59-4043-89EE-5DA27011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FABB-5C0E-48E1-9605-04F2DD22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0BD4A-6358-487E-9827-20CF138B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03DD3-3EC0-4A18-95FC-2BE1ED10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76F8C-C33B-4333-9E04-088F6700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69A5C-4624-487B-AF3E-E64D51B2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263A25-F1CB-4395-AE14-6450F8F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0BD6F-1482-4183-BB8C-C918DC0C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3D73C7-F96E-4911-A227-F5B443B3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760E0-0900-4F2A-8426-433880BD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2D38DB-DD43-4A65-80B1-D28B2233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688540-C9D6-4651-8DAA-4AB96681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F7E6D6-C1A9-41AF-9FA2-8DBAC478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C294B-B202-4FA8-83F2-D20B3FA0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0794BC-1975-4DD7-A136-4A62D9BE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F049BD-2196-4B56-ADDE-7A9ACD8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8147E2-33EE-422E-876C-8A7134C7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281EA4-6840-4FD2-9C4B-299863BE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DE6A88-A7C6-4174-AC5D-DF7F85BA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8E19B2-3B9F-43E8-99BB-49340185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4C6DD-81A2-4A97-A5F3-7FF2DFF5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58E92E-DCD7-4488-B310-CAE83DD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3E7668-7580-4B0E-9BF6-28C14A52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9BDD5D-C19C-4FDE-97B4-90590346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99CE51-F883-4036-854A-15208E94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E7E01C-2C8C-4451-BBB2-F22AE988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08B277-FF9D-461C-876F-75DFBBBB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9625C5-1723-4E43-8C38-A51B66F9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C1F47C-0994-4EA7-9E15-4DD42701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60250B-09D7-4119-8968-A6642D8D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CDE2E3-507C-476F-9101-7C60BB26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3AE9E3-43A2-4F38-94D2-89F38BC3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50B6C2-3AEF-43C7-AF83-2D7985BA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2B998A-E8E2-46A6-903E-2A2E9DD8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8222ED-5D4C-48BE-8EDC-373E9ED5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EB8FA6-2E1E-4DB3-BF0D-FD218427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0B3A45-1033-4552-8B9E-3863037C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242246-0338-43EE-9BB1-03431922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CD5616-69A0-45F1-909B-C32D4AA4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EA7DA0-61FC-4984-B398-ADBFA4B2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78C8B67-D0D2-46AD-905A-87D43ACE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B57822-8F34-4F06-8458-A05CC1E5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DA223F-E2A9-4EB5-B205-07E3FD5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C71E56-F6E8-4B40-90FA-31AAF8E2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8D8FD91-FFCA-41CA-93DA-0BC39DC0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604A9A-0789-41BC-99DE-101C0C2A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92B8CC-6A75-49FC-901C-2851D301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725408-E22E-4525-B946-C3AB562D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68BA14-8FEB-4308-8518-B4C5452B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00866A0-EE18-4086-9BF8-AC06329D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5C237E-8972-4271-AEDB-2F4A5502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D63AFE-1C24-44C4-903A-13345104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3B99871-F3A4-49C2-B5F1-1998B103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B7393CC-BC94-460C-843D-22ED2C70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7E59EE3-3CFA-48F8-B656-E4997A78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0609DE-B1D4-4875-AD2F-2272D0D6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75A1FED-432B-4E96-82CF-AD10311F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C3821D-A9E0-45A7-B92A-62A87A33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D51361-1BE4-476E-86E7-CF441234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EE9239E-BEE8-4451-89AD-20A1FA47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3DC353B-ABB3-4CC2-89AF-FEF6E45F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394A143-42D9-48DB-A0F7-9A5E3726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B684F64-7E31-4767-8503-AC4B8F40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B7D693E-28F4-46C4-BD3B-9859CD62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3A5EC4-FE67-4F6B-B5F9-1A78945B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2B97BD-5194-42AA-B3E6-33E3B993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1ABC6B4-5DC5-4FA0-B1C5-3C201388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E89EB48-B4B5-400D-8DE1-88CC0FE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9F37E78-4110-4FAD-AB4A-72571F1A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4591F36-16DC-456A-8E8B-E121152C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BFF1276-A7AF-473D-B02C-FE45E2F2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2CEE123-3421-4CC9-B609-EEDA0DD9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F26BD9-DE75-4B82-B724-DA5155F5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42895705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5274C3-D673-4CAD-86B3-A45E8FDC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77CEB3-AE81-414D-9433-EC36A936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980929-EC31-4795-B8CB-6EFBB6D6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8CC50-0F93-41E9-957D-E36DFFE1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FE17F-1138-43EB-8AC4-670E5FA3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E4E54-37ED-468B-98D5-04DB864A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BD411-FEB1-426D-8E6B-E46A56D0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0973A-7768-4DA5-8831-4FF45D50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cbb9592cc9477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00F94-75F9-44A9-9816-53FD7ADE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722F6C-C715-4426-B258-F5FAAB7D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69a4aaacef4a3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AE24C-2842-4218-A138-A0F7E0F9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D10BA-A883-4E62-B61B-EFF9E62D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977D3-240C-4A24-9903-4B0438D0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1B7D7E-18C9-45A5-8663-F6BCB7D6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81516-CA81-4BE2-B292-87E4FDE1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5B35B-E4FC-498A-8F6E-995B343D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B6268C-D784-41C5-B24B-0813CA00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E4B0D-1AC1-46E3-9DD6-D8B917B7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D54EA-AFE7-4CCD-8E4D-2DD98810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F3705-9632-44DB-9FA2-23BD0167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98C4B-E7D0-420A-88D5-06B1AD1A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562DFF-59FF-4B0B-8170-A1037528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7E41E5-0432-4A7A-B4CD-FDB7DD02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B161E5-9DDC-461E-B4D4-C6472E51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211716-87FF-4B2E-850B-728C3B80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93097129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3C0C6E-173E-495D-8388-9BC6215C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47C42-953A-4603-B304-A6386FC3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B3257-5082-4AD6-98BC-96A079F1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90E8F-4306-4361-8EDD-41C5D5CC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BC3E2-F40C-4058-B0C4-9EF3B38D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B0767-F88A-4FE9-8648-2C3519AB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1E87D-EAB7-47E7-83FF-CE58B25A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C4061-5869-45CE-B852-564278F0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0015fb3e55440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9C3DF-F9FE-4537-88AA-034DF95C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64F07-99FF-44CE-8870-B4EB82A1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4e24cb922e49a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8D1193-017D-40F5-AC60-A959FAE9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F1AB5-A857-4382-8916-C1AF7DEC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286dcbc8a64811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D8E3FF-9A5D-441C-9C68-5943F2B1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C791A-62B3-4245-AA52-C6683A38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953EB4-44BC-400E-AC50-C8DB2F61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D85EF6-8A48-4C2A-B57B-821A0ED8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F6194-BE56-4C85-B924-DB49A857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CFD9BD-1B8D-4FB0-83EB-13D3C775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61054B-6964-412B-97F5-132E7CAA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93CDA8-76D9-4BAD-86E3-0A1E8AF3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C2786D-9227-4EF1-B4CE-FE5CE1B7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AEFAD6-F9CC-4D1C-8619-7178D820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FEB139-E7F0-4D18-A0DE-68441F45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138D28-F046-4137-96FB-0088C398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C16D2C-3A16-45F3-B061-C3030266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8D7097-0623-42E0-82A0-9CF1922A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57606284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7A9FD-ADED-431E-AA2F-04E50B8D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463C9-8FA3-4CDB-AB93-5B1DF3CB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2B1AA-8486-47A1-BCC0-BC5C0B5B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BAFAE-2E9F-4B05-85D6-097E75DC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848F0-3340-46AA-AE41-07A85DA1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43757-EFD9-4028-B9C9-0CA6FF1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3BFFD-80C4-488E-8CB3-C6E52008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9E961-778C-482A-B0E7-5BF880A7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fbf9ff2efd47c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36099-704E-478A-8906-8329923E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35EFC-ACE1-4B6B-986D-5400691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0b23e4f69045b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2ED0F-9907-4CE2-ADC2-C5960C23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D63D4-A4DF-4B4F-8569-D5E0BF92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300ED-58D1-4C3B-BD3D-6B5335DB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DA310F-1089-439A-88A8-C9C0F00B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9E98D9-1DB6-483F-8418-12D1E17C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F9A91-0621-4E64-84A5-9FF0A14E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0F3F61-4B21-419D-866F-73C02C79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360663-0478-4A81-969D-BC6356D3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3C96F-59E3-4794-A9B8-F7C46C67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ff644ada5c4648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D01A6-2078-404E-9B17-3EF9D6F6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2DA793-45B7-4FCD-9770-6C611612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244ddadd4744d4"/>
          </a:graphicData>
        </a:graphic>
      </p:graphicFrame>
    </p:spTree>
    <p:extLst>
      <p:ext uri="{BB962C8B-B14F-4D97-AF65-F5344CB8AC3E}">
        <p14:creationId xmlns:p14="http://schemas.microsoft.com/office/powerpoint/2010/main" val="136697255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D316A8-2B7B-4F3E-B305-AD95EF09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809D8-47D1-4605-A543-A33A30B6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74C3C-87B8-446B-8E20-3A7867CA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5250E-DFE1-40EA-80FE-87264E20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597ED-E2F3-483C-BDC2-E12AE49D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SRE; ofertas primárias encerradas, todos os ritos. Coordenação e distribuição conforme requerimento e informe de encerramento.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DC790-125F-4CA5-A4D0-E7044AE3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8C274-B097-4275-BAC9-62601B1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E7C74-D7C2-4415-A2F1-F9E22B18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2140F-A064-4243-8241-1C7E2A83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79E53-823C-4543-98EC-4DDEB7B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F06D07-E1E6-4054-85C9-15F54BFE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59D99-C317-4664-B391-91DD931D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042263-E3BE-4C16-88F4-1F37F514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IBBA Coord = entidade do conglomerado Itaú entre as instituições intermediárias. GF = garantia firme. Público = público-alvo. Inv. = soma das categorias de investidores no encerramento.</a:t>
            </a:r>
          </a:p>
        </p:txBody>
      </p:sp>
    </p:spTree>
    <p:extLst>
      <p:ext uri="{BB962C8B-B14F-4D97-AF65-F5344CB8AC3E}">
        <p14:creationId xmlns:p14="http://schemas.microsoft.com/office/powerpoint/2010/main" val="11385429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5A814A-7A2B-430A-8910-F8ACD040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56434-A6F7-45FD-9C10-A7659ACB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750E8-EF7D-4669-8C1C-4087BC0C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9E1B2-1981-440E-B7DA-E97007EF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15775-E3A8-4C99-9EFA-1E007835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12AF1C-6C21-41D0-914A-FEFD5A14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616B1-AF6A-4DEC-AAD4-E3F09B2D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CB17F-971C-45C6-AE0E-9653FB65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7A617B-3017-49E4-84DB-3EFAAD88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12AAC-9A03-450B-A740-FD8FECD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66D92-42D1-4BC5-80D3-B2CFBFA6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6836C-54F8-4FD8-8FD1-72872931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B2C3E-AB60-4ADE-8C09-2D2DF185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481F0-A4BE-41FA-AD1C-CDCEEBE7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A6FB1-D644-4B19-B479-AC4EDC9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4B6E82-75AE-45E4-A598-8D5C1243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A6001-2DFD-404D-9330-6475BBF3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A2EFE-73B7-4E14-8858-48C07639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6A9987-3835-451A-B8B3-DEBD6E74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17E12-3281-458C-982D-4A06B39B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641DD8-57D4-4832-86F3-E7D0F20F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79C1C1-571E-4F35-A71B-597E1523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057D0-BBA6-4BB0-AD72-1C39F8B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B0BDF9-1292-4884-B112-BF68BB43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49B13-A761-41B4-8ADC-673BAB7A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29D13E-524A-4556-AE2C-EE48DB7D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CD7AA9-D00A-48F7-815D-464E2367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4530044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80BE23-D205-48B9-8DFF-CB5887BD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C7E02-A996-4ED7-8E4F-61F03DCA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57FFC-25CA-46C1-976F-EC384D02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AC30D-F0A6-4C44-98AA-EE61D9CD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A07DD-C9AB-4D9A-9E6B-763474EE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28A9D-9AAF-4B17-B46B-4678A828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35728-9A45-4F5B-A50A-BA0C7174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D31A5-CF52-449B-9F06-6AD8C1E7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2CAE8E-AA1F-47D1-9BA1-080B8EE0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C47A0-0FCC-4A5A-A769-1B77F7C0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0129E-990A-4DA6-AEA3-810858E6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D1B0B-2E8A-4E4A-898F-7660F14D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1D1F4-A4B4-403B-B8B0-F870EEE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E5DC39-4A9C-4BE5-84D4-064FA4F1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79106-8B33-4764-B4FC-4676DB3B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FBEED6-3724-487E-84C0-47E4B206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8C177-D7A4-4819-9C85-932309E3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5768BD-BAB3-48A7-A9DF-901E2911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2F2D7E-BD4F-4279-AE94-A2A3FF56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DDFBF5-7548-432E-AAB3-F59E3E34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2A000-EE0C-4C82-9B20-5978F3BF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61656E-3566-4E01-AECA-1E2072B7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B95C4-3BF7-49F8-946F-84999DA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D588D-6930-4DCE-8912-6456C297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FF0B64-F1E9-4FFA-BF64-8C71F5F5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BF3DD-29F5-490A-8C3D-C25C9327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07081-1F18-41C6-83D1-A0530957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97563-639E-468C-B8D5-F22B8693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3A47E3-FCCC-42AC-B45D-DA610A77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674ED-678A-4FEC-B33B-77BF29D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E2D72A-81D1-41D5-9CA0-719ABFAE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7F1628-1801-4882-8965-EFF6F323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FAF4AD-DA41-4518-82DD-CA362D85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8461F3-5B41-4B47-ADA7-85B81F5E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491494-12DB-47D3-BA4D-831C6F32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3E7982-D460-426A-9785-C45D42C7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099F09-D3C4-4396-B3C5-9AA9A6F1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A3B609-39D2-4F0C-9535-471EDA5C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6B5D84-CF92-4F0F-AF8A-2C316200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CCA581-01D7-4C3A-B6C3-545D21D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70374725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87DA85-9C1A-4155-B368-3917373F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79B66-3D30-441C-8065-2C3B0365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17864-BAF4-4F3C-96F3-03EA88DF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923E7-9671-4B03-848B-90546913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2E6B0-BBEA-4B8D-8F47-5F4598F9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669DD-2828-4A08-BB1A-70097A63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6B2F4-CE64-40D2-9435-DA9AF0A7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5985F-C2F4-49C0-8298-16CEF49D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CA056-D7C7-4141-BB6F-4D7EC057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476C1-D76B-45C6-95C5-526820B2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01DAA-1E3B-4BAC-814F-E4CA2DB1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62197-4BAB-4461-9F35-1787A305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75F20-6C6E-40D7-9E79-418B2B59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68E3F-127B-4E34-A51B-8F4B6D05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73DA3-6EC8-4AED-8838-290204A4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AC3C06-1787-4946-B8BC-BDFA7106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1A6C9-D1B6-4DBA-A88C-1DCE5E5D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A18D6-2E1D-4A12-B937-8B9B5367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A33A0A-2CFB-4317-B82E-467D36BE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26D92-2FA7-4AD5-BF89-036F09CC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CABAD-E91A-4DCB-896F-336F2F69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8C1195-0D57-4F4D-AE6D-F7A23129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1BB47-FB9D-4FB0-B55C-0CB9752E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0EB9E4-E3AF-4158-9A58-AAC90A07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331A5E-326E-44ED-A518-0FFDA804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ADEE16-76E0-4B3D-818D-45B1819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63ACF-EFA1-4996-8380-FAF4DD70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93C6D2-24D9-4224-A9FE-9EE147AE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971A70-E2C8-49B2-9B43-8A9D974B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15478342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19C380-A393-4472-907E-C09EE96B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C214C-9F2A-4016-B65A-9D9D30A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4EFBC-0F72-4F37-95B1-41B86433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66419-4969-4915-8372-A3F73AF9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672B9-DF3C-486D-BD92-81771099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6B16FD-D807-43F3-8DA8-A80D4FAA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B3640-12FA-48E0-8266-0E03C746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D5AC7-96AF-4B5D-BA3C-1974B4C5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8E2DA-B174-4EE1-B130-C239241B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E2F36-2C53-4DD3-950C-33341C7A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62C30-0C29-4147-933E-5F16B147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ABDAA-05F4-4A38-A3EB-9612F6F0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B66C95-DB9B-40C7-B7CA-87FAB6F1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6FEE5-19BB-4015-9C43-C089B554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4F6494-D3AF-4DCD-AFD9-1944791C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22ACC0-5F55-4ECC-9BA1-EC6731D0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2D980-44F5-4352-9813-3CB1EBDC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5691B-E5A9-4507-8C13-DE24A18E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0031C-2818-423B-9C5F-664A4B0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155C8-38A0-4FE8-9AFE-BC34B4D5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92272A-BE91-446E-9CCE-ADCA929D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C7550-CF87-4A09-8A97-D8738FE1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0D30E5-2C10-43F0-8EED-211922F9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78470F-E3AD-49E6-A95B-282A05FA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41BC63-8F91-4EF7-9592-46E1897D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EFBECC-BC9A-48E1-B587-7F52B039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2823A1-F203-4AD4-9808-BDA3E287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0EFA86-4900-4AE8-8522-C3E55339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3B802-540C-4D4D-8839-3CF291A7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201205649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279972-5062-4C13-A393-4F11A6DE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0383F-4A8A-4EF2-86B4-8FE2E3A4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716EE-1183-4F93-AF7B-66C4E5EA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D02EB-31D3-4746-892A-9138D66C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2560B-D73D-4C9B-9FD4-DE41B529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301A1-F882-450B-9787-90B19073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CAED3-CC37-444C-82C8-942610EF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C77D2-FF03-42BA-99A6-CA6CE890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8589A-49F4-4FA7-BFC6-80E1A9D3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68CE-068E-47DE-B76E-327DA274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4D4EF-4625-42A4-85AA-449BCA23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BE34F-3C72-4FC8-B1A1-D061EF4E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5B1C9-6685-4044-A488-0DD40E96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668C1-D416-4565-AAC1-DAAD7926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06154-9E44-4826-BEF8-44CB5022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FF0C3-19AF-40B3-801A-5353B200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2285CE-8E3D-4E86-A22E-1703E1E2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A63817-5644-4342-9618-44FC6D87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835B26-C35E-4730-926D-916B3B7F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18B43D-3EFA-42EA-8AAD-8D0C355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084708-D606-45D2-9721-D2B70DA3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78CDBD-6351-405D-9E35-A0E42610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210DD8-6621-4A78-A7D5-6732BEC6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D8FA88-F364-4E5C-8619-2E681C1D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EF14DC-3712-47F2-85A4-DD9A73E6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4ED04F-89DD-4CC2-BDF1-AC1D1DBC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C82BE5-C246-4B86-A22A-264C560E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428806-D8C1-4323-835D-48E0B83C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509E05-13FD-4557-94E8-6F675E26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52043119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383F22-D4DB-4867-BD3F-2B1B4DBA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5E6A2-8F8C-4A85-B205-0B33C854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C0A1A-E41A-483C-BC94-3611C262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98BE4-854B-4E0F-B394-0D849B48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194DE-938F-4783-9C8A-8583101C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76433-CF52-462F-9780-CE94A5D0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7102F-83C3-452A-ACB2-BDAE8746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CD992-BC04-4978-AD5B-6106FD6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68415-FA86-473D-8DFA-AE8C187A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74EC8-B18B-40B3-BA76-DDDB060A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39AC1-480D-4D6D-996D-F35620F6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9C5C33-937F-4633-93C2-50E7078D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F2DC7-8EEB-4D88-9FAF-CC4C7905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521530-2824-4E10-B949-A4AAB6E0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A96BC-1E5E-4408-9E24-6F10253E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C50CC3-A67A-4FC3-8CA8-D2806BC0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2E447-9603-432C-8430-DA27F060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15BA86-707D-4E0E-A6A7-7AC6071A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98727F-4EBC-423B-800E-352F2D95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AA48C6-5BBF-42D8-9E62-6C643BB9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69BDC5-47B1-4F03-B198-2CE6C86D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98271-16ED-488E-8E13-9158F3C2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EAF4C0-4369-4966-BB82-AD400670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B6CC8-3A56-4A0F-BCDB-BDABE252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A7022B-A121-4612-9958-F6F035C0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EEF0E3-D2F5-4267-98DC-7F13A1C2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52F7A3-12A6-4018-935A-D2795B89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AB9E19-C4D2-49DF-8522-DC0CABE5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77D6AC-F0E3-4DA9-BB11-99124AD3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8703033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BF40B2-061B-4ED6-933B-CDE92F9F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652A6-5DB2-454B-9A4B-BD8CBCFD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3F76A-63DB-4BC0-BA21-DDC2AD81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7A227-C1AE-4D3C-B2A3-40889E56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4C996-E37D-4B3B-8893-6E486E94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CBB65-478F-4614-88B2-B1E5C5E6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E02D3-B6B2-497E-B803-6E2C8CAE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B62DB-0908-42D1-872B-D6AD8D5C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C2B48-8E75-40D8-87B4-CB15B275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CB6D8-F620-4584-954F-5582E4D6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BC668-B493-43EB-9082-BA0B805B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98B90-3BB6-4F5A-93AE-C261F6B2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81BB2-622A-4E1F-AA8C-87B042DD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87E33-E699-48F9-B111-4041557E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E53202-A34A-4274-BF96-6F6F911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255B13-8D83-49BB-8D30-0992B538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6047B8-C0B3-407B-8C9C-AE9D1CB4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2A4A21-F1F8-4DD2-8730-771BDC77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FCB1-2E82-4574-883E-0193278C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4A3801-340C-4B6D-AFC4-3172B614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DD7FC-09D3-42BE-8AAB-7E0F0885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BCF80-001E-4A6E-9ED0-A4E6435F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46510-B098-44A6-811A-0698B55F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308427-4C86-4E06-AF75-CB46E2D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7541C7-D387-452D-B636-180140CA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670F75-3DF5-4997-9F04-01FF18D3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8CCAC-3A84-49E9-9043-253356C6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90D638-7D87-4480-8D53-42542A87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4BF825-D71D-48D6-A026-150BB12A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3986123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C28233-F0F5-451B-97D2-0AF1DF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39A9E-F488-4D7B-B259-35F97506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C93C7-0474-46B9-8411-5B113C91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6B6F7-4EA6-4181-BBF8-9C71395E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0F2B2-2335-4900-A4F1-CE258427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676A8-D683-47F4-A952-A23A62F9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B947C-348A-47A8-9318-EF206D6D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821FD-E29C-4F09-BF90-A61A6E57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591EB-368B-46FB-B90A-B8825EC6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384C2-2634-46B1-B803-4AF4737D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21ED1-6ABF-44F6-ADCC-2F4FAEBD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A83C1-B9B5-497F-84C0-FFCC3E5A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AAC1B-6A81-45C5-AE36-94332436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1D9565-730E-4B65-8A64-C64E710F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27569-17B1-48E2-BFB1-9AE9DCDD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DD1C9-72A0-4476-929A-BB2E341A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FC90D-0BFA-48ED-A2F1-20E02267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8B63-6B1A-45E1-A08A-66D54C54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79725A-4199-4F9B-97C0-5A27DC80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AFAFF9-C2EB-407A-9BAB-5FA64247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3BDF25-D7E1-41C4-93BE-28B6CEB6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47C25B-5761-4DE8-915F-DE0EBCCA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D9161-9C55-4008-8416-F25F4DA2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5A75E1-31A2-4F23-B139-E30B9C9B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95AF47-1A57-4039-B4C9-D4876D4D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954014-141C-4C5C-913B-D34A9A8B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51AB4-18A7-435E-9700-FE959F03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53B19C-7451-413C-B489-39361C46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F6B07-67DF-42C9-92B0-A9BFD996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30863970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712054-958D-454D-A032-D581309F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D24C8-EF0B-4C2F-985A-F363DCFB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A867F9-E2C8-4083-BC2D-3ACB9D9F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9B125-9613-42A2-971D-CDF260A9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D3637-FB60-4F3A-A040-7DB83EB3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9E3AA-8EF8-4C04-83DE-AC38006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D0441-A98E-49D7-B22F-C52C03C6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CBAE9-A42A-432C-A562-CDD9BB2F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02A39-83CF-486F-B337-C27E8FE3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D6283-8CCF-45BC-BB29-7385D29A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1243C-B3BF-446A-A92E-703FDBFB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938D9-3F5D-40BD-BBAB-30E9D6DB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89234-9EAE-4CE2-B0B1-FEFBE5D2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BAAF8-4B3B-481B-A922-40D6984E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7CDA7B-7C43-4E03-925F-6A11D5F2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13386-DC33-4906-A726-522B5EE0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581F1-2FE0-4746-B051-18F1A5B4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1BAA7-9E9E-4C73-A853-E972A8CB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DB4E03-48AF-4331-B131-6E8E3BFC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9CEF45-AB1A-40EB-96FD-6002727E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567EE8-276C-4A59-8203-1235AB13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C3720E-EEC7-4EF6-A256-1CFA2629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90E7CB-90E1-456E-99D0-DE05D92C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BD7C30-BDAD-4B11-813A-5D1CA8F2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7365B4-3571-4260-8019-1451AD61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0E5986-6ECB-4874-9B95-F8240B08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D283DF-05A9-4DD2-93AA-BC90A349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438B45-56BF-4A43-A83A-545C9BBD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AAC2E2-5ABB-4B7B-AC78-4DA87B7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03537056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1E27D-B7D4-4F02-BFDB-5E58B0D4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AEB36-6DA4-45F7-A27D-8819C587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46A78-DAE2-498D-B869-003D4005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024FF-A87D-4B4C-BA8E-BC73F6A4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43043-5121-4030-B4D4-22050F81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8640F-6351-4D3B-AAA9-0736989A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C66BE4-B3F8-42BB-A699-AAA73F3C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D6699-26C8-4856-8D3E-371B628E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9C4C8-3C80-478A-B9DF-41896B66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EDD0E0-27F6-4200-8969-B2680632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9BBCD-A591-4FFA-87E6-D6083101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1CE21-AA24-4831-9BF9-DC956D9E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EDD13A-7BEE-40DC-ABB0-CB0AE772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B88C06-662B-4B1F-8229-F67B3018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D286B-FF6D-4457-91E2-1B9E73A8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49CEED-11D0-4DE2-A3C0-0F29C321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13DC55-BCC6-4E2D-A431-B8EC13FF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87E9DA-0C66-4976-9EE3-888DE56E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15A6A4-2B66-4DE4-BFDB-54506755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8263BA-4E07-4CFD-B04C-CF0A3277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5BA43E-AE2E-420B-A28B-34C1D6F4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AECF83-437E-4B2D-B1E3-8C9FF5DD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5677B8-999F-4887-B941-FFAD71E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CF3D22-E4E9-44B4-A8E0-C0DF2962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1AF246-A8C9-4A82-BFBB-3E72673B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31BFA9-26A9-497A-BA94-29395C88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A616D2-6E10-4388-8B51-9630611E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4C7076-B0EA-4AE6-A436-BDF1AD63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E1E331-2F42-4C43-ADE3-35B1199D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7112548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26F35-1C80-43CA-A03D-6DD98EE1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0DC26-459A-4FB9-BC85-F5D76469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CE0FA-6BE4-45BD-9CCE-DC8161D3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DEDFC-39B0-423A-A893-7A0C37D1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CD8D3-C162-4247-817C-BB39A6F4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4D399-AD41-4A6F-B7C1-A8AEF661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050A0-27D0-4A3E-A7F5-079F5814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69561-A099-42B5-8635-7748C78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D79DA-5CFC-4E91-BB10-817BE1BC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F4D77-D9F0-480E-BF1A-0F5710FE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C5DB4-E4ED-472E-8366-C05EE081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03B35-4A89-4C0A-83DF-54381E4B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856CA-4AD0-4F5E-85D5-9434C655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45F7CC-CC99-4DEF-8EBE-4ACEED42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70FEE-9E0C-473E-B9B7-37B70ACA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580ADE-B704-4BC2-960C-0E560FCC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827D1-C738-430D-ADBF-0F4A58BB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8BFAC-19A1-4F42-94EF-E7C4A922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21121F-5829-42CE-9B9B-6B629681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11D42F-E119-425D-A02F-68E0CB97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67408A-FC3F-4492-A57A-06A36A82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BD5E61-843F-4FA7-808B-402FA38C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583CCB-C7A3-4C22-8CED-E9ED182E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EFD6B9-53FE-41F8-84C7-4272FD0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D16318-0F47-4283-A25B-78D2956C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857F71-3262-4A9C-8223-631D297A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1B6481-CAE4-4DD0-8BC3-FA3CB082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4F8DCB-D605-4639-9C2C-B0C7223E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79B538-E024-4A1D-889F-48540E84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040266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832797-8446-4941-BCA6-3162F370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D2527-C02F-4BD9-835D-F46F200D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688424-C923-4246-90B1-D89FA6F2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74C79-30B9-4011-9315-52F9F779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095D5-2F72-423D-8F02-E9200F44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DBCB4-3D68-48AC-89AB-5777CC31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E0FB7-C7B8-4A4D-87E6-017EEE81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B729-D0D6-43D5-9A39-1E2B7B04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B2229-55BF-4FC1-8695-86217BB0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3CB89-561B-4165-807F-437B6DDD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E4C20-962C-4E3B-AD0B-FFD4A6D0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FFC04-D199-41F7-BB89-9AEFDDCB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9311E-AD94-42E4-8F1D-B0BCDF70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4EC1-6B1D-4076-B377-44451DFE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0092D-77F0-435D-9C75-E0458909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7BE9D-8578-4F8A-926E-AB555513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4F5773-FC0B-4B3C-983C-5FC42F80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64808-A717-4F87-A2F4-50B30BBD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A4708-107D-43DC-920D-2750066C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BBAC96-6DA2-4A13-B092-3B88C131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C4D82D-6786-41A1-83B1-06E3C256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B2CA8-1448-485D-A7B6-3D405D31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5468E8-7D56-4A3B-85B9-8D5B9F37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7CE9F5-EBAE-4959-A641-3CA7C282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5EF75D-6E3F-480D-9415-7E2B11FA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D40FBA-5EF1-4130-A706-EA06DE35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576BE3-0D4E-452D-A893-77D1AC65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A8B7-4F35-4A3E-BFED-A70390B9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66394D-B36E-4295-8C97-EBD029ED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4760877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E5BA0C-8CC2-4FE5-9331-CFD71006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CF64C-3594-478E-B39D-D44A1551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F8DAA-7572-40A2-9A9D-740E115C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21DA9-9570-42C3-B641-096D7322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56479-0BED-4EA7-90B2-423B08BA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CB55B-43FC-4B55-AF91-116FB980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D76AA-930F-4F5B-A228-6E295BC6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19FB2-7732-4650-B564-6A7F5B6D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16557-0A4D-4109-9A6B-355BF7E9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7B250-2BCE-42EB-9D49-2B1EE140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59ABA-95AC-4676-90D7-FB1B0992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2B9EE9-5325-49BC-B33B-59E233FC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7B88E-294D-4BC0-B90B-437B31B6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A707F-C286-4A39-9B7D-17829B04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F6C2B-4E39-413D-B1AB-A9F67883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0C15E-698E-4541-9C1C-0A3FEB7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B285B-BD32-4257-8D54-F1B15BC4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3A84B-43F8-4FCF-91D0-DC195E51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470E79-93EF-4EA4-9B06-41B69335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40B53-E26B-40D2-8761-5348B83D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D6639-91DE-4D81-A9C9-7CD26D31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B1DCE7-E20F-4EBB-84E7-729F98D4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569C6-FACD-4177-B834-8659AFD8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772119-C4D7-413B-BFAA-18963BC8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4DDE8F-D0C3-4BCE-B5DF-7C12CE9F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4C215F-3CA8-4AD8-9043-FE0D6E45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AF2B13-3908-4B2D-B7DD-73CC107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65149E-0ACD-4221-9D03-01C1246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0A4F87-D60A-4348-9332-B1993E6F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5664774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F157B7-B8F6-4579-AC8A-401D377D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5C931-6B9D-462F-B049-F45B5436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C58604-7D86-419C-B127-682ED5B7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CEBD5-837F-4D2B-9629-671896D6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E7A29-140A-4882-B898-193E8A0C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2859E-F003-4196-9372-2CDDD86E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DA9E7-861A-4496-BB75-D3A17CD1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86074-2891-4DB5-9AD8-E6F2BC21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9AAF7-2952-44C1-8A56-C8677F77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6F209-07D5-471A-B7DF-77FB1FCE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2495D-C64B-49CE-8EC9-D751A9AA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67C3D-05D6-422F-A050-C26E1738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152E3-A18F-47A5-9644-7ADFAF80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4CD461-37D5-414C-9090-743515D1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98A60D-7895-44C9-9711-F7710515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F1D3A-25A5-4D90-80F8-015040FC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795379-B80E-4CEE-97E3-1BA59E0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1D222-82C1-42CE-B810-45400320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C2DEB-5AF4-47B5-8891-6F483E67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787FC-ED62-4ABB-9762-AF55D9F8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406886-4BA8-4E6C-93FA-0666E64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EFE675-4BF7-4E77-B5D8-51B677C0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B749B7-923C-4BA7-A156-5AC9F925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B7FD02-A870-45DA-AB8C-C541BBA8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AB5ABC-C808-448D-83F2-C6040128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4812D5-6E4C-4048-B8FC-74A35C62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3C52D4-16C2-4E6D-9E1E-BA5E084F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7B6AF7-B8E4-40E4-9F2D-9B820AE1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C3F1DE-5B4B-4CFC-980C-A0B4EB7B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9340957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F899BE-9DE1-444B-8386-CF9FD2AF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0D614-0F3F-476F-BE21-703DD8F4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89FF8-C248-4140-A956-54F32D37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C6AAA-99ED-47B8-BC58-4D254798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74898-329E-4E62-9718-ADFD80E4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018A7-DF16-41D3-9111-F4CCBBEB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AB0F7-2648-40A0-B11D-7383590B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4FADC-8E6B-47C5-BDCE-64519E1B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AAB94-BEA3-40D4-94CD-239EB6FA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3FD2A-5A29-4CDE-B2A1-5331755D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5F347-262A-42C1-B9C0-443BF869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F0C4D9-E796-49E2-81AB-EE9E32D1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DD830-CD43-4778-9BE2-A7608AFB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BCFBA2-5AFD-493D-958A-8EB9E155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7A5CE8-9B3F-44DF-A064-037A783C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FEFD0-B568-4FEB-A433-AF47651F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CF60B-3F6F-4F7D-A57E-53B02231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8D4EF6-7347-49CC-988A-E137FB4A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406473-382B-4331-8C29-FC45459F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435EE3-9DA6-47DE-BA87-EEC5BE42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6A721F-08A3-4699-AEBB-D12DD5B2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E5F8A-4636-4584-B7DD-8485548F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57FFC6-3426-4B71-A804-55BE5337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DEEE4C-DDAE-47B1-93AE-5BE4E7A4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EEFB35-2D41-4E8F-A878-D791C497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D161A-C10C-41B3-8967-B830A377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B2E8EC-6D29-4058-9DE0-F3359246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5F825E-C0F7-416F-A1BC-B3D57551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D28D01-A597-4E83-9C6F-95B6887C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47974004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2B789A-A8B4-425D-BBAA-54E36AAF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68148-D5EC-4875-A1BD-4D970E01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C8972-ECDE-4D94-A129-E78DA533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8B9B2-F0B0-451B-A21C-1D4AF5CB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42790-FB18-47F2-BE49-985F1B48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F476C-FB1E-4DD4-B09D-8CE324A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F1D35-D0F1-49FE-B661-21555B08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1ECC2-916D-4B7C-8966-8CB7AFDE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352BE-2D93-4CED-A9F7-DF58C70A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66594-459A-4463-AA9A-58531BCE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390A0-5565-4530-B7FD-C6CA315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6F248-25AA-4832-B129-3634F43F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34250F-8AD4-49F5-AFCF-19D6AA06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EAF0B-EF18-4528-A390-0C3DED60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0CA021-6DF6-4C6F-AFB3-AFD124EE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01F7B8-F1E2-49FA-8863-E4217DAE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8E1965-6F4C-403B-877A-252F7FE7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66D89-8FB5-4A47-B35A-746174EC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D31E80-F0B5-4358-BAB6-55FE7068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842F32-4132-4DC4-B9B7-DAC8215F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BC4A2-DACA-4AB0-B936-24F43572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4EACB-4AEC-4EF7-9100-0C0D0762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55AD94-F765-4CC6-A2B5-733BEF79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0E824-E044-480C-B85D-0FCD1479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6DB7ED-09B1-4F21-8D16-7AC64D2D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078F19-0F2E-4BA7-9915-828C91BB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ACE2E8-83BD-4B35-A35A-3E80A8B1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C9191A-6768-4983-8BEA-3924BF08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7A8051-3283-4662-82B4-F8A9E3C5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0048664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BCB0CA-4244-46C8-BEC5-3A635A70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38A316-86C9-432D-B90F-CDA1886E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5C402-A0C6-424A-BFE2-B2337D9F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BD981-9321-4126-8440-C982FD4A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6CD6B-FD1F-43B1-A2EA-E02D6787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C104D-F536-41AA-B71C-F71CE899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0BCD9-7E8E-48FA-B9D0-0F06CA42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D0B35-5810-4AFB-8142-F2484338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38ECC-E30B-466A-932E-818F388F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309E2-B97E-4F08-A760-15A70CB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62437-8CDE-4577-AF89-72312266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71B4B-D713-407E-A207-127E289A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6FA83-55F7-427B-9681-2E63C509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C7D49-E179-4F00-AA9D-5806687B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470FFF-A94E-4703-B5A7-6E4DA228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AE9E1-986E-4C02-9D25-05631F15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2C351C-B6F1-47A5-A6D1-92AC7665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AF477-7207-4306-B238-A47782D1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59B43-CEF1-4710-97CA-CC7AAE42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01A07-6074-47A9-ACD0-A5F810E7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1CF71-E7ED-47B5-B5B2-37295DC5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B52F47-3C11-45AD-BE56-64D50DF0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CB081-DAF4-4AD7-839E-D6F887C6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FD1BC9-A551-453E-A209-643F46C0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75CEF9-7840-4259-829A-911526F5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0D716B-E7D8-4183-8E52-3AE3EAC7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73AE04-B87C-42AF-B994-AA1E059E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111B89-6E66-457B-9D28-32012650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21B8AF-6EEE-499D-85C1-9F1883BB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8357414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03CFDC-006E-45D2-B208-0CFE9BE9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307ED-E214-4C30-BFBD-C280EEC7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BC6DB-2ED1-44F0-8A40-C39B1641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D8CD2-3655-4475-98B3-00CF8AB4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62443A-968A-4134-A787-26ACD6C2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20AE3-EF95-4608-B4D0-D57CEB7A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BC83F-6E41-4078-894A-4054E6E3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BE9BB-6CB1-4910-9A06-B0CF7796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6C129-1655-4BEC-99C4-8931DFAF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5F068-5C14-4673-A100-3BD5B1EF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78475-0676-41CB-96F9-1F488092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688DB9-0FD5-4D1E-B2A6-AC4E12A9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3E9DC7-65DA-4430-A702-9056E487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6AD491-5997-4B0F-9D63-16F00C83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62D49-5056-4B0A-BBE3-41B547A7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AEA01-C427-4004-A88A-4C0F0F9C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C86A9F-D639-4E87-B2C6-7F24B209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244C65-8EB6-4F80-920D-51518FE8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F8D6C-62B9-4FDB-876D-5ABF03FE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D31CA4-3989-4A61-8BC4-FADAC130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AEC3A3-304B-4E27-83EC-BB2FC310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F2208-D0BC-41DD-A22B-3CD1CB8D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97DF36-DEB5-4E16-8A5D-D78277F6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0701FA-D102-4A0A-8789-70EF033D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11B17D-24DA-4777-9D83-F03C1F6F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60A6A0-94D2-4D1A-98D0-BE6F77CC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EBD38-983F-46A6-B016-151590B0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1A0DFE-E547-49B8-88B6-A7DF5D08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8F2B4B-0FB9-49B8-9E6D-69D5DB5C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88755856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8E9E36-04B5-404F-8A7B-C53CF7C0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672AFD-80B5-410A-8966-DCB82653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AD234-837F-47C8-A884-4346AF0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FDD16-4DC2-4365-8A55-A2CD1644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7BDF2-F3CE-4A93-BE43-1BA9D154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6E524-34C3-43C6-BC27-7EB84801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8FDFB-D1C9-4E43-B3EE-40F98D4B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CFE34-7BEB-47D4-A6E7-C5D8B3D2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00E305-E183-49E8-81AF-67F96B5D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0D38A-4DA8-4D33-AB44-36327F56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F86DD-BD52-42FC-B140-72C94718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2DB7F-E819-4626-868E-842BA4B2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9C5018-E704-429C-922C-6DF223C9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5929F-087B-4D0E-A546-D1898BA1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EB845-82B7-460C-9DB1-3740FC72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76E13-A054-4BF8-A980-32432650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AAD64-C0CC-456F-8DEB-E2601198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5D78D-3DCD-4FD4-B803-F92C0F05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8A891E-5912-4CA8-9A11-FCA7C45B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8A856E-9F06-4DA3-AE11-DAEF3482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F8793-182C-42F8-AEDF-665C4BED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7BDA6-3911-41CF-9231-559D6C37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643D0D-0557-4355-9B1E-04623CA8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A06DF-63A9-413B-8C59-EB49CC3C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E01BB7-54B5-4B18-B7E1-E26BECF5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51CAF-0DDB-4AF1-9184-288BF089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917148-17AD-4561-9A4C-09963CA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48808F-2E26-453F-A026-15E0CCB8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14D4EB-C020-4DFA-95B1-E21A184F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39261812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290A66-241A-4098-A533-06E1A9E5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9BEA4-1EC2-40F5-91DD-4B345181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2BEC1-3EB6-44D2-80FC-0E94F654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BCC13-239E-4A01-8842-6B966BE8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8672E-6C7D-4E4D-BB0D-EE053E12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CB8BF-C4B4-4A1D-8481-30D9F953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5D21E-05FF-4908-91C6-0F17325E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30DBC-ABFD-46E7-AB94-EC124C1F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7FAEB2-E98F-4DEA-8A2E-D89D2BFB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52E80F-FA76-4453-AD79-850C0646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40E0D-EC43-4A1C-878E-8F7EDBD0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C2BC3-D79D-420D-A215-42915611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0D73D-9510-4500-A10D-2CBC3184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01968-8F16-4C95-B892-C16C71F6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2EBF0-E7D6-4759-B603-B29F34D2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60855-D5AB-4E1B-92BD-95D77B9D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0073B3-2CD5-4FFD-9139-76B8273F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A037B-DDAB-47CF-A77D-902DA0CF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8BB375-A058-46DC-8AF4-29AA1C8B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869777-FF05-4C04-9507-4CE2BF88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4C214-2BC9-4DC0-AC78-A911A80F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68C151-616F-4C55-8127-1E6311A8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6B03D-FBB2-4B30-82AB-26213227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001B57-91BC-4771-9C7A-3BC0EEB9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29FAB2-0032-48B6-8FC2-4C796A3C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AB080A-B384-4848-9F5B-8D37009E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386A4-0B9C-4DAE-AD91-5044A47A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09520B-3C41-4846-9D04-5000CA69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6072EB-9AF2-4A82-8879-E93B7C4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91598928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AF99CE-7A58-44A3-AD7C-3964279B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12E27-013F-4B93-A53F-EDDE796F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B96D2E-B2FB-427E-912C-D41C3246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9F015-BE94-4BDD-9A83-126A205C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D0D6D-BB67-4C49-BC74-22DB57AC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DB947-5248-4706-B9B5-E9952494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F2769-1850-4D7B-AC79-B38F10C1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6004A-475B-420C-9174-B079F04E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D83A6-2CC5-48E7-A465-F87143CF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5DB2F-A4C2-4BAD-9CD2-CEE2B8E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BF224-3167-4801-97A7-08C0B883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698E33-830C-48C4-9301-541BC91D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82C457-72D3-46B7-A3FA-83F6DEFA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C30CD-1F8B-4CEB-A18D-F470FB51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17A0D5-C12C-419C-A9CA-3398102C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E83939-534F-4EB6-A91C-1325B528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F2468-3B40-4D2C-856F-49C7D07D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B24CD-EDF0-4E90-81E6-E4C6FDE5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4A114-0856-4809-BFB5-46122DF7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6F75F-0E5A-40EA-9DBF-8C5C4702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D15EE9-4F80-4BC4-A65C-866A73E5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3C65DF-3CB3-4F44-AAA7-FE0F973F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3B56F9-F45C-4940-BF44-F3D5010B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582EB-4174-4CB3-A98E-B5B4EFF9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6C4E11-59BE-45C0-A81E-C98589DA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370C71-5684-4923-B4FF-23DC3623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EFF245-4A84-4471-98AD-344D709A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E205C0-8157-4D3F-90E9-9A2C2E4E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DB3CEF-16C4-4D28-8BE1-13466603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4231419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90518A-459E-4BEA-9CFA-9CA644AB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60DFF-83ED-4970-8E21-0F9BEB67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56213-CCD0-4876-8311-38B2109A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42460-6538-403C-8AEB-8069D591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3603B6-D0EA-4F86-BE88-AF51DC39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F1503-7EBD-4FFA-B14A-42AA0707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16E2B-002E-42C5-8561-5FFDA49C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011AC-ED9B-4278-B499-76852BF3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4D09D-A8C8-4FB7-AC79-8578D036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FB253-6618-4A8B-A236-683914BC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F7C9E-AA21-4613-BF11-12CD2C43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AC16B-C6A7-41CF-B64D-5A8AFBF5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D3DE8-3E41-46D0-A307-AED7768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CD70D-51CD-4CF8-B5CF-883A3EE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F2020-D3B1-4653-AE80-6CF049A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992AC-E1F8-4EB9-B7C2-753B325F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8D4E6-508F-4C05-8BD2-FE1BEE12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858E9-F038-4C01-AE88-CDB502A1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2B98EC-1181-4B22-9A50-40AE2F61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15E639-D8B7-42D9-893D-FD76FB00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BD9F52-8A01-4746-BDB8-27E063C0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B81CA-2E8E-47C2-894D-423EC7E8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952625-3F4C-4239-92EE-5B8481D0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17348F-A1C2-44F3-9173-254A4BA7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48425-3F6E-428E-9DF3-662AA1F9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E5EB2-34FC-4482-A26C-F5DB2FB3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4F015E-060E-4BE3-95D0-0B160425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9598E1-C85F-4C91-AF13-E8CC8C6C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2EE0D-FB2B-4AE5-B01A-00413705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61030610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F6968-471A-4B0D-9F4D-5888C742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65384-CB4D-482F-8706-26294D0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D82E7-A9EA-483A-BF3C-06A6FBC5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1004F-53AA-4F81-828B-BCB36A5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C14273-1AFB-4570-8F9D-8FA1925B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4EA2F-DC55-4D02-8128-37D7CDBF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e93b206352460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F7443-A882-47DD-A276-ED0EA1B3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73AFE-5F21-4FAD-B57C-20416517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7826819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1E7FA-5360-475B-8EF8-B25C52FB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96B8E-B68F-4F06-91CB-66D2C047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C737F-9E8C-4FCD-8051-C07FCEC6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5EB2D-BB94-4C06-AB8D-3841F2FE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4C2DA-A1A4-498C-B95E-2F2F2652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6625E-9C42-465C-A515-81A5E4E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a379ffb8514f7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0672DD-3478-4522-A895-6980413A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96276-015F-417D-B32D-00411BF4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05201132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DBB33-C416-4FAE-A549-F9BCE0E2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9EB16-3C6E-481C-A7B5-CC8474F5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72457-42D2-4093-9C94-8B8A6B08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BDAD5-0D49-4120-88C6-C453222F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64D3F-9E4C-44B7-BAEE-45D6F291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8C053-671D-4691-89BB-B392AEF7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878a5fb5ff410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F81FD-F528-4297-9C86-3D83BFF3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83557D-BF3A-447D-AA19-D70BC71F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6000847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42D1ED-71A3-47CA-B151-EAF56113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9DDF4-2EFA-46AC-BC9F-1C948031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E7162-B08F-4D06-8C2A-0A751E6F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48DFA-81AD-40A7-87DE-16FC0D9B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11260-4CD5-4398-91F5-116DC80F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E81E4-AE73-442C-B9DF-EC09058D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89005-BBC1-4722-91DE-2261BF16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23E74-24C0-41AC-BCEA-692A1EBA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6C18E-FEDF-4D05-9232-3946BBD7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E7CBE-46BB-46F9-B27E-EE2B11D6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CCED7-7200-4052-B282-19EE6D42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38BE6F-DD0B-43EC-A241-30E40CF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6F693-E4E0-4B6C-A43A-F054177A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74C002-E76F-4866-BC45-7518D7CA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EBD77-10F0-457D-9450-162644DD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7C84A-DEB0-4969-84F2-1A465C32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C26D16-11E5-4F77-B435-1BE13AA3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713E9A-157D-49D8-8484-5D449FB5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63843-D1DA-486B-85C0-5A2A4664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F1CCBC-5853-4F7F-9BDE-0486395D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0CB0E6-335C-4966-B5D0-7A6E1F37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37205D-C124-4B0F-BB82-55ED32F0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A1C129-CBA6-4598-987F-2B9D29DA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1D69D3-C4DC-44F9-9D2B-FA2724F8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7CF6B5-64B0-4133-98C0-E6680FF1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252492-2486-43AE-A7CC-9974FE0E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E490A9-10CC-4027-931B-008CF7CC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7A8DBC-4AE1-4E8E-BF55-7EDEBE56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C8EC3F-C703-4ED2-AE7F-0FFC72A7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FE2585-16D0-49EB-8F97-0CB8E7FC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62A61B-5A4E-4D83-9450-C7391DB8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91C51F-B14D-4F04-B2CE-2EB9409B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6C5670-C6C8-43E6-A71F-C452034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E9152-6F7E-4B73-900F-34ACE2A6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2963EA-FC5C-44F0-9E6B-C5F48CAF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7D6C19-BAE7-4E04-890E-01675C40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50980A-2156-4C91-AD6B-8E7B8EB9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860B1F-7023-43A2-8467-1B311F68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2DA8FC-BB3D-4C63-9726-790560BA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5BE2E6-FF63-479F-83F6-C76D1DCA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DEA4FD6-10A1-466B-A9E0-580DB78F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A72400-110D-483F-A0EF-FEE52892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80BF90-7438-44D8-AC02-6225A1F1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E3F0DB-6CC0-4712-9474-BAA9850A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736EC8-2618-4589-9BA9-AD53E1A8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8869B9-A312-423C-9EF0-43A21CD3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0BDE6FA-E4C8-4B50-85BE-5C2EF809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0B6423-F2EB-4AD6-B709-791E0E2F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3E04CCF-6B1D-4003-B88A-C11EF395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E03CF9-7915-4F16-9EE7-65C180EF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B13154-F7B6-42D5-9C1E-66B4D802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DE7231-60CE-4D51-A113-703B48E0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5FE13E-80FB-4720-BBE8-A3133E24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0836AB-883D-4DDF-A17F-51D0A317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740617644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2026-07-27T14:24:50.1850000Z</dcterms:created>
  <dcterms:modified xsi:type="dcterms:W3CDTF">2026-07-27T14:24:50.1850000Z</dcterms:modified>
</coreProperties>
</file>