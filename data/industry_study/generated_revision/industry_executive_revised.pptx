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25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6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7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8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9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08e68f468f4fd3" /><Relationship Type="http://schemas.openxmlformats.org/officeDocument/2006/relationships/extended-properties" Target="/docProps/app.xml" Id="R2ce8fae715b54373" /><Relationship Type="http://schemas.openxmlformats.org/officeDocument/2006/relationships/officeDocument" Target="/ppt/presentation.xml" Id="Rf16c17c79eb740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c850c0a53342d6"/>
  </p:sldMasterIdLst>
  <p:notesMasterIdLst>
    <p:notesMasterId xmlns:r="http://schemas.openxmlformats.org/officeDocument/2006/relationships" r:id="R5c81354332a749f7"/>
  </p:notesMasterIdLst>
  <p:sldIdLst>
    <p:sldId xmlns:r="http://schemas.openxmlformats.org/officeDocument/2006/relationships" id="256" r:id="Rd0b13a241c9741d9"/>
    <p:sldId xmlns:r="http://schemas.openxmlformats.org/officeDocument/2006/relationships" id="257" r:id="Re13e554286da4fde"/>
    <p:sldId xmlns:r="http://schemas.openxmlformats.org/officeDocument/2006/relationships" id="258" r:id="R949693066e6e423c"/>
    <p:sldId xmlns:r="http://schemas.openxmlformats.org/officeDocument/2006/relationships" id="259" r:id="R70ef0fd606bb4b44"/>
    <p:sldId xmlns:r="http://schemas.openxmlformats.org/officeDocument/2006/relationships" id="260" r:id="Rb3d177c04d34436e"/>
    <p:sldId xmlns:r="http://schemas.openxmlformats.org/officeDocument/2006/relationships" id="261" r:id="Rbc40d7bb2b5748d5"/>
    <p:sldId xmlns:r="http://schemas.openxmlformats.org/officeDocument/2006/relationships" id="262" r:id="R3388f1c1006e4b3d"/>
    <p:sldId xmlns:r="http://schemas.openxmlformats.org/officeDocument/2006/relationships" id="263" r:id="R04014381f3a341a1"/>
    <p:sldId xmlns:r="http://schemas.openxmlformats.org/officeDocument/2006/relationships" id="264" r:id="R13902955aeda4240"/>
    <p:sldId xmlns:r="http://schemas.openxmlformats.org/officeDocument/2006/relationships" id="265" r:id="R57bead6e2cae4175"/>
    <p:sldId xmlns:r="http://schemas.openxmlformats.org/officeDocument/2006/relationships" id="266" r:id="R4ae1392c4786499f"/>
    <p:sldId xmlns:r="http://schemas.openxmlformats.org/officeDocument/2006/relationships" id="267" r:id="R3049695c57a34d1e"/>
    <p:sldId xmlns:r="http://schemas.openxmlformats.org/officeDocument/2006/relationships" id="268" r:id="Rb624bf5df7344aa3"/>
    <p:sldId xmlns:r="http://schemas.openxmlformats.org/officeDocument/2006/relationships" id="269" r:id="R942276cb79494347"/>
    <p:sldId xmlns:r="http://schemas.openxmlformats.org/officeDocument/2006/relationships" id="270" r:id="Reecdbb798e934bf6"/>
    <p:sldId xmlns:r="http://schemas.openxmlformats.org/officeDocument/2006/relationships" id="271" r:id="R40cf8ec5ea334554"/>
    <p:sldId xmlns:r="http://schemas.openxmlformats.org/officeDocument/2006/relationships" id="272" r:id="R95e9a3c9a91d48ff"/>
    <p:sldId xmlns:r="http://schemas.openxmlformats.org/officeDocument/2006/relationships" id="273" r:id="R213e2e73cae145bd"/>
    <p:sldId xmlns:r="http://schemas.openxmlformats.org/officeDocument/2006/relationships" id="274" r:id="Rc6ffe32971134478"/>
    <p:sldId xmlns:r="http://schemas.openxmlformats.org/officeDocument/2006/relationships" id="275" r:id="R80bc5be0286e47c4"/>
    <p:sldId xmlns:r="http://schemas.openxmlformats.org/officeDocument/2006/relationships" id="276" r:id="Ra697683796e54ba1"/>
    <p:sldId xmlns:r="http://schemas.openxmlformats.org/officeDocument/2006/relationships" id="277" r:id="R3764cb7c29794c62"/>
    <p:sldId xmlns:r="http://schemas.openxmlformats.org/officeDocument/2006/relationships" id="278" r:id="R1da8707491514664"/>
    <p:sldId xmlns:r="http://schemas.openxmlformats.org/officeDocument/2006/relationships" id="279" r:id="Rb4b5b8e75afe47b5"/>
    <p:sldId xmlns:r="http://schemas.openxmlformats.org/officeDocument/2006/relationships" id="280" r:id="Rb76d1b2b86ab4028"/>
    <p:sldId xmlns:r="http://schemas.openxmlformats.org/officeDocument/2006/relationships" id="281" r:id="Ra4f55bb5993b44b7"/>
    <p:sldId xmlns:r="http://schemas.openxmlformats.org/officeDocument/2006/relationships" id="282" r:id="R6dcc24a4351d4b52"/>
    <p:sldId xmlns:r="http://schemas.openxmlformats.org/officeDocument/2006/relationships" id="283" r:id="Rf48436ba3fef4266"/>
    <p:sldId xmlns:r="http://schemas.openxmlformats.org/officeDocument/2006/relationships" id="284" r:id="Raaaff9c73a15413a"/>
    <p:sldId xmlns:r="http://schemas.openxmlformats.org/officeDocument/2006/relationships" id="285" r:id="Rff4dffef8fc74338"/>
    <p:sldId xmlns:r="http://schemas.openxmlformats.org/officeDocument/2006/relationships" id="286" r:id="R61881817cb204d01"/>
    <p:sldId xmlns:r="http://schemas.openxmlformats.org/officeDocument/2006/relationships" id="287" r:id="Rda6affd9fee746f8"/>
    <p:sldId xmlns:r="http://schemas.openxmlformats.org/officeDocument/2006/relationships" id="288" r:id="R493b358ccfc54089"/>
    <p:sldId xmlns:r="http://schemas.openxmlformats.org/officeDocument/2006/relationships" id="289" r:id="R87729ec3e7a74592"/>
    <p:sldId xmlns:r="http://schemas.openxmlformats.org/officeDocument/2006/relationships" id="290" r:id="Rc675cddf7c6f44b8"/>
    <p:sldId xmlns:r="http://schemas.openxmlformats.org/officeDocument/2006/relationships" id="291" r:id="Ra030cd9a57224838"/>
    <p:sldId xmlns:r="http://schemas.openxmlformats.org/officeDocument/2006/relationships" id="292" r:id="R975c374ba1e042c1"/>
    <p:sldId xmlns:r="http://schemas.openxmlformats.org/officeDocument/2006/relationships" id="293" r:id="Rfa93963dc55e434b"/>
    <p:sldId xmlns:r="http://schemas.openxmlformats.org/officeDocument/2006/relationships" id="294" r:id="R7cbc371bcaad49f9"/>
    <p:sldId xmlns:r="http://schemas.openxmlformats.org/officeDocument/2006/relationships" id="295" r:id="R2e968ab07c58480d"/>
    <p:sldId xmlns:r="http://schemas.openxmlformats.org/officeDocument/2006/relationships" id="296" r:id="R92cf2370e305400e"/>
    <p:sldId xmlns:r="http://schemas.openxmlformats.org/officeDocument/2006/relationships" id="297" r:id="R14f6f1bdb05248ba"/>
    <p:sldId xmlns:r="http://schemas.openxmlformats.org/officeDocument/2006/relationships" id="298" r:id="R32a4009fd5b84772"/>
    <p:sldId xmlns:r="http://schemas.openxmlformats.org/officeDocument/2006/relationships" id="299" r:id="Rea0f86a5882d4c40"/>
    <p:sldId xmlns:r="http://schemas.openxmlformats.org/officeDocument/2006/relationships" id="300" r:id="R9af803a4e53b4234"/>
    <p:sldId xmlns:r="http://schemas.openxmlformats.org/officeDocument/2006/relationships" id="301" r:id="Rcb2c6fd052d54b0d"/>
    <p:sldId xmlns:r="http://schemas.openxmlformats.org/officeDocument/2006/relationships" id="302" r:id="R74539c1dbe864f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16a416586f4013" /><Relationship Type="http://schemas.openxmlformats.org/officeDocument/2006/relationships/slideMaster" Target="/ppt/slideMasters/slideMaster1.xml" Id="R4ac850c0a53342d6" /><Relationship Type="http://schemas.openxmlformats.org/officeDocument/2006/relationships/notesMaster" Target="/ppt/notesMasters/notesMaster1.xml" Id="R5c81354332a749f7" /><Relationship Type="http://schemas.openxmlformats.org/officeDocument/2006/relationships/presProps" Target="/ppt/presProps.xml" Id="R40582fb39b0f4f0f" /><Relationship Type="http://schemas.openxmlformats.org/officeDocument/2006/relationships/tableStyles" Target="/ppt/tableStyles.xml" Id="R65ce40d523b14deb" /><Relationship Type="http://schemas.openxmlformats.org/officeDocument/2006/relationships/slide" Target="/ppt/slides/slide1.xml" Id="Rd0b13a241c9741d9" /><Relationship Type="http://schemas.openxmlformats.org/officeDocument/2006/relationships/slide" Target="/ppt/slides/slide2.xml" Id="Re13e554286da4fde" /><Relationship Type="http://schemas.openxmlformats.org/officeDocument/2006/relationships/slide" Target="/ppt/slides/slide3.xml" Id="R949693066e6e423c" /><Relationship Type="http://schemas.openxmlformats.org/officeDocument/2006/relationships/slide" Target="/ppt/slides/slide4.xml" Id="R70ef0fd606bb4b44" /><Relationship Type="http://schemas.openxmlformats.org/officeDocument/2006/relationships/slide" Target="/ppt/slides/slide5.xml" Id="Rb3d177c04d34436e" /><Relationship Type="http://schemas.openxmlformats.org/officeDocument/2006/relationships/slide" Target="/ppt/slides/slide6.xml" Id="Rbc40d7bb2b5748d5" /><Relationship Type="http://schemas.openxmlformats.org/officeDocument/2006/relationships/slide" Target="/ppt/slides/slide7.xml" Id="R3388f1c1006e4b3d" /><Relationship Type="http://schemas.openxmlformats.org/officeDocument/2006/relationships/slide" Target="/ppt/slides/slide8.xml" Id="R04014381f3a341a1" /><Relationship Type="http://schemas.openxmlformats.org/officeDocument/2006/relationships/slide" Target="/ppt/slides/slide9.xml" Id="R13902955aeda4240" /><Relationship Type="http://schemas.openxmlformats.org/officeDocument/2006/relationships/slide" Target="/ppt/slides/slide10.xml" Id="R57bead6e2cae4175" /><Relationship Type="http://schemas.openxmlformats.org/officeDocument/2006/relationships/slide" Target="/ppt/slides/slide11.xml" Id="R4ae1392c4786499f" /><Relationship Type="http://schemas.openxmlformats.org/officeDocument/2006/relationships/slide" Target="/ppt/slides/slide12.xml" Id="R3049695c57a34d1e" /><Relationship Type="http://schemas.openxmlformats.org/officeDocument/2006/relationships/slide" Target="/ppt/slides/slide13.xml" Id="Rb624bf5df7344aa3" /><Relationship Type="http://schemas.openxmlformats.org/officeDocument/2006/relationships/slide" Target="/ppt/slides/slide14.xml" Id="R942276cb79494347" /><Relationship Type="http://schemas.openxmlformats.org/officeDocument/2006/relationships/slide" Target="/ppt/slides/slide15.xml" Id="Reecdbb798e934bf6" /><Relationship Type="http://schemas.openxmlformats.org/officeDocument/2006/relationships/slide" Target="/ppt/slides/slide16.xml" Id="R40cf8ec5ea334554" /><Relationship Type="http://schemas.openxmlformats.org/officeDocument/2006/relationships/slide" Target="/ppt/slides/slide17.xml" Id="R95e9a3c9a91d48ff" /><Relationship Type="http://schemas.openxmlformats.org/officeDocument/2006/relationships/slide" Target="/ppt/slides/slide18.xml" Id="R213e2e73cae145bd" /><Relationship Type="http://schemas.openxmlformats.org/officeDocument/2006/relationships/slide" Target="/ppt/slides/slide19.xml" Id="Rc6ffe32971134478" /><Relationship Type="http://schemas.openxmlformats.org/officeDocument/2006/relationships/slide" Target="/ppt/slides/slide20.xml" Id="R80bc5be0286e47c4" /><Relationship Type="http://schemas.openxmlformats.org/officeDocument/2006/relationships/slide" Target="/ppt/slides/slide21.xml" Id="Ra697683796e54ba1" /><Relationship Type="http://schemas.openxmlformats.org/officeDocument/2006/relationships/slide" Target="/ppt/slides/slide22.xml" Id="R3764cb7c29794c62" /><Relationship Type="http://schemas.openxmlformats.org/officeDocument/2006/relationships/slide" Target="/ppt/slides/slide23.xml" Id="R1da8707491514664" /><Relationship Type="http://schemas.openxmlformats.org/officeDocument/2006/relationships/slide" Target="/ppt/slides/slide24.xml" Id="Rb4b5b8e75afe47b5" /><Relationship Type="http://schemas.openxmlformats.org/officeDocument/2006/relationships/slide" Target="/ppt/slides/slide25.xml" Id="Rb76d1b2b86ab4028" /><Relationship Type="http://schemas.openxmlformats.org/officeDocument/2006/relationships/slide" Target="/ppt/slides/slide26.xml" Id="Ra4f55bb5993b44b7" /><Relationship Type="http://schemas.openxmlformats.org/officeDocument/2006/relationships/slide" Target="/ppt/slides/slide27.xml" Id="R6dcc24a4351d4b52" /><Relationship Type="http://schemas.openxmlformats.org/officeDocument/2006/relationships/slide" Target="/ppt/slides/slide28.xml" Id="Rf48436ba3fef4266" /><Relationship Type="http://schemas.openxmlformats.org/officeDocument/2006/relationships/slide" Target="/ppt/slides/slide29.xml" Id="Raaaff9c73a15413a" /><Relationship Type="http://schemas.openxmlformats.org/officeDocument/2006/relationships/slide" Target="/ppt/slides/slide30.xml" Id="Rff4dffef8fc74338" /><Relationship Type="http://schemas.openxmlformats.org/officeDocument/2006/relationships/slide" Target="/ppt/slides/slide31.xml" Id="R61881817cb204d01" /><Relationship Type="http://schemas.openxmlformats.org/officeDocument/2006/relationships/slide" Target="/ppt/slides/slide32.xml" Id="Rda6affd9fee746f8" /><Relationship Type="http://schemas.openxmlformats.org/officeDocument/2006/relationships/slide" Target="/ppt/slides/slide33.xml" Id="R493b358ccfc54089" /><Relationship Type="http://schemas.openxmlformats.org/officeDocument/2006/relationships/slide" Target="/ppt/slides/slide34.xml" Id="R87729ec3e7a74592" /><Relationship Type="http://schemas.openxmlformats.org/officeDocument/2006/relationships/slide" Target="/ppt/slides/slide35.xml" Id="Rc675cddf7c6f44b8" /><Relationship Type="http://schemas.openxmlformats.org/officeDocument/2006/relationships/slide" Target="/ppt/slides/slide36.xml" Id="Ra030cd9a57224838" /><Relationship Type="http://schemas.openxmlformats.org/officeDocument/2006/relationships/slide" Target="/ppt/slides/slide37.xml" Id="R975c374ba1e042c1" /><Relationship Type="http://schemas.openxmlformats.org/officeDocument/2006/relationships/slide" Target="/ppt/slides/slide38.xml" Id="Rfa93963dc55e434b" /><Relationship Type="http://schemas.openxmlformats.org/officeDocument/2006/relationships/slide" Target="/ppt/slides/slide39.xml" Id="R7cbc371bcaad49f9" /><Relationship Type="http://schemas.openxmlformats.org/officeDocument/2006/relationships/slide" Target="/ppt/slides/slide40.xml" Id="R2e968ab07c58480d" /><Relationship Type="http://schemas.openxmlformats.org/officeDocument/2006/relationships/slide" Target="/ppt/slides/slide41.xml" Id="R92cf2370e305400e" /><Relationship Type="http://schemas.openxmlformats.org/officeDocument/2006/relationships/slide" Target="/ppt/slides/slide42.xml" Id="R14f6f1bdb05248ba" /><Relationship Type="http://schemas.openxmlformats.org/officeDocument/2006/relationships/slide" Target="/ppt/slides/slide43.xml" Id="R32a4009fd5b84772" /><Relationship Type="http://schemas.openxmlformats.org/officeDocument/2006/relationships/slide" Target="/ppt/slides/slide44.xml" Id="Rea0f86a5882d4c40" /><Relationship Type="http://schemas.openxmlformats.org/officeDocument/2006/relationships/slide" Target="/ppt/slides/slide45.xml" Id="R9af803a4e53b4234" /><Relationship Type="http://schemas.openxmlformats.org/officeDocument/2006/relationships/slide" Target="/ppt/slides/slide46.xml" Id="Rcb2c6fd052d54b0d" /><Relationship Type="http://schemas.openxmlformats.org/officeDocument/2006/relationships/slide" Target="/ppt/slides/slide47.xml" Id="R74539c1dbe864f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db023eaf7c4a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89c48d5a974561" /><Relationship Type="http://schemas.openxmlformats.org/officeDocument/2006/relationships/notesMaster" Target="/ppt/notesMasters/notesMaster1.xml" Id="R06df53b8300b4b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86537d68554ff9" /><Relationship Type="http://schemas.openxmlformats.org/officeDocument/2006/relationships/notesMaster" Target="/ppt/notesMasters/notesMaster1.xml" Id="R6bb2b71d08684d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ea587de0a9441c" /><Relationship Type="http://schemas.openxmlformats.org/officeDocument/2006/relationships/notesMaster" Target="/ppt/notesMasters/notesMaster1.xml" Id="R47c4ff5768ae40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360057e32f4602" /><Relationship Type="http://schemas.openxmlformats.org/officeDocument/2006/relationships/notesMaster" Target="/ppt/notesMasters/notesMaster1.xml" Id="Rdd46e1ae29024c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6fe8ca8f2647b5" /><Relationship Type="http://schemas.openxmlformats.org/officeDocument/2006/relationships/notesMaster" Target="/ppt/notesMasters/notesMaster1.xml" Id="Rbc2929f1890349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f2fe847b46404b" /><Relationship Type="http://schemas.openxmlformats.org/officeDocument/2006/relationships/notesMaster" Target="/ppt/notesMasters/notesMaster1.xml" Id="R338d194eda8b4b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02c8f174094916" /><Relationship Type="http://schemas.openxmlformats.org/officeDocument/2006/relationships/notesMaster" Target="/ppt/notesMasters/notesMaster1.xml" Id="Rfe79a08f00e240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ec077d946146b2" /><Relationship Type="http://schemas.openxmlformats.org/officeDocument/2006/relationships/notesMaster" Target="/ppt/notesMasters/notesMaster1.xml" Id="Rbdb929252b8a4d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ab80992ad94e08" /><Relationship Type="http://schemas.openxmlformats.org/officeDocument/2006/relationships/notesMaster" Target="/ppt/notesMasters/notesMaster1.xml" Id="Rb0bd5c6f1de84c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e3d515b58a47c3" /><Relationship Type="http://schemas.openxmlformats.org/officeDocument/2006/relationships/notesMaster" Target="/ppt/notesMasters/notesMaster1.xml" Id="R2716974cbe1c43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3a06e9fbe1420e" /><Relationship Type="http://schemas.openxmlformats.org/officeDocument/2006/relationships/notesMaster" Target="/ppt/notesMasters/notesMaster1.xml" Id="Rc7bdd4a7182c4f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83ec4f7ecf48de" /><Relationship Type="http://schemas.openxmlformats.org/officeDocument/2006/relationships/notesMaster" Target="/ppt/notesMasters/notesMaster1.xml" Id="R11b323ec3847427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745c4b20425433a" /><Relationship Type="http://schemas.openxmlformats.org/officeDocument/2006/relationships/notesMaster" Target="/ppt/notesMasters/notesMaster1.xml" Id="Rfad607df82b949e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45fbca0e3bf4228" /><Relationship Type="http://schemas.openxmlformats.org/officeDocument/2006/relationships/notesMaster" Target="/ppt/notesMasters/notesMaster1.xml" Id="R7f96c9b071914bb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7f91cb85ab94b4f" /><Relationship Type="http://schemas.openxmlformats.org/officeDocument/2006/relationships/notesMaster" Target="/ppt/notesMasters/notesMaster1.xml" Id="R652d0214f3dc41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8315426436f429f" /><Relationship Type="http://schemas.openxmlformats.org/officeDocument/2006/relationships/notesMaster" Target="/ppt/notesMasters/notesMaster1.xml" Id="R2c4ef10fdb47420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865876d23854ff8" /><Relationship Type="http://schemas.openxmlformats.org/officeDocument/2006/relationships/notesMaster" Target="/ppt/notesMasters/notesMaster1.xml" Id="R07ca81abd6b7424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4b8c222bcdc4e2e" /><Relationship Type="http://schemas.openxmlformats.org/officeDocument/2006/relationships/notesMaster" Target="/ppt/notesMasters/notesMaster1.xml" Id="Rd316fa5028f3458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1a5cc78d5d47a6" /><Relationship Type="http://schemas.openxmlformats.org/officeDocument/2006/relationships/notesMaster" Target="/ppt/notesMasters/notesMaster1.xml" Id="R22485320eb154c9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9d945bd73bd4e99" /><Relationship Type="http://schemas.openxmlformats.org/officeDocument/2006/relationships/notesMaster" Target="/ppt/notesMasters/notesMaster1.xml" Id="R75f8c5a3ff774c7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fe40bf982324e17" /><Relationship Type="http://schemas.openxmlformats.org/officeDocument/2006/relationships/notesMaster" Target="/ppt/notesMasters/notesMaster1.xml" Id="R7cf0cdf37fe1445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38161227e4e41f9" /><Relationship Type="http://schemas.openxmlformats.org/officeDocument/2006/relationships/notesMaster" Target="/ppt/notesMasters/notesMaster1.xml" Id="R9733e5b8228349f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186a698249f4251" /><Relationship Type="http://schemas.openxmlformats.org/officeDocument/2006/relationships/notesMaster" Target="/ppt/notesMasters/notesMaster1.xml" Id="R12c564d86b434ae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009acf4616848b9" /><Relationship Type="http://schemas.openxmlformats.org/officeDocument/2006/relationships/notesMaster" Target="/ppt/notesMasters/notesMaster1.xml" Id="Rbf6877866c094e9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5058658ed29449f" /><Relationship Type="http://schemas.openxmlformats.org/officeDocument/2006/relationships/notesMaster" Target="/ppt/notesMasters/notesMaster1.xml" Id="R22f360c044c34d3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188cd990b814088" /><Relationship Type="http://schemas.openxmlformats.org/officeDocument/2006/relationships/notesMaster" Target="/ppt/notesMasters/notesMaster1.xml" Id="R143964c3b3ff4a2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195ca53a9f44eeb" /><Relationship Type="http://schemas.openxmlformats.org/officeDocument/2006/relationships/notesMaster" Target="/ppt/notesMasters/notesMaster1.xml" Id="Re4ef878740b2413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67fc022a87c432c" /><Relationship Type="http://schemas.openxmlformats.org/officeDocument/2006/relationships/notesMaster" Target="/ppt/notesMasters/notesMaster1.xml" Id="R412621b922f445a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567f530287449d8" /><Relationship Type="http://schemas.openxmlformats.org/officeDocument/2006/relationships/notesMaster" Target="/ppt/notesMasters/notesMaster1.xml" Id="R714f7baf6d0f434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e46fbefeebb4d2b" /><Relationship Type="http://schemas.openxmlformats.org/officeDocument/2006/relationships/notesMaster" Target="/ppt/notesMasters/notesMaster1.xml" Id="R39db21e453de467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ae422d575624140" /><Relationship Type="http://schemas.openxmlformats.org/officeDocument/2006/relationships/notesMaster" Target="/ppt/notesMasters/notesMaster1.xml" Id="R5b1f1e3cfc91444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0fbb3f5613a4ddd" /><Relationship Type="http://schemas.openxmlformats.org/officeDocument/2006/relationships/notesMaster" Target="/ppt/notesMasters/notesMaster1.xml" Id="Rb6566f2e7b0c41a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d73ce4cc9f7424e" /><Relationship Type="http://schemas.openxmlformats.org/officeDocument/2006/relationships/notesMaster" Target="/ppt/notesMasters/notesMaster1.xml" Id="Re57b960d4f39469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b7d2f26f8f6476c" /><Relationship Type="http://schemas.openxmlformats.org/officeDocument/2006/relationships/notesMaster" Target="/ppt/notesMasters/notesMaster1.xml" Id="R5c7332076bc347a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84fd5d999c24307" /><Relationship Type="http://schemas.openxmlformats.org/officeDocument/2006/relationships/notesMaster" Target="/ppt/notesMasters/notesMaster1.xml" Id="R5d8e241c81de4a4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207d598203c4dd3" /><Relationship Type="http://schemas.openxmlformats.org/officeDocument/2006/relationships/notesMaster" Target="/ppt/notesMasters/notesMaster1.xml" Id="R0118ff1c3159434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81d1e3e13074268" /><Relationship Type="http://schemas.openxmlformats.org/officeDocument/2006/relationships/notesMaster" Target="/ppt/notesMasters/notesMaster1.xml" Id="R366e3aefbf704cf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a5d996cd2dd4ef1" /><Relationship Type="http://schemas.openxmlformats.org/officeDocument/2006/relationships/notesMaster" Target="/ppt/notesMasters/notesMaster1.xml" Id="R1c9bb4a1cc584a0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d718d3919704001" /><Relationship Type="http://schemas.openxmlformats.org/officeDocument/2006/relationships/notesMaster" Target="/ppt/notesMasters/notesMaster1.xml" Id="R63ae830581104979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16605b091a154c2c" /><Relationship Type="http://schemas.openxmlformats.org/officeDocument/2006/relationships/notesMaster" Target="/ppt/notesMasters/notesMaster1.xml" Id="R092d2a3ae1ba467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e274d42276884e7d" /><Relationship Type="http://schemas.openxmlformats.org/officeDocument/2006/relationships/notesMaster" Target="/ppt/notesMasters/notesMaster1.xml" Id="Rd8c2a6d003734da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7adc14c1f634517" /><Relationship Type="http://schemas.openxmlformats.org/officeDocument/2006/relationships/notesMaster" Target="/ppt/notesMasters/notesMaster1.xml" Id="R1e0a4a5a847746e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1d7f68fd2ba4a91" /><Relationship Type="http://schemas.openxmlformats.org/officeDocument/2006/relationships/notesMaster" Target="/ppt/notesMasters/notesMaster1.xml" Id="R13642b40f0b7458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6615598651f14dc7" /><Relationship Type="http://schemas.openxmlformats.org/officeDocument/2006/relationships/notesMaster" Target="/ppt/notesMasters/notesMaster1.xml" Id="Rdd969aa828f9487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eb737ff330e40d8" /><Relationship Type="http://schemas.openxmlformats.org/officeDocument/2006/relationships/notesMaster" Target="/ppt/notesMasters/notesMaster1.xml" Id="R641c687c61264fa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92b8341aaa14cbc" /><Relationship Type="http://schemas.openxmlformats.org/officeDocument/2006/relationships/notesMaster" Target="/ppt/notesMasters/notesMaster1.xml" Id="R761657efd487485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5302a8977d946c6" /><Relationship Type="http://schemas.openxmlformats.org/officeDocument/2006/relationships/notesMaster" Target="/ppt/notesMasters/notesMaster1.xml" Id="R04bfd9a14ff14d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0f352635344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d726cf1f904877" /><Relationship Type="http://schemas.openxmlformats.org/officeDocument/2006/relationships/slideLayout" Target="/ppt/slideLayouts/slideLayout1.xml" Id="Re02e0bd0d6e54f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2e0bd0d6e54f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8e8605cee4de0" /><Relationship Type="http://schemas.openxmlformats.org/officeDocument/2006/relationships/notesSlide" Target="/ppt/notesSlides/notesSlide1.xml" Id="R641d5b8278d841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86287ab8444c8" /><Relationship Type="http://schemas.openxmlformats.org/officeDocument/2006/relationships/notesSlide" Target="/ppt/notesSlides/notesSlide2.xml" Id="Re4b870090b6747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57dcf097934ba9" /><Relationship Type="http://schemas.openxmlformats.org/officeDocument/2006/relationships/chart" Target="/ppt/slides/charts/chart1.xml" Id="R0fb64db044c34791" /><Relationship Type="http://schemas.openxmlformats.org/officeDocument/2006/relationships/notesSlide" Target="/ppt/notesSlides/notesSlide3.xml" Id="R8a3441ad83d146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d9692476e4d40" /><Relationship Type="http://schemas.openxmlformats.org/officeDocument/2006/relationships/chart" Target="/ppt/slides/charts/chart2.xml" Id="Rd699b041c70e4d4e" /><Relationship Type="http://schemas.openxmlformats.org/officeDocument/2006/relationships/chart" Target="/ppt/slides/charts/chart3.xml" Id="R4fb7404a9d22481e" /><Relationship Type="http://schemas.openxmlformats.org/officeDocument/2006/relationships/chart" Target="/ppt/slides/charts/chart4.xml" Id="R13e39ad58bae4c96" /><Relationship Type="http://schemas.openxmlformats.org/officeDocument/2006/relationships/notesSlide" Target="/ppt/notesSlides/notesSlide4.xml" Id="Rf440993dfa7a48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f6921ed4142cf" /><Relationship Type="http://schemas.openxmlformats.org/officeDocument/2006/relationships/chart" Target="/ppt/slides/charts/chart5.xml" Id="R7762a41c65754139" /><Relationship Type="http://schemas.openxmlformats.org/officeDocument/2006/relationships/chart" Target="/ppt/slides/charts/chart6.xml" Id="R6e2da754dbc04c27" /><Relationship Type="http://schemas.openxmlformats.org/officeDocument/2006/relationships/chart" Target="/ppt/slides/charts/chart7.xml" Id="R5d4751f4f62d44ed" /><Relationship Type="http://schemas.openxmlformats.org/officeDocument/2006/relationships/chart" Target="/ppt/slides/charts/chart8.xml" Id="R356926e56d964865" /><Relationship Type="http://schemas.openxmlformats.org/officeDocument/2006/relationships/notesSlide" Target="/ppt/notesSlides/notesSlide5.xml" Id="R69d006c480df47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89cbbef284e00" /><Relationship Type="http://schemas.openxmlformats.org/officeDocument/2006/relationships/chart" Target="/ppt/slides/charts/chart9.xml" Id="R61f8369b3c524150" /><Relationship Type="http://schemas.openxmlformats.org/officeDocument/2006/relationships/chart" Target="/ppt/slides/charts/chart10.xml" Id="R692865af6d8e4e9c" /><Relationship Type="http://schemas.openxmlformats.org/officeDocument/2006/relationships/notesSlide" Target="/ppt/notesSlides/notesSlide6.xml" Id="R9d3ab21e144144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07637a49e44ad" /><Relationship Type="http://schemas.openxmlformats.org/officeDocument/2006/relationships/chart" Target="/ppt/slides/charts/chart11.xml" Id="R6b02603dac68402e" /><Relationship Type="http://schemas.openxmlformats.org/officeDocument/2006/relationships/chart" Target="/ppt/slides/charts/chart12.xml" Id="R4a993cc4323e4696" /><Relationship Type="http://schemas.openxmlformats.org/officeDocument/2006/relationships/notesSlide" Target="/ppt/notesSlides/notesSlide7.xml" Id="R778078bdfab047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a5514ea344de3" /><Relationship Type="http://schemas.openxmlformats.org/officeDocument/2006/relationships/chart" Target="/ppt/slides/charts/chart13.xml" Id="R33866d2d01f94517" /><Relationship Type="http://schemas.openxmlformats.org/officeDocument/2006/relationships/notesSlide" Target="/ppt/notesSlides/notesSlide8.xml" Id="R5e890799e22c43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89fee3f274d12" /><Relationship Type="http://schemas.openxmlformats.org/officeDocument/2006/relationships/chart" Target="/ppt/slides/charts/chart14.xml" Id="R016f36dfb4b54ff4" /><Relationship Type="http://schemas.openxmlformats.org/officeDocument/2006/relationships/notesSlide" Target="/ppt/notesSlides/notesSlide9.xml" Id="Rcfadd723f5f746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b4b5043d74beb" /><Relationship Type="http://schemas.openxmlformats.org/officeDocument/2006/relationships/chart" Target="/ppt/slides/charts/chart15.xml" Id="Rf8f5b7dc25c34649" /><Relationship Type="http://schemas.openxmlformats.org/officeDocument/2006/relationships/chart" Target="/ppt/slides/charts/chart16.xml" Id="R94b7f91e9fcc4bda" /><Relationship Type="http://schemas.openxmlformats.org/officeDocument/2006/relationships/notesSlide" Target="/ppt/notesSlides/notesSlide10.xml" Id="R95d414656ba945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a37c93d6f418e" /><Relationship Type="http://schemas.openxmlformats.org/officeDocument/2006/relationships/chart" Target="/ppt/slides/charts/chart17.xml" Id="R54710977983d461e" /><Relationship Type="http://schemas.openxmlformats.org/officeDocument/2006/relationships/notesSlide" Target="/ppt/notesSlides/notesSlide11.xml" Id="Rafa07b0a354346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72580ad83340a6" /><Relationship Type="http://schemas.openxmlformats.org/officeDocument/2006/relationships/chart" Target="/ppt/slides/charts/chart18.xml" Id="R6f94ebfb26e8420f" /><Relationship Type="http://schemas.openxmlformats.org/officeDocument/2006/relationships/notesSlide" Target="/ppt/notesSlides/notesSlide12.xml" Id="R1b8154c38d28416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594dfa4944a8a" /><Relationship Type="http://schemas.openxmlformats.org/officeDocument/2006/relationships/chart" Target="/ppt/slides/charts/chart19.xml" Id="R0e282cd7fcc04bee" /><Relationship Type="http://schemas.openxmlformats.org/officeDocument/2006/relationships/notesSlide" Target="/ppt/notesSlides/notesSlide13.xml" Id="R89c4b17f546a480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ab41a19cb479a" /><Relationship Type="http://schemas.openxmlformats.org/officeDocument/2006/relationships/chart" Target="/ppt/slides/charts/chart20.xml" Id="R7a9899a8cdfb44da" /><Relationship Type="http://schemas.openxmlformats.org/officeDocument/2006/relationships/chart" Target="/ppt/slides/charts/chart21.xml" Id="Rccfaea79e7ef4e11" /><Relationship Type="http://schemas.openxmlformats.org/officeDocument/2006/relationships/chart" Target="/ppt/slides/charts/chart22.xml" Id="R96f1cb63d0a541fb" /><Relationship Type="http://schemas.openxmlformats.org/officeDocument/2006/relationships/notesSlide" Target="/ppt/notesSlides/notesSlide14.xml" Id="Ra3381a5653bc465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ba0b2adbe4ad5" /><Relationship Type="http://schemas.openxmlformats.org/officeDocument/2006/relationships/chart" Target="/ppt/slides/charts/chart23.xml" Id="Re592e2a6a4104b9e" /><Relationship Type="http://schemas.openxmlformats.org/officeDocument/2006/relationships/chart" Target="/ppt/slides/charts/chart24.xml" Id="R241ecd58964542b8" /><Relationship Type="http://schemas.openxmlformats.org/officeDocument/2006/relationships/notesSlide" Target="/ppt/notesSlides/notesSlide15.xml" Id="R4e1c4d350c8c41e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6536c92e4462e" /><Relationship Type="http://schemas.openxmlformats.org/officeDocument/2006/relationships/image" Target="/ppt/media/image.png" Id="R7e2cc59edfe6405e" /><Relationship Type="http://schemas.openxmlformats.org/officeDocument/2006/relationships/notesSlide" Target="/ppt/notesSlides/notesSlide16.xml" Id="Rd14902298d1d4c2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4d0be60d64c99" /><Relationship Type="http://schemas.openxmlformats.org/officeDocument/2006/relationships/image" Target="/ppt/media/image2.png" Id="R47c799edf9824527" /><Relationship Type="http://schemas.openxmlformats.org/officeDocument/2006/relationships/notesSlide" Target="/ppt/notesSlides/notesSlide17.xml" Id="Re46aeb9404f2493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c667a72094092" /><Relationship Type="http://schemas.openxmlformats.org/officeDocument/2006/relationships/notesSlide" Target="/ppt/notesSlides/notesSlide18.xml" Id="Rb92bf1234c6f461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c4c3bb1f04f70" /><Relationship Type="http://schemas.openxmlformats.org/officeDocument/2006/relationships/notesSlide" Target="/ppt/notesSlides/notesSlide19.xml" Id="Ra4886dba990f4ce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239bb652f4eda" /><Relationship Type="http://schemas.openxmlformats.org/officeDocument/2006/relationships/chart" Target="/ppt/slides/charts/chart25.xml" Id="Rf227b7a165884308" /><Relationship Type="http://schemas.openxmlformats.org/officeDocument/2006/relationships/notesSlide" Target="/ppt/notesSlides/notesSlide20.xml" Id="R7fe162998fb646a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e8d46cba30493e" /><Relationship Type="http://schemas.openxmlformats.org/officeDocument/2006/relationships/notesSlide" Target="/ppt/notesSlides/notesSlide21.xml" Id="Rf5419d92bfc2444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ed01b9aa44dfd" /><Relationship Type="http://schemas.openxmlformats.org/officeDocument/2006/relationships/chart" Target="/ppt/slides/charts/chart26.xml" Id="Rb9686003297d4bd5" /><Relationship Type="http://schemas.openxmlformats.org/officeDocument/2006/relationships/notesSlide" Target="/ppt/notesSlides/notesSlide22.xml" Id="R3987a9e4762a455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9b1fe26fc460d" /><Relationship Type="http://schemas.openxmlformats.org/officeDocument/2006/relationships/notesSlide" Target="/ppt/notesSlides/notesSlide23.xml" Id="R60ea37b611e5459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728f92b5c41bd" /><Relationship Type="http://schemas.openxmlformats.org/officeDocument/2006/relationships/chart" Target="/ppt/slides/charts/chart27.xml" Id="R4009769debea43a4" /><Relationship Type="http://schemas.openxmlformats.org/officeDocument/2006/relationships/notesSlide" Target="/ppt/notesSlides/notesSlide24.xml" Id="R1f143f3fd2e1479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a67e450c441c9" /><Relationship Type="http://schemas.openxmlformats.org/officeDocument/2006/relationships/chart" Target="/ppt/slides/charts/chart28.xml" Id="R00f7f56f41684cc0" /><Relationship Type="http://schemas.openxmlformats.org/officeDocument/2006/relationships/notesSlide" Target="/ppt/notesSlides/notesSlide25.xml" Id="Rb251786039d34e0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acc6815c84da7" /><Relationship Type="http://schemas.openxmlformats.org/officeDocument/2006/relationships/chart" Target="/ppt/slides/charts/chart29.xml" Id="R2cb55c6ca0984c3b" /><Relationship Type="http://schemas.openxmlformats.org/officeDocument/2006/relationships/notesSlide" Target="/ppt/notesSlides/notesSlide26.xml" Id="Rbb6aa1f13d3740e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aa38aa7a54f95" /><Relationship Type="http://schemas.openxmlformats.org/officeDocument/2006/relationships/notesSlide" Target="/ppt/notesSlides/notesSlide27.xml" Id="R234c98d74f384db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a4538c6484c89" /><Relationship Type="http://schemas.openxmlformats.org/officeDocument/2006/relationships/notesSlide" Target="/ppt/notesSlides/notesSlide28.xml" Id="R20f5ac7f5aa24ce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6a0bcfe6e44b1" /><Relationship Type="http://schemas.openxmlformats.org/officeDocument/2006/relationships/notesSlide" Target="/ppt/notesSlides/notesSlide29.xml" Id="Ra82da80bb23d4ec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e59ab21d34a9b" /><Relationship Type="http://schemas.openxmlformats.org/officeDocument/2006/relationships/notesSlide" Target="/ppt/notesSlides/notesSlide30.xml" Id="Rd04af36644a44f6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091b7d6e14f6f" /><Relationship Type="http://schemas.openxmlformats.org/officeDocument/2006/relationships/notesSlide" Target="/ppt/notesSlides/notesSlide31.xml" Id="R23bc56ccc8ab4b7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0705d8ff94afc" /><Relationship Type="http://schemas.openxmlformats.org/officeDocument/2006/relationships/notesSlide" Target="/ppt/notesSlides/notesSlide32.xml" Id="R994e4402f62e425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852090dcf47fc" /><Relationship Type="http://schemas.openxmlformats.org/officeDocument/2006/relationships/notesSlide" Target="/ppt/notesSlides/notesSlide33.xml" Id="R5f2bfa2e68f7421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36c0603e04ae9" /><Relationship Type="http://schemas.openxmlformats.org/officeDocument/2006/relationships/notesSlide" Target="/ppt/notesSlides/notesSlide34.xml" Id="Rcc5141fb6dde479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a91fe360a405e" /><Relationship Type="http://schemas.openxmlformats.org/officeDocument/2006/relationships/notesSlide" Target="/ppt/notesSlides/notesSlide35.xml" Id="R09748c6f9826488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db2c142cb42b6" /><Relationship Type="http://schemas.openxmlformats.org/officeDocument/2006/relationships/notesSlide" Target="/ppt/notesSlides/notesSlide36.xml" Id="Rcc461ee283f0435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92e91eb71408f" /><Relationship Type="http://schemas.openxmlformats.org/officeDocument/2006/relationships/notesSlide" Target="/ppt/notesSlides/notesSlide37.xml" Id="Rf6e5d0f27c94428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2675861404554" /><Relationship Type="http://schemas.openxmlformats.org/officeDocument/2006/relationships/notesSlide" Target="/ppt/notesSlides/notesSlide38.xml" Id="Rf42c44ce89b549b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6fb2cbd1b4b53" /><Relationship Type="http://schemas.openxmlformats.org/officeDocument/2006/relationships/notesSlide" Target="/ppt/notesSlides/notesSlide39.xml" Id="R1541ef5be9d4484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2713b0d9d4983" /><Relationship Type="http://schemas.openxmlformats.org/officeDocument/2006/relationships/notesSlide" Target="/ppt/notesSlides/notesSlide40.xml" Id="R0e6f8e208d3d45e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3b3a06bce46cb" /><Relationship Type="http://schemas.openxmlformats.org/officeDocument/2006/relationships/notesSlide" Target="/ppt/notesSlides/notesSlide41.xml" Id="R39495985dc1e4aa1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52157519d4dac" /><Relationship Type="http://schemas.openxmlformats.org/officeDocument/2006/relationships/notesSlide" Target="/ppt/notesSlides/notesSlide42.xml" Id="Rdcdfe44723fd403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adb7a47dc424c" /><Relationship Type="http://schemas.openxmlformats.org/officeDocument/2006/relationships/notesSlide" Target="/ppt/notesSlides/notesSlide43.xml" Id="Rda2b5eed3f664db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f7f5550aa4120" /><Relationship Type="http://schemas.openxmlformats.org/officeDocument/2006/relationships/notesSlide" Target="/ppt/notesSlides/notesSlide44.xml" Id="R990b0bdaf9ce465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46995335d143e2" /><Relationship Type="http://schemas.openxmlformats.org/officeDocument/2006/relationships/notesSlide" Target="/ppt/notesSlides/notesSlide45.xml" Id="R0f469d48c5f641d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f52e05ae7449f" /><Relationship Type="http://schemas.openxmlformats.org/officeDocument/2006/relationships/notesSlide" Target="/ppt/notesSlides/notesSlide46.xml" Id="R9460fabc2447480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bb6abcf634232" /><Relationship Type="http://schemas.openxmlformats.org/officeDocument/2006/relationships/notesSlide" Target="/ppt/notesSlides/notesSlide47.xml" Id="R93758bb84647417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0.7183131045712461</c:v>
              </c:pt>
              <c:pt idx="1">
                <c:v>0.3567294541524492</c:v>
              </c:pt>
              <c:pt idx="2">
                <c:v>0.7280980440364134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0.503901550605627</c:v>
              </c:pt>
              <c:pt idx="1">
                <c:v>0.24232087001181668</c:v>
              </c:pt>
              <c:pt idx="2">
                <c:v>0.5288054576797567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0.0990264248232046</c:v>
              </c:pt>
              <c:pt idx="1">
                <c:v>0.6611870074822579</c:v>
              </c:pt>
              <c:pt idx="2">
                <c:v>0.0414481143203419</c:v>
              </c:pt>
              <c:pt idx="3">
                <c:v>0.0521489342892355</c:v>
              </c:pt>
              <c:pt idx="4">
                <c:v>0.0567572663282072</c:v>
              </c:pt>
              <c:pt idx="5">
                <c:v>0.2136203543533293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0.128212506976499</c:v>
              </c:pt>
              <c:pt idx="1">
                <c:v>0.0096806367055208</c:v>
              </c:pt>
              <c:pt idx="2">
                <c:v>0.1137488845128169</c:v>
              </c:pt>
              <c:pt idx="3">
                <c:v>0.1601130774154732</c:v>
              </c:pt>
              <c:pt idx="4">
                <c:v>0.2987017997195839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0.0140116005534091</c:v>
              </c:pt>
              <c:pt idx="1">
                <c:v>0.0094527897804782</c:v>
              </c:pt>
              <c:pt idx="2">
                <c:v>0.0975132700060647</c:v>
              </c:pt>
              <c:pt idx="3">
                <c:v>0.0620957844585563</c:v>
              </c:pt>
              <c:pt idx="4">
                <c:v>0.2386922325581826</c:v>
              </c:pt>
              <c:pt idx="5">
                <c:v>0.0528015720604226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0.075505515120115</c:v>
              </c:pt>
              <c:pt idx="1">
                <c:v>0.005650213947542</c:v>
              </c:pt>
              <c:pt idx="2">
                <c:v>0.1110519536793041</c:v>
              </c:pt>
              <c:pt idx="3">
                <c:v>0.014768115843443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0.0218624310503035</c:v>
              </c:pt>
              <c:pt idx="2">
                <c:v>0.1441403762734957</c:v>
              </c:pt>
              <c:pt idx="3">
                <c:v>0.1675256950501003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0.0431588576073536</c:v>
              </c:pt>
              <c:pt idx="1">
                <c:v>0.0014143975904966</c:v>
              </c:pt>
              <c:pt idx="2">
                <c:v>0.1282934257881305</c:v>
              </c:pt>
              <c:pt idx="3">
                <c:v>0.1124159134008817</c:v>
              </c:pt>
              <c:pt idx="4">
                <c:v>0.2219096503793298</c:v>
              </c:pt>
              <c:pt idx="5">
                <c:v>0.0100687880387016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0.1222860396106066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0.0703673776854007</c:v>
              </c:pt>
              <c:pt idx="1">
                <c:v>0.0091226305520816</c:v>
              </c:pt>
              <c:pt idx="2">
                <c:v>0.0006705493289052</c:v>
              </c:pt>
              <c:pt idx="3">
                <c:v>0.0509084621156352</c:v>
              </c:pt>
              <c:pt idx="4">
                <c:v>0</c:v>
              </c:pt>
              <c:pt idx="5">
                <c:v>0.0196753475958024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0.0299300898256725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0.0240515940768077</c:v>
              </c:pt>
              <c:pt idx="1">
                <c:v>0.0014712290879408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0.3316904084732829</c:v>
              </c:pt>
              <c:pt idx="1">
                <c:v>0.2286467077738171</c:v>
              </c:pt>
              <c:pt idx="2">
                <c:v>0.275344591314978</c:v>
              </c:pt>
              <c:pt idx="3">
                <c:v>0.331488658556871</c:v>
              </c:pt>
              <c:pt idx="4">
                <c:v>0.0744720816454161</c:v>
              </c:pt>
              <c:pt idx="5">
                <c:v>0.2568600064437893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0.0458089085133664</c:v>
              </c:pt>
              <c:pt idx="1">
                <c:v>0.0010431433080663</c:v>
              </c:pt>
              <c:pt idx="2">
                <c:v>0.0476979191106428</c:v>
              </c:pt>
              <c:pt idx="3">
                <c:v>0.1612643199454508</c:v>
              </c:pt>
              <c:pt idx="4">
                <c:v>0.2879172705646674</c:v>
              </c:pt>
              <c:pt idx="5">
                <c:v>0.0445222159437067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0.0435787128216393</c:v>
              </c:pt>
              <c:pt idx="1">
                <c:v>0.0218624310503035</c:v>
              </c:pt>
              <c:pt idx="2">
                <c:v>0.1416344579115185</c:v>
              </c:pt>
              <c:pt idx="3">
                <c:v>0.0988373717941237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0.0022422931404634</c:v>
              </c:pt>
              <c:pt idx="1">
                <c:v>0.0006138459364985</c:v>
              </c:pt>
              <c:pt idx="2">
                <c:v>0.0749544808439372</c:v>
              </c:pt>
              <c:pt idx="3">
                <c:v>0.0346788102765514</c:v>
              </c:pt>
              <c:pt idx="4">
                <c:v>0.1779321795935377</c:v>
              </c:pt>
              <c:pt idx="5">
                <c:v>0.0315432619313249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0.0221725257014319</c:v>
              </c:pt>
              <c:pt idx="1">
                <c:v>0</c:v>
              </c:pt>
              <c:pt idx="2">
                <c:v>0.1092199950973199</c:v>
              </c:pt>
              <c:pt idx="3">
                <c:v>0.0823597948755415</c:v>
              </c:pt>
              <c:pt idx="4">
                <c:v>0.0932577416285109</c:v>
              </c:pt>
              <c:pt idx="5">
                <c:v>0.0014288577438735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0.0055435920253086</c:v>
              </c:pt>
              <c:pt idx="1">
                <c:v>0.2212588608018581</c:v>
              </c:pt>
              <c:pt idx="2">
                <c:v>0.0021820525999263</c:v>
              </c:pt>
              <c:pt idx="3">
                <c:v>0.0048604745270052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0.0586752184843061</c:v>
              </c:pt>
              <c:pt idx="1">
                <c:v>0.0215818662038886</c:v>
              </c:pt>
              <c:pt idx="2">
                <c:v>0.0001817325630543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0.0544619859653589</c:v>
              </c:pt>
              <c:pt idx="1">
                <c:v>0</c:v>
              </c:pt>
              <c:pt idx="2">
                <c:v>0.000679199356909</c:v>
              </c:pt>
              <c:pt idx="3">
                <c:v>0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0.0412484428841916</c:v>
              </c:pt>
              <c:pt idx="1">
                <c:v>0</c:v>
              </c:pt>
              <c:pt idx="2">
                <c:v>0</c:v>
              </c:pt>
              <c:pt idx="3">
                <c:v>0.0196685284996068</c:v>
              </c:pt>
              <c:pt idx="4">
                <c:v>0</c:v>
              </c:pt>
              <c:pt idx="5">
                <c:v>0.0259737742764902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0.0193437048109999</c:v>
              </c:pt>
              <c:pt idx="1">
                <c:v>0.0344936681835347</c:v>
              </c:pt>
              <c:pt idx="2">
                <c:v>0.0141059127113014</c:v>
              </c:pt>
              <c:pt idx="3">
                <c:v>0.0116493245680644</c:v>
              </c:pt>
              <c:pt idx="4">
                <c:v>0.0219114699406215</c:v>
              </c:pt>
              <c:pt idx="5">
                <c:v>0.0007285216184997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0.0115970386379531</c:v>
              </c:pt>
              <c:pt idx="1">
                <c:v>0</c:v>
              </c:pt>
              <c:pt idx="2">
                <c:v>0.0089160887169426</c:v>
              </c:pt>
              <c:pt idx="3">
                <c:v>0.1103711874874502</c:v>
              </c:pt>
              <c:pt idx="4">
                <c:v>0</c:v>
              </c:pt>
              <c:pt idx="5">
                <c:v>0.0660942165481527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0.6951518050425334</c:v>
              </c:pt>
              <c:pt idx="1">
                <c:v>0.6983799241362908</c:v>
              </c:pt>
              <c:pt idx="2">
                <c:v>0.600417311600118</c:v>
              </c:pt>
              <c:pt idx="3">
                <c:v>0.4698135654200273</c:v>
              </c:pt>
              <c:pt idx="4">
                <c:v>0.4189813382726622</c:v>
              </c:pt>
              <c:pt idx="5">
                <c:v>0.7877214328171848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5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0.0001757719724468</c:v>
              </c:pt>
              <c:pt idx="1">
                <c:v>0.0007662603795592</c:v>
              </c:pt>
              <c:pt idx="2">
                <c:v>1.0849488329413316E-05</c:v>
              </c:pt>
              <c:pt idx="3">
                <c:v>0.0064966226061782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0.0987009938453259</c:v>
              </c:pt>
              <c:pt idx="1">
                <c:v>0.6560004771902346</c:v>
              </c:pt>
              <c:pt idx="2">
                <c:v>0.041426253610816</c:v>
              </c:pt>
              <c:pt idx="3">
                <c:v>0.0518817821355781</c:v>
              </c:pt>
              <c:pt idx="4">
                <c:v>0.0510814780348981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0.1277549900044911</c:v>
              </c:pt>
              <c:pt idx="1">
                <c:v>0.0025226456325374</c:v>
              </c:pt>
              <c:pt idx="2">
                <c:v>0.1137488845128169</c:v>
              </c:pt>
              <c:pt idx="3">
                <c:v>0.1645238454260667</c:v>
              </c:pt>
              <c:pt idx="4">
                <c:v>0.2987017997195839</c:v>
              </c:pt>
              <c:pt idx="5">
                <c:v>0.2411558914210211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0.0327733739005585</c:v>
              </c:pt>
              <c:pt idx="1">
                <c:v>0.0270516797938475</c:v>
              </c:pt>
              <c:pt idx="2">
                <c:v>0.1009891858114575</c:v>
              </c:pt>
              <c:pt idx="3">
                <c:v>0.1817324636579589</c:v>
              </c:pt>
              <c:pt idx="4">
                <c:v>0.23956474396316</c:v>
              </c:pt>
              <c:pt idx="5">
                <c:v>0.0281081386502681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0.0809487716581075</c:v>
              </c:pt>
              <c:pt idx="1">
                <c:v>0.005650213947542</c:v>
              </c:pt>
              <c:pt idx="2">
                <c:v>0.1194570293861305</c:v>
              </c:pt>
              <c:pt idx="3">
                <c:v>0.0404370516427307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0.14038080593539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0.0484882936067297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0.0182205848015808</c:v>
              </c:pt>
              <c:pt idx="2">
                <c:v>0.1437676770818388</c:v>
              </c:pt>
              <c:pt idx="3">
                <c:v>0.1235060587467477</c:v>
              </c:pt>
              <c:pt idx="4">
                <c:v>0</c:v>
              </c:pt>
              <c:pt idx="5">
                <c:v>0.0338393432596599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0.0329520502592444</c:v>
              </c:pt>
              <c:pt idx="1">
                <c:v>0.0014143975904966</c:v>
              </c:pt>
              <c:pt idx="2">
                <c:v>0.1282934257881305</c:v>
              </c:pt>
              <c:pt idx="3">
                <c:v>0.1063549107852659</c:v>
              </c:pt>
              <c:pt idx="4">
                <c:v>0.1345238572052303</c:v>
              </c:pt>
              <c:pt idx="5">
                <c:v>0.0100687880387016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0.0293876981486142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0.0372259116486354</c:v>
              </c:pt>
              <c:pt idx="1">
                <c:v>0.0258844589270298</c:v>
              </c:pt>
              <c:pt idx="2">
                <c:v>0.0062089418936455</c:v>
              </c:pt>
              <c:pt idx="3">
                <c:v>0.0588516441861489</c:v>
              </c:pt>
              <c:pt idx="4">
                <c:v>0.0361947972578764</c:v>
              </c:pt>
              <c:pt idx="5">
                <c:v>0.0001885623105163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0.023451517330568</c:v>
              </c:pt>
              <c:pt idx="1">
                <c:v>0.0041128018022995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0.3245295358095095</c:v>
              </c:pt>
              <c:pt idx="1">
                <c:v>0.1952952214070387</c:v>
              </c:pt>
              <c:pt idx="2">
                <c:v>0.256717713385141</c:v>
              </c:pt>
              <c:pt idx="3">
                <c:v>0.1404751731853252</c:v>
              </c:pt>
              <c:pt idx="4">
                <c:v>0.1304204514597114</c:v>
              </c:pt>
              <c:pt idx="5">
                <c:v>0.26443415946581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0.0095923745348489</c:v>
              </c:pt>
              <c:pt idx="1">
                <c:v>0.0128779545548899</c:v>
              </c:pt>
              <c:pt idx="2">
                <c:v>0.0016020537540602</c:v>
              </c:pt>
              <c:pt idx="3">
                <c:v>0.0837017113643743</c:v>
              </c:pt>
              <c:pt idx="4">
                <c:v>4.5902990259467114E-05</c:v>
              </c:pt>
              <c:pt idx="5">
                <c:v>0.0005647464514148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30.503652120020003</c:v>
              </c:pt>
              <c:pt idx="1">
                <c:v>49.791555930259996</c:v>
              </c:pt>
              <c:pt idx="2">
                <c:v>50.02522483326</c:v>
              </c:pt>
              <c:pt idx="3">
                <c:v>54.205320400379996</c:v>
              </c:pt>
              <c:pt idx="4">
                <c:v>55.848683708799996</c:v>
              </c:pt>
              <c:pt idx="5">
                <c:v>109.74781118374001</c:v>
              </c:pt>
              <c:pt idx="6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CBSF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18.295029832140003</c:v>
              </c:pt>
              <c:pt idx="1">
                <c:v>20.98235935844</c:v>
              </c:pt>
              <c:pt idx="2">
                <c:v>22.01425002545</c:v>
              </c:pt>
              <c:pt idx="3">
                <c:v>26.694370669599998</c:v>
              </c:pt>
              <c:pt idx="4">
                <c:v>34.007826304160005</c:v>
              </c:pt>
              <c:pt idx="5">
                <c:v>40.313986110689996</c:v>
              </c:pt>
              <c:pt idx="6">
                <c:v>65.63818920692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Bradesco</c:v>
              </c:pt>
              <c:pt idx="2">
                <c:v>REAG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21.328667657280008</c:v>
              </c:pt>
              <c:pt idx="1">
                <c:v>48.781716176079996</c:v>
              </c:pt>
              <c:pt idx="2">
                <c:v>49.18187183748001</c:v>
              </c:pt>
              <c:pt idx="3">
                <c:v>60.3404601286</c:v>
              </c:pt>
              <c:pt idx="4">
                <c:v>72.34396085720999</c:v>
              </c:pt>
              <c:pt idx="5">
                <c:v>109.27981553644001</c:v>
              </c:pt>
              <c:pt idx="6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ex-6 controlados</c:v>
              </c:pt>
            </c:strLit>
          </c:cat>
          <c:val>
            <c:numLit>
              <c:formatCode>0.0</c:formatCode>
              <c:ptCount val="3"/>
              <c:pt idx="0">
                <c:v>65.63818920692</c:v>
              </c:pt>
              <c:pt idx="1">
                <c:v>40.313986110689996</c:v>
              </c:pt>
              <c:pt idx="2">
                <c:v>36.99760712574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51.51551577195</c:v>
              </c:pt>
              <c:pt idx="1">
                <c:v>68.9158113135</c:v>
              </c:pt>
              <c:pt idx="2">
                <c:v>75.14765624728999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0.6611870074822579</c:v>
              </c:pt>
              <c:pt idx="1">
                <c:v>0.3065550509629137</c:v>
              </c:pt>
              <c:pt idx="2">
                <c:v>0.1384886862758975</c:v>
              </c:pt>
              <c:pt idx="3">
                <c:v>0.0567572663282072</c:v>
              </c:pt>
              <c:pt idx="4">
                <c:v>0.0748397996820013</c:v>
              </c:pt>
              <c:pt idx="5">
                <c:v>0.0414481143203419</c:v>
              </c:pt>
              <c:pt idx="6">
                <c:v>0</c:v>
              </c:pt>
              <c:pt idx="7">
                <c:v>0.0521489342892355</c:v>
              </c:pt>
              <c:pt idx="8">
                <c:v>0</c:v>
              </c:pt>
              <c:pt idx="9">
                <c:v>0.2605841370684867</c:v>
              </c:pt>
              <c:pt idx="10">
                <c:v>0.0951979889117662</c:v>
              </c:pt>
              <c:pt idx="11">
                <c:v>0.0515483285980513</c:v>
              </c:pt>
              <c:pt idx="12">
                <c:v>0.2136203543533293</c:v>
              </c:pt>
              <c:pt idx="13">
                <c:v>0.0990264248232046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0.0096806367055208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0.1601130774154732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</c:v>
              </c:pt>
              <c:pt idx="13">
                <c:v>0.128212506976499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0.0094527897804782</c:v>
              </c:pt>
              <c:pt idx="1">
                <c:v>0.2340357556865194</c:v>
              </c:pt>
              <c:pt idx="2">
                <c:v>0.3835604510065076</c:v>
              </c:pt>
              <c:pt idx="3">
                <c:v>0.2386922325581826</c:v>
              </c:pt>
              <c:pt idx="4">
                <c:v>0</c:v>
              </c:pt>
              <c:pt idx="5">
                <c:v>0.0975132700060647</c:v>
              </c:pt>
              <c:pt idx="6">
                <c:v>0.2056251377166127</c:v>
              </c:pt>
              <c:pt idx="7">
                <c:v>0.0620957844585563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0.0528015720604226</c:v>
              </c:pt>
              <c:pt idx="13">
                <c:v>0.0140116005534091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0.1110519536793041</c:v>
              </c:pt>
              <c:pt idx="6">
                <c:v>0.058882728248978</c:v>
              </c:pt>
              <c:pt idx="7">
                <c:v>0.014768115843443</c:v>
              </c:pt>
              <c:pt idx="8">
                <c:v>0.119866476718708</c:v>
              </c:pt>
              <c:pt idx="9">
                <c:v>0.2175764336860203</c:v>
              </c:pt>
              <c:pt idx="10">
                <c:v>0.0850940839033368</c:v>
              </c:pt>
              <c:pt idx="11">
                <c:v>0.0733115187257639</c:v>
              </c:pt>
              <c:pt idx="12">
                <c:v>0.0743239223341259</c:v>
              </c:pt>
              <c:pt idx="13">
                <c:v>0.075505515120115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0.5171854935971928</c:v>
              </c:pt>
              <c:pt idx="5">
                <c:v>0.1441403762734957</c:v>
              </c:pt>
              <c:pt idx="6">
                <c:v>0</c:v>
              </c:pt>
              <c:pt idx="7">
                <c:v>0.1675256950501003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0.0091459098495054</c:v>
              </c:pt>
              <c:pt idx="13">
                <c:v>0.0555376438055603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0.2219096503793298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0.1124159134008817</c:v>
              </c:pt>
              <c:pt idx="8">
                <c:v>0.0274252954275441</c:v>
              </c:pt>
              <c:pt idx="9">
                <c:v>0.0653384865149628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0.0431588576073536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0.0328418092712618</c:v>
              </c:pt>
              <c:pt idx="13">
                <c:v>0.1222860396106066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-0.018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0.0091226305520816</c:v>
              </c:pt>
              <c:pt idx="1">
                <c:v>0.0622568638776309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</c:v>
              </c:pt>
              <c:pt idx="6">
                <c:v>0.0815048018193664</c:v>
              </c:pt>
              <c:pt idx="7">
                <c:v>0.0509084621156352</c:v>
              </c:pt>
              <c:pt idx="8">
                <c:v>0.0063526004800165</c:v>
              </c:pt>
              <c:pt idx="9">
                <c:v>0.1060388872397302</c:v>
              </c:pt>
              <c:pt idx="10">
                <c:v>0</c:v>
              </c:pt>
              <c:pt idx="11">
                <c:v>0</c:v>
              </c:pt>
              <c:pt idx="12">
                <c:v>0.0196753475958024</c:v>
              </c:pt>
              <c:pt idx="13">
                <c:v>0.0703673776854007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0.0299300898256725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0.0014712290879408</c:v>
              </c:pt>
              <c:pt idx="1">
                <c:v>0.0866620254832727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0.1346563668780915</c:v>
              </c:pt>
              <c:pt idx="12">
                <c:v>0.0895063986320403</c:v>
              </c:pt>
              <c:pt idx="13">
                <c:v>0.0240515940768077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0.2286467077738171</c:v>
              </c:pt>
              <c:pt idx="1">
                <c:v>0.1702106457464722</c:v>
              </c:pt>
              <c:pt idx="2">
                <c:v>0.2232205209380841</c:v>
              </c:pt>
              <c:pt idx="3">
                <c:v>0.0744720816454161</c:v>
              </c:pt>
              <c:pt idx="4">
                <c:v>0.3292727903922756</c:v>
              </c:pt>
              <c:pt idx="5">
                <c:v>0.275344591314978</c:v>
              </c:pt>
              <c:pt idx="6">
                <c:v>0.4879351913167288</c:v>
              </c:pt>
              <c:pt idx="7">
                <c:v>0.331488658556871</c:v>
              </c:pt>
              <c:pt idx="8">
                <c:v>0.3370335397849319</c:v>
              </c:pt>
              <c:pt idx="9">
                <c:v>0.1286684299622103</c:v>
              </c:pt>
              <c:pt idx="10">
                <c:v>0.3803056717017374</c:v>
              </c:pt>
              <c:pt idx="11">
                <c:v>0.6397400873744729</c:v>
              </c:pt>
              <c:pt idx="12">
                <c:v>0.2568600064437893</c:v>
              </c:pt>
              <c:pt idx="13">
                <c:v>0.3316904084732829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585313058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757749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0.0010431433080663</c:v>
              </c:pt>
              <c:pt idx="1">
                <c:v>0</c:v>
              </c:pt>
              <c:pt idx="2">
                <c:v>0.1620819157782274</c:v>
              </c:pt>
              <c:pt idx="3">
                <c:v>0.2879172705646674</c:v>
              </c:pt>
              <c:pt idx="4">
                <c:v>0</c:v>
              </c:pt>
              <c:pt idx="5">
                <c:v>0.0476979191106428</c:v>
              </c:pt>
              <c:pt idx="6">
                <c:v>0</c:v>
              </c:pt>
              <c:pt idx="7">
                <c:v>0.1612643199454508</c:v>
              </c:pt>
              <c:pt idx="8">
                <c:v>0</c:v>
              </c:pt>
              <c:pt idx="9">
                <c:v>0.0108293738831371</c:v>
              </c:pt>
              <c:pt idx="10">
                <c:v>0.0311258560003973</c:v>
              </c:pt>
              <c:pt idx="11">
                <c:v>0.0048848450101991</c:v>
              </c:pt>
              <c:pt idx="12">
                <c:v>0.0445222159437067</c:v>
              </c:pt>
              <c:pt idx="13">
                <c:v>0.0458089085133664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0.4427778819644692</c:v>
              </c:pt>
              <c:pt idx="5">
                <c:v>0.1416344579115185</c:v>
              </c:pt>
              <c:pt idx="6">
                <c:v>0</c:v>
              </c:pt>
              <c:pt idx="7">
                <c:v>0.0988373717941237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</c:v>
              </c:pt>
              <c:pt idx="12">
                <c:v>0.0091459098495054</c:v>
              </c:pt>
              <c:pt idx="13">
                <c:v>0.0435787128216393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700390505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0.0006138459364985</c:v>
              </c:pt>
              <c:pt idx="1">
                <c:v>0.0442126454698642</c:v>
              </c:pt>
              <c:pt idx="2">
                <c:v>0.2811942809310054</c:v>
              </c:pt>
              <c:pt idx="3">
                <c:v>0.1779321795935377</c:v>
              </c:pt>
              <c:pt idx="4">
                <c:v>0</c:v>
              </c:pt>
              <c:pt idx="5">
                <c:v>0.0749544808439372</c:v>
              </c:pt>
              <c:pt idx="6">
                <c:v>0.1256325612690352</c:v>
              </c:pt>
              <c:pt idx="7">
                <c:v>0.0346788102765514</c:v>
              </c:pt>
              <c:pt idx="8">
                <c:v>0.060618362683471</c:v>
              </c:pt>
              <c:pt idx="9">
                <c:v>0.0029404712225746</c:v>
              </c:pt>
              <c:pt idx="10">
                <c:v>0.0089787950009705</c:v>
              </c:pt>
              <c:pt idx="11">
                <c:v>0</c:v>
              </c:pt>
              <c:pt idx="12">
                <c:v>0.0315432619313249</c:v>
              </c:pt>
              <c:pt idx="13">
                <c:v>0.0022422931404634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6046075655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0.0119282578190441</c:v>
              </c:pt>
              <c:pt idx="2">
                <c:v>0</c:v>
              </c:pt>
              <c:pt idx="3">
                <c:v>0.0932577416285109</c:v>
              </c:pt>
              <c:pt idx="4">
                <c:v>0</c:v>
              </c:pt>
              <c:pt idx="5">
                <c:v>0.1092199950973199</c:v>
              </c:pt>
              <c:pt idx="6">
                <c:v>0</c:v>
              </c:pt>
              <c:pt idx="7">
                <c:v>0.0823597948755415</c:v>
              </c:pt>
              <c:pt idx="8">
                <c:v>0.0002117687649444</c:v>
              </c:pt>
              <c:pt idx="9">
                <c:v>0.0052510946575456</c:v>
              </c:pt>
              <c:pt idx="10">
                <c:v>0</c:v>
              </c:pt>
              <c:pt idx="11">
                <c:v>0</c:v>
              </c:pt>
              <c:pt idx="12">
                <c:v>0.0014288577438735</c:v>
              </c:pt>
              <c:pt idx="13">
                <c:v>0.0221725257014319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0.2212588608018581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</c:v>
              </c:pt>
              <c:pt idx="6">
                <c:v>0</c:v>
              </c:pt>
              <c:pt idx="7">
                <c:v>0.0048604745270052</c:v>
              </c:pt>
              <c:pt idx="8">
                <c:v>0.015033560571567</c:v>
              </c:pt>
              <c:pt idx="9">
                <c:v>0</c:v>
              </c:pt>
              <c:pt idx="10">
                <c:v>0.0115120249960094</c:v>
              </c:pt>
              <c:pt idx="11">
                <c:v>0</c:v>
              </c:pt>
              <c:pt idx="12">
                <c:v>0</c:v>
              </c:pt>
              <c:pt idx="13">
                <c:v>0.0055435920253086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0.0410644229302643</c:v>
              </c:pt>
              <c:pt idx="12">
                <c:v>0</c:v>
              </c:pt>
              <c:pt idx="13">
                <c:v>0.0586752184843061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</c:v>
              </c:pt>
              <c:pt idx="6">
                <c:v>0</c:v>
              </c:pt>
              <c:pt idx="7">
                <c:v>0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0.0035909865729401</c:v>
              </c:pt>
              <c:pt idx="12">
                <c:v>0.0328418092712618</c:v>
              </c:pt>
              <c:pt idx="13">
                <c:v>0.0544619859653589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0.0547197874056144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</c:v>
              </c:pt>
              <c:pt idx="7">
                <c:v>0.0196685284996068</c:v>
              </c:pt>
              <c:pt idx="8">
                <c:v>0</c:v>
              </c:pt>
              <c:pt idx="9">
                <c:v>0.0999317479213442</c:v>
              </c:pt>
              <c:pt idx="10">
                <c:v>0</c:v>
              </c:pt>
              <c:pt idx="11">
                <c:v>0</c:v>
              </c:pt>
              <c:pt idx="12">
                <c:v>0.0259737742764902</c:v>
              </c:pt>
              <c:pt idx="13">
                <c:v>0.0412484428841916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0.0344936681835347</c:v>
              </c:pt>
              <c:pt idx="1">
                <c:v>0</c:v>
              </c:pt>
              <c:pt idx="2">
                <c:v>0.0707778035816525</c:v>
              </c:pt>
              <c:pt idx="3">
                <c:v>0.0219114699406215</c:v>
              </c:pt>
              <c:pt idx="4">
                <c:v>0</c:v>
              </c:pt>
              <c:pt idx="5">
                <c:v>0.0141059127113014</c:v>
              </c:pt>
              <c:pt idx="6">
                <c:v>0</c:v>
              </c:pt>
              <c:pt idx="7">
                <c:v>0.0116493245680644</c:v>
              </c:pt>
              <c:pt idx="8">
                <c:v>0.058622173425719</c:v>
              </c:pt>
              <c:pt idx="9">
                <c:v>0</c:v>
              </c:pt>
              <c:pt idx="10">
                <c:v>0.0047005873098373</c:v>
              </c:pt>
              <c:pt idx="11">
                <c:v>0.000271393290433</c:v>
              </c:pt>
              <c:pt idx="12">
                <c:v>0.0007285216184997</c:v>
              </c:pt>
              <c:pt idx="13">
                <c:v>0.0193437048109999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4620599530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0.0947597191319019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0.0089160887169426</c:v>
              </c:pt>
              <c:pt idx="6">
                <c:v>0</c:v>
              </c:pt>
              <c:pt idx="7">
                <c:v>0.1103711874874502</c:v>
              </c:pt>
              <c:pt idx="8">
                <c:v>0</c:v>
              </c:pt>
              <c:pt idx="9">
                <c:v>0</c:v>
              </c:pt>
              <c:pt idx="10">
                <c:v>0.0116718604811848</c:v>
              </c:pt>
              <c:pt idx="11">
                <c:v>0</c:v>
              </c:pt>
              <c:pt idx="12">
                <c:v>0.0660942165481527</c:v>
              </c:pt>
              <c:pt idx="13">
                <c:v>0.0115970386379531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0.6983799241362908</c:v>
              </c:pt>
              <c:pt idx="1">
                <c:v>0.7943795901735753</c:v>
              </c:pt>
              <c:pt idx="2">
                <c:v>0.4858831841391264</c:v>
              </c:pt>
              <c:pt idx="3">
                <c:v>0.4189813382726622</c:v>
              </c:pt>
              <c:pt idx="4">
                <c:v>0.5572221180355307</c:v>
              </c:pt>
              <c:pt idx="5">
                <c:v>0.600417311600118</c:v>
              </c:pt>
              <c:pt idx="6">
                <c:v>0.7928626369115981</c:v>
              </c:pt>
              <c:pt idx="7">
                <c:v>0.4698135654200273</c:v>
              </c:pt>
              <c:pt idx="8">
                <c:v>0.8618106328401921</c:v>
              </c:pt>
              <c:pt idx="9">
                <c:v>0.8042631706928404</c:v>
              </c:pt>
              <c:pt idx="10">
                <c:v>0.9026109702403236</c:v>
              </c:pt>
              <c:pt idx="11">
                <c:v>0.950188352196163</c:v>
              </c:pt>
              <c:pt idx="12">
                <c:v>0.7877214328171848</c:v>
              </c:pt>
              <c:pt idx="13">
                <c:v>0.6951518050425334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0.0007662603795592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</c:v>
              </c:pt>
              <c:pt idx="5">
                <c:v>1.0849488329413316E-05</c:v>
              </c:pt>
              <c:pt idx="6">
                <c:v>0</c:v>
              </c:pt>
              <c:pt idx="7">
                <c:v>0.0064966226061782</c:v>
              </c:pt>
              <c:pt idx="8">
                <c:v>0</c:v>
              </c:pt>
              <c:pt idx="9">
                <c:v>0.0767841416225579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0.0001757719724468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0.6560004771902346</c:v>
              </c:pt>
              <c:pt idx="1">
                <c:v>0.3065550509629137</c:v>
              </c:pt>
              <c:pt idx="2">
                <c:v>0.1443388986280784</c:v>
              </c:pt>
              <c:pt idx="3">
                <c:v>0.0510814780348981</c:v>
              </c:pt>
              <c:pt idx="4">
                <c:v>0.0748397996820013</c:v>
              </c:pt>
              <c:pt idx="5">
                <c:v>0.041426253610816</c:v>
              </c:pt>
              <c:pt idx="6">
                <c:v>0</c:v>
              </c:pt>
              <c:pt idx="7">
                <c:v>0.0518817821355781</c:v>
              </c:pt>
              <c:pt idx="8">
                <c:v>0</c:v>
              </c:pt>
              <c:pt idx="9">
                <c:v>0.1853089860888031</c:v>
              </c:pt>
              <c:pt idx="10">
                <c:v>0.0951979889117662</c:v>
              </c:pt>
              <c:pt idx="11">
                <c:v>0.0515483285980513</c:v>
              </c:pt>
              <c:pt idx="12">
                <c:v>0.209321755829712</c:v>
              </c:pt>
              <c:pt idx="13">
                <c:v>0.0987009938453259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0.0025226456325374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0.1645238454260667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0.2411558914210211</c:v>
              </c:pt>
              <c:pt idx="13">
                <c:v>0.1277549900044911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0.0270516797938475</c:v>
              </c:pt>
              <c:pt idx="1">
                <c:v>0.2717322646373472</c:v>
              </c:pt>
              <c:pt idx="2">
                <c:v>0.3843394735701309</c:v>
              </c:pt>
              <c:pt idx="3">
                <c:v>0.23956474396316</c:v>
              </c:pt>
              <c:pt idx="4">
                <c:v>0.0136993357098014</c:v>
              </c:pt>
              <c:pt idx="5">
                <c:v>0.1009891858114575</c:v>
              </c:pt>
              <c:pt idx="6">
                <c:v>0.2337807539485041</c:v>
              </c:pt>
              <c:pt idx="7">
                <c:v>0.1817324636579589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0.0281081386502681</c:v>
              </c:pt>
              <c:pt idx="13">
                <c:v>0.0327733739005585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0.1194570293861305</c:v>
              </c:pt>
              <c:pt idx="6">
                <c:v>0.058882728248978</c:v>
              </c:pt>
              <c:pt idx="7">
                <c:v>0.0404370516427307</c:v>
              </c:pt>
              <c:pt idx="8">
                <c:v>0.116864520710458</c:v>
              </c:pt>
              <c:pt idx="9">
                <c:v>0.2175764336860203</c:v>
              </c:pt>
              <c:pt idx="10">
                <c:v>0.1886924315296011</c:v>
              </c:pt>
              <c:pt idx="11">
                <c:v>0.0733115187257639</c:v>
              </c:pt>
              <c:pt idx="12">
                <c:v>0.0743239223341259</c:v>
              </c:pt>
              <c:pt idx="13">
                <c:v>0.0809487716581075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0.0484882936067297</c:v>
              </c:pt>
              <c:pt idx="13">
                <c:v>0.14038080593539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0.0182205848015808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0.5171854935971928</c:v>
              </c:pt>
              <c:pt idx="5">
                <c:v>0.1437676770818388</c:v>
              </c:pt>
              <c:pt idx="6">
                <c:v>0.1302282787238085</c:v>
              </c:pt>
              <c:pt idx="7">
                <c:v>0.1235060587467477</c:v>
              </c:pt>
              <c:pt idx="8">
                <c:v>0.0030019560082499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0.0338393432596599</c:v>
              </c:pt>
              <c:pt idx="13">
                <c:v>0.0555376438055603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0.1345238572052303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0.1063549107852659</c:v>
              </c:pt>
              <c:pt idx="8">
                <c:v>0.0274252954275441</c:v>
              </c:pt>
              <c:pt idx="9">
                <c:v>0.0638294958720886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0.0329520502592444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0.0293876981486142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0.0258844589270298</c:v>
              </c:pt>
              <c:pt idx="1">
                <c:v>0.0259876479550446</c:v>
              </c:pt>
              <c:pt idx="2">
                <c:v>0.0038513441818396</c:v>
              </c:pt>
              <c:pt idx="3">
                <c:v>0.0361947972578764</c:v>
              </c:pt>
              <c:pt idx="4">
                <c:v>0.0228848438659473</c:v>
              </c:pt>
              <c:pt idx="5">
                <c:v>0.0062089418936455</c:v>
              </c:pt>
              <c:pt idx="6">
                <c:v>0</c:v>
              </c:pt>
              <c:pt idx="7">
                <c:v>0.0588516441861489</c:v>
              </c:pt>
              <c:pt idx="8">
                <c:v>0.0298022404971431</c:v>
              </c:pt>
              <c:pt idx="9">
                <c:v>0.0128304663626766</c:v>
              </c:pt>
              <c:pt idx="10">
                <c:v>0.0067169555656875</c:v>
              </c:pt>
              <c:pt idx="11">
                <c:v>0</c:v>
              </c:pt>
              <c:pt idx="12">
                <c:v>0.0001885623105163</c:v>
              </c:pt>
              <c:pt idx="13">
                <c:v>0.0372259116486354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0.0041128018022995</c:v>
              </c:pt>
              <c:pt idx="1">
                <c:v>0.087195517913098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0.1362491351604199</c:v>
              </c:pt>
              <c:pt idx="12">
                <c:v>0.0895063986320403</c:v>
              </c:pt>
              <c:pt idx="13">
                <c:v>0.023451517330568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0.1952952214070387</c:v>
              </c:pt>
              <c:pt idx="1">
                <c:v>0.1682498602884054</c:v>
              </c:pt>
              <c:pt idx="2">
                <c:v>0.2127399418404404</c:v>
              </c:pt>
              <c:pt idx="3">
                <c:v>0.1304204514597114</c:v>
              </c:pt>
              <c:pt idx="4">
                <c:v>0.2926886108165267</c:v>
              </c:pt>
              <c:pt idx="5">
                <c:v>0.256717713385141</c:v>
              </c:pt>
              <c:pt idx="6">
                <c:v>0.4101144099982526</c:v>
              </c:pt>
              <c:pt idx="7">
                <c:v>0.1404751731853252</c:v>
              </c:pt>
              <c:pt idx="8">
                <c:v>0.3135838997678053</c:v>
              </c:pt>
              <c:pt idx="9">
                <c:v>0.2218768508392639</c:v>
              </c:pt>
              <c:pt idx="10">
                <c:v>0.2677637195878389</c:v>
              </c:pt>
              <c:pt idx="11">
                <c:v>0.6381473190921444</c:v>
              </c:pt>
              <c:pt idx="12">
                <c:v>0.26443415946581</c:v>
              </c:pt>
              <c:pt idx="13">
                <c:v>0.3245295358095095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9155908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-0.01888667553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0.0128779545548899</c:v>
              </c:pt>
              <c:pt idx="1">
                <c:v>0</c:v>
              </c:pt>
              <c:pt idx="2">
                <c:v>6.281556998813609E-05</c:v>
              </c:pt>
              <c:pt idx="3">
                <c:v>4.5902990259467114E-05</c:v>
              </c:pt>
              <c:pt idx="4">
                <c:v>0</c:v>
              </c:pt>
              <c:pt idx="5">
                <c:v>0.0016020537540602</c:v>
              </c:pt>
              <c:pt idx="6">
                <c:v>0.0009416881821426</c:v>
              </c:pt>
              <c:pt idx="7">
                <c:v>0.0837017113643743</c:v>
              </c:pt>
              <c:pt idx="8">
                <c:v>0</c:v>
              </c:pt>
              <c:pt idx="9">
                <c:v>0.0767841416225579</c:v>
              </c:pt>
              <c:pt idx="10">
                <c:v>0.0022266489219465</c:v>
              </c:pt>
              <c:pt idx="11">
                <c:v>0</c:v>
              </c:pt>
              <c:pt idx="12">
                <c:v>0.0005647464514148</c:v>
              </c:pt>
              <c:pt idx="13">
                <c:v>0.0095923745348489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2200E8-8133-470E-9A02-6F58C44D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527FF-E0A7-4943-A8E8-6540D81E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D6E3D-C3C1-45F2-8972-22C5892F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0D6E19-874F-4E82-9630-6D9FB0E3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F6872-663C-4A73-B1A6-D6614DF5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8CA45-BA9F-4E0B-9ABA-8FC470E7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Ofertas: registros até 16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095473-0C11-4396-A9F0-10664940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15680420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BF7DA6-F12F-4B14-B1C5-FF05504C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141C5-0BB5-4203-B473-2392F8AD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B060F-39EA-465C-8488-C9287B9E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BA4D0-4C39-40C5-AC75-FE541315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0F2C8-476A-4536-BD50-7E67B448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B43A2-ABD2-4869-957B-159EE3FA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C9DDF5-B38C-4890-8C07-2EBF38A6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50AD9-9334-4E7C-B770-D06CED4A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C73C4-A760-4B21-97F7-B3AF159A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C468C-FBF0-41BC-BAAD-6C38BE9F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673232-015B-40B2-B8FB-9EF489FF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8DBA41-B1B9-4551-B925-0D99A8A1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B4429-82B7-4D7A-9399-12096524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A69D7-1C61-4849-9DF7-4364379C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F0DA2A-FC21-49AC-9358-49A6352E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AD1753-0086-4B6F-9473-7B1EA57D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9EA86-4718-4583-A786-EF74152B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AE3010-4821-4653-8C39-8070BEA7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5E71AC-43E8-4249-B93A-A2B992E3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B4C004-B39F-4E24-AA6C-BE060195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825782-4B63-4A31-91E1-B7AB2385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6788258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5F0541-49E9-4A11-9317-07EDEF0D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31D83-5362-4C0E-9723-FC7D440A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0D530-476A-4EA3-9EDB-F665B344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CC265-5327-4FC5-A03A-ED333BD5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CF1B1-5A02-4CA9-9D37-53854AE7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0D2A8-21F2-45B1-9F95-AAF425A6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b64db044c3479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A23E8F-10DD-493E-ADAB-EAD74B79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2AA8B-2274-491D-9CEF-F5BE2825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2951F-1D3B-410B-919D-76C9C751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99503-EFAB-4DA6-AD2F-84807898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53256F-FF1A-4B41-B8D0-495C0DBE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E2581A-501C-45DE-B824-F106F783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0ED9E-ADF1-4486-9047-BEB80958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09CDFA-5FA5-488A-B184-4841A931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B6129-0687-47C7-A82C-92298C6A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BB0CA7-9E5E-4B55-AC7C-B68D9418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D63CBD-BD37-4F23-81C6-5CA9F948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421230-CDC6-4DF9-8144-296B4F65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BB1C6B-11C7-467B-9431-F0067D92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F57F79-82B6-497C-89F4-3EA024F4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2DF9EA-90EC-4576-ADBF-BB100F26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317A41-9E3C-4DCB-8520-070D0E6E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ABC893-0BC0-44D4-A365-776ECAD7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B50A56-A37E-48BD-AAAF-C4ED59B0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DE8263-672E-44DB-99DC-6494CE02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190F22-8901-4A94-B9A8-0BB54586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C801A4-644B-402E-B778-7BF35B99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2EC3D9-28EF-41C2-A39F-1E1EBF05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10664329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DB5926-3B0A-4E23-9357-18679B19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8A36F-7A2B-4053-972C-365431C6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3EFC67-708A-4C87-B263-84C2FED1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8A5E6-FBFC-4A0F-8F3C-B3B2E4ED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01BE8-7130-4B22-A1F9-F68AE226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FC7B84-EEC3-484A-B8AC-2690ABE0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24E78-7FB0-434E-BB1C-C8E2F8B6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0B884-8981-4801-A371-ECB1A944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99b041c70e4d4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C8C286-68EB-48FD-99A6-A57DCC2B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16B797-BD3D-400A-8ABF-7F55CC56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50CE7C-FA77-4B75-BB51-B45023FE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72AEE-4ED2-46E0-8656-1054E525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EAD29D-9416-4C6D-8E6A-A6BBAD21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929007-8703-4E38-A682-8EE21778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65B305-0591-4D27-8975-F37679DC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b7404a9d22481e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638C42-0F89-4531-A34B-28B933AB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72A1E9-C4D1-40F0-971C-15229AF5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631681-1F66-47F5-868C-3695F261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8F6504-0BE1-4B05-8ACE-06FC7854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F1669F-4893-41DB-87A1-57356790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11AA64-C239-4FB1-8866-86A24200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02543B-C484-454F-9EA9-B1B48228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e39ad58bae4c96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D4CA4F-F70B-46EA-AA0E-A1C00389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20961433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CD5E5A-874C-4D96-9D7D-B46AAFA1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BCE4C4-9C47-4F4B-BA83-42393B56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43D6D2-BB5E-4D76-BB4C-91F77AAA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EC42AA-4319-438B-B13A-AB97D6A9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7DCDA-8B3B-4FE2-B26D-F55BE329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AB42E-0634-49A9-A82C-7F68AAD4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F2BB1-8005-477C-84C4-084881B5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D8C2C0-86C1-479B-BD6A-FD6FB0E5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7EE42-F75D-449A-82D9-3A0A24FB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03538-A59E-4C9C-8131-46B5ACCA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7085D0-792D-44A1-A611-A5BAD375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E86F1E-BC7E-49A5-87A7-4408B0CC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62a41c6575413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D95527-C789-4BEB-B83C-A78A2038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438122-2250-40B5-B5E3-70458AA3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2da754dbc04c27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5BFDD2-1FC4-4412-838F-D31C6BC9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8A3B4-5249-45CC-9B97-C480470D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4751f4f62d44ed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FBE0EF-C7D2-4C18-A39F-CE79957F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BC9416-9E1B-476F-A698-32A884D1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FB85B0-F93E-4B8F-88BE-6031C371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6926e56d964865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D77C47-07D2-497A-B52D-0176E9E6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BD144D-DCC1-445E-B0D8-3C5B92AD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2253463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492188-AE49-487A-9AA8-89860537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4E91B3-61D1-4276-B2DF-2F59F29E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C4F0F-D181-4BA9-828A-6A7E6DD5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BE848-5F1E-486F-A4DE-05525AF9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FA072-22D8-42DE-BE5A-F0669A3D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mai/26.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F43300-2DC8-45CC-BC8D-7E78E631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E567F9-0B6D-44AB-8F78-D8E68B1B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3D68E-BC70-46EC-AFC8-1A9960AF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f8369b3c52415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E4ECE-4003-49A9-90AB-EC8910FF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FFBB16-641D-45D4-A41B-4F95643A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2865af6d8e4e9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190B53-7D3E-46B1-B7F2-CED6D0D5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E1943-AC91-4D7C-A8BA-E7598C66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FCAD46-9667-43A2-9A5C-0A17177E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Mai/26: Outros 41,7%; Financeiro 26,6%.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16590455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7F7D25-E55F-4F27-BFB3-9E1D9E42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941DC-FFD8-411E-B5AB-87F7E01F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D780DF-B17F-47D9-8758-9FE8CA18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136FA-56F4-4F9B-9AD5-83B1EE87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A5543-78C8-40DC-B6A1-1D90DA67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Classifica o estoque mensal; percentuais fecham sobre a Tabela II. Soma segmentada supera a Tabela I em 13,3% e 8,7%.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6AF04-70A8-49AD-BE9F-C2427B7F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865D3-C7B0-47D9-98FF-5473B009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C9846-4F83-42FC-945C-E950A92F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02603dac68402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A08FF-BEE0-4BA6-92BD-C8437FE5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BDB5D6-0C6C-4D2C-BE0D-FAD9219F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993cc4323e469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DCB29C-86C6-4067-92F6-ED83E03A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DA307-381F-4DA9-8EB0-5A5DFCC8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mai/26, três CloudWalk declararam R$ 5,24 bi em Comercial; o gráfico mantém o reporte, sem reclassificar.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ACDBC-77C4-4C60-A6FE-BE243427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DECC85-8668-4A8A-8D21-335AE638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EDE02E-7274-4DCC-A207-1D4D007A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2BE13-4BB7-4761-951B-EC0E0CD1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380812-B6D4-4630-BEB8-EE2AA2D4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5B05C6-8C70-482E-9840-19FBB0F3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D48F65-FBEE-4D19-9A7F-40884211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1FD717-EE13-4FF4-B82D-6B18D8AD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9717552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91B4D8-8BF8-48A4-872C-511E63A3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E89155-EB6A-46B8-ADC3-D45EAE0B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09184-2E8F-4D25-8563-24B39300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554E0-B714-40EB-B6F1-848F09A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29631-1C2F-43CD-B03F-C5F46AE3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35243-3276-40D6-AAF3-0F58304F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A93B1-A4DE-4ED9-AFB6-3E0A79D4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2E6DB-74F7-4B46-8DB2-613FEAE2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866d2d01f9451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94CE12-B6B4-41F7-9820-61BD2054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797F5-6E8F-4441-80DB-57FB1782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0CA63-CD0A-484F-875B-CA800238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F0C0AD-DE77-44A9-A172-7B95523F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DFCDD-C631-41D2-91DF-8EE0019B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19B703-9F1B-4B7C-9253-81ABB6FE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8167E2-48E8-40E3-BCCF-4BF2C8B3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103C34-ABB4-4077-B365-765E6B4C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15F4F9-91DA-49B4-B8DD-D602C38F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404F50-116C-4D51-A583-E2506283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292387-EB2A-4829-BBC1-3D724094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05A46F-6F39-42C3-A953-297FA3B3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7031E4-8169-4CC9-81D3-C6093E7A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941669-7312-4429-8BD9-79C95BB4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CA3C2D-56FA-472E-A888-76012172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5C1FC0-0FA2-41C9-A9BB-E4D38F05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C7A0D3-9802-408B-926A-989119B4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463489-3A26-49DB-8350-BF313F78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3ABDF5-021A-418A-BDEF-A24D28B5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08EAEB-3DB1-4173-983F-B368EA37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FBEC6A-6BF2-43EE-963D-C3A6C63E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14440054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2526A4-C1A9-4364-9E1D-8F8D7314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048AE1-C56B-4DA9-AAEB-B9377A31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responde por R$ 16,7 bi da quebra de reporte entre jun e jul/24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ECDAD0-357E-4A6A-847D-70B1A7EA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ACE114-DD1A-4C10-A04A-C920B227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CF7DB9-1552-4ACF-9FE8-F617217C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painel CVM, regulamento, AGE e DFs. A troca Sefer→ID coincide com mudança de apresentação; a série não é like-for-like.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C5305-E176-4DBA-8FAE-3B9CAF45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2828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6f36dfb4b54ff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71C03-01BB-4C35-A403-30DEB4E6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AE481-3379-48C5-92F1-C4282A5B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786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E8AC83-22C5-432F-A31C-2F1597F7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1AA950-4937-495A-AB21-CF94AE2B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471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5AF4E3-5D9D-4AE9-88C4-B80FF9B6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1929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A68BC5-2E10-420B-B0CC-DB4D1B65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614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5DB72E-6C39-44B5-A733-9712ABED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248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E72C1-13C5-4D17-8299-A9FEF203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FE02A-B8F4-4C5C-80AC-530271D3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569D3A-34B6-430F-B94E-44A0D48F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48ECCD-E832-4FC5-B90C-530FB70D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14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16EC06-8A1E-42CB-9871-6B469A9F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33900"/>
            <a:ext cx="319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EC7000"/>
                </a:solidFill>
                <a:latin typeface="Arial"/>
                <a:ea typeface="Arial"/>
                <a:cs typeface="Arial"/>
              </a:rPr>
              <a:t>Caso Atlântico detalhado no apêndice · slide 47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56E41-035C-4851-9184-78A8674D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03E81-5D1D-4AC3-B308-DE5625D9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3695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Bridge jun→jul/24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99D525-EFB9-4FD0-A1DB-0700C27F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339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Veículos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08F2F8-D75D-428B-83BF-C8FECAA2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inad. bruta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D0C01B-507F-43ED-A912-EADCA766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ajustada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ADC8AC-3B6B-4E86-B412-35B569FB3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 excesso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A7A4D2-FFC8-44DE-9E33-50AF2A53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1C3549-4BBB-4BFC-8261-A26A413F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927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D05D65-2FD0-446D-98C4-9AEDAA19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Atlântico FIDC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FC66C8-EA3B-423A-930F-4E5B0C0E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EA43ED-8C62-4189-9C84-0BB86F1C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-16,6 bi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B1C308-5839-4119-8668-1A3D5521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R$ 0,1 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88A412-D57F-4355-A2E6-9038F9E7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2578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-16,7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F9AD83-5ADE-431B-A959-CACADA78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0227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09C39F-2931-4429-B5C4-0FA2F3DC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58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3324A7-CA3B-4F74-98CF-2C149B25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085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continuantes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5F6BD5-AD4B-4354-96BB-15E3465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3085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69169E-7670-4A8B-B1C6-379EAFB3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-4,3 bi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580E46-2897-422D-944E-08504F33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53085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-1,9 bi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4FE129-4148-4B1B-861C-D8662AAF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53085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-2,4 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2066D0-BAF4-4780-91A4-059E7461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5325"/>
            <a:ext cx="11049000" cy="27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A9FF17-4886-4CAE-BADB-D599DF27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38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8AD07C-F59A-4E5E-99CD-F6834C2C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03900"/>
            <a:ext cx="3695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Entradas / saídas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EC47D8-B92A-4C80-AA71-8B4DB42F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803900"/>
            <a:ext cx="13144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87 / 25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6462D69-C5C6-41C8-AD94-961FB1F0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1DC708-6464-4C14-B40D-B0F98483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803900"/>
            <a:ext cx="17907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112224F-D575-4986-B7E6-D409827A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803900"/>
            <a:ext cx="18859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-0,0 bi</a:t>
            </a:r>
          </a:p>
        </p:txBody>
      </p:sp>
    </p:spTree>
    <p:extLst>
      <p:ext uri="{BB962C8B-B14F-4D97-AF65-F5344CB8AC3E}">
        <p14:creationId xmlns:p14="http://schemas.microsoft.com/office/powerpoint/2010/main" val="836569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090835-5D18-4B12-9FE9-2170812D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CB691-7950-4DFC-9F42-0D84018E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35,7%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65D5B-50E7-44BF-A272-8D9DC03A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4D87E-FA1A-4592-9216-0C3013B3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A3116-F25C-4668-85B4-58F2827A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DB982-1083-405B-BB7C-20C17F9C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510EA4-A2A2-4CBE-A235-706F4F14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E9412-3ECD-4369-9485-72240DC3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f5b7dc25c3464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3A2AF-140D-4EA1-B096-6B9E9A01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111E9-DBF1-454B-8D06-0C928A94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DCD7C-08AD-47DD-990F-2B944182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b7f91e9fcc4bd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87230E-B56D-4AD7-9759-AE119EA4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58B69-5FED-4B30-BC40-907C910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63BBE0-4EFE-4F2C-93A1-2600D234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Mai/26: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EFDAF-CF50-41AD-AD60-F2DE85D3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40F1B-6E9E-4FD2-8CD1-A4A6AC4E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F37AD9-9685-43CA-BC38-C6F54E45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6522DD-C98B-46D2-BB89-33BB8482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20465206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A5184-AC49-4EA6-901C-88EB6569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ED75D3-858B-40E7-8421-539D7DC8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B5926-F42D-4EE7-A848-A7EBC017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F3C218-FE85-4C87-92D7-52A14E71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AD52F-8AC8-4134-A335-97844BFE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335F3F-E2C4-48D0-A143-BBA56078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710977983d461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7B7D5-0523-4954-9A13-671873D4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7263424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4AEE5-1985-4A52-89E7-19E634F1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8731E3-78B1-44DA-9837-95A02ACD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87043-703B-414B-8089-C1983B83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263927-40FF-4CC0-903D-F8FBAD30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225D99-7191-456B-B0C1-13903EAA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71724-28BA-4E36-94BC-D9061910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f94ebfb26e8420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A7195-7064-44EE-851D-153FF5E8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910299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A32B8-C392-4E18-856D-4BB82E2E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5A12C-B857-4688-9397-56708283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723D37-E74D-4280-8E7D-E67CDE20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E33AC9-DB45-4E81-B37F-2A1CE4F3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19C44-B931-4520-82E5-97D88900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AA790-EFD6-489A-8DB6-40977B73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282cd7fcc04be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7F815-725E-481F-980C-C0D83921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133656991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95FFC3-19D9-4639-89A4-C4FE7245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57CC2-947E-45B5-8659-8A93288B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herdou a escala da Singulare; veículos controlados sustentam 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763A6F-E2B6-49F0-A342-9B3EBB8A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52FB6-3286-41BA-9839-3EB2F2D6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EC889-9780-443A-99C0-7C34B7FC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DF BTG 1T26. PL ex-FIC; Sistema Petrobras e TAPSO excluídos. Administração observada; gestão e 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4AB20-98D9-497B-8075-AF43F171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1D554-F932-4213-B1D7-92B76289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2BC527-F59A-490A-843F-DB56540E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20015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55,8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50,0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30,5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902CC-55EC-46FE-AD7F-4E32E0C7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9899a8cdfb44da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169E4-0EC4-4A2A-8371-F15C3A1A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9AD6BA-0528-4F6A-8B62-8EA2EF1C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05125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65,6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26,3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18,3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985A14-CF47-4B42-B2AC-927150E7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faea79e7ef4e11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796311-07B3-421B-9B64-78987DBB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E05C4-7450-472A-8FA5-84F4E869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10100"/>
            <a:ext cx="2619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21,3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545579-69E6-4188-AB62-C20812F1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f1cb63d0a541fb"/>
          </a:graphicData>
        </a:graphic>
      </p:graphicFrame>
    </p:spTree>
    <p:extLst>
      <p:ext uri="{BB962C8B-B14F-4D97-AF65-F5344CB8AC3E}">
        <p14:creationId xmlns:p14="http://schemas.microsoft.com/office/powerpoint/2010/main" val="518248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C727C3-8D7B-4E71-84E5-F3D3469A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95D16-06C4-4BEB-AA49-51DADA7D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explica a escala da QI; seis FIDCs controlados explicam o #1 do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7C025-7462-4C13-9395-A8EB2F8A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29219-EB5F-4FBB-AB1C-D2DCE1E0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5D9A29-7FA7-4CD7-986D-3DAA25A8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DF consolidada do BTG 1T26, pp. 18–19.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C3891-CA4C-458C-9503-01C5366A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6FDB49-1C17-4329-A37F-23D55158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95209C-2D2F-4ED5-99FC-FCE745E6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92e2a6a4104b9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4FA6A7-4CC6-4706-9A4B-91A14B9D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02D2E8-434E-407C-A82F-67465BE5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15105-000B-4661-884C-8D4F381D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MAI/26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37350A-9EEC-4A00-84C5-C65C3537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1ecd58964542b8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147EE5-6882-4150-94AD-C90D0EE0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R$ 28,6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DF123-B4FD-4A5A-ABC0-7D03C20F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43,6% do PL gerido pelo BTG. Sem os seis fundos nominalmente reconciliados à DF, o BTG cairia para #2.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61AD69-150E-4E64-98DC-8C3B68EB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Seis reconciliados: BTGP Consignados I/II, Alternative Assets I/III, MT Consignado I e Consignado Delta. No caso Meu Tudo, o FIDC é controlado pelo BTG, mas a originação/operação do crédito é externa, via Parati e meutudo.</a:t>
            </a:r>
          </a:p>
        </p:txBody>
      </p:sp>
    </p:spTree>
    <p:extLst>
      <p:ext uri="{BB962C8B-B14F-4D97-AF65-F5344CB8AC3E}">
        <p14:creationId xmlns:p14="http://schemas.microsoft.com/office/powerpoint/2010/main" val="41979793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EFBED-AB59-4772-A0EE-DB1F0B29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3364E-844E-4FC2-8966-DD192810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R$ 10,1 bi; 19%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25D7EA-75CC-4AF5-ACF2-37DABFA3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EA028-6E0C-44E6-9112-713290BE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BCF1C-9171-4EEA-A9F6-44028FA2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mai/26.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D072CF-F35D-4651-AACD-2459C164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2cc59edfe6405e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8205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C685E5-FB8D-454E-B348-3BD3CFDB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ROUBA-MONTE OBSERVADO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750461-107A-4FCB-994F-AA0D5B2C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257 FIDCs trocaram de administrador; 7,2%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F0579-5EEC-46EB-95B7-DC46AEA2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6A765-8C83-4A94-952D-3DF5424E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A1714D-2FE6-49BA-9006-67F5ACE4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presentes em dez/24 e dez/25; largura = menor PL entre as duas datas. Ex-FIC e sem Sistema Petrobras/TAPSO. Gestão e custódia não são séries históricas observáveis.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DD899A-49B0-4B55-89EF-8AE225DD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799edf9824527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95319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DD2A10F2-626E-4F83-9863-78289898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E555C-2694-456C-9ABE-5159D2EB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D1BFD-5309-457F-BE93-CBD5439C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BE78FF-8AEB-4DAC-A53F-6E7C4EAF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4C3D3-1351-49E5-880A-56FC2EB9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B0E74-8427-40F3-A59D-5E18A2B8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72A28-81A8-4A54-84AA-47675AC0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6B833-CE90-466A-940E-FDDCC7C5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3F7E09-1382-46D4-87CA-C89DB67C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5927BD-1E6A-4F61-8E37-F8802A6B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108139-6733-42FC-9DCB-0DCED49A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BA6E4C-6EE7-42FF-B80B-8A6C9509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28136-E4C2-434D-8433-CE880376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8B0832-897A-4E0B-994E-E4699620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79B503-A33C-4E0B-A4F4-65A01E51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AD61C3-0BE5-4EDF-BAAD-C116D51F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3D87E-002D-4AB9-A625-AD4E91E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4F4BDE-8925-4154-A9BA-F4B7A611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A7F6BA-5E4D-444B-91BE-F54E0030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75AA0F-CEA7-4C77-A6CC-22587F23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F3E05E-C7AE-4FE1-9FF4-93956B79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8C8B1D-EE59-4D17-B70A-846957AC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7D8CFC-6029-4C7E-99C2-EDC654BB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25379-E3D1-4555-B85C-294322E5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DBD422-B0E3-4C85-9627-BD36AFE4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78ABE2-F788-4616-850C-DD01AA49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69FD5F-09AC-4C72-BB51-BDAE745E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70B65D-05B3-4292-AC06-975F9826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4AE1D9-F9DA-4F93-A6B3-65FD7746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9520D5-8172-4ECD-A637-D26FC328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1C3549-4584-4BA1-BEC9-1DD87191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762F99-DF5B-44E0-8DD9-66D14994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17C55F-41FA-4266-8E4E-2FFA5016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AA0AD0-BE25-42C3-8BE1-4189A8A4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4EC35F-98AD-453C-A1BA-BA9AF665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0BB9DF-0693-48B1-8853-37F2A897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5E662A-89FD-4C95-A883-5FE66F20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01C4F2-A8A9-4295-8C4E-77D83EC2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88176A-B6B9-46B6-AC67-077A1A60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73FDCE-7AF4-4A01-BF9E-221A5739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522A86-CB52-4DFF-8191-99C25218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483406-D71E-4D8A-9D32-0BEB1F73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C8102C-302E-425B-BC8B-8DB42F79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1BCCCA-015F-4C00-A911-D3E6B7E3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A63BDE-CE6E-4665-B7F8-212C0183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65BFA89-BDCE-4268-BFAB-BBE14F1B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3C0ABE0-37F0-4B9A-BC12-618707A9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8EF240-8714-4BF4-B5CD-0CA038C9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4CFEF6C-5107-463F-9AA5-F9695687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BED99F-986C-4C50-9FD5-8FE1A8F7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A5A8AA-76AE-4829-86EF-45CBF5B1E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093078-9D39-49E2-9BAD-55988837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50CFE4D-165C-4496-B36C-3EC6391F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DF4BF0-D5EB-4E19-9A6C-6F8C3C5A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1DEABF9-781B-414D-B152-A83E8337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5BE6DE-7EBF-4665-911F-C62B3F84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F29A8C5-E4FC-4311-B12B-F6C947B4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6DFD72A-B0FB-4CDE-8E72-603B5308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9E776F-336B-48E8-913C-1FF120C2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6817CF9-CBEA-4A47-AC46-CCE12AB2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23994D1-72DB-4716-93F8-2D668689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3A9165D-3750-4271-AB85-CB153B31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FD6D855-7D7B-4AEC-BC96-965EFCA0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B5EA610-BB89-4B8A-A45B-D8AEB32E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9379E7F-1674-497F-B36A-A2A64FDB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6F27EF5-1396-4D1F-A065-78E83332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4712EF0-9AFC-4DC4-B17B-0A0631F2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FB8027B-9813-444B-B269-A4D4232E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5FFF369-188D-48D8-8418-666068F3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C1D1878-753E-45DA-A403-48121EC5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D66D77C-EC45-4D01-AF08-7B0DB681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6EA7C40-FA46-4655-9A1B-F80A798C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89F723E-0A4B-4BCE-B24B-C7A8DCFB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E997F7D-6E20-4CB5-B4F0-6197E992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F130C43-7EA0-4934-AE5D-61E96D14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0B6D89D-A788-4A9D-8E3A-5580DEAA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2FC8741-8018-4FCF-88F2-14268D40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EEE5AC6-D70E-4AC7-9A3A-E29871AD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80282D3-AD23-49E2-9300-3C3BCDF5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812A656-0482-4601-A204-FCF9D08C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CD84840-4847-471A-9815-E006AE5C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8B26675-C440-4ACE-A7E4-0C91C235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9D81BA8-2B9A-41A1-8321-2EAE81E0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2C7DA0B-B78F-4FF9-BBBD-D280D777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2F61B9D-B6FB-4A3A-977B-8D9B2524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444A995-25DA-46CE-9A0C-5D36DF82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3EC23B4-95CD-4225-9279-E2848883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BD319D3-C255-4B25-91E9-31061908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4080A44-1654-481B-A78A-FDF7A827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6C4ACE1-C95F-47CE-A727-80B733DA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330E77C-C19F-487F-893D-A44DC217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C43A489-E8CD-4B13-BF4F-9B6A022F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5A7408F-AB02-4731-8ED4-47945E94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004B726-793C-4B27-8DD3-0D55273C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0EE5296-202F-437D-BF87-2E0D4485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5A50BFF-BEAA-4D82-85D5-BA120D69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92D0DE1-58AB-48AC-A478-245A94CE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4CF69C3-585A-4CEA-9317-E10D15E7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7F10764-6FD9-46FD-86FE-81CFFFDF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4DCDC48-9329-4C6C-AA9A-4C293967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8CC9DE9-E5FE-4D8C-808D-58B94881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ADC4C62-9FA0-4898-B9EF-E4B2C57D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02E6C69-EB37-40FF-9F4A-EB422035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700728A-53F0-4249-A55E-26BA1380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C498526-94C7-4DA5-852F-0AA7802F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49239D7-0405-4CF9-A91C-5B92B827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A52CEF0-1F61-49A0-8E72-E048A92C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CB90A47-1952-414B-A898-019026B88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E836FD4-2F09-4279-8999-5FBFC86F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E2E2D4A-5475-4AB5-B21C-6084A4C1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187AEBC-582D-48BE-91AE-D4E27BD5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55375C7-4796-4B78-82E5-F9F5F52F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CF4B158-BD0D-4980-9D29-53BED93B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916619C-9229-47E2-B16D-13F4375D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360B192-D9DF-4629-8513-EAFD5749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7F4AFD5-AFCE-47E5-AAB0-DC844BE0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2E023AC-D5E5-4679-A783-DBB413BF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B194CEEF-DACF-4BC0-A7DA-C38678A1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7317AD1-6C05-4D15-9C61-901A3D98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B1570DA-91F5-467C-9F12-4E5AF60E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6FFC1D6-233D-44D9-B1D7-2540C97E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F4C14D4-6A6D-456F-AFDF-B2D4BC49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95CA7C4-CA59-4AED-AC03-CFB8D461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B2274D7-CD12-486D-B51B-8B8BF9E6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59F9CC7-0397-46F2-91F4-6BC1A6C0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D1DDEA5-8EA0-4CEF-8350-F044B848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37490A5B-85F3-4903-B23F-BF3E55CF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0A78A4E-773C-4EDD-A6F3-7262963E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EDEE5E4-2F45-425C-8D2F-F90ADA95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B5BFBA2-CE29-46AC-96CE-5D7A3E179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1D86BA4-DF2E-4524-ACDB-498EBAEC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13A32E2-9E4A-458B-A5BE-70E3C240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F3F7EED-5A18-4CCB-8C4C-FDD5CB23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AA6E10F-E784-4B38-A18F-8BDAE188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4DB1043-272D-4702-AF82-002568E1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5A134A54-2D74-4800-A877-C5738EB8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7892ADC5-2E04-40BA-890E-A6D142A1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698C9D0-3058-420B-9524-CBDFC691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E10167D8-2B86-4A0D-8804-5D2589DA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D5023979-1051-4852-9126-FCEDF5C7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A9E4714F-701F-4716-8183-DEBBC0D4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6DB0CAD1-14E0-499A-B690-B4A7991D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B3877DD3-F6D4-4BEB-A10B-ABCCFB55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8FB3AC8-95A9-470B-A437-8ABC0DB9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D9FCF5A-8995-434E-8D16-E856BC73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46182F6-E548-43CB-81F6-93C97879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6B2F584-D1CC-44EC-8113-7C8A4112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FBB9179-956A-4C4B-9B37-0C359500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41F081C-94E2-4B85-AA42-DA82B1A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7D8BBD3-29A0-4417-A534-E16FCF23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8C25863E-6579-4BD7-BD98-2142ABB6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CF6E440A-7CCE-4236-A455-502D3B7C6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7F7910F7-C848-4149-A6B7-3444C89D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CC3D53D0-E947-43D0-BA00-60938A12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035BF23-7DB0-4523-9445-8B0F4DD3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76E0567-2D7B-48C8-BEB9-4B14272D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5BEB876-7BA5-48B1-BEC2-E0D4F3AF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170E6912-E02A-4ED3-BBD0-E3D1B79D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49DF4C58-2A0F-470B-A836-BFA41099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4F000E0-9C5D-4095-9096-0EFCD957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C971E3C-4359-494B-9FA0-D1A725F8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65063FB-2C7C-4D63-943E-8EEE346A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FBCEC6AE-C97C-403C-8751-B2AF15C5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FAF218B-AB4B-42B4-8AED-2B24D640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36B08AF-F7B5-47E3-9ACC-779EE209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A3D51E9-ECB1-4058-8E19-6C00880F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2246A31-BE47-42C4-A1BD-FBE7AF19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242AB07-6D9D-4FEA-AF40-ED0936AC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D43538D5-1FA0-4F4C-AC90-A45EA82F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242E713-91A7-47EA-8FD1-0D374591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BB847425-66B3-42C8-BC0F-40D8099E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6E85BCD-0362-4D5F-9B93-5DFACA4C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E66061B-EAFE-4554-9C59-81CEE7EB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CC8B0488-3046-47B0-BBF1-831AE913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2A442B3-1573-43E9-917E-E4283240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2119DDEA-98A3-4637-AE6B-B00C42C0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CE5A608-0ADD-426B-8DA7-2AC23D85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F6427E1D-EAD8-4990-A008-6C9430C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32A4D84-E227-406D-8C95-1F7F74BC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B7DB4D93-634E-4BE6-BD9F-CBC526A2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9487515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CC83D64F-331B-4577-96D1-12D33AB3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119BAC-CDB6-405C-BAF9-70658B35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22D67-E565-4CEE-BEDE-0DDB28F6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DF664C-E7C4-41D6-870F-BA6A6CED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306CC-EBBD-41A6-A247-1345933D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763AF-C39C-420F-80BD-FA01CC88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B2DC11-594B-41AA-B1B9-F8D8DD31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CD7D2D-AE2B-43A9-BBDF-DA686D90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C8D8F-E28A-4E90-BE93-FBA6A9EF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3942C1-6579-4CAE-B8DD-01F86A58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646BD-415A-443E-9364-BAA7BC8A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A90BAF-DC82-4179-A63B-498E0978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0A86B-1F73-42C0-8DD4-628FF2F9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B673B4-9DF6-4926-A6B0-DF5ED0FE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02D3AC-64A2-46FD-8D7C-0C6CA580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12B33A-38C5-4476-8303-04FBF651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E3A6A8-C0A1-4960-8818-60E510A4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A94D6E-E826-4F48-A928-3F156547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1639A-15AA-4E56-9494-8DAC63FA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CD5A2-1EB0-4034-9503-BD84990E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87BF06-52D7-4CEA-A2B4-64951CD3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26B190-8269-42E0-BB55-C81E62DA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1A98C6-BFE9-4B93-A3BA-14DB28D6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7197CF-CE13-40FD-87B5-65394792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F3AA50-0EE2-468F-B340-6A20438E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86A766-C679-4EF7-AA7D-9C5F5A7E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3E7952-15FB-4D5F-A197-D0F99438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2A3B54-E0BF-46E5-97E7-41B0F486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A67CD8-176D-499D-9B0A-CDAF7497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E8AC3A-BEFA-4C4B-A853-AD18BA07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0CD9B3-C4D4-4AE8-AB5B-E14A0ECB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757E98-EEA3-48A6-BFCA-2CAB4D6D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5D17EB-4F75-404E-917A-7C82583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19B885-0079-4932-90A6-1EE70914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6E828B-3FEB-4B8D-8DA3-FDA51A65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EC675CB-D0C7-4485-88CD-2AB06D70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2B0C24-BE16-43DD-8749-42F9A24D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316262-DDC8-4860-A3F8-CDA8048E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A4D974-8E14-47C8-B610-1923B92E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2659FE-F4F9-4522-923A-7FDADD02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C555E0-33AA-4965-9C42-5423B5F6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7C4A66-895C-4E83-BC78-F2FA185C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7F0F50-38AF-4064-8675-941481D3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D2AD0A-FFCE-4C02-B5EC-78F0AFFC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0A6B559-6040-4BB0-AB86-13E670BE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034F81-0B9F-461B-BCAE-61F3F73E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2FCE3D-52E1-4F86-8175-86CF8A8E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AA70B2-874C-40BD-B409-DD9A8EDD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FF3F8B1-5EC9-4BAE-80B5-39B4B757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25768B-6D09-4FE8-8AD9-FB58B134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A4E0557-B114-4147-9B6B-ABE1D56E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052F8E-FE93-45EC-8035-B2A76297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FF64180-D0E6-4AA6-B9E9-1F412A2F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CA838FB-11A5-48C6-B937-C90C1E3E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46B421B-78B1-459D-8716-04DA096C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CF1CDD4-3383-4F71-B2CE-7C56416C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5099F6-AE8D-437B-80AA-458B2EAD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AA07A68-12A2-403D-BCA9-D6FEC539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B7F99EE-6CAF-495A-914A-EB00589A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958170B-3884-4B84-A2A9-18AB2E3A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0BCF737-77AD-4749-A7D5-8EC05A24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165304A-CA7D-42C4-94C4-453987CD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D5DF4B-2F2F-4A56-9F5F-82456872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435D918-0EAE-470B-9D88-9DF3C17F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CFA5A27-5FE1-40BD-A769-4EA0D3B4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DC7421E-EE36-4A1A-8861-BCA81A52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BB3F7C4-A2FB-4CDE-A30C-9270C4C0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014F928-5A8B-4165-B4D1-0F6CC638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F5D4403-D1E7-49C4-BE56-4C2C6A1F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884F27A-671D-41DD-9E0E-1E5803C7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392604D-449A-43F8-8E1E-18C35451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4CAA2B9-51D8-4541-9219-BACEB325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0D8AFF7-8A60-4FBF-9DED-A2D5E310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DCA2C6D-C187-4980-AECC-4105FF33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42D0722-1313-4597-900A-FBF3C59B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4C74FF1-A33F-42E4-B23F-DC0F3FB7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4D2C4AA-2E38-457D-8C22-83ED7412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FDF0078-B4D3-494D-9FDA-AC40C82B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5992517-DEE8-4AFF-A637-3152F49E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9B4D68E-1540-43ED-A670-507280E3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A88CC10-9917-4C4E-9329-53331884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BBA6155-5A83-4F5D-8F42-88C696C0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6E954AF-D219-4485-A0F8-22C3CFD5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5303240-79A0-43B5-B331-ABD06957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93A3DDD-B780-4E7E-90CB-69B1B624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8B050FE-1B2F-47F3-BEE9-AFC475AB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A6071AE-C158-4819-8996-2A1D4307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AC0407C-DF59-4332-B101-6FE75722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F409F43-1EED-44F1-BE11-E362AAA1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E3491D4-B25B-4529-9707-76A94C95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FCE9952-1605-4D39-B1B2-1292671D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84927A6-73DE-4C3A-9AFB-04F3F3B3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8920278-FDE7-4CAB-B092-136CB099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B36911A-6F30-4DA2-A527-56D7D84E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BF63C7E-3D72-4BA8-8C93-CBE87BD1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BCAA30B-4348-42E0-93F3-80DB3EA3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AB2B23B-BA8D-4C02-8AB1-20C424AF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130CF57-1B47-4712-A81D-79C745FC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7B69DE2-CEC2-4FB4-90D5-600A4507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E23CC32-A7E4-4339-966D-0444D6FE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C05E87B-B5E1-4AEA-828C-ED7F3B88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96901A5-B776-4AF9-B2E3-02853613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66AEFCD-9784-4B1E-8244-07B581DA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FDA22BD-7B4F-4BC9-A293-F0B3DAAB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2E6DA53-66C2-4961-9FB0-F68D5A9E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CD29F84-A0D1-427E-A765-1648557B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21CCB9E-6FEA-4226-8E17-CCD78BD2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F45856B-03F0-46C0-860D-ED8CC492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BFD367E-BF88-4C0A-82F6-2A18339D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67F0883-1CC6-4CF4-828E-AFA6B9F7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7ECC6D7-057A-401E-947E-97B05B3C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739A036-18B5-4746-8571-8C83E85D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DE0CCC2-A16D-4C00-8D5E-778400D4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FD83C5D-BCAF-4283-8603-DF75FE55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E1A1D00-D2D6-4EED-8F31-2D9EF9C4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71C4885-A3A8-4B34-BBA0-4C123F44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7FAA068-6056-45DB-B94F-13CCA826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CF96E0D-1C62-44AF-9F30-007BCB5F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037B95F-88C0-4E80-BD7C-E42A86AA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62758876-374F-4DED-B977-954EABF9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CD4B2D4-FE8D-48AB-A01F-25D1E430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3C98F496-A8A1-4A7D-A061-D5062AA7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A52D6AF-56AF-4177-96AF-EFD382BE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548565D-9989-469D-AD9A-354FB588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E2DE5D4-1C6A-4541-B333-FBC1DE15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04428EA-1BE9-4EA1-AD66-75068194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B766FEC-29D2-4614-BF05-1E1FACCF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B79E1AE-C0E4-49CA-AFE8-0DBCD18A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35760D9E-E42B-49A2-88FA-205D53B9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10BE5A9-6DB9-4974-B4EA-3D5DAD4D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0B619C2-145F-4771-A47D-48FDC2BD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26D04A2-2678-4FAE-9DD6-3A7158C4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3FABD6A-9FCC-49E3-B1E8-533E0F11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4BD6A0E-EE2A-41B3-B9FB-54AFBFAE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824ED9F-E16F-4D7D-8ADB-0B776EAD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42A7C7B2-549D-4ED8-B1E2-B68ED8BE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66D277C-16E6-4D6E-B0AA-F1F9CE21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5D29C04-326E-4E4A-8B84-B3B81141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C5F576B0-417E-4994-9DD8-CA470D85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D5B35DC5-B30B-45EC-A0AE-A360F861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D064791-AE2C-4A07-BC13-D548BF58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A2CF8F3F-B551-4777-873C-F0DE8CE0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02686411-82D5-474E-B8A1-B1396539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1D68DC97-ED6E-4A7B-B05E-0F0A5F6E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645AF12-E36C-4504-B08E-A0D8F5DD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E6924BD-785A-4DB0-84A9-905D59B2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91A57C6-FBD4-425B-81E3-F142A0B7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2327607-2286-4471-83DA-85159CAB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D462031-A0C6-4C90-BB54-67F2FCF2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BD799754-3AB6-4683-BE44-3863B94F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5B33FE7-B720-4AC3-B63B-E0781F05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CEF8227-39AC-43E9-87D8-2BF66CFA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A086C86-1B01-4CCE-8004-5DB49973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340B071-C411-4340-9F67-CA1293FD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AAD2858-9A1A-4A55-984C-49EDEE01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2FDC6D8F-3938-45AD-A2E5-8E0DFAA1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D2FEF4CF-05CB-4483-83CB-E4E0A9F4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6B7146C-75C9-4BB2-90EB-ECAE0392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94E0DA3-7848-46E3-9DA3-07320603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0842CF3-D2A6-429F-91F8-47771015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7EA397F6-3842-4002-9C7D-6C4BDC88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C032B7B-5871-4731-B1DB-CE44FC11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147DFB8-3E0D-4BED-B228-64C9B260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349D3F7D-8532-4AB8-8E95-8B11C6F4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A5ED7CAB-A427-4CAB-B343-3B028932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0C5230D-89BB-46F2-A89F-65A49BC4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8B63AAD1-7AC2-4689-BFCE-3D12E8D8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CA17A2AC-8253-4C81-9C9A-F769F1A2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129BAEA-6AA2-477D-8E52-8DDB5974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4F84AA68-A974-44C0-A6C1-CC1A5B87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FA986EFA-D36A-4B57-8DDA-05F8D846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DA43F22-780E-44EE-9B54-039DCE98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7ABC1E4A-8170-47D4-93F6-02123CB3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E620AADA-5F5E-4BA8-92FA-9A4EF8AA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DC570C4-6C4E-4A0B-BB02-96CFD9EC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DE6F9AD-42EF-4BEB-9306-87A58C65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0A3C5413-7DD5-4034-937B-E4F20B8F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048973E-A9AA-427B-9ADA-AFDE73D8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15986F3-7D09-4C26-9196-0C24B8D8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B9E0169F-5022-44DE-BEA5-1AC0908F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37561453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04006B-8E04-423E-B49A-B992D7AA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9C92CB-B9D3-4874-A8E1-FA921D5E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5B52A9-92DD-4816-A081-909E121C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74B5A-269C-4DD8-8701-241DF271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5DAB43-F912-4D36-996F-4768BCFF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C43A7-0CF7-45A7-B1D6-261B81DC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27b7a16588430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5761E8-CBBF-4E8E-9807-066BC25F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56407-08DF-4ADC-9E33-7002C224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59BF5F-CE62-4F11-9666-09EB6DFC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349F7-628C-4C00-9A16-C53A0BCE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3A8B4-395A-4BDB-87B9-F832AB0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2F7E71-E1B4-4A56-9C4E-7E958CB1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BCC7E-C281-45DB-9126-BE9198CC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E769E6-DEFC-4117-B246-0166E8D0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2F366-AA2C-485E-BF77-A11CCC69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B2B417-8D1B-40DE-8744-B323BFC7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36C30E-37EE-4DE1-8344-E76EA0A8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B727DE-F0E0-4B8B-B527-E4AD2A4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78F553-40D6-4AF5-98FA-7A4ECE54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6636F4-1286-4509-AB9B-CD29D1AA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A7D135-2E42-46CB-8474-2C921507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5A8D07-8A81-441E-9024-98F6A0F3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A622FB-31DE-4C64-A40F-BDBB14D3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BE85ED-9BBE-4630-A430-150E3D9D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1C106-EF0B-45D6-8A1E-EE6E00FB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56BB0A-8E43-4A39-8EC2-8116BDF0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9293652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459CB01-EE62-409E-A420-9A2E1B51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DB082-1D59-423A-B741-D5BC87C1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366FB3-89EB-4606-AC1F-83F5D7C4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A5D65-1448-468D-9005-2DAEFD0E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955C3-9C26-4D87-9BE5-171BAAF8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7B673-6033-4F27-AF20-A9C7C58F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ED7354-E72B-4C1C-AF94-49F031BB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0A758-1A7C-465C-9435-8DBF8155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614DB0-EEB4-4CF8-A029-43D3FDD2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0301E-2E94-44D1-A062-1E71CC8A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C7607-600B-4390-8A8B-7CCEFB48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D7D0B7-8518-4E03-9C88-26F17073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EC8682-A52E-4F95-A37A-5DCB6A4C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2BA072-952F-48FB-A49A-9EF6450B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3DAECA-9F6D-47E5-8C6E-3DA65D47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6E0CA1-C188-4125-8C7F-779E801A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6C48E-B594-4B33-9F22-C5A312D6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4CD822-FBE8-415C-98B7-F9E51C9C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1726-8614-4E03-B9B5-FDEDE924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4D1079-2F4D-409A-98C6-232B0887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8664F4-83AE-4306-9FED-F43A0ED2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B87252-6C80-4A7E-9230-C1709FE7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5599D5-1B0C-4BF9-B385-E5C08A15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695929-8A99-418C-96B7-7FDA4288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838136-D10E-436F-89DF-631EFA0C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38EE96-EBAE-4F75-99AB-00364A14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2A7CAB-DCF7-4416-BF97-D42FA9D7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A02AAD-51A5-409D-ACAC-9E29CAA4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2A7306-DA71-4918-A9A2-A696092D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48CD9D-2984-4E7B-B1DB-CC38C046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862BAE-FB9E-4692-827B-6E064451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921781-3815-4D66-B8C3-CBEB3912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15A20A-981E-4C6E-B2C3-8539420F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259C6E-2C28-4ED1-9817-58221C48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E459FB-AC71-43ED-9A51-367093BA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F92C90-CB76-412D-88F9-EB6DEEF8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DD35F6-9A8E-427A-9452-433E36E6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4E783A-7375-4886-9673-CC15505A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891798-4BDC-4A1A-8C31-4DD8AA2E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1652CE-0AD6-482F-B944-E3C0EEE3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E2EED-DF2D-46CA-BEDC-AE8308D0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BB4B876-25C9-471A-9A0A-A1B44AFD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73BF33-ED78-4423-BE9E-4C844856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7EE88AD-8508-4C10-89B3-E24C5424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D28E21-E0B0-426B-B10B-6B1453D9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285982-10FB-489F-9CFC-B9C2A108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280453-1A1B-450E-AF70-E84825B1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A471BB-3C32-41FD-8D28-D11DA3EB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22959E0-843B-4D32-9E67-3981120CE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5B8F69E-E32E-4040-943A-38A32FCD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ABDC9BB-FDB0-4FB5-A5C3-85CD9D10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830925D-EFA3-475A-B90D-29C95E4C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98B3304-6903-46F8-B518-F83B7C71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63A000-9743-4A78-8C27-9AE615DE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42CA04-CAB9-4F09-9BA4-1577D06A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7E0B819-1296-4B6B-9A65-90194BC9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490C029-0480-4142-B678-4B653022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95A3275-6DBC-4289-A621-95B11155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372362D-C674-468E-9F00-09913785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8E0C460-0DC9-41FF-A97D-438832E3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F27945E-3BC7-466B-827D-C5E60258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5CC84B1-DFB3-410A-BBC7-E9B22123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973E47B-F000-4C8E-8543-EF3DDAD9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5718387-BDEF-4753-8CAE-B6895B6A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5FB59B-18A5-4937-8830-E794FC4D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508C281-F9D3-4A52-89A1-42D109F0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18A7A5B-1286-48D2-B0C2-94DAB45C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0BAEB35-FF37-4B6C-8352-B607253F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2F4F591-08FC-4CC9-95AF-BE5DAFC08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1E47681-5206-455A-AC49-17274939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1EA660D-2B08-4495-9BAF-28B7E156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5AE5D2B-D98C-4F78-9A78-EE54924C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D4CD435-923B-4353-9F3D-6BB170FE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517FFBC-522D-4D4B-9050-A1133FB9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3E95160-0AEA-4D85-B052-F222D7EA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C4A284A-DBAE-4071-A6C8-1E57A206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5EE791A-30D1-48D4-A6BD-036EDC7C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5FB94D3-6F0D-470C-B7B8-43E3F153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41848626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28C855-D63C-476E-9A5C-C5A877C8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OFERTAS, CAPTAÇÃO E ORIGINAÇÃO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5713FE-7074-40FA-911B-35815C1E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Ofertas somam R$ 75,1 bi até 16/jul/26, 9,0% acima de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DB4BA-C633-44F1-899B-58FF6A72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4CC04-AA76-4153-9A76-0B087C51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3BFDC-7E8C-4D2C-997F-A87EE53A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Públicas. Comparação YTD até 16/jul/26 em 2024–2026; PL do restante do deck em 31 de maio de 2026.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963DD-4EC0-4CC1-A06B-61A3F26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CB2340-5DB1-4021-A409-DAF4BA97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NO MESMO PERÍODO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0A765-0AFE-4438-BE84-0DF1F2C2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685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686003297d4bd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C399C-57A4-4B93-A938-D4F4E238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593 ofertas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C1B530-B2B9-4B82-A9BC-92F6C471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862 ofertas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21893D-853A-4F00-9F42-99DF2E2D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816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868 ofertas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409DB-4C67-45AF-BDD2-78E99AEC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667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ORIGINADORES NOMINÁVEIS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14E7A7-2AEB-454F-9A72-6907ED3D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66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D2887E-A208-4D54-B725-6FBA8E65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621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6C6996-2EA5-4E17-AE99-F59D8FA8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19621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R$ 5,50 bi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5F9000-99B0-4E2D-91E0-1CB7C7C3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4792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999DD7-42F1-4AFB-8193-C68F383D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0507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F86AEA-56CD-42A6-BF54-9F6C35B7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250507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R$ 3,35 bi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90A3FB-D443-47EE-AB1C-CD0F2AAF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9085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2840-2F02-49E8-98B2-E9658485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094A2E-123C-444D-9984-1A5777B7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04800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R$ 2,50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073000-3EE7-457A-A090-4FA5F43D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33775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03AF80-C335-439D-8FA2-ED9C08E8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0925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833132-6005-4C2D-8BB7-83FA55C2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3590925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R$ 2,00 bi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DACA40-EFCE-43F9-894E-AA0DA674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076700"/>
            <a:ext cx="366712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1990CF-6CAF-45B2-9B75-5B52CF63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33850"/>
            <a:ext cx="1943576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F668A8-576C-4CA6-BCAE-ED9975AD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965" y="4133850"/>
            <a:ext cx="161353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R$ 1,51 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C855E6-186C-4B0F-83D6-4151B026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53000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32,7%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1FFBB3-DEA2-401B-8BF2-A119062A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72100"/>
            <a:ext cx="36671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tem originador nominal identificado; não há base para chamar a originação de pulverizada.</a:t>
            </a:r>
          </a:p>
        </p:txBody>
      </p:sp>
    </p:spTree>
    <p:extLst>
      <p:ext uri="{BB962C8B-B14F-4D97-AF65-F5344CB8AC3E}">
        <p14:creationId xmlns:p14="http://schemas.microsoft.com/office/powerpoint/2010/main" val="201400400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5A2129-4DC6-402A-B60C-53DED86B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487225-0199-41DB-9011-4F2A2E29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1F4B28-5575-49F0-88CB-71B2D4C9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B9E06-58B3-47C8-B11E-65DA38A3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96225-B0B2-49E7-B1FE-7FADCEBA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Dados consultados até 16/jul/26.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42122-FB65-4D9A-9AF0-31734A34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FBB2E-5576-4E25-8A01-1EE76A09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FA839-DA97-490B-BCB6-36C60633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C9889-E8CD-41FC-A0A7-31ED95F4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2BBB91-A4CC-4AF3-9F0B-4D16E43D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0CAF1-7D52-4A5D-A128-EBB6B0BF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C6AC7A-BCD1-4560-8115-41613859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216D05-FEF5-4E07-8DB1-F175882E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5238A1-1FC1-4A33-8C47-94F4B0F3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3C37E5-DBB0-4EE9-9134-3B8AD7E2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DC220B-3C4C-4C99-833B-E248AF59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BFAC3E-866D-43CC-B8AE-0324A9B9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5CE34-7700-46C3-A18C-865A3AED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5E114A-75D2-42E9-B1DD-BF18A56F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B22841-35E3-4EAF-8A94-5E441F25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BCEDC-E814-4DEA-B398-6B9ECE9A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32F59C-70E6-4476-8DFE-6516850B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31CFE0-F235-49A9-A720-1BEDB5E9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E4220F-C9AD-4CFE-B138-4B36E28B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9A4B9C-0154-4100-860E-22186A8E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F9E3BD-3BB6-4C48-9ADF-7411DBE0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CBEFBD-B17F-4C20-A28E-A4112F06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5EBADA-288F-4C75-BA7E-31061455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21D732-0F2B-4F20-8AAF-C4094664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BA6A76-BDB7-40DA-8E12-A02918CF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40E296-FC1B-47B0-AE31-188589D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7E1744-C186-4C4F-8EF4-10DD7F1C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53AA4D-1FF2-45C8-95AB-4CBB1AC1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7B82C5-73E3-43C6-87A5-30393C53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4A44D2-20AA-4E99-963F-71638844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D90A81-6A85-404E-92A8-9A99D2BC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F75FDB-A771-41A3-9804-AEA9B0A6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12D56A-BF92-42F0-A47B-F244A5B3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1BA826-57FB-41AF-A3A9-2A2F0157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Registros até 16/jul/26 em 2024–2026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B47F5E-A2AD-44F7-9441-34050207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Comparação YTD contra mesmo período. Anúncio ou aprovação não equivale a volume integralizado.</a:t>
            </a:r>
          </a:p>
        </p:txBody>
      </p:sp>
    </p:spTree>
    <p:extLst>
      <p:ext uri="{BB962C8B-B14F-4D97-AF65-F5344CB8AC3E}">
        <p14:creationId xmlns:p14="http://schemas.microsoft.com/office/powerpoint/2010/main" val="17187171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F1087E-E457-43EC-B12B-37E3AA5B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D2309-BEA4-4CE1-8D65-B9E6A792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A9125-A4BF-40F5-81C2-CE44EA48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6F60D-8636-4B03-91E6-3CEAD02A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4C817-7E37-4CE9-A595-D957D580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22EC65-AD92-4B8E-A1C3-253CF4DD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09769debea43a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6345B2-ACB6-4C9F-A425-C167AB4C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54B2D2-BCE7-4317-AE59-0F3F9407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85955285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BC53D-ADA2-4941-A0A5-6B82AB03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715433-139C-4C9D-A4AE-F74EEF5D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5313D-1CCC-47F2-9BD7-AA762359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A0CFF-669F-4F31-855E-C3CAC89D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83556-3D1D-42BD-9B7B-261B433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545EA-E1C1-475A-A885-4FB5D64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f7f56f41684cc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0C272-97DD-44DD-8729-03F49E94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CDD58F-38A9-41FE-98D1-ED28FA9A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147041510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CC836-37F3-4ACF-877F-56DBB7DFC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F98A9B-5A18-49AF-A6D4-24E1460F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BB46C-8437-4C06-95C2-DB85D312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565E24-822C-4EF7-B2AC-67A06FD4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640F8-358D-482C-8191-BF6D3809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3F64F-DFCA-41AF-90DA-B70928A0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b55c6ca0984c3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DF31A-F79D-4706-9315-C5CF0701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01018-00D3-4EE1-B2EC-6AA7E57A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336736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2043ED-8820-4963-99E7-07ED70B8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0D589-1FBE-41D3-8FA6-88020BD2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7DA7D9-97FE-42F2-A69E-FDC19C5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79DB2-380C-485A-A494-121BA474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0AD4C-194A-422D-AF21-5E475776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D2D228-D626-4137-83EA-71CE11C6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103268-0859-4255-A7AF-3D7FB020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8401CA-8EEC-4797-8466-9973F943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98342-022C-4F44-9401-00986248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B551A2-D028-4CB6-9520-6E30A0EF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F12D8-045C-4C5D-A856-2DCD8C91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2D0390-B61E-4EB6-A713-03F6F763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D533F-2ED7-4B8B-85B8-C4A50065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C2943A-5355-418B-9814-DCE5F5F4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9134E-3AB3-4842-9B67-5D3F83C9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94854-EE17-481A-BC87-09C07B2B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732F04-689A-41F2-AE32-ACC3CBC9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96544-D081-4F54-8958-BDCB7872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FF0537-F4D2-4F6C-8395-0D74CB36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A779CC-1F8F-40E8-AFA9-A53FFF76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3003FB-89A1-45A9-8887-B5ED12F0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A407E-ABE3-4E5E-8ABB-83846274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34A3D3-DC99-4B3C-B466-3D9C13CE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C421AD-E80A-40E8-A871-BB35835A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F5B26C-B6CC-4C95-B082-4C9E8BD2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D1A239-1467-45C0-98AC-2AC2BF42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B6EF54-AA21-454A-A8C7-7ACEC218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CBCB4-1966-4F1D-B817-A671E4CB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7F1CD7-B471-4B0B-AC21-89430CB0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4017476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87D883-8543-43C8-A321-58435569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4FA64-3305-4BB2-862A-1F9B0A6C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B4F30-7A9E-4B30-ADFE-65F67775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3E72E-EA85-4940-82B8-77B6F26B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E1D52-1F52-4CB3-B015-DB3E8A12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50C8E-9788-42D5-B144-5FADC6BD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A3C1A-BDA8-4DD8-91C6-A3498E67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73BB2-B497-43B3-B3EA-4DC01C7A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279B5-EECF-4896-8BAC-C8F66830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BB793E-78D7-48D0-8542-72E0ECD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44C61-50D7-4BA3-80A6-6CBC3262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1265D7-6F4A-4630-AD3F-BE514A28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84676B-B7A6-46D0-B374-A0083A67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7C4AA5-9456-4B63-ACC0-05C60AF1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E5A26F-B9BB-4254-8B5F-01DC9D8F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D9383-D42D-4944-9BB3-C456AA1A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F349FF-4C2A-446F-B2EC-8311B105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7E8D0-0774-4280-BD7E-104329D0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0953DB-C5BC-4A5D-ADE2-E51CBFC9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1C8D4-AA88-4060-BB81-1D53CA2E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C81A3-337E-4502-8D9F-0E057DB4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EF1590-7F60-474F-8011-F6E14344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C61686-66BF-4A37-B661-CBB81CC4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F6C462-7F35-4F92-B373-B8FD1457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8B44B4-C9EA-437A-A464-1590AA46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C32B39-43A0-4AFB-A368-468321D8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8EF3DD-5A0E-4AC3-9455-FFF6615A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7427C1-CB4D-4682-BF25-94398941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EC5386-CDB8-4107-8C76-7C504381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43903991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FFF232-9519-4F51-B1DC-C289A11E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19A8B-3857-4D78-9BA6-C4AB96EA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2F27DD-EA94-4F9A-958D-94F2ADC0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D2B08-B393-4013-8190-CEEC5F3D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7968F-7D46-4A80-B1DE-5A1F038E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B6C20-47B1-498F-A6B1-CDF4C9E5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D4D07D-E01F-470D-A913-9C0FFD21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37123F-976D-493B-BE94-869EFE17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6D72F-4290-41E9-9E15-72222899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18413-7211-42C2-8386-7A329DD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648566-6C66-45F5-8843-808877E8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DD1DD5-5808-4C52-A709-42EA6138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A088A-5C26-4621-861E-791DB7A4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DA580-49C7-4F15-B588-45089DAB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9C929-7350-4865-A4A6-01B49310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0A48B7-13E5-4EF2-B705-22D1FFB4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D139B-1E3D-4285-A05B-E4167E10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603968-F66F-4D85-A7A3-6C980CBF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9A6F9D-3773-41EA-824F-52B3788A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9FD06F-289B-4DFD-97D3-95DFE3A2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0E92A2-3B4E-4219-856C-979DAEA9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FFD818-A992-47CC-8295-5E1DC84B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BDC52A-C076-4A64-A97C-289374D0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9FEA78-3FB9-4DB6-AC5D-46A7D0B9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4009C9-9891-4428-96A4-135FFCC9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178BAC-4901-4C96-8510-60C93E60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077B6A-B62C-4FCC-9FF5-5523FD55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E4788A-5FD1-4B79-8BC9-6CD7F7C5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B473BA-AAA6-44D7-B408-185A89CE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4085829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35DA78-F512-48FF-A357-145E2C0C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B4F4B4-BF29-463D-90B0-035340BAE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C1C95-C406-4967-8FCD-E857D768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4C868-FE79-424E-9268-DF3FBE2B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4C4BBC-04D5-4D47-ACBC-9A12BABC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B2BF8-78AC-45FA-9B0E-CE5B2B16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FB429-9D1C-466B-9D15-56FC0B2A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659BE-DF0E-41C4-9E20-D62F676C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6ECFC-7A5E-4A1E-AEDB-885C9210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076C9-FAAD-4761-A536-2525C239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8F359F-0A6D-45EA-BAAB-D1041B8B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F53BC1-C964-4A29-87DD-975F7572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3029B8-3E97-4C34-9117-7DD17720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898E6-D1F7-45E7-93FA-5228A620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BA38A-7850-46EB-9E29-03EB3A5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EF31EF-682A-44A7-8AD9-CD55318B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873D3F-9998-47DB-9574-17764AF0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0CF8EE-F3AE-442F-9E87-0161B947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2C088A-5965-4BE6-BEEB-B0B13FE8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B81188-FD7F-4972-A942-BFD16EC4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E8FD16-1BD7-45DA-97F6-78358A8C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416A5-8E23-4A96-B6C7-A677D4B0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FF6D95-34AA-4366-9639-40B8AFA0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9DCD4B-AF2D-451C-A336-0E59792F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B45A34-1EEC-4B8F-9D1A-4C980D1D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3F9FA1-2F12-4B10-8705-F3D942B32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A69AFC-39B8-4CCC-B0DC-26B9C1AE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983F42-1658-4E91-90D2-CC085FFF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EF959A-3366-420C-B88E-F5CAF17C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20124611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AB0243-005B-4C27-B2F3-087B85C9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F2373-EF43-4803-99A4-05CDD533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B7A32-334C-446C-B51C-9E68ED36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97A3E-CC89-414C-8818-789D56A6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E669C-BC73-47EE-9B40-2CABBFC8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ED69C2-2861-462A-B605-05B0D26C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4F964-A9BA-4D11-BEBB-9291784B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50EA96-1A27-4605-954A-6DA2C16A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C1049-EA93-4020-BB6D-B30C2B3D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AD36A-3569-453C-B622-664908AB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56EE40-028B-494E-A14B-B8AF0BF6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AA7EE5-FA2B-4566-9308-CB77ABF7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B001E3-4F3C-4D22-A214-F89AAB77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0DF584-D7B9-48A1-BC36-B8ED76C4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22EAB-9B6D-4A94-94CF-D53A7062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3B41C7-FB1E-45AA-B1F2-B2CB975D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FC09FA-B1D4-473A-998E-76CF3D74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43EDC-22F6-4BB7-88DF-E74ACAFD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1C2B69-C62E-4787-9D1A-D326A861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FBA5E0-6847-4464-A08A-E1BDC955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640B18-E069-4145-A830-E37BDC5D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187B0A-38A9-4953-8033-878C827F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8601BC-56BB-4B8A-B70E-7BCCD4B4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5C622C-E808-4FDC-9A6A-C67CBE8F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AA03F5-6FBF-4F7E-8F1C-BE9807C1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657235-543F-4E79-9736-2B22BE10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DDF03A-BD06-48ED-93AF-4AAD65B3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631BA3-23CC-4368-BCF9-02FA4413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8EB988-376E-44F8-A6A5-9F9B3381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153246022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B70C75-FAB5-4108-94CF-8E6FE329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095990-4B2D-4B66-B502-88D0DE1A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5C7A7-48E4-4EC6-9F25-888134BE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292785-A255-4743-9CFD-6D7396E1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C38D8-8723-48BD-811C-7FD4F95B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83684-4970-4E68-95A6-4FEEDCC8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58897F-2455-43BD-AF58-E18036E7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1D9222-98FB-4187-884A-811C82B9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AC7C34-AA69-4983-B6F6-20BC368F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72C2C6-B246-4114-A838-86EDBD5B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C7C26-F325-4275-8794-4B5634D4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28C98-DB90-48B4-B3BA-155513F3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C89154-D090-4F8C-AFEC-1EE79E8E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D85EB1-D95A-45B2-80BF-CFA25ED4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056B1D-D4AE-44EB-8F88-9235AD81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AA8E3B-D746-437C-A39D-041777DB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39279F-5579-4645-A6E2-1AB63D5B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8239D3-19FC-46C0-8523-2DB96C1E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71B98E-8EBC-4666-9F95-0808FC7A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AA852-96F4-406B-9DBC-C6745BB1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6961F0-B7DF-4008-90C8-4E8BD6AC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E5798E-E379-4F68-B205-58D6CE74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EECECF-8115-4E4E-BE0D-611788AE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D8BF1-B763-4BA8-95FE-361DC2B0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FE4CFD-1C51-475A-82F0-5BF7E59B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930F3C-B1CE-49A3-9BF1-0838C37E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9247A1-8816-4849-8740-67CF32BC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5148D8-B72A-4430-B271-A05E2C11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795767-F302-4553-81FA-D070600F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45624961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BE245-524E-4ADB-A016-48DB9572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FDA72-D1E1-42B4-AA77-D10E36D3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D444E-878A-4B84-8B6F-F4C467AF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169CA9-82D8-4457-A29F-AC9736E0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6876E-C4BB-46C6-8859-D79FA4E9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70BB8-EEE8-4F54-8363-36702690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79B4E-52FA-4008-A6E0-D3309781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657FD-86BD-45EA-ADEF-C76ADF6A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ADB5A-3A75-40EF-9AEC-6D99453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E6219-8DC2-46DB-9F8B-32662731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45BDD2-C298-46BE-933E-E030808E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CBC956-F1C3-49F4-8DA8-C2EA4E4F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C111EE-3EC7-4792-A2CB-39FC4FCF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D5972-FFF1-465A-8E4F-3DE08BFD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93F08D-D1F6-4118-A0BF-FD9899F4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606DE9-66B4-4857-9DFF-B446B351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DD0DFC-9A79-43A2-80F3-2773887B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497F74-C4E2-41C7-93A2-48A9CB80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8060F-4DEB-47B7-B4A6-DB848494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8FDC88-1595-4A36-B560-433359DD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ABE496-BE84-467A-AD63-CF6841D2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3DF8AB-3C48-4BDB-9BAE-82129696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531F9B-3C36-4E6B-A7BE-FE9864E3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70F953-3419-43F9-94CB-76777758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18B94D-69EF-4BAF-BF77-F47EED28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1620C3-04E6-456C-A2D9-4921B987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1BA986-287E-4B29-AC61-B4816E16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083D13-D460-4CE3-8244-ADC55095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CE8D67-44D2-4D5C-9D47-B590259B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85370815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3F559D-57BC-43E5-9D03-90B5ACEC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71827-A65D-47C9-A29D-EEA485B0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B2B47-616F-46B3-A7E2-3FFF14E9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7826B-63A0-4C07-8BDF-B90ADE12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3CBDA-72C8-43C5-979E-24AEF966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4EB0D-EC77-4BC3-A2C2-C9859987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FD00C-5D3C-4851-8EFC-DAB5B054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E18F0-00D6-4C28-87F6-FB964EC4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CC1659-9BBF-491D-ABD7-D62C69EB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335F41-1F57-497C-A797-A3D0B6EC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1B61B-D219-4472-9902-D8CB7BF8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7169F-21C5-416F-9275-35673836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226C1E-73EE-44E5-898F-9F39841A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39E77-63E7-4525-86AD-4F7FC2A6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902F52-37A5-430F-99FC-7DFAB8B4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8E097A-8737-4C44-A528-5EF3B53F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011AC8-CA50-49C1-A663-8FE2582A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E357C7-7587-428B-9B3F-69327483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4CBDC-D379-4ADC-A8AD-AB136D32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3DE5C0-E9FD-4A48-8FCF-FCDF661E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274ECF-77EF-4F44-A73A-A73DF382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D17975-2306-486E-A5FF-12EB1241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1A4929-DD8E-4D78-BC93-17D7B19F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EE5E36-D36A-4C78-8A50-E0540AB7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26F41F-1E27-4C4C-85D7-5C8562C0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6FCCD6-A44A-4519-9C80-834AC525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0A88CC-7E93-4525-8228-C6660248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D3FF7C-B1A3-470F-9A23-EC98D252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CCACEA-AC4C-4565-A238-71895244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39364451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F7B974-760D-4837-A336-C2BD679D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2287C-AA7E-4D63-8AE3-1932C0F6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DCF61-560A-4311-8741-7D25FF08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51DAE-D1E3-4450-ACEE-F66B19C0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06D2F-ABC8-4714-B864-750F45B9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54115-F272-4921-AE6F-E0188FBF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AF0E1E-FA7D-4602-86E3-D49FB800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914E53-603D-414C-A816-1D5E884E4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29537A-49AB-4ED1-BB6E-8D9E99C5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9C4EF-665A-4494-BCB2-068076C0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3CDC13-10F7-472D-8E20-9AA14B3C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5D411-CCA2-4571-B485-F1951A1E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B7C4DA-E29D-49A8-8555-9408F7AC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BDC04-DDA4-4414-980B-D218C576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18FD5-AAE1-4FA6-AABC-2F972326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38473-B8A5-4FFC-8A32-29BC0962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4EB64D-B8F3-49CA-B124-23A927C1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E1CE7-1A94-41E7-8836-998DC8DA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BD1376-1086-4772-ABBE-40795F4B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083D08-EBFD-49D1-AB8E-959B79C4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E0CC3-D3B2-41DF-8AC1-A26CED6B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BD886D-A102-4D6F-AAC7-D8B5E946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06F4A0-B55F-41A3-9E12-681C3707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6F0D31-C63E-4AF3-A870-661B1B74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8A148E-5564-430A-9558-5399DB0A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14A4DE-DB25-46FA-BE19-BBBFEFD7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7EF7F3-44A8-419E-B536-0726675B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426DE7-2643-4100-A88A-DF373656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53A369-FFEB-499C-9566-F39A419F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78501967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0F00B8-C9B8-4ED6-9AED-11F1E811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0C3C9-CAD2-499F-A557-5D170F26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53BCB-8464-47DD-8859-ADA722A6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54124-B6BF-4B82-A6BE-0E7BFFE5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DA85F-A403-419A-83F0-87A1401E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C97BD-FE48-4F0E-9C96-9E7E6B2F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D761C1-F8BF-4AAF-873E-D8AECF61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8965D7-562B-4331-AE1F-73057955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DC795-1DFB-47DF-B73B-5C8217BF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9B07E-1ED9-4429-ADE7-13A4ADB4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1040D7-F1DE-4C09-97ED-C2DE933E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7175E-EA28-4DC2-B8DE-6660C701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DF00EE-5660-4A41-B53F-265CC3B6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436D86-904B-4B84-A2F4-7B82178B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F33800-D3B2-4551-B26E-AE7210C1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1C73F9-FDEE-4F10-91CB-F85AF778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C068F4-DF9A-42FC-AB87-94168C5E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0DE288-F8C8-4B16-B835-52620D88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74C37-DE73-4F95-BEB7-0BC3F4C4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FF8E37-4DC4-49C1-A72F-E008C5EC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CD4110-3672-4937-8F99-C6A12579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441329-A51E-48F0-8196-59E1B966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04119B-9616-420A-8443-663C0462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8344BC-923C-458F-BCCC-0B9D0B3F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D49330-B39C-44B8-B65D-DBA43BB5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1874A3-0A89-4416-AFF7-E21CE9C3A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8FFC3A-A068-47EA-8F02-1A66C7F78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315B07-EC97-4840-B05C-B9DCDB85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5A239E-D5B6-4E72-BDB6-44D330CD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5288728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D0F9EE-FAB5-463F-91D9-0DE90047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7F98D-FE17-4D1A-868C-C55ECDBF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AE763-75DC-4BCE-9905-2C457ACD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46CE1A-F14F-4F8C-9002-E646633A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C29E5-F7DB-4B18-9CB8-751B9E49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658006-FC98-4F70-8C71-92E3ED4F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4A4618-524F-4194-98E1-E2978067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7C9EA-26C2-42C0-AD58-5ED1DF12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AA2EA-B99E-488A-BC19-62F2949A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A5434-F8EE-4945-8EC1-9A605B51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BE8F7-56D0-4907-8D81-CE8D5B4E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36DBC-6DE3-4711-A47C-B50299EF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182F3A-5C88-4D4C-A9B0-2B5F83AE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8BECF7-85BC-4A82-AEC4-DA97BC59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ED2193-0432-43BF-8362-1AC528EA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1C6CE2-8B9B-40B1-B28D-EC7C4D30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676A39-C311-496B-9DE6-80C3A2F9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7D98DD-6411-4A84-AA86-620ED0E3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A817F3-1DFA-4758-95B3-9300C146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6F3AB5-4030-4B3B-B91B-E1CD836A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4B0B1C-ADCA-4964-8F95-DDACAC1F3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934489-7B9F-48A5-AD1F-5AB22D28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060AF3-301B-4B9D-B2BB-270BDF58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2E427C-6AE4-4E00-9DC8-B9C3E921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5A0EE0-BE3F-4307-8108-6A3A9AC6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C995D3-C368-4AD6-959D-47A8F876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A79D9D-403A-4BF1-95E0-ACE6B363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CBD727-F2DE-40DB-91C5-9FC95406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F2ABDD-4432-461A-A6AF-93F655C7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9068358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477940-8515-4CA3-8CD6-916F4E65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4EAEB-09CF-4E53-9146-041C7A70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5C837-7101-4AD3-B834-01843D94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3C518-758C-4A90-AE61-3BB0D12B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F9DBA-3EEE-4575-BDE6-FA435DCA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EEE866-6C0E-40B6-9FCA-47D476A6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EF103-E586-4177-BA00-BE8C11B1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41975-6CD6-48CF-BEFF-4B122261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9ACBB-EBC3-48BC-92FF-A200065B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DAE3BD-6FE9-4DD9-B3EB-DD79D181E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590237-4282-4D96-9D51-C5A04C2F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46A09-B3DC-4C50-A7D8-B398FE0E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80FF28-01C0-46DD-9EA7-B391C65D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BC43BA-4A12-4CEF-9C50-1AF11E01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278892-2573-45A9-B2B3-BE4420F7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6EEF29-B82A-43A2-9A29-9747AFE5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F81C9-D3BD-4E6C-A930-756385BC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F94BB5-682D-4200-A9FC-FB811D95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991580-35E6-4280-B36E-C6ACF4DC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B9F697-CAAC-41E2-A86F-848E571E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6B1AA-C063-4432-86FE-385D7211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D31A92-DFC0-4F5D-8887-39721FD6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5157BE-DC3A-4172-870D-C2E17497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3D2769-A0D9-462B-8873-1DDA3BBA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4951B4-C308-4541-A917-35EFC8C9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1D2A55-CFCF-4A32-A149-1A3CF800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2F031E-D2AF-4D8F-9ACE-B3F3FDF7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6A797F-0E00-4949-8764-136EDD48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9EA0A9-71C3-4CAF-9D19-A6CD10C0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1273968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DE55C0-FB2B-4D85-9484-31448876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040306-1EE4-4696-8777-F185788C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5EB71-929C-466B-BC02-6F89D147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D1916-A8FF-4F6A-9C34-BA24B038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334C65-B15D-4EA0-83DD-968DDECE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2C747-1D28-4545-AD01-07800940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E35AC-7649-4531-B045-00A53D18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612A6-C4D8-4FDA-879D-E22A8321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6727E-BD81-4163-B43A-B813AF4A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C2A2FD-6FB2-42FB-8234-0A4875FD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55279-0979-4BAD-A0F8-7C0D3376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B8B18F-284C-448B-A598-9D195A25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0947AC-BB16-4B9F-A36B-98CBCBD92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A28F8-6799-4D77-8E29-AC9F16A5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C1955-5D6B-47DB-AC69-182D4278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77F246-28DB-423D-8608-3188EC73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325695-7837-47B7-A45C-A7DB249C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4B2886-AA8D-4F98-980E-D8E6D121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95B71A-F73B-4917-8088-C3072C55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649383-5DC6-464C-985B-90359381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D78A1-43FD-4217-B980-51458674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56A24D-08FF-4C44-BC87-4C2D8E22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0EAB49-18BD-4B7B-8952-60C35916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C87AE3-480C-4B6C-977B-E4EAD438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F0DB2E-EF28-4992-A840-50D3B63F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4CF20F-80A1-4AB5-A29B-07C1F6A6F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D0A2BC-31AF-44FB-A74B-E6632F8D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ACFDD5-6331-4F7E-BA8C-6977B9C8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BB4E87-8E54-4FE1-A054-4BA2CADD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51384289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E15D89-C00C-48A8-9096-48BB0044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824D1A-D1AE-4E38-B527-4E4AACE3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E8B2B-8BC6-4224-A217-CF0C0BEF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13314-EFAD-4DAA-83A0-EF0267BB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AECB2-8CE5-42FA-A49A-FEE09AD9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51C62-FBE1-4AFA-A71C-99B3022D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A9782-1FD0-407C-8E0C-98083D97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5BA815-D289-4C77-A039-BCE8CD94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D83D8-C76E-43AE-B4A5-95BF79B8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C92594-3699-4790-AF9D-6E62875FE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066D4-36A5-41A9-84D1-FF6B0A5D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DE0EF-AA4C-4604-8595-FD96747F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651D52-B44B-40AE-AAF7-1E31146A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48E47B-65E3-4FED-AED7-9AFB82DD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8C36DB-944F-4445-B3E7-0A3BE1FF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C33B0-7F34-4FE4-AA10-DA798FB8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6354C9-ACFA-463C-A099-FE5F3AF9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5B613C-B4D1-4090-A13F-5444A860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B1874-2C10-4664-A8A0-21AC9DEA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8E9775-89D7-425E-9415-3BAFE864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CE33AF-7CE2-4CE2-9710-8157D361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432BDB-400A-40F4-99D4-23446B73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4E8ADC-C064-44AA-9BD4-150C5244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AE539C-BE59-4EE1-B552-6BDD8EDC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282A42-1DA4-4748-8839-EB972805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299262-DE24-40DD-80A2-DA270F79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6B1EF2-F36C-48BA-BC49-852393A0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DDB58C-2A7F-44D0-BA31-C46B07B7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23A161-6522-4469-A18F-4D15FA86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02297875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D06205-6FC8-4BB5-B970-8DFBC7DB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C17E7-B6ED-4C64-97F1-EF12BA0D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8DA26-C1A4-492F-92E1-DD073DC0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F05D3-B7B7-41D7-AECF-AC8EDB49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2D6DC-33E9-49BB-9101-753A9E9F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9D401B-F3BB-452E-A0A3-55F27199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11479-27FC-4749-96F2-86788988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403B97-3F6C-41D0-B21F-F80A62B7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F0843C-4DF1-4785-980D-9F8D7FE4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9EA018-9231-46EE-B800-233AB306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18BF8-0C1D-406F-8D17-E6289629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1F6C01-253D-4435-8422-F5C7CB3D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25B67-67C6-442F-A8E9-3B7E9379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F80A4E-8878-4629-B1A4-D1D4DBA0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D498F5-14D4-4F27-A727-9DDA59A3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567C66-5CC1-446E-8E59-6AEC75FA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3A401-87BD-4CB4-ABFB-CB24BC7E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E9A89-5300-4D20-90AF-82B4531D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7D62F6-450A-4292-A06F-02557910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307DB6-F9F4-4D47-823F-67A0234E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9951E2-6B7F-475A-A166-8BBEFD33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D4B0D7-EA4D-42CF-B74C-F67F65BE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BD6CD6-1E4F-46AA-828C-624B4578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6037E9-2707-4661-AE24-8D111C2A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FC54BB-3911-492F-8CCA-FF3936C9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C1C431-9034-4DA7-9FD7-FF94ED9D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CC5644-A8D9-4D43-B17D-1441BA9F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AA4F37-AF13-4424-93E0-53D3AE3F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33826C-6CC4-4747-81A7-00AB087C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129680892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CF60ED-F72C-4CFE-AF59-6378A0E2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D8566B-9D9B-4AB1-A1A9-197834B3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AB084-4ACA-40AF-99B9-D34A4CAD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990197-B6C4-463C-8FE7-67A0E317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B17B2-3BF7-4D6E-9A0F-F0CA9259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809B1-D0DB-4E53-96EE-171B763D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3FC0EA-1D15-41D8-AB17-1F719A0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F3B6C-6840-427D-8CBC-2E854F71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1D8F50-2B1B-4024-A4E4-CD7E9BB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05B4CB-55AD-4510-B7FA-F4C96EA3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8F3A8-963D-46AB-9409-005F74A6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DF084-BA73-465C-B8DE-748909A1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508042-C0D3-4CE4-9881-E1A5BA9F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8CE139-9C8D-45BC-AF02-53408DF4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66DB38-6E90-415C-AC65-747AB06A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082F0D-F23D-4FF2-A69A-ACA1873B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CA5689-AEF1-4D77-8B85-6FF618F1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C97B5-4B2E-4AC1-888F-E8E176E2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61EBF7-AF4E-4AC3-ACD2-16C2BCC8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59D808-B60D-4B25-B69B-D58AFD3D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90EF5C-6095-455F-8DD7-11D45108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7254D4-3979-443B-8764-0BD44102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2295B1-6FBB-40EF-92E0-A7BE0038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A9E65-8F4E-46EE-A459-C2E0F4AB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746B45-4CE6-495E-8032-23C458B3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087F4E-18E4-45D1-B5EC-3757163B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8696DF-A97D-4EC7-AE9D-337FCDFF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98D84F-56F3-4095-8A19-115F4BF5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90B6DF-C764-4E3C-8A8B-DEF99BDF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45154055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2A161D-FF2D-474F-80B4-80EBE020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667ED-D7C7-4581-9FF8-1A68EF1A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1FE7B-FA00-426F-82BF-942F8F67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CA6F3-68ED-44D0-9374-4B8A7A0A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699A8-288D-43E1-8C7D-2C61FB64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123CB-B700-4BCD-AB25-C67BDFCD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3D7C01-3A0F-48D6-B3FC-C0F99F17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5EF01-CC7D-4878-AE7B-04BB818F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1C8E9-3563-4595-82B1-85E2295E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84D0E-49F2-4AFB-8B99-4BC7D0F1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F82BC6-BAE5-42ED-B066-F6C3DEC3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DCA1E-FB86-4A0D-907D-5B48135A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19B16E-327A-49C6-9749-20C73230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4A8748-9537-4238-994A-428A1ADA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6F2F2A-3821-4F2E-BC65-D916DFDF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FD181-6F8F-41EC-ABA0-B534F7EE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392349-A7A3-405F-8EA5-15EB4283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B20CF3-DD3E-49C6-8716-FD603B05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729385-5347-40B1-B8F3-7FA959B9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D7DA1-0718-4B85-9F28-580CCF90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708C66-BD28-426D-AA48-7D72AFE5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BBE88-6D11-4993-8530-460FE270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5D29F0-4F55-4D00-A2A8-06D0CCCA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B4DF38-00B7-403F-9E95-FC8CC9D6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82C456-AE59-4992-B690-17E72A5F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63C71-E97F-4D5F-8D53-9FE2176C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F64D7F-563B-41C7-BC40-FCBE0B05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E8730E-420B-45A1-98F8-08F6E021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F3A7B2-ED50-4EE7-A9F9-D10CB710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8511962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FF70DA-CE39-4727-8BA8-CEEE1ED1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2BA3E-E36D-4C0C-921B-0CBA4815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03367-2B26-4983-8F5C-FEC821FC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CDFAC-FA86-466C-BA58-00EA12B1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2F64-100B-4835-8545-AEE014FD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8A2869-D603-4189-A95C-FB439E67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14A84A-304E-49AA-90C1-A83D519E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CC6226-CA0C-443A-91C0-47025535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FED3F-FF28-409D-9C9A-48784193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31C13F-7DA2-4DC1-81CD-616577E0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7DC182-892E-4ECE-9186-27771424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D882C7-FB6A-4CF6-8758-F6E400D3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20AFFA-2540-41AC-B20B-A25761A4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64BFFE-2492-46CE-9254-E78CF446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25273-A51A-4C6B-A9A5-7C2DD61A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A3203B-A166-4961-BB2C-08435D52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1B1919-DF35-409E-9FB1-E37C6E75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78871-6D20-44D8-820F-A09A58D6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FD4E7C-7760-4996-AC35-A8F583D7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D291CE-E96D-4819-A12D-DF2E1503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2D4B7D-AA6E-4F6A-BC56-286A11B99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D4941A-AD30-4283-85D4-F4581E14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CD5E74-2CE4-410C-A15B-50ECD1EB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0F2AEA-130A-48F6-889E-4E778F82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5B3DF8-AD1B-4D1D-B557-A3A5B410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C54970-5843-4084-A73D-7E348BE5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54ABF3-5E6C-4BC0-97F4-2FC8FFBD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FC4B1A-5DC2-4502-A5CF-6F79EBA2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82FB26-8415-4693-9C69-AF4E9DF9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34643320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95D482-E7B4-41C2-B8CC-D43F0C9E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4A26E-56EA-49D7-B4ED-05261C39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93DEC-3CCF-4B4E-87FB-F4CFC511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C6F0E-B1F5-4A26-A15F-476C1DC3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F5ACA-6490-427C-B1D5-A30CB024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CCFDA7-7154-4F02-890F-303A09B4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D302E-B149-451D-82F4-AAF51B2F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E926AD-48A9-4A34-9CFC-B0E2CECD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E1CA07-70FD-4C51-8EB5-88B1DCE0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BA64E6-6B76-4CC1-BD72-AFE58BB7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19D865-65E0-4106-A410-6ADBA6AA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7E8A0-AA97-4BC7-BC4F-0793EE1C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319765-6F9A-418E-8413-E1FAD223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BB0BD3-AA82-448A-BD6C-9F3DDB39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1895E2-89F2-491F-8E66-266AF0E6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43572587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BCD2D5-013F-4B5F-9CC1-9965D9BB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858E9-0BFD-433D-82F6-AF0A74BB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66EDD1-501C-47D9-80CC-4D0FE7F8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5EF99-9D13-4C53-923A-E73280CE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64378-6F01-4CF1-A318-CDF9B347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5BF2F-23CC-4919-A6DF-EA924662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5E150-2681-4331-940D-8FD10AA4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8BB73E-4743-419A-BA8B-EEA4A206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EA3FF-FA43-4833-B635-4DC4352C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BF4B2C-C6A5-4EA3-8944-0F6C7C72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FF3C2-971A-486E-9C5F-2A6940E1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379B4-BDC4-41E7-A0E9-E1CB1350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3A9AAD-9DA3-4DB6-8808-E4E0A242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D2CDD0-45EA-47DD-A29F-72284F67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99066-DA2F-4EB0-BEC2-B6D195DC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EE227-9EAE-423A-985A-719BFE3D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F42B49-E279-49BD-894C-F62735E0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88556F-8807-44B6-86DA-121CE627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DDC93-4CEF-48F6-B553-029C4D7C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40148D-BCED-4778-A1E0-72EA698D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D9DF83-AF33-4279-BC18-3FEB1E1B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56988F-F49F-4E0D-93F5-78DF4FDF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03AC13-864C-466C-92F0-1D5FB39A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9EE243-7A6C-4766-9EF3-A64A60DB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2C9103-161D-4675-AF75-FAA53C5A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8EB3DA-98EF-43A1-A115-5D27F5B9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01315A-AD37-4BA9-B9BD-5AD1D05A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C2B185-69DE-4F43-BAA5-D1AFE13E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03C15E-94F8-437C-A3CC-B5FDB6A3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51755076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CF9595F-9229-4071-B585-C1DBECB3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29F8D-5732-4416-8A7E-ABFF37DD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8FCF5F-74FE-4688-A158-5D668316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43FDB-6173-4EC3-BA7D-074904F7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79521-054E-4548-AE5F-2B9229DA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6CDF4-F860-4DE9-A790-89D99C0E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E9890A-F645-4194-A892-A2F95384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303532-1D5C-4C0F-ACC0-40978035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3DCD1-E353-46DA-8394-CF23428A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4E891-4AA2-40F8-B9C2-9EF876FF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E288B-09EE-4BED-A045-1841EBDF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4A4CE-2F5D-43A6-9666-33F4075A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CC1EE-22B1-4BEA-8FE1-B0A34957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5B6F05-0EF4-4E9C-89D2-D4B999BB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E091E-A00D-4943-B958-AEE1557D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5333EC-8B36-49D0-8C5A-8208E571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2961C-C73C-478D-B48E-787E35FF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8E0BFC-5ECB-4101-9959-D964B08D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3655FE-E07C-4610-B47C-82F3DC48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500B63-2C81-436C-BF7B-17865031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F913D-9858-47B1-B0E7-39CE46E7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02F4F2-BBEE-4D81-A417-C50DA626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720C4E-AB7C-4C0C-82A5-147C7504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D2E4F4-04C1-49BC-BF5D-5E299075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71A2E0-F131-4C5A-A22F-453A3B16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E853C2-7879-43B9-8CCB-7B441FB6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55D5F5-61C7-402C-934D-2BCCD2CF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EB5F65-1AE0-4C22-912F-91C9E131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FEB9D6-86FD-4F00-8561-FAD5FD62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7B329C-16B0-46D4-B69E-0C9294D8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4700D7-8567-459B-8917-8D45752F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E0F1E6-48E2-4499-91C9-024DD706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DFE399-B18B-40F5-A177-D4178880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CBC3B2-C0C4-4E97-A1C2-E6FAC103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D310EC-CB67-49A7-A426-61F4EB05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DD9FF2-84AD-42D4-90BC-BE442AB3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F5B916-2BCC-4450-B194-28CDC0F1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3F3F75-BD62-4E22-8B25-F18F3196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EEB4A6-698D-438D-9EFF-67933048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5866BF-2EEA-4750-992C-CD34DEB0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DFE7C3-A97F-4B9D-9480-C1E1EF37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167458-1D0E-4BB7-AD8D-2B9F1383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2238D7-23FA-4BF5-B94F-ADC9BB4C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44F42C-53AA-4ABA-802A-9E967E66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0D9769-0612-4BED-92A4-C23E7FD2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1D9178-492B-48D4-B4A0-70E096D0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67B9C9-E72C-4971-AA2A-4D8618F9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20F48D-76BD-41D5-9DD1-8C03717E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6028C7-4E31-4614-8686-D95B59D1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9FBDD4-D96A-49EE-9733-3D3F8D91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28A97A8-3C2B-4136-BD59-4882486C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AE4B4B-AB8D-488B-A7D6-D8BB1CBE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A1E728B-A6FF-4E26-92D5-9E84156C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67B187D-A199-4246-A682-DD45D410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451847227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2026-07-18T00:26:48.8250000Z</dcterms:created>
  <dcterms:modified xsi:type="dcterms:W3CDTF">2026-07-18T00:26:48.8250000Z</dcterms:modified>
</coreProperties>
</file>