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0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9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2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5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36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37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8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39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80d95f5e674ae9" /><Relationship Type="http://schemas.openxmlformats.org/officeDocument/2006/relationships/extended-properties" Target="/docProps/app.xml" Id="R7a6efaefc8a04294" /><Relationship Type="http://schemas.openxmlformats.org/officeDocument/2006/relationships/officeDocument" Target="/ppt/presentation.xml" Id="R6c064dd343d24e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455e6f21a542e1"/>
  </p:sldMasterIdLst>
  <p:notesMasterIdLst>
    <p:notesMasterId xmlns:r="http://schemas.openxmlformats.org/officeDocument/2006/relationships" r:id="Rcc982dba05f243e9"/>
  </p:notesMasterIdLst>
  <p:sldIdLst>
    <p:sldId xmlns:r="http://schemas.openxmlformats.org/officeDocument/2006/relationships" id="256" r:id="Ree3e36a4dbee4161"/>
    <p:sldId xmlns:r="http://schemas.openxmlformats.org/officeDocument/2006/relationships" id="257" r:id="R66cccd06bcaf4df9"/>
    <p:sldId xmlns:r="http://schemas.openxmlformats.org/officeDocument/2006/relationships" id="258" r:id="R44d333b7e3d449c8"/>
    <p:sldId xmlns:r="http://schemas.openxmlformats.org/officeDocument/2006/relationships" id="259" r:id="R4763667160f646e8"/>
    <p:sldId xmlns:r="http://schemas.openxmlformats.org/officeDocument/2006/relationships" id="260" r:id="R6bfbfd4773bd4e3b"/>
    <p:sldId xmlns:r="http://schemas.openxmlformats.org/officeDocument/2006/relationships" id="261" r:id="Rb6e0efd8a13742a4"/>
    <p:sldId xmlns:r="http://schemas.openxmlformats.org/officeDocument/2006/relationships" id="262" r:id="Rfcb320f39f0c47f9"/>
    <p:sldId xmlns:r="http://schemas.openxmlformats.org/officeDocument/2006/relationships" id="263" r:id="Rd8417ff5991943a9"/>
    <p:sldId xmlns:r="http://schemas.openxmlformats.org/officeDocument/2006/relationships" id="264" r:id="R2204dd56d18a40bc"/>
    <p:sldId xmlns:r="http://schemas.openxmlformats.org/officeDocument/2006/relationships" id="265" r:id="R6be7e26ced4348e6"/>
    <p:sldId xmlns:r="http://schemas.openxmlformats.org/officeDocument/2006/relationships" id="266" r:id="R5a347568e0064227"/>
    <p:sldId xmlns:r="http://schemas.openxmlformats.org/officeDocument/2006/relationships" id="267" r:id="R7efb0d7015ba4340"/>
    <p:sldId xmlns:r="http://schemas.openxmlformats.org/officeDocument/2006/relationships" id="268" r:id="R67caff99366a4a8e"/>
    <p:sldId xmlns:r="http://schemas.openxmlformats.org/officeDocument/2006/relationships" id="269" r:id="Re8c66178130a44c8"/>
    <p:sldId xmlns:r="http://schemas.openxmlformats.org/officeDocument/2006/relationships" id="270" r:id="Ra3a9e949474247f0"/>
    <p:sldId xmlns:r="http://schemas.openxmlformats.org/officeDocument/2006/relationships" id="271" r:id="R0496cd5af2254985"/>
    <p:sldId xmlns:r="http://schemas.openxmlformats.org/officeDocument/2006/relationships" id="272" r:id="R6661f93be3c64938"/>
    <p:sldId xmlns:r="http://schemas.openxmlformats.org/officeDocument/2006/relationships" id="273" r:id="Ra6496626df8c4d33"/>
    <p:sldId xmlns:r="http://schemas.openxmlformats.org/officeDocument/2006/relationships" id="274" r:id="R99996dafe64e40ce"/>
    <p:sldId xmlns:r="http://schemas.openxmlformats.org/officeDocument/2006/relationships" id="275" r:id="R32d89a37b47e470c"/>
    <p:sldId xmlns:r="http://schemas.openxmlformats.org/officeDocument/2006/relationships" id="276" r:id="Re90d6ad3743a47f6"/>
    <p:sldId xmlns:r="http://schemas.openxmlformats.org/officeDocument/2006/relationships" id="277" r:id="Rcc441d3c0bcc476a"/>
    <p:sldId xmlns:r="http://schemas.openxmlformats.org/officeDocument/2006/relationships" id="278" r:id="R72cc9a5ee84f486b"/>
    <p:sldId xmlns:r="http://schemas.openxmlformats.org/officeDocument/2006/relationships" id="279" r:id="R1b411529d9164a69"/>
    <p:sldId xmlns:r="http://schemas.openxmlformats.org/officeDocument/2006/relationships" id="280" r:id="Reee6f5fd6bcf4cce"/>
    <p:sldId xmlns:r="http://schemas.openxmlformats.org/officeDocument/2006/relationships" id="281" r:id="R09c1012ae1d1413e"/>
    <p:sldId xmlns:r="http://schemas.openxmlformats.org/officeDocument/2006/relationships" id="282" r:id="Ra9095135202243a8"/>
    <p:sldId xmlns:r="http://schemas.openxmlformats.org/officeDocument/2006/relationships" id="283" r:id="R1f4f0d54c1c84bed"/>
    <p:sldId xmlns:r="http://schemas.openxmlformats.org/officeDocument/2006/relationships" id="284" r:id="R53f9e03dd60c448e"/>
    <p:sldId xmlns:r="http://schemas.openxmlformats.org/officeDocument/2006/relationships" id="285" r:id="Rcbe1b790cdfe4971"/>
    <p:sldId xmlns:r="http://schemas.openxmlformats.org/officeDocument/2006/relationships" id="286" r:id="R486ed56939a94972"/>
    <p:sldId xmlns:r="http://schemas.openxmlformats.org/officeDocument/2006/relationships" id="287" r:id="R0805d8ab12ba4ff3"/>
    <p:sldId xmlns:r="http://schemas.openxmlformats.org/officeDocument/2006/relationships" id="288" r:id="Rf1c358faa33e4a7c"/>
    <p:sldId xmlns:r="http://schemas.openxmlformats.org/officeDocument/2006/relationships" id="289" r:id="Rabed6ca526034aa0"/>
    <p:sldId xmlns:r="http://schemas.openxmlformats.org/officeDocument/2006/relationships" id="290" r:id="R1560700bde294ac9"/>
    <p:sldId xmlns:r="http://schemas.openxmlformats.org/officeDocument/2006/relationships" id="291" r:id="R7bc07c29ddea44fe"/>
    <p:sldId xmlns:r="http://schemas.openxmlformats.org/officeDocument/2006/relationships" id="292" r:id="Rd5f8406f87c64f0e"/>
    <p:sldId xmlns:r="http://schemas.openxmlformats.org/officeDocument/2006/relationships" id="293" r:id="Ra2520a831e594fb6"/>
    <p:sldId xmlns:r="http://schemas.openxmlformats.org/officeDocument/2006/relationships" id="294" r:id="R4b0833bf86d14126"/>
    <p:sldId xmlns:r="http://schemas.openxmlformats.org/officeDocument/2006/relationships" id="295" r:id="R89e401a9dead487c"/>
    <p:sldId xmlns:r="http://schemas.openxmlformats.org/officeDocument/2006/relationships" id="296" r:id="R413a12116e9e41db"/>
    <p:sldId xmlns:r="http://schemas.openxmlformats.org/officeDocument/2006/relationships" id="297" r:id="R629c1b3100964cc4"/>
    <p:sldId xmlns:r="http://schemas.openxmlformats.org/officeDocument/2006/relationships" id="298" r:id="Ra24137f1a16842d4"/>
    <p:sldId xmlns:r="http://schemas.openxmlformats.org/officeDocument/2006/relationships" id="299" r:id="Reb6d747964914976"/>
    <p:sldId xmlns:r="http://schemas.openxmlformats.org/officeDocument/2006/relationships" id="300" r:id="R837837d24f2e42fa"/>
    <p:sldId xmlns:r="http://schemas.openxmlformats.org/officeDocument/2006/relationships" id="301" r:id="Re5dd07fe35e74dd7"/>
    <p:sldId xmlns:r="http://schemas.openxmlformats.org/officeDocument/2006/relationships" id="302" r:id="R5c56a6726c224b14"/>
    <p:sldId xmlns:r="http://schemas.openxmlformats.org/officeDocument/2006/relationships" id="303" r:id="R4b5b4f6b52004fcf"/>
    <p:sldId xmlns:r="http://schemas.openxmlformats.org/officeDocument/2006/relationships" id="304" r:id="R8beb55d8b6304993"/>
    <p:sldId xmlns:r="http://schemas.openxmlformats.org/officeDocument/2006/relationships" id="305" r:id="R5d64ddf9a3ba4b2b"/>
    <p:sldId xmlns:r="http://schemas.openxmlformats.org/officeDocument/2006/relationships" id="306" r:id="Rcef5765534e04900"/>
    <p:sldId xmlns:r="http://schemas.openxmlformats.org/officeDocument/2006/relationships" id="307" r:id="Ra4d9df0f55ef4481"/>
    <p:sldId xmlns:r="http://schemas.openxmlformats.org/officeDocument/2006/relationships" id="308" r:id="Rfae8f52acc33413a"/>
    <p:sldId xmlns:r="http://schemas.openxmlformats.org/officeDocument/2006/relationships" id="309" r:id="Rfec6dfcd80b6410b"/>
    <p:sldId xmlns:r="http://schemas.openxmlformats.org/officeDocument/2006/relationships" id="310" r:id="R6e226bb122f946dc"/>
    <p:sldId xmlns:r="http://schemas.openxmlformats.org/officeDocument/2006/relationships" id="311" r:id="R507ffd17988e42f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589a16237349e0" /><Relationship Type="http://schemas.openxmlformats.org/officeDocument/2006/relationships/slideMaster" Target="/ppt/slideMasters/slideMaster1.xml" Id="Rd4455e6f21a542e1" /><Relationship Type="http://schemas.openxmlformats.org/officeDocument/2006/relationships/notesMaster" Target="/ppt/notesMasters/notesMaster1.xml" Id="Rcc982dba05f243e9" /><Relationship Type="http://schemas.openxmlformats.org/officeDocument/2006/relationships/presProps" Target="/ppt/presProps.xml" Id="Rcfc72026e753434c" /><Relationship Type="http://schemas.openxmlformats.org/officeDocument/2006/relationships/tableStyles" Target="/ppt/tableStyles.xml" Id="Rbe9f09ebc8ca4081" /><Relationship Type="http://schemas.openxmlformats.org/officeDocument/2006/relationships/slide" Target="/ppt/slides/slide1.xml" Id="Ree3e36a4dbee4161" /><Relationship Type="http://schemas.openxmlformats.org/officeDocument/2006/relationships/slide" Target="/ppt/slides/slide2.xml" Id="R66cccd06bcaf4df9" /><Relationship Type="http://schemas.openxmlformats.org/officeDocument/2006/relationships/slide" Target="/ppt/slides/slide3.xml" Id="R44d333b7e3d449c8" /><Relationship Type="http://schemas.openxmlformats.org/officeDocument/2006/relationships/slide" Target="/ppt/slides/slide4.xml" Id="R4763667160f646e8" /><Relationship Type="http://schemas.openxmlformats.org/officeDocument/2006/relationships/slide" Target="/ppt/slides/slide5.xml" Id="R6bfbfd4773bd4e3b" /><Relationship Type="http://schemas.openxmlformats.org/officeDocument/2006/relationships/slide" Target="/ppt/slides/slide6.xml" Id="Rb6e0efd8a13742a4" /><Relationship Type="http://schemas.openxmlformats.org/officeDocument/2006/relationships/slide" Target="/ppt/slides/slide7.xml" Id="Rfcb320f39f0c47f9" /><Relationship Type="http://schemas.openxmlformats.org/officeDocument/2006/relationships/slide" Target="/ppt/slides/slide8.xml" Id="Rd8417ff5991943a9" /><Relationship Type="http://schemas.openxmlformats.org/officeDocument/2006/relationships/slide" Target="/ppt/slides/slide9.xml" Id="R2204dd56d18a40bc" /><Relationship Type="http://schemas.openxmlformats.org/officeDocument/2006/relationships/slide" Target="/ppt/slides/slide10.xml" Id="R6be7e26ced4348e6" /><Relationship Type="http://schemas.openxmlformats.org/officeDocument/2006/relationships/slide" Target="/ppt/slides/slide11.xml" Id="R5a347568e0064227" /><Relationship Type="http://schemas.openxmlformats.org/officeDocument/2006/relationships/slide" Target="/ppt/slides/slide12.xml" Id="R7efb0d7015ba4340" /><Relationship Type="http://schemas.openxmlformats.org/officeDocument/2006/relationships/slide" Target="/ppt/slides/slide13.xml" Id="R67caff99366a4a8e" /><Relationship Type="http://schemas.openxmlformats.org/officeDocument/2006/relationships/slide" Target="/ppt/slides/slide14.xml" Id="Re8c66178130a44c8" /><Relationship Type="http://schemas.openxmlformats.org/officeDocument/2006/relationships/slide" Target="/ppt/slides/slide15.xml" Id="Ra3a9e949474247f0" /><Relationship Type="http://schemas.openxmlformats.org/officeDocument/2006/relationships/slide" Target="/ppt/slides/slide16.xml" Id="R0496cd5af2254985" /><Relationship Type="http://schemas.openxmlformats.org/officeDocument/2006/relationships/slide" Target="/ppt/slides/slide17.xml" Id="R6661f93be3c64938" /><Relationship Type="http://schemas.openxmlformats.org/officeDocument/2006/relationships/slide" Target="/ppt/slides/slide18.xml" Id="Ra6496626df8c4d33" /><Relationship Type="http://schemas.openxmlformats.org/officeDocument/2006/relationships/slide" Target="/ppt/slides/slide19.xml" Id="R99996dafe64e40ce" /><Relationship Type="http://schemas.openxmlformats.org/officeDocument/2006/relationships/slide" Target="/ppt/slides/slide20.xml" Id="R32d89a37b47e470c" /><Relationship Type="http://schemas.openxmlformats.org/officeDocument/2006/relationships/slide" Target="/ppt/slides/slide21.xml" Id="Re90d6ad3743a47f6" /><Relationship Type="http://schemas.openxmlformats.org/officeDocument/2006/relationships/slide" Target="/ppt/slides/slide22.xml" Id="Rcc441d3c0bcc476a" /><Relationship Type="http://schemas.openxmlformats.org/officeDocument/2006/relationships/slide" Target="/ppt/slides/slide23.xml" Id="R72cc9a5ee84f486b" /><Relationship Type="http://schemas.openxmlformats.org/officeDocument/2006/relationships/slide" Target="/ppt/slides/slide24.xml" Id="R1b411529d9164a69" /><Relationship Type="http://schemas.openxmlformats.org/officeDocument/2006/relationships/slide" Target="/ppt/slides/slide25.xml" Id="Reee6f5fd6bcf4cce" /><Relationship Type="http://schemas.openxmlformats.org/officeDocument/2006/relationships/slide" Target="/ppt/slides/slide26.xml" Id="R09c1012ae1d1413e" /><Relationship Type="http://schemas.openxmlformats.org/officeDocument/2006/relationships/slide" Target="/ppt/slides/slide27.xml" Id="Ra9095135202243a8" /><Relationship Type="http://schemas.openxmlformats.org/officeDocument/2006/relationships/slide" Target="/ppt/slides/slide28.xml" Id="R1f4f0d54c1c84bed" /><Relationship Type="http://schemas.openxmlformats.org/officeDocument/2006/relationships/slide" Target="/ppt/slides/slide29.xml" Id="R53f9e03dd60c448e" /><Relationship Type="http://schemas.openxmlformats.org/officeDocument/2006/relationships/slide" Target="/ppt/slides/slide30.xml" Id="Rcbe1b790cdfe4971" /><Relationship Type="http://schemas.openxmlformats.org/officeDocument/2006/relationships/slide" Target="/ppt/slides/slide31.xml" Id="R486ed56939a94972" /><Relationship Type="http://schemas.openxmlformats.org/officeDocument/2006/relationships/slide" Target="/ppt/slides/slide32.xml" Id="R0805d8ab12ba4ff3" /><Relationship Type="http://schemas.openxmlformats.org/officeDocument/2006/relationships/slide" Target="/ppt/slides/slide33.xml" Id="Rf1c358faa33e4a7c" /><Relationship Type="http://schemas.openxmlformats.org/officeDocument/2006/relationships/slide" Target="/ppt/slides/slide34.xml" Id="Rabed6ca526034aa0" /><Relationship Type="http://schemas.openxmlformats.org/officeDocument/2006/relationships/slide" Target="/ppt/slides/slide35.xml" Id="R1560700bde294ac9" /><Relationship Type="http://schemas.openxmlformats.org/officeDocument/2006/relationships/slide" Target="/ppt/slides/slide36.xml" Id="R7bc07c29ddea44fe" /><Relationship Type="http://schemas.openxmlformats.org/officeDocument/2006/relationships/slide" Target="/ppt/slides/slide37.xml" Id="Rd5f8406f87c64f0e" /><Relationship Type="http://schemas.openxmlformats.org/officeDocument/2006/relationships/slide" Target="/ppt/slides/slide38.xml" Id="Ra2520a831e594fb6" /><Relationship Type="http://schemas.openxmlformats.org/officeDocument/2006/relationships/slide" Target="/ppt/slides/slide39.xml" Id="R4b0833bf86d14126" /><Relationship Type="http://schemas.openxmlformats.org/officeDocument/2006/relationships/slide" Target="/ppt/slides/slide40.xml" Id="R89e401a9dead487c" /><Relationship Type="http://schemas.openxmlformats.org/officeDocument/2006/relationships/slide" Target="/ppt/slides/slide41.xml" Id="R413a12116e9e41db" /><Relationship Type="http://schemas.openxmlformats.org/officeDocument/2006/relationships/slide" Target="/ppt/slides/slide42.xml" Id="R629c1b3100964cc4" /><Relationship Type="http://schemas.openxmlformats.org/officeDocument/2006/relationships/slide" Target="/ppt/slides/slide43.xml" Id="Ra24137f1a16842d4" /><Relationship Type="http://schemas.openxmlformats.org/officeDocument/2006/relationships/slide" Target="/ppt/slides/slide44.xml" Id="Reb6d747964914976" /><Relationship Type="http://schemas.openxmlformats.org/officeDocument/2006/relationships/slide" Target="/ppt/slides/slide45.xml" Id="R837837d24f2e42fa" /><Relationship Type="http://schemas.openxmlformats.org/officeDocument/2006/relationships/slide" Target="/ppt/slides/slide46.xml" Id="Re5dd07fe35e74dd7" /><Relationship Type="http://schemas.openxmlformats.org/officeDocument/2006/relationships/slide" Target="/ppt/slides/slide47.xml" Id="R5c56a6726c224b14" /><Relationship Type="http://schemas.openxmlformats.org/officeDocument/2006/relationships/slide" Target="/ppt/slides/slide48.xml" Id="R4b5b4f6b52004fcf" /><Relationship Type="http://schemas.openxmlformats.org/officeDocument/2006/relationships/slide" Target="/ppt/slides/slide49.xml" Id="R8beb55d8b6304993" /><Relationship Type="http://schemas.openxmlformats.org/officeDocument/2006/relationships/slide" Target="/ppt/slides/slide50.xml" Id="R5d64ddf9a3ba4b2b" /><Relationship Type="http://schemas.openxmlformats.org/officeDocument/2006/relationships/slide" Target="/ppt/slides/slide51.xml" Id="Rcef5765534e04900" /><Relationship Type="http://schemas.openxmlformats.org/officeDocument/2006/relationships/slide" Target="/ppt/slides/slide52.xml" Id="Ra4d9df0f55ef4481" /><Relationship Type="http://schemas.openxmlformats.org/officeDocument/2006/relationships/slide" Target="/ppt/slides/slide53.xml" Id="Rfae8f52acc33413a" /><Relationship Type="http://schemas.openxmlformats.org/officeDocument/2006/relationships/slide" Target="/ppt/slides/slide54.xml" Id="Rfec6dfcd80b6410b" /><Relationship Type="http://schemas.openxmlformats.org/officeDocument/2006/relationships/slide" Target="/ppt/slides/slide55.xml" Id="R6e226bb122f946dc" /><Relationship Type="http://schemas.openxmlformats.org/officeDocument/2006/relationships/slide" Target="/ppt/slides/slide56.xml" Id="R507ffd17988e42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14a740742445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5c853ca6e04151" /><Relationship Type="http://schemas.openxmlformats.org/officeDocument/2006/relationships/notesMaster" Target="/ppt/notesMasters/notesMaster1.xml" Id="R09f93101958c40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a5ea47407a4a73" /><Relationship Type="http://schemas.openxmlformats.org/officeDocument/2006/relationships/notesMaster" Target="/ppt/notesMasters/notesMaster1.xml" Id="R5d07050792aa44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eb9429653943f0" /><Relationship Type="http://schemas.openxmlformats.org/officeDocument/2006/relationships/notesMaster" Target="/ppt/notesMasters/notesMaster1.xml" Id="Rfb3818ee66e44ba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a77a5a9dd74a57" /><Relationship Type="http://schemas.openxmlformats.org/officeDocument/2006/relationships/notesMaster" Target="/ppt/notesMasters/notesMaster1.xml" Id="R52bb5b3138d241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698868e00a4a66" /><Relationship Type="http://schemas.openxmlformats.org/officeDocument/2006/relationships/notesMaster" Target="/ppt/notesMasters/notesMaster1.xml" Id="R334b5dd9348941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ebf17584854348" /><Relationship Type="http://schemas.openxmlformats.org/officeDocument/2006/relationships/notesMaster" Target="/ppt/notesMasters/notesMaster1.xml" Id="R51ad90344c3442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0c4b82b55e4388" /><Relationship Type="http://schemas.openxmlformats.org/officeDocument/2006/relationships/notesMaster" Target="/ppt/notesMasters/notesMaster1.xml" Id="Rfd87328de26444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5555ab3d3c042c7" /><Relationship Type="http://schemas.openxmlformats.org/officeDocument/2006/relationships/notesMaster" Target="/ppt/notesMasters/notesMaster1.xml" Id="Rfa0adf9e1b4c4f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8aec105ced4ae7" /><Relationship Type="http://schemas.openxmlformats.org/officeDocument/2006/relationships/notesMaster" Target="/ppt/notesMasters/notesMaster1.xml" Id="R7bf170d1ecfd4f3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36fcc80a8964b48" /><Relationship Type="http://schemas.openxmlformats.org/officeDocument/2006/relationships/notesMaster" Target="/ppt/notesMasters/notesMaster1.xml" Id="Rda3bceea4372400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23cdc583e7643d3" /><Relationship Type="http://schemas.openxmlformats.org/officeDocument/2006/relationships/notesMaster" Target="/ppt/notesMasters/notesMaster1.xml" Id="R40f01dae5b4f473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96c0b2a07e84ac6" /><Relationship Type="http://schemas.openxmlformats.org/officeDocument/2006/relationships/notesMaster" Target="/ppt/notesMasters/notesMaster1.xml" Id="R273a5044aa7b40c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ba7381c583d42e2" /><Relationship Type="http://schemas.openxmlformats.org/officeDocument/2006/relationships/notesMaster" Target="/ppt/notesMasters/notesMaster1.xml" Id="R95d2d7c2c9eb460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d6bcc0a03734711" /><Relationship Type="http://schemas.openxmlformats.org/officeDocument/2006/relationships/notesMaster" Target="/ppt/notesMasters/notesMaster1.xml" Id="R2cff9b149362435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0f1c8158feb4def" /><Relationship Type="http://schemas.openxmlformats.org/officeDocument/2006/relationships/notesMaster" Target="/ppt/notesMasters/notesMaster1.xml" Id="R4bc245fe063b495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a94c87aa5f5480b" /><Relationship Type="http://schemas.openxmlformats.org/officeDocument/2006/relationships/notesMaster" Target="/ppt/notesMasters/notesMaster1.xml" Id="R8eac0b447fe541c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77f88d8d2624f61" /><Relationship Type="http://schemas.openxmlformats.org/officeDocument/2006/relationships/notesMaster" Target="/ppt/notesMasters/notesMaster1.xml" Id="R1a1e0ca61fe0400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816d0003a1e4b21" /><Relationship Type="http://schemas.openxmlformats.org/officeDocument/2006/relationships/notesMaster" Target="/ppt/notesMasters/notesMaster1.xml" Id="Ra0b093e53931406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f96b444e3e04f07" /><Relationship Type="http://schemas.openxmlformats.org/officeDocument/2006/relationships/notesMaster" Target="/ppt/notesMasters/notesMaster1.xml" Id="R52aa54c48b2b490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d53c140a9314d30" /><Relationship Type="http://schemas.openxmlformats.org/officeDocument/2006/relationships/notesMaster" Target="/ppt/notesMasters/notesMaster1.xml" Id="R6b5ab13e37e645c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d4ec064a324413e" /><Relationship Type="http://schemas.openxmlformats.org/officeDocument/2006/relationships/notesMaster" Target="/ppt/notesMasters/notesMaster1.xml" Id="Rd50da11bb2f144b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f47b243be074c97" /><Relationship Type="http://schemas.openxmlformats.org/officeDocument/2006/relationships/notesMaster" Target="/ppt/notesMasters/notesMaster1.xml" Id="R95c52d2b7cf547b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036fcbeabe241ce" /><Relationship Type="http://schemas.openxmlformats.org/officeDocument/2006/relationships/notesMaster" Target="/ppt/notesMasters/notesMaster1.xml" Id="R3854a4bb52ef4a0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cf0155aab4f4e68" /><Relationship Type="http://schemas.openxmlformats.org/officeDocument/2006/relationships/notesMaster" Target="/ppt/notesMasters/notesMaster1.xml" Id="R75e1a1b681494ea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850e49b2d83469d" /><Relationship Type="http://schemas.openxmlformats.org/officeDocument/2006/relationships/notesMaster" Target="/ppt/notesMasters/notesMaster1.xml" Id="R6c7bf8def4604b5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a1151db7ba648a2" /><Relationship Type="http://schemas.openxmlformats.org/officeDocument/2006/relationships/notesMaster" Target="/ppt/notesMasters/notesMaster1.xml" Id="R8454babedb014a0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81b26372b764ba9" /><Relationship Type="http://schemas.openxmlformats.org/officeDocument/2006/relationships/notesMaster" Target="/ppt/notesMasters/notesMaster1.xml" Id="Rdf2ef8331a644c9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a00fba189d54557" /><Relationship Type="http://schemas.openxmlformats.org/officeDocument/2006/relationships/notesMaster" Target="/ppt/notesMasters/notesMaster1.xml" Id="Rf9ead9b810f1484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3dd4b565e294a7b" /><Relationship Type="http://schemas.openxmlformats.org/officeDocument/2006/relationships/notesMaster" Target="/ppt/notesMasters/notesMaster1.xml" Id="R80b60f0fe36e418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c4e16948a394593" /><Relationship Type="http://schemas.openxmlformats.org/officeDocument/2006/relationships/notesMaster" Target="/ppt/notesMasters/notesMaster1.xml" Id="Re3f6677e5f5e463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131f86d960a4f24" /><Relationship Type="http://schemas.openxmlformats.org/officeDocument/2006/relationships/notesMaster" Target="/ppt/notesMasters/notesMaster1.xml" Id="R6fa3b0a33b01478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2bc21b9d68d4a82" /><Relationship Type="http://schemas.openxmlformats.org/officeDocument/2006/relationships/notesMaster" Target="/ppt/notesMasters/notesMaster1.xml" Id="R7ea89e3777ec481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5ac8a08c35d4de0" /><Relationship Type="http://schemas.openxmlformats.org/officeDocument/2006/relationships/notesMaster" Target="/ppt/notesMasters/notesMaster1.xml" Id="Rf85284d92cc945d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a1814768b6a4dd6" /><Relationship Type="http://schemas.openxmlformats.org/officeDocument/2006/relationships/notesMaster" Target="/ppt/notesMasters/notesMaster1.xml" Id="Rd3afd87af02b413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f545f7270344015" /><Relationship Type="http://schemas.openxmlformats.org/officeDocument/2006/relationships/notesMaster" Target="/ppt/notesMasters/notesMaster1.xml" Id="Rd2795d821f3b415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0d847f8e68694ae3" /><Relationship Type="http://schemas.openxmlformats.org/officeDocument/2006/relationships/notesMaster" Target="/ppt/notesMasters/notesMaster1.xml" Id="R1b8ca88cd3464eb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a895ab7f34d4491" /><Relationship Type="http://schemas.openxmlformats.org/officeDocument/2006/relationships/notesMaster" Target="/ppt/notesMasters/notesMaster1.xml" Id="Rcd0783f219aa45b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bbb8ab9a3ca4cd6" /><Relationship Type="http://schemas.openxmlformats.org/officeDocument/2006/relationships/notesMaster" Target="/ppt/notesMasters/notesMaster1.xml" Id="Raf361a74363e4cf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27f074578ed4052" /><Relationship Type="http://schemas.openxmlformats.org/officeDocument/2006/relationships/notesMaster" Target="/ppt/notesMasters/notesMaster1.xml" Id="R3e839f634562406f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eba96164e0824c4d" /><Relationship Type="http://schemas.openxmlformats.org/officeDocument/2006/relationships/notesMaster" Target="/ppt/notesMasters/notesMaster1.xml" Id="R28bdcc13154d464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dea28982ae904c9c" /><Relationship Type="http://schemas.openxmlformats.org/officeDocument/2006/relationships/notesMaster" Target="/ppt/notesMasters/notesMaster1.xml" Id="R2d78e5820b2a4a5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45bab00bf7244ce" /><Relationship Type="http://schemas.openxmlformats.org/officeDocument/2006/relationships/notesMaster" Target="/ppt/notesMasters/notesMaster1.xml" Id="Rdcb46b798f554ea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7102ec63c2c945f0" /><Relationship Type="http://schemas.openxmlformats.org/officeDocument/2006/relationships/notesMaster" Target="/ppt/notesMasters/notesMaster1.xml" Id="R7d422ac967aa4e2f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3a2ffd44f7e44d2" /><Relationship Type="http://schemas.openxmlformats.org/officeDocument/2006/relationships/notesMaster" Target="/ppt/notesMasters/notesMaster1.xml" Id="R326e601f70214230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39936caa9e494695" /><Relationship Type="http://schemas.openxmlformats.org/officeDocument/2006/relationships/notesMaster" Target="/ppt/notesMasters/notesMaster1.xml" Id="R3d9db82a88aa45f5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dddc5722e9f44b2" /><Relationship Type="http://schemas.openxmlformats.org/officeDocument/2006/relationships/notesMaster" Target="/ppt/notesMasters/notesMaster1.xml" Id="R8110c93bac9440e3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68b3d2edac594aae" /><Relationship Type="http://schemas.openxmlformats.org/officeDocument/2006/relationships/notesMaster" Target="/ppt/notesMasters/notesMaster1.xml" Id="Rb8ec12947ed54a4e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4ab8080f72724af7" /><Relationship Type="http://schemas.openxmlformats.org/officeDocument/2006/relationships/notesMaster" Target="/ppt/notesMasters/notesMaster1.xml" Id="Ra338e4d284f1465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a993eaa4c75940f2" /><Relationship Type="http://schemas.openxmlformats.org/officeDocument/2006/relationships/notesMaster" Target="/ppt/notesMasters/notesMaster1.xml" Id="R6bb2b90bc24b4aee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e11e0c091f82434b" /><Relationship Type="http://schemas.openxmlformats.org/officeDocument/2006/relationships/notesMaster" Target="/ppt/notesMasters/notesMaster1.xml" Id="R4033ea54fa554fb3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59867a4ef41248e7" /><Relationship Type="http://schemas.openxmlformats.org/officeDocument/2006/relationships/notesMaster" Target="/ppt/notesMasters/notesMaster1.xml" Id="Rd660aa838ba74bea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ebd3bea4c6234cb1" /><Relationship Type="http://schemas.openxmlformats.org/officeDocument/2006/relationships/notesMaster" Target="/ppt/notesMasters/notesMaster1.xml" Id="R98332c2a38864a2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834a1436f1094451" /><Relationship Type="http://schemas.openxmlformats.org/officeDocument/2006/relationships/notesMaster" Target="/ppt/notesMasters/notesMaster1.xml" Id="Ref89d96778974ad4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c0546cd4da7944b1" /><Relationship Type="http://schemas.openxmlformats.org/officeDocument/2006/relationships/notesMaster" Target="/ppt/notesMasters/notesMaster1.xml" Id="R86b98a656d0f4cee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0a259eb1223e4168" /><Relationship Type="http://schemas.openxmlformats.org/officeDocument/2006/relationships/notesMaster" Target="/ppt/notesMasters/notesMaster1.xml" Id="R4f97342ace6844a0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cde690ef47744ac3" /><Relationship Type="http://schemas.openxmlformats.org/officeDocument/2006/relationships/notesMaster" Target="/ppt/notesMasters/notesMaster1.xml" Id="R81325273726e4c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aceb50068745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4fe0e02eba436c" /><Relationship Type="http://schemas.openxmlformats.org/officeDocument/2006/relationships/slideLayout" Target="/ppt/slideLayouts/slideLayout1.xml" Id="Rab07991e9cf140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07991e9cf140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4fd5f9e599430a" /><Relationship Type="http://schemas.openxmlformats.org/officeDocument/2006/relationships/notesSlide" Target="/ppt/notesSlides/notesSlide1.xml" Id="R0eea1f664c5a4a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51b6df39a74a5d" /><Relationship Type="http://schemas.openxmlformats.org/officeDocument/2006/relationships/notesSlide" Target="/ppt/notesSlides/notesSlide2.xml" Id="R53e430622dfd4a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44667de304f0e" /><Relationship Type="http://schemas.openxmlformats.org/officeDocument/2006/relationships/chart" Target="/ppt/slides/charts/chart1.xml" Id="R3ddac49ec17746d2" /><Relationship Type="http://schemas.openxmlformats.org/officeDocument/2006/relationships/notesSlide" Target="/ppt/notesSlides/notesSlide3.xml" Id="Re4a086b0ed2c49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b68e04cd84e42" /><Relationship Type="http://schemas.openxmlformats.org/officeDocument/2006/relationships/chart" Target="/ppt/slides/charts/chart2.xml" Id="R0a6c44819ce34964" /><Relationship Type="http://schemas.openxmlformats.org/officeDocument/2006/relationships/chart" Target="/ppt/slides/charts/chart3.xml" Id="R9f22842262c741f2" /><Relationship Type="http://schemas.openxmlformats.org/officeDocument/2006/relationships/chart" Target="/ppt/slides/charts/chart4.xml" Id="R344c99fd99c24a8d" /><Relationship Type="http://schemas.openxmlformats.org/officeDocument/2006/relationships/notesSlide" Target="/ppt/notesSlides/notesSlide4.xml" Id="R3bc165993b174c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2570c2d11a408b" /><Relationship Type="http://schemas.openxmlformats.org/officeDocument/2006/relationships/chart" Target="/ppt/slides/charts/chart5.xml" Id="Rcd619f7665d5403a" /><Relationship Type="http://schemas.openxmlformats.org/officeDocument/2006/relationships/chart" Target="/ppt/slides/charts/chart6.xml" Id="R282195fa63fe4795" /><Relationship Type="http://schemas.openxmlformats.org/officeDocument/2006/relationships/chart" Target="/ppt/slides/charts/chart7.xml" Id="R822147e9c5db4c12" /><Relationship Type="http://schemas.openxmlformats.org/officeDocument/2006/relationships/chart" Target="/ppt/slides/charts/chart8.xml" Id="R46220a9536b94db8" /><Relationship Type="http://schemas.openxmlformats.org/officeDocument/2006/relationships/notesSlide" Target="/ppt/notesSlides/notesSlide5.xml" Id="Re38b34d2362e4d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d9126e258d4edf" /><Relationship Type="http://schemas.openxmlformats.org/officeDocument/2006/relationships/chart" Target="/ppt/slides/charts/chart9.xml" Id="Ra2d360e51ef748d3" /><Relationship Type="http://schemas.openxmlformats.org/officeDocument/2006/relationships/chart" Target="/ppt/slides/charts/chart10.xml" Id="Rbb7bd342dba74c69" /><Relationship Type="http://schemas.openxmlformats.org/officeDocument/2006/relationships/notesSlide" Target="/ppt/notesSlides/notesSlide6.xml" Id="R798e99b7bb804b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24beb098e49c8" /><Relationship Type="http://schemas.openxmlformats.org/officeDocument/2006/relationships/chart" Target="/ppt/slides/charts/chart11.xml" Id="R36796f36082640d3" /><Relationship Type="http://schemas.openxmlformats.org/officeDocument/2006/relationships/chart" Target="/ppt/slides/charts/chart12.xml" Id="Rd9cc5bd5f702410f" /><Relationship Type="http://schemas.openxmlformats.org/officeDocument/2006/relationships/notesSlide" Target="/ppt/notesSlides/notesSlide7.xml" Id="Rde37729c357549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78e27349ea4dc6" /><Relationship Type="http://schemas.openxmlformats.org/officeDocument/2006/relationships/chart" Target="/ppt/slides/charts/chart13.xml" Id="Rddb8302e68b6467b" /><Relationship Type="http://schemas.openxmlformats.org/officeDocument/2006/relationships/chart" Target="/ppt/slides/charts/chart14.xml" Id="Rb510cf27b0264bcf" /><Relationship Type="http://schemas.openxmlformats.org/officeDocument/2006/relationships/notesSlide" Target="/ppt/notesSlides/notesSlide8.xml" Id="Rf0ce5f8c0eac46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1f5d959754ed0" /><Relationship Type="http://schemas.openxmlformats.org/officeDocument/2006/relationships/chart" Target="/ppt/slides/charts/chart15.xml" Id="Reed9ed8dfd434fcc" /><Relationship Type="http://schemas.openxmlformats.org/officeDocument/2006/relationships/notesSlide" Target="/ppt/notesSlides/notesSlide9.xml" Id="Rdfae5156269e41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fd091a3d4b47a4" /><Relationship Type="http://schemas.openxmlformats.org/officeDocument/2006/relationships/chart" Target="/ppt/slides/charts/chart16.xml" Id="R0b43532cefdb4388" /><Relationship Type="http://schemas.openxmlformats.org/officeDocument/2006/relationships/notesSlide" Target="/ppt/notesSlides/notesSlide10.xml" Id="R2657beea8fac41b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1d8e99af004f70" /><Relationship Type="http://schemas.openxmlformats.org/officeDocument/2006/relationships/chart" Target="/ppt/slides/charts/chart17.xml" Id="R3f46e9fef3e742e6" /><Relationship Type="http://schemas.openxmlformats.org/officeDocument/2006/relationships/notesSlide" Target="/ppt/notesSlides/notesSlide11.xml" Id="Ra91b369dd0a4449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6bdb9cefe146d6" /><Relationship Type="http://schemas.openxmlformats.org/officeDocument/2006/relationships/chart" Target="/ppt/slides/charts/chart18.xml" Id="R34df6a48aeda4286" /><Relationship Type="http://schemas.openxmlformats.org/officeDocument/2006/relationships/chart" Target="/ppt/slides/charts/chart19.xml" Id="Refca4aa3fc8448a0" /><Relationship Type="http://schemas.openxmlformats.org/officeDocument/2006/relationships/notesSlide" Target="/ppt/notesSlides/notesSlide12.xml" Id="R5ce6d1e2c12b4f5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c13de15cb4d79" /><Relationship Type="http://schemas.openxmlformats.org/officeDocument/2006/relationships/chart" Target="/ppt/slides/charts/chart20.xml" Id="R4a467ee4eeff46c5" /><Relationship Type="http://schemas.openxmlformats.org/officeDocument/2006/relationships/notesSlide" Target="/ppt/notesSlides/notesSlide13.xml" Id="R221f81d0e94c4f9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847f6dfeb4383" /><Relationship Type="http://schemas.openxmlformats.org/officeDocument/2006/relationships/chart" Target="/ppt/slides/charts/chart21.xml" Id="R954e123e7c154303" /><Relationship Type="http://schemas.openxmlformats.org/officeDocument/2006/relationships/notesSlide" Target="/ppt/notesSlides/notesSlide14.xml" Id="R2399130d0ef0499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b8a682e1a84dc5" /><Relationship Type="http://schemas.openxmlformats.org/officeDocument/2006/relationships/chart" Target="/ppt/slides/charts/chart22.xml" Id="R8484ab3a1d7d44bd" /><Relationship Type="http://schemas.openxmlformats.org/officeDocument/2006/relationships/notesSlide" Target="/ppt/notesSlides/notesSlide15.xml" Id="R0b041033899d483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d8cd41c81461f" /><Relationship Type="http://schemas.openxmlformats.org/officeDocument/2006/relationships/chart" Target="/ppt/slides/charts/chart23.xml" Id="Rfbfcbf1600844550" /><Relationship Type="http://schemas.openxmlformats.org/officeDocument/2006/relationships/chart" Target="/ppt/slides/charts/chart24.xml" Id="Rb032037eca03436d" /><Relationship Type="http://schemas.openxmlformats.org/officeDocument/2006/relationships/chart" Target="/ppt/slides/charts/chart25.xml" Id="R36061fb320264fc6" /><Relationship Type="http://schemas.openxmlformats.org/officeDocument/2006/relationships/notesSlide" Target="/ppt/notesSlides/notesSlide16.xml" Id="Rdefd1faed34e452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73e013b75644a2" /><Relationship Type="http://schemas.openxmlformats.org/officeDocument/2006/relationships/chart" Target="/ppt/slides/charts/chart26.xml" Id="R9d102d905de44a7a" /><Relationship Type="http://schemas.openxmlformats.org/officeDocument/2006/relationships/chart" Target="/ppt/slides/charts/chart27.xml" Id="R768007074d744be6" /><Relationship Type="http://schemas.openxmlformats.org/officeDocument/2006/relationships/chart" Target="/ppt/slides/charts/chart28.xml" Id="R7d3ad4b7066142ee" /><Relationship Type="http://schemas.openxmlformats.org/officeDocument/2006/relationships/notesSlide" Target="/ppt/notesSlides/notesSlide17.xml" Id="Rdf310218326446e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60913e38074293" /><Relationship Type="http://schemas.openxmlformats.org/officeDocument/2006/relationships/chart" Target="/ppt/slides/charts/chart29.xml" Id="R73f8243e48da4a52" /><Relationship Type="http://schemas.openxmlformats.org/officeDocument/2006/relationships/notesSlide" Target="/ppt/notesSlides/notesSlide18.xml" Id="Rc6df8f833a414e1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843d77a1fb4918" /><Relationship Type="http://schemas.openxmlformats.org/officeDocument/2006/relationships/chart" Target="/ppt/slides/charts/chart30.xml" Id="R566213303cc24b6b" /><Relationship Type="http://schemas.openxmlformats.org/officeDocument/2006/relationships/chart" Target="/ppt/slides/charts/chart31.xml" Id="R0e1a5313c53445a5" /><Relationship Type="http://schemas.openxmlformats.org/officeDocument/2006/relationships/notesSlide" Target="/ppt/notesSlides/notesSlide19.xml" Id="Recef0687b34d42a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25c03d8fb4782" /><Relationship Type="http://schemas.openxmlformats.org/officeDocument/2006/relationships/image" Target="/ppt/media/image.png" Id="R7c6a18ffbbb14994" /><Relationship Type="http://schemas.openxmlformats.org/officeDocument/2006/relationships/notesSlide" Target="/ppt/notesSlides/notesSlide20.xml" Id="Race103cde9d148a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a8bb43e7284dc3" /><Relationship Type="http://schemas.openxmlformats.org/officeDocument/2006/relationships/image" Target="/ppt/media/image2.png" Id="R60cae3a7b2c345b7" /><Relationship Type="http://schemas.openxmlformats.org/officeDocument/2006/relationships/notesSlide" Target="/ppt/notesSlides/notesSlide21.xml" Id="R075a8ee405b14bb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4795b63ff4fbf" /><Relationship Type="http://schemas.openxmlformats.org/officeDocument/2006/relationships/image" Target="/ppt/media/image3.png" Id="Rd3e49992abfb484e" /><Relationship Type="http://schemas.openxmlformats.org/officeDocument/2006/relationships/notesSlide" Target="/ppt/notesSlides/notesSlide22.xml" Id="R65738156b4824e4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30576332ed4da3" /><Relationship Type="http://schemas.openxmlformats.org/officeDocument/2006/relationships/image" Target="/ppt/media/image4.png" Id="R78ad4a657f6e487a" /><Relationship Type="http://schemas.openxmlformats.org/officeDocument/2006/relationships/notesSlide" Target="/ppt/notesSlides/notesSlide23.xml" Id="Rd98ead52091b47e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b059b386594aa9" /><Relationship Type="http://schemas.openxmlformats.org/officeDocument/2006/relationships/notesSlide" Target="/ppt/notesSlides/notesSlide24.xml" Id="Rf33a0ea5cdf248b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76737b0ad74357" /><Relationship Type="http://schemas.openxmlformats.org/officeDocument/2006/relationships/notesSlide" Target="/ppt/notesSlides/notesSlide25.xml" Id="R36735f5992f0410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36782be5d14ac2" /><Relationship Type="http://schemas.openxmlformats.org/officeDocument/2006/relationships/chart" Target="/ppt/slides/charts/chart32.xml" Id="R76bb717a25d04fcb" /><Relationship Type="http://schemas.openxmlformats.org/officeDocument/2006/relationships/notesSlide" Target="/ppt/notesSlides/notesSlide26.xml" Id="R66845ebaae194ef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febe8c215f413a" /><Relationship Type="http://schemas.openxmlformats.org/officeDocument/2006/relationships/notesSlide" Target="/ppt/notesSlides/notesSlide27.xml" Id="Rf99d91130806474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a2d5f3105431e" /><Relationship Type="http://schemas.openxmlformats.org/officeDocument/2006/relationships/chart" Target="/ppt/slides/charts/chart33.xml" Id="R9df0bf9969264fef" /><Relationship Type="http://schemas.openxmlformats.org/officeDocument/2006/relationships/chart" Target="/ppt/slides/charts/chart34.xml" Id="R5bdd7175d9ef4a20" /><Relationship Type="http://schemas.openxmlformats.org/officeDocument/2006/relationships/notesSlide" Target="/ppt/notesSlides/notesSlide28.xml" Id="R70f55ea854fb431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068daf1f294eef" /><Relationship Type="http://schemas.openxmlformats.org/officeDocument/2006/relationships/chart" Target="/ppt/slides/charts/chart35.xml" Id="R058b5c5a37d0494e" /><Relationship Type="http://schemas.openxmlformats.org/officeDocument/2006/relationships/notesSlide" Target="/ppt/notesSlides/notesSlide29.xml" Id="Rf1a37819bce64aa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8540c9fc64423e" /><Relationship Type="http://schemas.openxmlformats.org/officeDocument/2006/relationships/chart" Target="/ppt/slides/charts/chart36.xml" Id="Rb6f17feb928240f2" /><Relationship Type="http://schemas.openxmlformats.org/officeDocument/2006/relationships/notesSlide" Target="/ppt/notesSlides/notesSlide30.xml" Id="R944aa6f9d5e64c8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70e8e408b4535" /><Relationship Type="http://schemas.openxmlformats.org/officeDocument/2006/relationships/notesSlide" Target="/ppt/notesSlides/notesSlide31.xml" Id="Rdba669ec9e9f44a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c99069eee04e27" /><Relationship Type="http://schemas.openxmlformats.org/officeDocument/2006/relationships/notesSlide" Target="/ppt/notesSlides/notesSlide32.xml" Id="R288b16f3690448a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698d9185f4824" /><Relationship Type="http://schemas.openxmlformats.org/officeDocument/2006/relationships/chart" Target="/ppt/slides/charts/chart37.xml" Id="R8f62b5d7551c4329" /><Relationship Type="http://schemas.openxmlformats.org/officeDocument/2006/relationships/notesSlide" Target="/ppt/notesSlides/notesSlide33.xml" Id="R3f13b0e3e6934a4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c958e6e4224f13" /><Relationship Type="http://schemas.openxmlformats.org/officeDocument/2006/relationships/chart" Target="/ppt/slides/charts/chart38.xml" Id="Ra15b9a7a84c6458b" /><Relationship Type="http://schemas.openxmlformats.org/officeDocument/2006/relationships/notesSlide" Target="/ppt/notesSlides/notesSlide34.xml" Id="R4b3bf05fd47a4dd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e23ba861b4004" /><Relationship Type="http://schemas.openxmlformats.org/officeDocument/2006/relationships/chart" Target="/ppt/slides/charts/chart39.xml" Id="R0868d914e7f5415e" /><Relationship Type="http://schemas.openxmlformats.org/officeDocument/2006/relationships/notesSlide" Target="/ppt/notesSlides/notesSlide35.xml" Id="R8edbfb37304848e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328d3c8a584f27" /><Relationship Type="http://schemas.openxmlformats.org/officeDocument/2006/relationships/notesSlide" Target="/ppt/notesSlides/notesSlide36.xml" Id="R913c9166f58b42c3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ef28d0e25b434c" /><Relationship Type="http://schemas.openxmlformats.org/officeDocument/2006/relationships/notesSlide" Target="/ppt/notesSlides/notesSlide37.xml" Id="R15bb130f544e408c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724db012e4305" /><Relationship Type="http://schemas.openxmlformats.org/officeDocument/2006/relationships/notesSlide" Target="/ppt/notesSlides/notesSlide38.xml" Id="Rcea71238c3fb4d9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cb53954f047aa" /><Relationship Type="http://schemas.openxmlformats.org/officeDocument/2006/relationships/notesSlide" Target="/ppt/notesSlides/notesSlide39.xml" Id="R9b04289b965542f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6525bce5c4205" /><Relationship Type="http://schemas.openxmlformats.org/officeDocument/2006/relationships/notesSlide" Target="/ppt/notesSlides/notesSlide40.xml" Id="Re2f6a9d192e4490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6b04a903e94117" /><Relationship Type="http://schemas.openxmlformats.org/officeDocument/2006/relationships/notesSlide" Target="/ppt/notesSlides/notesSlide41.xml" Id="Rc3949c68e9404e82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0ceb0284944180" /><Relationship Type="http://schemas.openxmlformats.org/officeDocument/2006/relationships/notesSlide" Target="/ppt/notesSlides/notesSlide42.xml" Id="R911da5bd9eb8474c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c4a21063648cb" /><Relationship Type="http://schemas.openxmlformats.org/officeDocument/2006/relationships/notesSlide" Target="/ppt/notesSlides/notesSlide43.xml" Id="R0a4b316f53f74ca4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c71538ce04293" /><Relationship Type="http://schemas.openxmlformats.org/officeDocument/2006/relationships/notesSlide" Target="/ppt/notesSlides/notesSlide44.xml" Id="Red63d406c5174ae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c4625cad24952" /><Relationship Type="http://schemas.openxmlformats.org/officeDocument/2006/relationships/notesSlide" Target="/ppt/notesSlides/notesSlide45.xml" Id="R416b0140c98f442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d5c98a62248de" /><Relationship Type="http://schemas.openxmlformats.org/officeDocument/2006/relationships/notesSlide" Target="/ppt/notesSlides/notesSlide46.xml" Id="R845c79985b204df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1d9c66f3884dcb" /><Relationship Type="http://schemas.openxmlformats.org/officeDocument/2006/relationships/notesSlide" Target="/ppt/notesSlides/notesSlide47.xml" Id="R32cc95753d094099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21eca7f7074971" /><Relationship Type="http://schemas.openxmlformats.org/officeDocument/2006/relationships/notesSlide" Target="/ppt/notesSlides/notesSlide48.xml" Id="Rd7e5c4aa6b314b3d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d38c2be79b4dce" /><Relationship Type="http://schemas.openxmlformats.org/officeDocument/2006/relationships/notesSlide" Target="/ppt/notesSlides/notesSlide49.xml" Id="R40ad2c2c18364ba7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c4e19f2e14716" /><Relationship Type="http://schemas.openxmlformats.org/officeDocument/2006/relationships/notesSlide" Target="/ppt/notesSlides/notesSlide50.xml" Id="R83cbd48d17084072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311a7228c242c3" /><Relationship Type="http://schemas.openxmlformats.org/officeDocument/2006/relationships/notesSlide" Target="/ppt/notesSlides/notesSlide51.xml" Id="R06328d5abdb54ead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f43eb474d4c16" /><Relationship Type="http://schemas.openxmlformats.org/officeDocument/2006/relationships/notesSlide" Target="/ppt/notesSlides/notesSlide52.xml" Id="Rf817ad59066341da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b76d65f5cb4a40" /><Relationship Type="http://schemas.openxmlformats.org/officeDocument/2006/relationships/notesSlide" Target="/ppt/notesSlides/notesSlide53.xml" Id="R97d7c8651b7545e7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3aa8bc646b4470" /><Relationship Type="http://schemas.openxmlformats.org/officeDocument/2006/relationships/notesSlide" Target="/ppt/notesSlides/notesSlide54.xml" Id="R9672c4d8afb146db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7250cb39a46a2" /><Relationship Type="http://schemas.openxmlformats.org/officeDocument/2006/relationships/notesSlide" Target="/ppt/notesSlides/notesSlide55.xml" Id="R34419dc013354289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e5ccd38fdf46ff" /><Relationship Type="http://schemas.openxmlformats.org/officeDocument/2006/relationships/notesSlide" Target="/ppt/notesSlides/notesSlide56.xml" Id="R0683a62533444921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81.11069138634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167.28018582326</c:v>
              </c:pt>
              <c:pt idx="1">
                <c:v>119.92760539484</c:v>
              </c:pt>
              <c:pt idx="2">
                <c:v>119.06650336766</c:v>
              </c:pt>
              <c:pt idx="3">
                <c:v>50.88905009467</c:v>
              </c:pt>
              <c:pt idx="4">
                <c:v>4.5929586136900005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</c:formatCode>
              <c:ptCount val="5"/>
              <c:pt idx="0">
                <c:v>345.1904543067</c:v>
              </c:pt>
              <c:pt idx="1">
                <c:v>239.36812913753</c:v>
              </c:pt>
              <c:pt idx="2">
                <c:v>189.2379048169</c:v>
              </c:pt>
              <c:pt idx="3">
                <c:v>86.65656370392</c:v>
              </c:pt>
              <c:pt idx="4">
                <c:v>19.92229453726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0.3622694149054406</c:v>
              </c:pt>
              <c:pt idx="1">
                <c:v>0.2597205593931026</c:v>
              </c:pt>
              <c:pt idx="2">
                <c:v>0.2578557185213333</c:v>
              </c:pt>
              <c:pt idx="3">
                <c:v>0.11020759160542687</c:v>
              </c:pt>
              <c:pt idx="4">
                <c:v>0.00994671557469671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5"/>
              <c:pt idx="0">
                <c:v>Outros</c:v>
              </c:pt>
              <c:pt idx="1">
                <c:v>Financeiro</c:v>
              </c:pt>
              <c:pt idx="2">
                <c:v>Agro, ind. e comércio</c:v>
              </c:pt>
              <c:pt idx="3">
                <c:v>Fomento Mercantil</c:v>
              </c:pt>
              <c:pt idx="4">
                <c:v>N/D</c:v>
              </c:pt>
            </c:strLit>
          </c:cat>
          <c:val>
            <c:numLit>
              <c:formatCode>0.0%</c:formatCode>
              <c:ptCount val="5"/>
              <c:pt idx="0">
                <c:v>0.3920946397217114</c:v>
              </c:pt>
              <c:pt idx="1">
                <c:v>0.2718932669895044</c:v>
              </c:pt>
              <c:pt idx="2">
                <c:v>0.21495139041402436</c:v>
              </c:pt>
              <c:pt idx="3">
                <c:v>0.09843138389574682</c:v>
              </c:pt>
              <c:pt idx="4">
                <c:v>0.02262931897901315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0.2029820123277025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0.0533268146890519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0.0006624396052901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0.286555225457034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0.0726718301479003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0.0319409306110538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0.0014030424128084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0.0258977954276094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0.0006624396052901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0.0642625485190267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0.7941948271502433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0.2029820123277025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0.0285286777700744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0.0337647230450451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0.0475501029412941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0.2391091484443289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0.0005584136767011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spPr>
              <a:solidFill xmlns:a="http://schemas.openxmlformats.org/drawingml/2006/main">
                <a:srgbClr val="BEC2C5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Oliveira Trust</c:v>
              </c:pt>
              <c:pt idx="4">
                <c:v>Daycoval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28.577477955880003</c:v>
              </c:pt>
              <c:pt idx="1">
                <c:v>50.543366234</c:v>
              </c:pt>
              <c:pt idx="2">
                <c:v>51.00175435107</c:v>
              </c:pt>
              <c:pt idx="3">
                <c:v>57.205822956949994</c:v>
              </c:pt>
              <c:pt idx="4">
                <c:v>58.07994111931001</c:v>
              </c:pt>
              <c:pt idx="5">
                <c:v>123.34891855075</c:v>
              </c:pt>
              <c:pt idx="6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8D9399"/>
              </a:solidFill>
            </c:spPr>
          </c:dPt>
          <c:dPt>
            <c:idx val="2"/>
            <c:spPr>
              <a:solidFill xmlns:a="http://schemas.openxmlformats.org/drawingml/2006/main">
                <a:srgbClr val="6EC5E9"/>
              </a:solidFill>
            </c:spPr>
          </c:dPt>
          <c:dPt>
            <c:idx val="3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spPr>
              <a:solidFill xmlns:a="http://schemas.openxmlformats.org/drawingml/2006/main">
                <a:srgbClr val="73787D"/>
              </a:solidFill>
            </c:spPr>
          </c:dPt>
          <c:dPt>
            <c:idx val="5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6"/>
              <c:pt idx="0">
                <c:v>Itaú</c:v>
              </c:pt>
              <c:pt idx="1">
                <c:v>Tercon Investimentos</c:v>
              </c:pt>
              <c:pt idx="2">
                <c:v>Genial</c:v>
              </c:pt>
              <c:pt idx="3">
                <c:v>Oliveira Trust</c:v>
              </c:pt>
              <c:pt idx="4">
                <c:v>Bradesco</c:v>
              </c:pt>
              <c:pt idx="5">
                <c:v>BTG Pactual</c:v>
              </c:pt>
            </c:strLit>
          </c:cat>
          <c:val>
            <c:numLit>
              <c:formatCode>0.0</c:formatCode>
              <c:ptCount val="6"/>
              <c:pt idx="0">
                <c:v>18.875169440439997</c:v>
              </c:pt>
              <c:pt idx="1">
                <c:v>22.14586346137</c:v>
              </c:pt>
              <c:pt idx="2">
                <c:v>26.891086880550002</c:v>
              </c:pt>
              <c:pt idx="3">
                <c:v>35.02222544035998</c:v>
              </c:pt>
              <c:pt idx="4">
                <c:v>40.32919650402</c:v>
              </c:pt>
              <c:pt idx="5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dPt>
            <c:idx val="6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QI Tech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21.926715321429995</c:v>
              </c:pt>
              <c:pt idx="1">
                <c:v>41.210367862009996</c:v>
              </c:pt>
              <c:pt idx="2">
                <c:v>49.658130944339995</c:v>
              </c:pt>
              <c:pt idx="3">
                <c:v>64.38995086032001</c:v>
              </c:pt>
              <c:pt idx="4">
                <c:v>74.73806249444</c:v>
              </c:pt>
              <c:pt idx="5">
                <c:v>122.32123834260001</c:v>
              </c:pt>
              <c:pt idx="6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454A4F"/>
              </a:solidFill>
            </c:spPr>
          </c:dPt>
          <c:dPt>
            <c:idx val="3"/>
            <c:spPr>
              <a:solidFill xmlns:a="http://schemas.openxmlformats.org/drawingml/2006/main">
                <a:srgbClr val="5B6065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CBSF</c:v>
              </c:pt>
              <c:pt idx="1">
                <c:v>Hemera</c:v>
              </c:pt>
              <c:pt idx="2">
                <c:v>BRL Trust</c:v>
              </c:pt>
              <c:pt idx="3">
                <c:v>Finaxis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18.69339303628</c:v>
              </c:pt>
              <c:pt idx="1">
                <c:v>21.117364064860002</c:v>
              </c:pt>
              <c:pt idx="2">
                <c:v>21.71761716544</c:v>
              </c:pt>
              <c:pt idx="3">
                <c:v>22.40761845837</c:v>
              </c:pt>
              <c:pt idx="4">
                <c:v>57.205822956949994</c:v>
              </c:pt>
              <c:pt idx="5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spPr>
              <a:solidFill xmlns:a="http://schemas.openxmlformats.org/drawingml/2006/main">
                <a:srgbClr val="A7ACB0"/>
              </a:solidFill>
            </c:spPr>
          </c:dPt>
          <c:dPt>
            <c:idx val="3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6"/>
              <c:pt idx="0">
                <c:v>REAG</c:v>
              </c:pt>
              <c:pt idx="1">
                <c:v>CBSF</c:v>
              </c:pt>
              <c:pt idx="2">
                <c:v>Integral Investimentos</c:v>
              </c:pt>
              <c:pt idx="3">
                <c:v>Solis Investimentos</c:v>
              </c:pt>
              <c:pt idx="4">
                <c:v>Tercon Investimentos</c:v>
              </c:pt>
              <c:pt idx="5">
                <c:v>Oliveira Trust</c:v>
              </c:pt>
            </c:strLit>
          </c:cat>
          <c:val>
            <c:numLit>
              <c:formatCode>0.0</c:formatCode>
              <c:ptCount val="6"/>
              <c:pt idx="0">
                <c:v>8.217051472049999</c:v>
              </c:pt>
              <c:pt idx="1">
                <c:v>10.17441132442</c:v>
              </c:pt>
              <c:pt idx="2">
                <c:v>14.95203415536</c:v>
              </c:pt>
              <c:pt idx="3">
                <c:v>16.12591261212</c:v>
              </c:pt>
              <c:pt idx="4">
                <c:v>22.14586346137</c:v>
              </c:pt>
              <c:pt idx="5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REAG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21.117364064860002</c:v>
              </c:pt>
              <c:pt idx="1">
                <c:v>21.72075588213</c:v>
              </c:pt>
              <c:pt idx="2">
                <c:v>22.40761845837</c:v>
              </c:pt>
              <c:pt idx="3">
                <c:v>25.148795168550002</c:v>
              </c:pt>
              <c:pt idx="4">
                <c:v>74.73806249444</c:v>
              </c:pt>
              <c:pt idx="5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40,9 bi
413 · R$ 99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57,2 bi
700 · R$ 82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40.869510061910006</c:v>
              </c:pt>
              <c:pt idx="1">
                <c:v>57.15870696836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5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0.238095238095238</c:v>
              </c:pt>
              <c:pt idx="1">
                <c:v>0.254421768707483</c:v>
              </c:pt>
              <c:pt idx="2">
                <c:v>0.1632653061224489</c:v>
              </c:pt>
              <c:pt idx="3">
                <c:v>0.1578231292517006</c:v>
              </c:pt>
              <c:pt idx="4">
                <c:v>0.0952380952380952</c:v>
              </c:pt>
              <c:pt idx="5">
                <c:v>0.0666666666666666</c:v>
              </c:pt>
              <c:pt idx="6">
                <c:v>0.0244897959183673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 mi</c:v>
              </c:pt>
              <c:pt idx="1">
                <c:v>R$ 10–25 mi</c:v>
              </c:pt>
              <c:pt idx="2">
                <c:v>R$ 25–50 mi</c:v>
              </c:pt>
              <c:pt idx="3">
                <c:v>R$ 50–100 mi</c:v>
              </c:pt>
              <c:pt idx="4">
                <c:v>R$ 100–200 mi</c:v>
              </c:pt>
              <c:pt idx="5">
                <c:v>R$ 200–500 mi</c:v>
              </c:pt>
              <c:pt idx="6">
                <c:v>≥ R$ 500 mi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0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9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spPr>
              <a:solidFill xmlns:a="http://schemas.openxmlformats.org/drawingml/2006/main">
                <a:srgbClr val="30353A"/>
              </a:solidFill>
            </c:spPr>
          </c:dPt>
          <c:dPt>
            <c:idx val="5"/>
            <c:spPr>
              <a:solidFill xmlns:a="http://schemas.openxmlformats.org/drawingml/2006/main">
                <a:srgbClr val="30353A"/>
              </a:solidFill>
            </c:spPr>
          </c:dPt>
          <c:dPt>
            <c:idx val="6"/>
            <c:spPr>
              <a:solidFill xmlns:a="http://schemas.openxmlformats.org/drawingml/2006/main">
                <a:srgbClr val="30353A"/>
              </a:solidFill>
            </c:spPr>
          </c:dPt>
          <c:dPt>
            <c:idx val="7"/>
            <c:spPr>
              <a:solidFill xmlns:a="http://schemas.openxmlformats.org/drawingml/2006/main">
                <a:srgbClr val="30353A"/>
              </a:solidFill>
            </c:spPr>
          </c:dPt>
          <c:dPt>
            <c:idx val="8"/>
            <c:spPr>
              <a:solidFill xmlns:a="http://schemas.openxmlformats.org/drawingml/2006/main">
                <a:srgbClr val="30353A"/>
              </a:solidFill>
            </c:spPr>
          </c:dPt>
          <c:dPt>
            <c:idx val="9"/>
            <c:spPr>
              <a:solidFill xmlns:a="http://schemas.openxmlformats.org/drawingml/2006/main">
                <a:srgbClr val="30353A"/>
              </a:solidFill>
            </c:spPr>
          </c:dPt>
          <c:dPt>
            <c:idx val="10"/>
            <c:spPr>
              <a:solidFill xmlns:a="http://schemas.openxmlformats.org/drawingml/2006/main">
                <a:srgbClr val="30353A"/>
              </a:solidFill>
            </c:spPr>
          </c:dPt>
          <c:dPt>
            <c:idx val="11"/>
            <c:spPr>
              <a:solidFill xmlns:a="http://schemas.openxmlformats.org/drawingml/2006/main">
                <a:srgbClr val="30353A"/>
              </a:solidFill>
            </c:spPr>
          </c:dPt>
          <c:dPt>
            <c:idx val="12"/>
            <c:spPr>
              <a:solidFill xmlns:a="http://schemas.openxmlformats.org/drawingml/2006/main">
                <a:srgbClr val="30353A"/>
              </a:solidFill>
            </c:spPr>
          </c:dPt>
          <c:dPt>
            <c:idx val="13"/>
            <c:spPr>
              <a:solidFill xmlns:a="http://schemas.openxmlformats.org/drawingml/2006/main">
                <a:srgbClr val="30353A"/>
              </a:solidFill>
            </c:spPr>
          </c:dPt>
          <c:dPt>
            <c:idx val="14"/>
            <c:spPr>
              <a:solidFill xmlns:a="http://schemas.openxmlformats.org/drawingml/2006/main">
                <a:srgbClr val="30353A"/>
              </a:solidFill>
            </c:spPr>
          </c:dPt>
          <c:dPt>
            <c:idx val="15"/>
            <c:spPr>
              <a:solidFill xmlns:a="http://schemas.openxmlformats.org/drawingml/2006/main">
                <a:srgbClr val="30353A"/>
              </a:solidFill>
            </c:spPr>
          </c:dPt>
          <c:dPt>
            <c:idx val="16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6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FFFFFF"/>
                      </a:solidFill>
                    </a:defRPr>
                  </a:pPr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7"/>
              <c:pt idx="0">
                <c:v>Pravaler</c:v>
              </c:pt>
              <c:pt idx="1">
                <c:v>D365</c:v>
              </c:pt>
              <c:pt idx="2">
                <c:v>Minerva</c:v>
              </c:pt>
              <c:pt idx="3">
                <c:v>Verdecard</c:v>
              </c:pt>
              <c:pt idx="4">
                <c:v>Creditas</c:v>
              </c:pt>
              <c:pt idx="5">
                <c:v>MRV</c:v>
              </c:pt>
              <c:pt idx="6">
                <c:v>Bayer</c:v>
              </c:pt>
              <c:pt idx="7">
                <c:v>Lavoro</c:v>
              </c:pt>
              <c:pt idx="8">
                <c:v>PagSeguro</c:v>
              </c:pt>
              <c:pt idx="9">
                <c:v>ICred</c:v>
              </c:pt>
              <c:pt idx="10">
                <c:v>PicPay</c:v>
              </c:pt>
              <c:pt idx="11">
                <c:v>Banco Pine</c:v>
              </c:pt>
              <c:pt idx="12">
                <c:v>Mercado Pago / Mercado Crédito</c:v>
              </c:pt>
              <c:pt idx="13">
                <c:v>Solfácil</c:v>
              </c:pt>
              <c:pt idx="14">
                <c:v>Banco Volkswagen</c:v>
              </c:pt>
              <c:pt idx="15">
                <c:v>Agibank</c:v>
              </c:pt>
              <c:pt idx="16">
                <c:v>CloudWalk</c:v>
              </c:pt>
            </c:strLit>
          </c:cat>
          <c:val>
            <c:numLit>
              <c:formatCode>0.00</c:formatCode>
              <c:ptCount val="17"/>
              <c:pt idx="0">
                <c:v>0.12502</c:v>
              </c:pt>
              <c:pt idx="1">
                <c:v>0.13</c:v>
              </c:pt>
              <c:pt idx="2">
                <c:v>0.27</c:v>
              </c:pt>
              <c:pt idx="3">
                <c:v>0.45</c:v>
              </c:pt>
              <c:pt idx="4">
                <c:v>0.45</c:v>
              </c:pt>
              <c:pt idx="5">
                <c:v>0.57</c:v>
              </c:pt>
              <c:pt idx="6">
                <c:v>0.7</c:v>
              </c:pt>
              <c:pt idx="7">
                <c:v>0.73</c:v>
              </c:pt>
              <c:pt idx="8">
                <c:v>1</c:v>
              </c:pt>
              <c:pt idx="9">
                <c:v>1.169268</c:v>
              </c:pt>
              <c:pt idx="10">
                <c:v>1.25</c:v>
              </c:pt>
              <c:pt idx="11">
                <c:v>1.25</c:v>
              </c:pt>
              <c:pt idx="12">
                <c:v>1.5</c:v>
              </c:pt>
              <c:pt idx="13">
                <c:v>1.5055</c:v>
              </c:pt>
              <c:pt idx="14">
                <c:v>2</c:v>
              </c:pt>
              <c:pt idx="15">
                <c:v>2.5</c:v>
              </c:pt>
              <c:pt idx="16">
                <c:v>5.5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0.147473411114316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0.3817969787486183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0.0672969122518684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0.1506686961425081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0.1625107590450419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0.2787068023830595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0.0727799865103882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0.0074072330689735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0.0112116853396112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0.4673208969625101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0.1466552426267883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0.3827649209165106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0.217815834714012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6.26366904154456E-05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17F1C7-2052-47C2-9B34-4F522A9C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CE733A-9E2F-47DB-BEE3-6FA94CF6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4D3A5-18E6-4E67-AE5C-3DF64444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1F67A9-1085-481F-9E26-6CA47C84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5A52EA-D019-4A0E-BC47-7E02DD22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4F4E4-B402-4D9F-89C6-4DB30482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40ED0B-A79D-4D40-AEC0-6D27C4A2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9135377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112EA4-D2D3-47CE-8896-94999DAB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D50BE7-899C-4042-90BE-44E24510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DA454B-E62F-41C0-A896-3533CC45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1AC23A-B190-4A40-8454-98C50227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F1C544-1C2C-4C18-B756-8615FAFC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6483FD-D032-480A-906C-D82FCE09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40C5C1-10E3-4991-BC75-CB62CECD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17EC7F-98F2-40D5-ACFD-C54FA31D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5E0D0A-E752-4767-BA9F-A831D740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729E03-0812-4A25-9648-4F4B0F05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129F0C-1344-413D-9C5C-D83D7045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E1444E-1723-49F9-958C-BEE8819A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D64587-651B-4E87-B177-93E4EC78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D19278-350C-4E38-BFC9-F3680A51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CAE519-DEF1-452D-92C7-D268B5552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77D1A9-62E5-4397-87F7-B5BAAAC4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36E1A0-DA5D-485C-B723-7B8B09FC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C6ED17-A28F-438E-A814-D35CE594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C38BA5-FA20-49B2-B65D-CFA87AFF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4E65FD-E75B-458C-9C6C-C4588A32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64AFE0-0656-4DED-9724-EFCBA1C6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18842779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B8CAE6-5F20-49CB-AFFF-4130D445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E13E60-206F-47CC-94FA-7C874538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R$ 81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214A55-2011-422A-BA53-B65944E1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9B5C87-79D1-4637-BF96-F8986A8BF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3E26CC-C179-472C-A332-C543739A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32CCD9-04AF-4ED9-B5E3-F09D39787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dac49ec17746d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A13F4F-D594-472F-AA12-12032A7E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8715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66609B-7B52-44FB-9E5B-A9C9FDA7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559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FE76C2-CFA7-4048-B34F-AA360C73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8263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03D7E0-5684-45A2-90E1-4B7F9BCD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9260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18B6A2-AE29-4BB5-A633-93227FD2B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264688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2F4FDF-18CA-4958-BF05-54B7500B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33199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3E27C6-2FAE-4604-82A8-82234EE7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402012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3A70E7-45BC-49E3-9BCB-59600CAB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78086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2EA9C0-C7C5-4DDB-8FED-C4FCD067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41673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1647DC-FB5F-4D85-B090-6DEDFE97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57369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E0E429-966F-498D-98E7-FD14F5E3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93312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7816D2-16CE-4349-85BE-91931D97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78821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961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3BE80F-305E-47F2-A3ED-581802DC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3" y="4421157"/>
            <a:ext cx="18002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B8881B-54BF-4283-B525-3A465A2F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173507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18,7% a.a.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4C80CA-DDBC-45E5-90AB-182756D8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468782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2015–2018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C3595F-BCE9-4C1C-96C2-D7F4ABF8F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338" y="3245281"/>
            <a:ext cx="30003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60AF56-9D25-4F93-A22B-A677CB46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7631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27,9% a.a.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924B0C-0477-4E27-A366-AFE3D7F9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292906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2018–2023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9BB57F-68B5-4D51-BF4A-9777BA07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809750"/>
            <a:ext cx="990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339F81-F16C-4326-9DF6-6D3C5C75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562100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25,6% a.a.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BCC0EA-0D74-4071-8460-3A385CD1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857375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2024–2025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66C9B6-DF54-4399-A66E-6BA88A0D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1BEB81-EA02-4EF9-B520-98414884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2F9066-6A65-4B37-8439-E99D5AAEA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BFAAE4-7ED6-45C1-9A28-39ACD6BB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C5B3BF-6411-4E17-BD5D-1B6E10AF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7BD922-1520-45CF-ABC7-E34C3359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87FFD3-826B-4DF1-A996-9ED1EB1F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C31738-1D92-44C5-BE14-A1C86027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R$ 81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145E019-F84C-4F26-B40A-813033FBD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94F19C-4376-4D57-B572-217B93A9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5721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Totais e CAGRs usam o PL bruto; dezembro contra dezembro.</a:t>
            </a:r>
          </a:p>
        </p:txBody>
      </p:sp>
    </p:spTree>
    <p:extLst>
      <p:ext uri="{BB962C8B-B14F-4D97-AF65-F5344CB8AC3E}">
        <p14:creationId xmlns:p14="http://schemas.microsoft.com/office/powerpoint/2010/main" val="17759911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D8E9A1-E2C7-4A38-BD5C-F8C99FEC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AE2586-EF30-437E-B46D-19C68EB1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971E4E-B9C8-4EE7-A9CC-A88D6A57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43040-B6BB-4EF1-A3D9-C67D2CD4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60AC7-C12E-4A67-9750-996843DD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189E3D-3283-4653-A18E-0094101F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946FF4-BF61-480B-A2E4-667AFE60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22A4CF-F92F-4312-919D-A047A001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a6c44819ce3496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EFA04B-7304-4C5C-85D3-A1E38844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98B8D0-4058-454D-9659-388108EA6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19F722-B6E3-4DF3-B3FC-5883956B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4570D8-3667-4C5C-87D8-59137953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EB9B2-CAA6-4A3F-A91A-28D41E48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4D78F8-F42C-4490-8F39-7E1BF461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BC355-913B-4DC5-8902-0B36E6BD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22842262c741f2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40D8CE-4B60-4BF1-B57C-A6ED29FB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A42374-918B-4445-AA12-8B8E0064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E2BAB8-9FD7-4513-BB7A-4EC4A4E3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EADC00-1720-4B9D-9C66-EEEB49C3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74AF0F-A3B1-4560-8E64-577DA605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441737-A1F2-4A96-BCE4-05C2A2B3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1BC8E3-AEB9-48A3-A637-46A4D31F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4c99fd99c24a8d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B946A5-3985-4CC0-8819-50AFF8B7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3552336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6E4523-E558-4CC1-9270-9167A8996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95154-C8C1-441C-A43C-F7435945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776858-F1C2-4CDB-A7FC-6F650D41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6A1799-24A3-4841-8095-8E881F2E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F2C1F3-694E-4056-92FF-45FFB3A0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02CC3-0859-46E6-BD19-127174A9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5847F6-48B6-4B5B-BD94-39B95C92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E91E1E-A77A-40C7-83C4-75F8475A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3ABC31-D68D-4052-95E7-B459B943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5026A1-1FCD-4632-B547-CC51A2C08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DC02C-5078-487E-819D-271FAC2E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B35714-94FB-48DB-A6CF-726FFA2B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d619f7665d5403a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501EC0-8CBF-4D84-9946-B8E3E933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8B7543-DAC9-428E-BE19-443E398D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2195fa63fe4795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794F79-6CF4-4220-B4B9-8113D6EE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91DC5D-2736-4160-9A4D-B493C451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2147e9c5db4c12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032C4C-787F-4784-ABB7-3B6E666E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593E26-C5E0-4B00-8AAE-64245F39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47CC7B-AEF3-4937-A4A3-0F73AAE3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220a9536b94db8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0ACEB5-2AEB-45A2-ABDB-3448C10C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820E0A-A7F0-4D50-A4F3-2253C898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1594721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E0C689-04A8-4DE3-8986-C136E4FA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FC96F8-C4BE-45F8-8451-B14F4998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Na taxonomia vigente, Outros ganhou 3,0 p.p. do PL ex-FIC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4BBC64-0145-42AC-A135-83A9DA03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D93976-DFCA-4ECE-872A-95D91E02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1F690E-7DF4-4BB7-BA07-F6A21CED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CVM/ANBIMA; dez/23 e jun/26. Tipo/Foco ANBIMA no nível do fundo; cadastro de dez/25 aplicado ao histórico.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FDC92D-5346-4D70-8845-570FEC7F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094A7A-154F-4DA2-9644-97C49772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E1376A-FBE3-4FB8-8E90-79C3E37E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d360e51ef748d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7C78BE-559D-4CF3-8A8F-33E455FB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20F754-568E-4603-9493-3384F1843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7bd342dba74c6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98384-F503-400E-AFFD-60B9AD9E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5638800"/>
            <a:ext cx="1952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Cada período fecha em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CDAF10-E00D-49A5-95E2-608FE9C4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62575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8ADD83-D83A-4BB8-84D9-8E64DCC8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Jun/26: Outros 39,2%; Financeiro 27,2%. ANBIMA enquadra o fundo inteiro, não cada direito creditório.</a:t>
            </a:r>
          </a:p>
        </p:txBody>
      </p:sp>
    </p:spTree>
    <p:extLst>
      <p:ext uri="{BB962C8B-B14F-4D97-AF65-F5344CB8AC3E}">
        <p14:creationId xmlns:p14="http://schemas.microsoft.com/office/powerpoint/2010/main" val="1028623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666424-AB9E-4568-B51F-44949CB7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D0EF18-3B59-46BA-A8FB-11126208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DD171E-0CD2-45D1-A507-A08C1665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2E7E78-1076-4CDC-84E1-6EF08F6B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36B2F9-533B-47FA-95C7-0865DB98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1DADA3-C05E-465A-9A06-696D5B1F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DFE58A-0113-4C74-A27C-53A25660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6A40F9-ACF9-4015-8098-CA0FF00D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796f36082640d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847FC9-9C3C-466B-8B1C-3D1B3B93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555F32-8997-4C10-B9A5-378031C2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cc5bd5f702410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B8392B-9771-4D22-BA61-FBE14A72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13BF4E-6532-46E2-9209-64E89643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F2442E-5083-4EDF-B384-9E7D59E9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F1D482-24CD-4C83-9FB4-B79A8A27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D8EF8A-C9A7-4D95-A842-23B178B4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4211375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21944A-F1D3-4492-ABAB-F4B9675D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F36002-27B1-4C45-ACA5-8095A70C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69CD3-362D-4E0B-85F9-7455FEE9D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26FE6-D4A9-4D86-89D2-B8F4C3B3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F9E0E0-FEE3-495D-9C8D-32658E3B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200C2-DDB3-471C-A761-0A6D6185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283B65-4534-45CE-A8A8-6E656290E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4FAA3-EBBB-4A32-8742-21EEDFAD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b8302e68b6467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2B24BB-347E-4064-9143-411DBAA4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48F630-D393-4909-8632-F06A9794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10cf27b0264bc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A43F82-CC4B-4D5A-9846-0CC0FDA07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5E9B34-13A2-40AE-A3D2-DAB10A8B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Tabela II: R$ 439,5 bi em dez/23 e R$ 737,4 bi em jun/26; diferenças para a Tabela I de R$ 51,7 bi e R$ 60,4 bi. Adquirência no slide anterior.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577646-B81B-495A-90CA-8B36FC91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C07084-1177-4A68-B98E-69305912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710ED-0376-40BC-8660-97B35675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9D4335-E978-474E-A618-C4FCF1119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CA5081-C5C6-4341-A6A2-81CB1502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DB169C-E628-4285-8159-CEF42F0A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C73072-2644-4FC3-A468-EB24E02E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6C6858-A1EB-4278-B106-5790028D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9724740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C84232-02A0-4169-B48E-67FCA093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B0C7CF-D13F-4B2C-8AEC-88A17B5A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FA1458-63AB-4909-A34D-70B7464C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5B4458-BB33-42FF-9B00-129826BE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D3AA7-5F6E-41A3-811D-9D22AD47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618518-B3EC-4182-BCC7-29C56F50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9E5495-AED5-4800-9FF5-7A785137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79225E-C5F6-4B8A-A323-BEDFD5B5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d9ed8dfd434fc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A94AFB-1B57-4FE0-B6C2-4E7BA910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9BC6D7-D164-4D5F-AFC2-A9AF378A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93CFBE-4279-4EF8-9F0D-78B8BA5F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5800B5-C4D0-4BDF-80DC-2D8039DE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F93A87-8AC7-47E7-B9D5-6BD5D9DD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A886FA-5277-473F-8E5C-4393260F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0F7039-E7E0-4712-A188-C6EF0C76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4D863E-98AE-44B1-8378-0A7880A5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A59C2E-3FAF-4C72-B5F2-9B949D73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601142-8D04-44E7-8E04-165A86A3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120658-2144-4873-93FA-79404921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F6F665-4BC7-46C5-B42D-28E189B5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4F2BEE-FEF1-4DDE-BCA1-EA579F25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F1663E-0FBC-4939-A994-3B6C4E8D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CC1B70-D71F-48FC-9766-8542065E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1FB758-3D21-4412-B894-7CFDFCE6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25580B-E4FE-49BB-9603-463A761B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81EFE6-9247-48C4-8B0A-F7037386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879B37-5BEA-4773-A990-B7850A02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788219-2139-4646-A9CC-D4095087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F590A5-07B2-44A6-855C-48A2F800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bloqueado: aging = 112,6% da Tabela I; diferença de R$ 6,89 bi.</a:t>
            </a:r>
          </a:p>
        </p:txBody>
      </p:sp>
    </p:spTree>
    <p:extLst>
      <p:ext uri="{BB962C8B-B14F-4D97-AF65-F5344CB8AC3E}">
        <p14:creationId xmlns:p14="http://schemas.microsoft.com/office/powerpoint/2010/main" val="15528620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3BE958-9CDF-457E-9DF6-53CECB2F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42ABDB-70C6-4F93-BBD8-63644A8B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69,1% do PL; Financeiro e Agro marcam 6,5% e 6,6%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E59334-BB9B-42E2-A1E2-0D5CF251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0024B-D1D9-421F-9F1A-F6F65A73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AACCD1-A7BC-41CF-B153-7C4CF5F7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com cap por veículo; quadro monotipo exclui casos acima da carteira e usa PL como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B890A-D10A-4F05-B432-22613068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C97A50-36E8-4AF6-A032-354E5C7E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04A6A4-C092-4D9A-B629-5D255ABB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43532cefdb438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6F0837-7880-41E4-994A-9DEA7364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47139-E349-416C-92DA-A60DE1D4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329221-3F1F-4955-9DE8-D5649731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591ED7-AE8D-4FF4-BB26-D16AD146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698294-3836-4A8A-B562-B0239C96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8CEDEA-A99E-48BF-925D-89F8ACFA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96005F-442F-465A-8C26-5FDDAFE8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A6F9B9-2062-4516-A74C-7305E6E14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5A4CB7-4131-418F-8D45-3562083C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3DD4D7-941A-4B76-801D-D1FE31EA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97C025-2ADA-4ECA-A7D2-52BAF076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43FD4D-AA6E-4873-BB64-883DC0A5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9A3749-0E1C-4D69-B9DC-EB4006AC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6C8711-B2C3-48E3-AEAE-2A8D771A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DC2F1C-AF9D-4CF9-BEF4-2CD15052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 de PL. Fora: 948 multitipo, 126 acima da carteira e 486 sem tipo; PLs no workbook.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4BB546-A7FE-475A-A5C7-E0E195E5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Atlântico explica R$ 16,69 bi da redução do excesso; a série ajustada não repete a queda. Caso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18925736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C0BF088-A6EA-42CD-8EA4-5A74ED20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6347E-9875-49B4-A0B0-9ACE4EC5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308A3D-B115-489D-AC56-24DE0481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7C3D40-9A07-4689-AE46-14CCB3C7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CBAC94-C0DA-425A-9174-D6F7816D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05C4BB-1275-42E3-85D0-523E80D6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7D21EC-B733-4E6C-87C0-840FD948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836FAB-3353-4DA1-B033-0BDB5B0E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46e9fef3e742e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DBE175-FD12-44C2-A59C-C4901BEB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8BCE12-E5D1-4CDD-9C7D-A8C1CED6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3675CC-D842-4D32-8BB4-714200CE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F4541A-E7A8-498C-966C-B80AA2AE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EBF257-D4FA-4149-A92E-B97226E93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AA37E3-3C90-4261-841C-75D713AB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8B843E-F43F-4269-802B-71239C8F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7DAEB3-9891-42B3-A168-165B5E17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F601AA-79A2-4465-B7C4-A8A3DD03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454A81-E75F-447E-94A4-24A210F2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D3D60D-48B3-4E71-BBF8-63D030B3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E8FB44-4AF8-482F-A629-99968D46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F77ACC-DEAF-49ED-BF16-710B002D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072ECE-166D-4C95-9C1A-6A28168A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DB55E4-11A8-4DBB-BD93-F05EDC8D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AE2F63-D470-49AF-AF09-61C45C50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62F063-DB3D-4E93-A4D0-582AB226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F77B62-CCDC-4692-9844-4476E341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20B69A-1C55-4ABB-90C7-1E53AC8D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D0D4BF-E9CC-411C-9ACD-68CB94E0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ECE208-8791-4725-BB83-A4E547CA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DC2EDC-F4AC-4DD0-86A1-A70DB6CD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B83B3C-2F34-4751-BF5B-D9444F33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22EE71-180E-4079-933F-38D167BEA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F25B75-D49C-4F96-BAAC-FE04DD7EF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C87779-C99B-4D09-9D6D-56285DD2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74E8CEC-EA9A-4FF3-923E-032C1962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A7C032A-4F9D-40EB-B958-056E4560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5F5209-8010-485B-A8B4-0CC435FF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38C37E-A6B8-4C23-9C9C-A76DC312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4349933-92D3-4DE1-B069-FEC5DC66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B597DC0-4C4A-4202-8D45-6D222163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55BCC18-29CE-4FD6-A7BD-98CCD672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90DBDFC-9BB5-48A4-8024-C7ABFB44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5410229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C5EAC5-D187-4F2C-ADFD-299D4F21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C646AC-E396-4FE5-890B-A33691A2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6C867D-83E1-49B1-819E-21F5D790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425E93-7969-49DF-982A-BDFD04CB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25E48-FB5B-4B68-8339-1F22056C7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97DEAA-ADE8-4C3E-9366-CD19A8E0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080D0-6D6F-4D96-959B-61D4CAFF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01C7F5-38C7-49A4-BD5B-A38B2E9EE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df6a48aeda428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B828B5-F4F9-42E6-A246-28DFB05E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D4F73-258D-4AE7-B17C-5991CB63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D37CC3-7C76-41FB-86FB-B009B91A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fca4aa3fc8448a0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6B0676-E0FA-466F-BCB1-F42B6CAC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2FB79F-C49C-4F81-AB49-E17F2FAB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09D0EC-CF11-4343-92C7-224CD6C8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B99674-3C54-41DF-B05C-0BE15CF6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623BA8-43E1-4986-857F-F3E9176D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3FADC9-E775-4930-B0EF-C129F30E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69C154-A685-4AF2-A77B-D3C96E26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13607956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845E6-8378-40B8-A115-D3709D824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866FDA-AB37-4BFC-B6AE-8857D30E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28C19F-E4DA-461B-917D-050DE13A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DEEB00-FD41-4626-96E2-93B94DEE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A016F-20B7-4787-9E59-23BF7F9E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D63462-893A-4584-B8E6-72B064EE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a467ee4eeff46c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C44825-EB5D-43EC-A5DA-3C505AD6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8709653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B4F2C6-7532-4423-A926-95088E46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756DCD-EC4A-4871-832C-BE5B23FD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6668F-CB7B-45DF-B44C-327EAE85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708E29-AD71-4ADB-98D1-B7C3E0E6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CAD780-3A64-4034-A360-72166BBC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29C99B-8130-4C5C-BBDB-1C2DC313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4e123e7c15430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4E9DE-9DF1-4D86-86D0-C16F06E6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8184072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E60BD0-939F-4239-B1EF-B3D16C32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E4DBB1-39C9-4EFA-B1AD-BB1951F04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16FFAA-214C-4FD6-B09F-506E46F9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7FD08D-7405-4D55-89CB-CDBCA447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DC2A5-DEE9-4ABB-9721-7F408598F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791B49-E34A-4B7E-9EB8-66AFFEAC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84ab3a1d7d44b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7353EE-9609-473A-AA01-ABD2FE99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23181429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9FDD35-FDA4-42A3-A0A4-09DA888C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CD7E68-CDED-4784-A3A6-F9827EB3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5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fica em #2 na administração e custódia; na gestão, o cenário sem a coorte bancária muda a posição de #1 para #3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9AEB3-1902-443E-A707-42BCDE59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EE4D0C-BBA8-45B2-A5E7-37BC01B1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373056-0D7F-4FC6-A72B-145AAA9E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FIDCs.xlsx, aba BTG. PL ex-FIC; Sistema Petrobras e TAPSO excluídos. Na gestão, o cenário retira 22 FIDCs e R$ 51,3 bi; o recorte não atribui controle societário.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6571C1-2D79-4CD1-A40E-2EC57289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35A60-1D62-4AD8-99B9-03881BC8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966CA-1E20-4F89-AC19-2D48D271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123,3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2 · 72,0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39,1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58,1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51,0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44,3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50,5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 · 10,7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28,5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28,6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BA0A8-7AE0-4EA5-B3BD-76AD9854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fcbf1600844550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69D50D-DDAA-4704-AD54-7CC9BD499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2410B8-9235-486C-B7A1-6F6EDCBE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905125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39,2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46,3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79,1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3 · 27,8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34,2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40,3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35,0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23,7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18,9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CD9A79-F8C7-45E3-BD2A-27F3DE98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32037eca03436d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555AC-B1E3-4FD0-8116-806FCDC4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D69C87-1990-4965-B899-B89CE698B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61010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122,7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3 · 71,3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114,4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122,3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46,8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64,2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74,7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45,5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31,3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35,6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 · 11,6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20,6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 · 21,9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A545F8-6C1A-427C-ACE8-9CCFEE94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061fb320264fc6"/>
          </a:graphicData>
        </a:graphic>
      </p:graphicFrame>
    </p:spTree>
    <p:extLst>
      <p:ext uri="{BB962C8B-B14F-4D97-AF65-F5344CB8AC3E}">
        <p14:creationId xmlns:p14="http://schemas.microsoft.com/office/powerpoint/2010/main" val="42976202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FE4453-AD72-4718-9FD9-4EE403E7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INDEPENDENTES · EVOLUÇÃO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C8B3CE-DBAD-49E3-A7C4-E00A8208C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 e custódia entre independentes, com R$ 124,1 bi e R$ 122,3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3451CF-E7AF-46BD-A33F-807675EF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73D9F7-66DC-439E-8587-F9169EAD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9C7D4-5783-4107-BCD5-9353CAF1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82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PL ex-FIC. Sistema Petrobras e TAPSO excluídos. Posição = ranking entre independentes / ranking geral; Singulare consolidada em QI Tech; Kanastra alocada ao Itaú pela regra de afiliação explicitada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448A19-401A-4268-9400-F7E0D6CD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C4AE26-25CC-488F-BE87-ACA5B249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540737-B2B7-45E6-B21C-502200E2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2001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2/4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3/8 · 22,4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17,6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21,7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6/15 · 10,3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17,4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59,5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DD6F3-0BEA-4191-A5FF-3DEDBEB5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102d905de44a7a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692E9-3FD7-4E2E-8810-82499221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AF4D76-347B-48F1-8A70-DB2AB629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05125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2/5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35,0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19,9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Solis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26,3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1/4 · 32,5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5/16 · 10,2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6/24 · 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DCE501-64B2-4CD1-9510-EB9F55B0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8007074d744be6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0B0F16-3F8D-4FD9-9845-D35668BE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5418B4-B51A-407B-8333-26439620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10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1/2 · 122,3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46,8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74,7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25,1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17,9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22,4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11,5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7/12 · 18,2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21,1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36EAA8-10F6-4BAF-8AAD-DF886755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3ad4b7066142ee"/>
          </a:graphicData>
        </a:graphic>
      </p:graphicFrame>
    </p:spTree>
    <p:extLst>
      <p:ext uri="{BB962C8B-B14F-4D97-AF65-F5344CB8AC3E}">
        <p14:creationId xmlns:p14="http://schemas.microsoft.com/office/powerpoint/2010/main" val="8042114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57C99B-D83F-4A87-B76A-E7E323D1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5616BA-13A0-43D4-8956-6BAD2EE4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183FFF-9B2C-483B-BB18-9F3D547D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CDAA8-090B-4946-9439-0EFD0493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B5CCBC-410A-4C6D-92E5-03D8C8FB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Fundos.NET, FIDCs.xlsx e conglomerados prudenciais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42CDD0-B38F-4C84-8ADA-E0C8BA0E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0B7298-4ACC-4A03-A851-CBF84A4C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AEC7E1-50B8-4F8B-9EDF-8792654B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f8243e48da4a5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9B14B1-4D80-4A8E-9E00-9BCBC975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6B38F-DD53-4314-981E-CB45953E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09F9A7-A37D-4331-A10D-6E404F20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50BF3E-AF42-4CD7-9F86-3D9CA7D6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92991829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459A65-0085-4A7F-8A4E-606ECA2D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262107-DE1C-4472-859F-9DAD65570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DDF8D-0E40-4205-ACD4-1A04F76C5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C322A-CBB0-43E5-AB31-93DB201E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55F40-9CCC-4294-B872-70EDB6A4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FIDCs.xlsx, aba BTG.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103B60-BF1A-4565-8139-141E3490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4FA5A3-D0BF-443B-B077-46E85B70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68505-9BF7-4D44-B09D-618577D5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66213303cc24b6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7FD4F5-42E2-4180-A725-FEEE383B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28A3CE-31F1-496B-B003-956300B4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629876-95C3-4495-A71E-725ECF21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C11DDD-3AD1-41AD-BAC8-1F7FBF84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1a5313c53445a5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A2F33C-C19D-450B-B846-01A47AA4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738EEB-1215-47B0-B9E3-08280417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A24F13-102A-46CE-BE2C-44068FC5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aba BTG de FIDCs.xlsx lista 32 raízes; 30 tinham PL observado em jun/26, somando R$ 52,2 bi. A lista define o recorte analítico; controle societário exige evidência documental específica.</a:t>
            </a:r>
          </a:p>
        </p:txBody>
      </p:sp>
    </p:spTree>
    <p:extLst>
      <p:ext uri="{BB962C8B-B14F-4D97-AF65-F5344CB8AC3E}">
        <p14:creationId xmlns:p14="http://schemas.microsoft.com/office/powerpoint/2010/main" val="14871264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7DE3DE-EA9C-40FC-ABB1-83064AA54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065387-055D-48C0-8180-5E7CE734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R$ 9,9 bi; 35%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D2E12E-F504-469A-8D18-A4E1A983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12229A-C258-4FE1-BEF6-AE7CDF03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F4FB4F-5261-4DD3-B009-ED38CEA7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jun/26.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4F320F-C8FF-46FC-ABF6-58E46DA8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6a18ffbbb14994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35085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55650E-9785-443F-B7E5-BF88A28D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C3E196-982B-4350-A0EA-C3793F1B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363 FIDCs trocaram de administrador; 11,3%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F202F9-B392-4089-9C04-ADD7F898D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2336AD-6582-4CEB-89A1-F7FF0E73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C3FD51-EFFF-427F-A9C5-B2F9E131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Fundos existentes em jun/26, com administrador observado em dez/24 e jun/26; largura = PL jun/26. Cobertura: 73,1% do PL da coorte. Ex-FIC e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D6E457-6B57-41E4-8C14-091D4CF7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cae3a7b2c345b7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71484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A45626-9A0A-4B99-AE31-B68B4918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3FDB75-4026-40F5-A717-15F8DE3E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 FIDCs e R$ 1,28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0D5B4-1BB9-4EE0-AA05-860608EB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DD5D03-0AC9-4349-B43B-6E255595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7B68A6-CB04-4464-B832-58E90591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6,40%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EE522A-3F57-4093-9105-B5079BA7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e49992abfb484e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188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CC9B36-20E5-40A4-94DE-2DF247DB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EF8515-9688-464F-AA3B-0A25539D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 FIDCs e R$ 0,38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84B0DD-F699-463F-818D-B8923DC8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F05F8A-F9C4-4306-903C-AE494DB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07AFEC-FA57-4864-908E-73B024816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6,43%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0603C2-7DA4-4092-9B72-503EB329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ad4a657f6e487a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54490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88BDB5A0-0BB2-4BC2-9E15-C43056573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BF311F-2463-4936-A1EB-19D512B6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7BE7D9-A45B-4113-AA83-BE32962B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E6FE7-CC85-4526-8968-CB766FFDB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82AE7D-42EE-4F24-A469-DB1481C0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DDEFC-F95C-44A3-AD05-4AABA3A7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6500AF-7CF8-46EF-B35D-F972D220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14D0A0-D871-4535-9087-AE37EB42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7005C7-A701-4D7A-B684-8088F7CAF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911B23-F905-4796-8376-8CBEA1A1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7C433D-EEF1-4D02-A9B3-DA49A01A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40A1B2-107F-41C1-A96D-745D39B5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3ECD41-1449-440A-A584-112813A1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D2F9D6-8261-4CCD-8BBD-7F25FD99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23B12A-F1D5-4C5D-B187-331E292E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81E5FA-1984-4051-AC77-5448D8A71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49B7E3-AE5D-4ECA-81F7-DB85044A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E343E8-62BF-4BB6-BA3E-1037E5C0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567374-9A23-4B88-9A01-E11B1AE8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809F45-0011-43A1-8594-E9E2ECFE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67D20B-9729-43F9-97F2-32FE9DB7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28CF86-51A9-42E5-BFAC-1224C6FA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3722F8-4874-4E7B-8C46-7C57566C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DBADD4-B089-42BB-AF70-F3D49751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B9864F-BD7D-445F-AA02-2C5BF9D6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9754B1-47B4-4BA1-B9E7-180BFBEC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7DD808-BFF4-48AF-AAA8-FA5BA87D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50A569-7155-43F2-B58C-61BFE1FE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EB00B4-DE6A-4A56-934C-6DB9F497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977289-4B94-4F2C-A552-56C6F3B6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237B57-F629-450E-8318-DCE101C6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006B0B-D985-4D75-84A8-6A0E1ED1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4227F67-C851-4630-A522-BA8E1C13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B4560A-7133-42F7-A60D-F66D1E1F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1FA636-C8F6-49F5-BE9B-7498F709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22A98DC-74E6-4ABD-BECC-5AC6B482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DB8FF7-2A13-40A7-A669-FE145201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98A7D98-6DA9-48FD-B6A3-DFD91288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3A9F755-5875-4EC1-A3F6-C81C6E925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4509209-C0E2-4EEF-BBD7-45535662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D24CD59-0B69-4A06-8933-99DCFB15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64BD3F4-C66D-471E-9405-8FA23D96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3853798-5F10-4490-B9E8-1BC4078C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12344E-BEB2-4714-96CC-9C304FC3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6FBE514-8F89-439A-882D-30FDBFD9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EF6C129-F8F3-488E-AED3-2D28308B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92D645-04AD-4216-9F50-6FA421D6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C4642DD-F2D2-44DB-8196-4B0056AA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81CA416-D2D2-402E-A2E8-3078D129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2BF2C5B-0174-4E80-BD24-B53A801D2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614196F-9D2A-41F6-819F-D6D41B95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6A4992E-80C1-44E2-BE70-2DEA4800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D42057-FA88-4761-A25B-0512355C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51CBB58-CE8D-4A82-87C3-66F13841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1DAED32-D7DC-40A1-A073-ECE759CE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DC4F088-1286-4045-923A-DC4688F1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7B7E825-2923-4396-9A18-C31C3F21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57BD040-0891-4F82-813D-0F4A47E7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6103A7D-5C0D-4D95-899D-3DFD7F72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1CFA297-F27E-4C19-9810-E73A4448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65F1337-D35F-4A77-92A7-A1220DC6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2EDEA4D-8105-4B05-883F-DA03B1C4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F3CF911-B346-45A2-A525-03EBE698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B30BB2E-3593-46F9-A2CB-E36E72D7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56F729C-3CA2-4987-8ED5-85B96475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724F871-65BC-4C78-B0C7-83D3C010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27436D7-B101-4A55-9A9F-0FE11D13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10CC5FA-B12E-4ABB-886C-C0D363B5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AFE920D-C2D7-491B-973A-43EBDB49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3975CB1-C769-42D4-8FED-F44453B8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739A90E-EFAA-4C7B-BD10-DCF7C4D23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2332E8D-1752-4F69-AA28-7441644A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26937EA-8397-4A49-A867-5BA5A002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C5ECFE9-7D47-41B1-8522-340A9C34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821217D-F152-40B4-8288-12AFA433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F6DC38F-441E-495D-9DFD-92E48963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78356A6-71D6-41CE-8760-040A33DD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2EBA878-41D7-421A-BADA-85F08A19D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0AA92D5-F395-41C3-A389-F5846101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D348E8A-8BCB-48D8-A499-8665310D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6225378-BC7D-4431-A6BD-DC01F09A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849632C-D069-45C5-8374-91EDDAE38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C0B685E-6621-43CB-886F-1AE11C7A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227A3FA-3C96-47B6-8072-450C50E2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4609A3D-119F-4DD3-9940-E631D93D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E5A274D-0DF9-4C21-B191-74AAD72A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0AB73FC-18BC-478C-8675-ED6ECE37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B8DF67C-B8A5-4308-990E-CF12C2C2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8605EC7-D322-47E4-8D80-8F83A631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7025DC7-821F-4C4E-954A-4A86CA05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6BADD41-C809-4562-9026-2ED2888E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78C3A1D-DE9E-41A2-8D62-86866FCD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2FA2195-3A07-469A-AFE5-71AD7AA3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937C8B0-25F9-4B88-927C-33F65401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4BE2A9F-89BF-44CF-A7E2-4F47AF43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B5217A4-FDB5-4F3C-B242-7E64CA33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4DA4500-0F10-43BD-A522-BD9685FB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2594E95-65B8-4C72-99EA-2A623FC5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1A755F6-969C-4694-91E3-FC3C7C755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3C8DD41-D483-43B0-B3E1-912F155C8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319407E-E9DD-4A89-BE4A-2C7CD460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5633955-290B-4BBA-AA17-BB8A6D7F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B1D3A11-0F5A-4E88-9209-1FEB42A80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51F28E4F-87EE-4C1D-9576-35CB96AB3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ED23233-DCC3-415F-8A2D-27DA0D518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940CBFA-34E8-4205-BE92-5282FB672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A72097C-173D-4EE0-BE4F-CD50B2B8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7189D5C-D0F2-4ED3-AE92-20988773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C8E8E141-DC64-4A93-A77C-29E34C04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AA1F044-B810-418D-98D1-1D057BD7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352EAD6-A529-4D73-8EAE-C9FCE1F7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3EAF414-CDF9-4B9C-BFEC-8E3A2CD9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D56F53A3-94EB-45A0-8252-81E2D860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847FD70-3136-40B8-A846-09310784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86C1311-98ED-4878-A640-BBAC8075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66F1D80C-0B55-4711-908E-B9E882D6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C5E3B57A-B40C-4E70-88FC-1BB77C1C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F1FA3246-B68D-49A9-9855-4F602575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4A14EF21-6918-4456-936B-E4A1E12F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C9D3C3A-A0B9-4E07-AEF9-A2D7D079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7174B8C-1682-4D70-A8FF-FB7643B0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26298ED-F36B-4C2B-A75A-470B5408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611CEFA4-8B90-4B76-816E-0A61F062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03F1FE44-57DB-4DF2-983E-CF03C7ED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884D565C-FEDB-4080-B2C0-0A6B314E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D532944D-96C3-44B7-B23B-20B0A99A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64095B86-D79B-44CB-8300-A278D193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14C6EC7E-699A-4B30-9EFA-ECBBA3AD7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425E6C9-61BF-45E2-9F98-05F2DEB7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CB0C27C-468D-4BB0-8484-820D6A31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3E79EC3B-A72E-471A-AB7C-268AB280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DA69276-4263-4F86-AAC7-E961C4DB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A430180-D6CB-4AC5-9D80-073B60BC1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1FA48298-45C8-4B6E-BFAE-58E9288B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6BC43C4F-6160-46D4-949D-C16A652A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80B82918-BE9C-4CC2-9FF0-46CC8C00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848E765E-C50B-4E3C-9915-99FE056A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B4AC46EC-E051-4631-953A-A9B44BFF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60D3479-012D-42AB-8BDF-725FEC72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038CCCA5-3DFE-4E6B-8424-E9A3F87B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EFEFF555-E4A6-4C3D-A9A2-4104E822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A8AD1D6-6D55-4FBF-A2F1-F01C2E71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EC675D72-042E-40E7-8D3F-2D0A6515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F745741A-D234-44C7-8D00-C408C1D6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9BC3F0CC-353E-4BDE-AD5B-8342E8DF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3D9CA98D-B93D-45AA-9F2B-B7818D0A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948AC45B-D30E-4F96-9AFD-DF2834D4B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83023D7-4CB8-4EB1-9946-83A30FC2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FEFE10CE-41E2-4352-9143-6C164EAD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AD7A6FA-72B5-4BD1-9E75-DF56003E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A4D5A9FA-E71D-4294-A6B1-3EF83137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AECE7CAC-D245-4B53-A1A9-87E2C60B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12C8174D-1CE1-4FD3-8B86-C48583ED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410F4B64-BC88-42E3-A77F-3A901893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FF122DEB-6BA4-4919-A95E-DEB63C55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4F0D7D9-D9F3-4617-8FCF-217BB6EEA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F6233645-99CE-4AF4-97E4-264CF0F6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40DBB33D-5CB2-4513-B352-68AF132E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6274900F-3FA1-467B-9122-19F7EFAF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3618E80-8838-4120-9AF6-D86EE398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473C5415-CE6B-4266-9CC0-620F3424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D360B68D-0F31-460B-AE1C-17B71897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9EC10389-C201-4EC9-821E-22398C6F1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AC9443C9-A1DA-4301-A995-278F4372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012AECF8-B64C-42EB-AF04-B5EA1727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E11A624A-BB1F-4E73-B1FF-10C5EA5C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841E673C-4345-489D-9278-19220D86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922993F2-00BB-4F9B-834C-2A156EFF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214AC4E8-F2A2-4AEB-8036-6F454917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142F437-EFF6-4077-BE15-67F2A3D5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FEE7C89C-E568-4558-A702-12866452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E1D52104-E6E2-43D5-9ACD-926F1BF7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DCCD45DA-84F6-4C6A-BDEB-69D1DA59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BE4C070D-6146-4F03-BF6D-E812DFD3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D3C44D26-4664-4038-949C-4B022780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3A3712FC-6230-488E-AD70-1812862F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 BANCOS EMISSORES CARTÃO CRÉDITO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C7E43DE4-0AD6-474D-8769-9492DED8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BCA4532E-4B7B-40C6-94AC-31EB9474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B0090B79-71DE-4924-9962-BA002F45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5AF6241-78AB-4A3A-9539-A0C21777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79092682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C0741243-14BB-4DAA-9382-BB9A05A3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32F941-115C-45FD-ADBF-D3E4C263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26,0%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754B3A-50E6-4740-8777-228EE67A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68448-081E-4B44-862A-957C383A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A06445-1AFD-4A1B-B608-FC766E10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locais; ranking em jun/26.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260523-E6A2-4657-9D62-7A6A0B14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0989F5-2470-4F37-ACC3-1D07844D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EAE65A-1CB5-49DC-8627-0974DF84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A244DB-1998-43EE-B6B4-5F8C3FB4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D2DB65-57EF-42A3-9338-B86A7BF6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6214D1-105D-41E2-8344-B9C38583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699B7-3866-41CC-8935-9A0B68E8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0C2633-E905-45B7-A0CD-8C28EE0B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BBC401-4509-4907-BE64-B8AA8EEC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31B374-FCD0-433C-BE20-A1832466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92B794-556A-481C-AFD9-22501846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7730B7-903B-4717-824D-92953A6B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226ECD-29E1-4BC7-869B-00A6AFEC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4B81E2-E676-4FCE-A44C-506AE943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72572C-1BF0-48BA-8A6D-FED77BA5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605E15-FFF8-4DD3-93B7-890B1CAD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EB5273-4C8B-47C7-97BB-24E5FE2D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A8CC82-0D06-4F61-A5F6-CFA798BE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17A1BF-1363-4720-846E-B12EB5641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82EF44-F518-4D0E-B8F0-3DED7311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476CA2-CEE8-47F0-871E-8A14DA56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5380F2-011A-48B5-AA44-B55B9E86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D2E4BE-76BB-41DE-B908-DC52B378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4F2E3D-DC7D-4898-B962-D144C008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5FE109-8D32-4D6F-85D5-88F216FD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7CA0D9-D56D-41FE-B085-C7E3F5AF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AC2FA1-46D9-42C1-9519-A5A2E453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CB664B-99C9-4559-A96B-3C0C7391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68382A-CC71-4B5E-B89A-FFBED63C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5F28D8-89D5-4BB0-8BB0-1EABA9182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75DB42-EB34-403C-BDD2-3C1FD1D1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ECE522-DCB3-47E0-AF2E-C407C134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0056BD-FC09-4918-9B09-8DCB6756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678C31-D86B-4A02-9157-B4288D8B5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788E828-1FEF-43A1-B8D1-A258FD1A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C0E3837-A162-473F-A2B3-0A65FB53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F8D6C99-5C0D-4392-8ABF-86E809B7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F24278D-3043-4B11-93BD-BA891AF5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7202E8E-A191-4208-99B5-A45494919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35D888-5B57-44A8-A0F8-E65EAB69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963982-4947-4784-B270-25E800181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4489418-684E-44BA-A352-808872D7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4363A55-2673-43A4-B760-321307AE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7C4B467-A196-4B76-AAEC-179AB7F2D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8B6F83-A911-44B5-A38E-1FD902E1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B5DB36C-01D5-4A4D-A49E-BAD438BB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FDF973-3153-4C2B-A5E9-9ADE8213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6DB5A58-AB37-4539-8A54-1C94EA9E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906F28A-D612-492C-8436-03B85AF8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B782FA1-4DAA-4C0F-92D7-B97A21E78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06DA0CC-3E25-43CE-A74B-CC309329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9B31B0F-DD57-4852-A64B-4741D01D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4F6C18-7A5E-4D59-A577-8FC0F693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9F497C8-C2D3-4B89-848D-6F48E5D2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6B5D1D7-50A4-402C-A82E-DCB855E4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1DB5833-14E4-4719-B3DD-3A3C444EB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2AC6B23-8A24-4504-9535-7D09899D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01BB5CE-1CDF-42E6-9C84-1DAA02F0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D8D15C1-DF00-4469-B15D-2FBEA73D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406ED55-6A1F-47FC-92B0-2814E7D8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81E4FFB-019E-42DB-96E1-164063CD8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425E6DA-3D75-415E-8618-A5FCCAD6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EED946F-674A-4512-BA97-AF270D1A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1C983A2-82E2-4F74-8281-6C0A1006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5C3505A-709A-4BAA-A1AE-856DEBD5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BE5A50A-4F1B-4B56-ABB6-06C87036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1EB6F6C-6FF7-4A4E-97AB-01794142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A68A794-45DA-4018-AC43-74048DD8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52699E0-3BD7-45A2-A9A1-4F30AD8C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E93F9E9-41FF-43CA-B370-2D9B87D6A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C9FE41A-E6F6-4A16-9660-F49DBFAF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9DE3005-2A59-4728-97A4-68ABE9895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B91A317-418A-409C-A114-7A3D5FBC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83BA44-A121-4FCE-A7AC-B92C0B96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552DFA8-F32E-4EF1-A850-6346EAB5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B07D8F1-A197-44A1-94F6-3F0B32C9B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9783A7F-D1BB-46C0-A7C0-5593D814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75211E3-8EFB-4940-AF14-AAFA56378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7E3E0B2-4C9C-46E5-BEFC-7C3560BB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D045B40-454C-4D45-B20F-8025167B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B2F0D4E-3A18-4CB2-A73C-B2E92B15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D322A4C-3EBC-4DE2-96BB-D56C8499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87A5A39-A881-47AF-BBFB-8B7B4C3D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CD89D85-D528-461F-8B4C-6B40FB5A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F08687F-237D-493E-9B94-2377703B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B41C4EB-AA7E-49C5-AF17-129649CE3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3563765-3080-4562-A96B-0B1E62621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B2940D2-C557-49C5-824A-1C221B02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8B89AA1-4631-43CD-BB11-19C674BC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FFEC54B-440E-4B64-86F0-C8B8B883E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CF86379-122C-4393-9A64-13B00CE6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27A7CD5-CD81-4DD7-9063-BBA4A53B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18F663D-A10B-4F79-B58E-D12091A5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3E7A68C-6D71-4BF0-8857-62F4539B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5427ED4-D2E8-42BA-AE3B-50E11C26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48E5A057-4EB6-48F5-BC2F-3F51140F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5572979-4D09-4CD2-BC44-D2DB86F7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E865406-0DAA-461C-A940-7E3F266D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7176A3A-C1F7-4AE4-9A60-6EF6F54E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F70F89D-9835-4729-A9D3-6487B36F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EE5E588-C9BE-4F15-974B-5E7A7EF9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84E1BFA-46AF-4C0D-AE06-D6EBFB75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9E51E03-2830-4591-9386-171450FE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285688A-220D-4715-B889-36DEDFC4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D6A70EE-49ED-4388-A2FE-29CAC7A0E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7A31A82-5E87-46BA-BA7F-19DB676D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70EFAA1-D9B9-4D85-8DC3-9D23A4AA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3CD4B779-557F-48CD-A573-F0978489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1E877B0E-55F2-478A-8720-09B6D919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472113C-2BB2-4CF2-A3F9-0DF4B9B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083E79F-8C88-4A1E-A210-C504E26E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F1DD57F-2CF0-4650-9095-ACAB26C8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732D466-2ED7-45A0-850A-449FDF9A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9A51086D-6182-4FB7-9691-1B6BBFB8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72CCF96-5881-4A74-B9D4-2E0A2AF13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23C07491-2D60-4FE4-94DB-F2C1EFCB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068857C3-B59D-4619-B7EF-A4629149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9CB5091-FE1F-47C3-B57A-56B9F7FFF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C44701AA-36D5-4A2D-8875-256D1448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0A8B20FD-D4B1-404A-8F00-548B247FB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E88EFF6-7F21-4EA8-9E32-D79FA60F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B6375BCF-BE37-4DF7-BEB9-04FEBC65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9382F03A-AAC1-4C1D-B12B-3C5C6B9A1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DB9CFA30-9B1D-41A8-8CCF-BBD7156EC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8F03B945-A2F5-436D-ABF7-C151A4C5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30FCCDE4-1676-45BB-98B1-1EA3D6A5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745F07B-7290-4777-837D-CE366ABC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4FFAAA6-58F7-4BDD-92CA-2961DBB0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C4D11634-633E-4D7E-AA0F-4535486B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D78F4920-886B-4703-BDD2-B60F2779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E7F01523-AB7D-42DA-95C7-755903B6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8D871BF4-C643-4247-A842-ADC7AFC4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7915C1B4-03E3-4BD4-AF6B-4AFF92F9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B2D52C73-E0EE-4902-92C0-7DF007EB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1299B168-0E59-4BF2-94E3-43CB7D20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25315BB7-687E-4BF0-B904-5FC8FFD8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6AFF6357-C824-4DD7-A279-3AD44A18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DED08B06-0D0B-4B30-A113-B6D3C883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7248A0CB-89B1-4B6A-BB17-2FCA6E20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A0276252-F16E-4487-83A8-838D19A3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E371EFA6-EA5B-42BD-9E1B-3CE958B3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066B42B5-1574-42C5-AB90-00F9B4F3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2C5CEAA2-DB39-4ED5-BC04-45BD0BFB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090A45E6-31FF-43F2-A195-21F7DD96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F82BDD1C-5EC1-4307-8433-AC137ED7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AEAA8693-81AB-4C09-8562-9AD12647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D6023078-94B9-47B1-AABB-78B97922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4356B1D3-9F82-4F62-BE18-648BDEFF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4C97E19C-ABC3-47C3-B709-914948BE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7B35CBA3-1F5D-45BB-8998-8F922C5A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F4A68A5-5F84-4EBB-A14C-79617C18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D45346BB-8771-430F-AA87-32F21B9E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D8F292C4-DD77-4C3E-8155-CEBA98B2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F67EB351-DD21-48F6-B1A5-3241CACD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804322F-1AEB-4261-B5D9-3AA53490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28C41F45-FC6E-4FE8-9BE8-3182CEA5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D82B1AAD-1F52-47C2-8D3E-5B0C08D65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4C2995A5-521D-4570-9C19-CA49E883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AB48866E-A9C7-43DF-B131-1154F22C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65A2B442-E26F-4319-9A47-FC0EFB363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2A265A6F-41AE-4BAA-98F9-0B52642E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2FA806C8-0ED0-4B2F-BC38-A679D3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83358461-2171-4BD7-B064-51184118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1E6293AF-CEEE-4C36-9E95-D26AF397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E2A7DBDB-FCF3-4AE8-AEC3-A5B18D15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71757128-B584-48F2-B380-4A3F5C8D2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A6A43886-323A-42A6-8FE8-4ED6A390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B745C839-F29B-4235-9D64-8BC8B468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0EDC2215-1131-4EFD-B059-42A59ADB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CDA93AA8-EB54-4EF6-B8C6-60F83B0B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C5666BDA-CD37-41D8-B033-C03BC9C2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D59F17A7-FA60-42D2-80A2-7EBE8626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F5A30C9E-4FB9-47C7-A9BA-B745B0E4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1550D029-FB53-4EC0-AA3C-F54936B3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A617B8A1-4C8D-4AF3-833B-411A01DE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97483202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56468B-B896-45C0-AADA-22A77D8F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C97232-5D36-4D1C-BA63-52FCDE0D3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BFF99D-3A12-4D65-B605-D6DCAD48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7123F-48FF-471A-822E-EE8D85FF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0DB50A-C3AA-41A8-8368-AE576D7C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4EBBF8-28A5-4767-B471-30A4E407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bb717a25d04fc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29BF86-FA2A-4585-B3FC-3FD9E031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57DA0F-93E7-455A-8551-5855D9EE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2E4F34-8843-4E1F-A0AE-2C5CAC27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DA5445-B73B-410F-8400-D96D8E3D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F41279-829D-4F5A-B53C-F81CC5FE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D47552-F0B7-4CEA-B90C-14F26958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C61E65-285C-4796-9B6B-E0524A58A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45BC28-B31B-49D4-8D8E-0431A2788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B47A12-91B8-42B7-A84B-24518649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41D0FD-505C-4DCF-841D-34E91FA3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14F78-2A61-4579-A4D9-4AA138F0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866FE4-58F5-4AF2-AED1-7402F63A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6557BE-653A-4BD1-89B6-1FCC5421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F79307-113E-4226-B90B-1426F504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DC81A7-C3E3-42B6-9760-48EE74E3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94EFC6-6631-414B-901C-FD8CF4C5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EF3780-D683-4A5F-A25B-9EB5EB45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EE5B03-A63A-46DF-92FF-3A8D0654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9B0FE4-03FB-40E8-A6E4-E5A5BBEF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FAD273-66FF-48A0-A2D7-D5AA5983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38053876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3CB483D-1616-451E-84D6-BA0A4F64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727CE-348A-4078-A3F8-AC77DC9C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531335-A6FB-48C5-B3F1-84A45214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CC1D43-6647-4818-85D9-3BA9A324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FC170-3B62-41AA-A956-983B9659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678D37-E9A9-4B2D-80B1-35834953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1698AA-67EB-4B35-B358-063F256D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62C3C-2877-4105-B691-E93EDDA4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15B49-F315-4C71-9D97-0AA041C2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48E537-F3F3-44EC-A2FC-E2F27B2D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BC54B2-6818-4046-A272-844587D3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5EEC27-6416-4570-AFD5-727070AE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052C14-AAF5-45F2-8FDF-AFF5EC69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E5C667-13AA-4BA9-90E3-20FED983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D249F0-CA60-4CEA-8338-B1601F6B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33973A-C0CF-457B-844F-D1150C30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2213EE-F084-401C-8F10-BA33D185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61CFC-A08E-4B18-AEE7-DCB27D70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0C9FFE-BA4E-4BF7-A0E7-3F794528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F5FF40-138E-4933-A970-CCBF9001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 FUNDO DE INVESTIMENTO…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1D456F-26E3-42CC-BE48-12561845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BC2457-F772-47FE-BFD9-0E0CF6820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EC025B-A8FF-4AF4-A435-7D664646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2F9C41-A102-44CA-83E3-C40DE26C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A28935-F04D-4EC7-86ED-B8DFB057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7F805F-88B5-4B06-AB1B-6DE00826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5AA4D3-41DA-4339-B5E0-FE4FF555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D391DE-EAE0-4A14-8943-F8BD9F3E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E7CB4CF-5878-43CB-B8E1-B9632C3C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480814-97BF-492A-A27D-9B48F6B84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F60B36-F8B2-43D5-880C-2A67D1DC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33957E-4C88-4DA4-806F-B35FD0EA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3A3AED-1E30-4D8B-8441-5E213303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35861C-2F76-4FB2-9D92-2A0770048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01ABA3-A56E-43D9-9CDE-46FFE4DA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2B63BA-A31E-4EE9-B835-05F9C72B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32763C-46E0-451F-AD04-F15D67CE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E4F341B-53EA-4C85-84ED-75F8BD08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7B8A195-DCF0-40DF-90A8-6F56EDEA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BDDAC5-7011-49E9-A89E-6980E906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9656D86-4C8B-40F4-AE92-535A50D2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17F9283-20C9-4C3E-B86F-DD52EBA7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E534A4-B141-4D96-B491-E7B61846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850008B-FA1B-422A-B0BD-378E2D2F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D797FBE-CEEC-4FD7-8092-C8DB3971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2C4FE1-2F8C-4D39-8D75-350DEB1C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0A648D8-E47D-4EE8-BAD1-56A81AA0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87627B7-E0E6-485E-927E-980941E1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101A21D-B26D-4C9E-8EEC-4D0C1A65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8A86CE2-509C-4B37-B85E-DC2CD87F2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414E287-E2DA-4888-9935-0DE460A7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198327-FF20-44C9-AFCA-7706B6C9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6AE72B1-6DF5-4FD7-AEF1-79A4DA29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D8938E4-7935-4100-987B-0CB13CD3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FB799A4-26CB-4011-9117-76687D58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03B5226-2F26-4E30-80FB-A826AF92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8E25EF8-4174-42A2-8F11-FB2501FE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480B077-7852-40E6-BEAE-BB20B151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DCCB4F1-8BCE-4F56-BC39-43C50987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270C0AC-5FF2-4EC1-830D-DFC4F0E2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5824E36-D375-4A48-B502-A7D0725C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77EC221-FF36-4DA5-BC7E-4819673E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E3DA337-FDA7-4635-9B4D-356534AE9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953913C-FD33-495E-BD49-A3248D04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36B9C27-EF48-48C0-A99C-D133F045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AB7ABE4-2A8F-440F-B309-48172591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FEA6CA6-99B1-4EDD-9A39-129EC9AAB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743FAF8-7D86-4ED3-803D-36DDF85E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6010DC3-62FC-4FAD-861D-831FD75AE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36FA133-D114-4018-8C51-B89D8697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66CB4E6-546E-4F2E-B462-13A64BDB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D3CB9E2-FAF6-4B8B-A43C-2D10B799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E2091AC-F894-4A23-A5CE-F8A6AFB1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E048C27-F8FD-4527-B6B9-66D62DC2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C021B4A-98D2-4C0E-9584-D45685CD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88E19D8-B037-480B-BCEC-C25DE1E7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845A3B6-7707-4E1B-95DF-5272EAE4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7FF3FC2-3D0E-45F9-A30E-5A2D0414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97319978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CF0DF9-2FF0-4B51-B3FD-E003CDF7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105D61-3F56-4A44-8E33-C0A282A7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2DD341-FD91-4216-80BE-AD39A540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C8AA63-4D96-4E40-8CC8-A6709CE5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62F751-E3B7-451A-833D-0D84C36ED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8120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oferta_resolucao_160.csv (dados.cvm.gov.br/dataset/oferta-distrib), snapshot de 21/jul/26. Cotas de FIDC, oferta primária, status literal “Oferta Encerrada”, Data de Encerramento até 30/jun/26 e Valor Total Registrado positivo; unidade = Número do Requerimento.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E3ECE8-6F77-40C4-A82B-B9D064229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6F4518-51DA-45D8-8D78-17E289AA5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 · VOLUME REGISTRADO E TICKET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AB9DF5-C638-4331-9E21-F7408878C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f0bf9969264fe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C3F002-6886-4B56-9F61-3BCF9A41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JAN–JUN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77971E-1649-4F1F-8E85-5C34D6A6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dd7175d9ef4a20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D1B605-5636-4517-80C9-FCA1AF56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47449E-5669-47C1-9009-903BD366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94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Fev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B5DF57-4BBD-4DDC-B7BB-1C142C7C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153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8424B-5CC2-41C8-821B-C2E43641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212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Abr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91A829-1F8B-4775-B4BE-2A6FA90E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271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A04F02-5065-4C0A-BAF7-C30A9957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1726EF-752F-4742-ABC9-85C32779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D19AFC-A4CA-4215-B42F-2797902B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2FFE8B-8959-44CF-98E4-D1997049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E0CABB-10F7-4171-A9C6-99304A3F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EAAB68-0D52-49C0-8C54-197E4423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7E1F28-09E5-4884-95CB-6DF80CCA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graphicFrame>
        <p:nvGraphicFramePr>
          <p:cNvPr id="5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F246CB-471A-4759-A62A-1FB95F8C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30612632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FCF11-3BB3-47B7-B0D2-85C43EE6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31FE0A-10D0-4F75-9DE1-0C2C1AB0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16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mediana caiu a R$ 22,5 mi; 22 ofertas acima de R$ 500 mi concentram 42,2% do volume YTD26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830A0A-08BD-4DC7-B25A-70D41E2F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FACF6-878F-48CB-ADAB-EE29652C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8C31D1-E0D1-499B-A165-450F4001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mesma coorte do slide anterior. 2024/2025 = ano completo;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7126E6-E69D-4E56-A38E-581DB47B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9D58FE-E997-401C-9219-6CE4ACF4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 POR FAIXA DE VALOR REGISTRADO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4C84AE-54C5-4CC3-8BDF-C9984459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742950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8b5c5a37d0494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8C8AB4-6397-42F9-B481-C4ED389B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381125"/>
            <a:ext cx="328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RESUMO POR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D268E3-F84F-44F4-94EA-AB0218E0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4782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8334375" y="1743075"/>
          <a:ext xmlns:a="http://schemas.openxmlformats.org/drawingml/2006/main" cx="3286125" cy="2381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809625"/>
                <a:gridCol w="523875"/>
                <a:gridCol w="666750"/>
                <a:gridCol w="647700"/>
                <a:gridCol w="6381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Período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Média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Mediana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79,1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723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jan-jun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73BFD6-C4CA-472E-8DC8-0C3BCBE2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362450"/>
            <a:ext cx="2905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42,2%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0D6262-F51B-472A-9AE6-A1399150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781550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volume YTD26 está em ofertas ≥ R$ 500 mi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293B88-BE7F-448E-9FDC-390108F8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média ficou em R$ 84,9 mi, enquanto a mediana recuou de R$ 30,0 mi em 2024 para R$ 22,5 mi em jan–jun/26. A cauda de operações grandes elevou o volume sem deslocar o centro da distribuição na mesma proporção.</a:t>
            </a:r>
          </a:p>
        </p:txBody>
      </p:sp>
    </p:spTree>
    <p:extLst>
      <p:ext uri="{BB962C8B-B14F-4D97-AF65-F5344CB8AC3E}">
        <p14:creationId xmlns:p14="http://schemas.microsoft.com/office/powerpoint/2010/main" val="41366256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94BF1C-58FA-46CF-A7F9-5D5B8654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ORIGINADORES NOMINÁVEIS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FE572-7812-4A45-AE56-59B2E4A8B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 originadores identificados somam R$ 21,1 bi em 2026; cobertura nominal de 32,2%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E97419-E441-40FB-8E54-0437AE104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7BBE76-F32C-4AC2-B735-04C5C21FA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9BB01D-730B-498A-A07A-5A1C4187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coorte do slide 28. Origem = primeiro match nominal em emissor, ativos-alvo, lastro ou devedores.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8B606F-E484-4C34-B321-585C326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809D50-360B-4654-8AFA-D693A1F8C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B2C5FF-F657-43C4-B1FB-47263EC7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68580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f17feb928240f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2D12AB-0BEC-4B23-ABBA-1C2126BB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381125"/>
            <a:ext cx="3857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TICKET POR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C67414-E080-476F-9AD1-DF08A4F5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47825"/>
            <a:ext cx="3857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7762875" y="1714500"/>
          <a:ext xmlns:a="http://schemas.openxmlformats.org/drawingml/2006/main" cx="3857625" cy="433387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33375"/>
                <a:gridCol w="1571625"/>
                <a:gridCol w="523875"/>
                <a:gridCol w="714375"/>
                <a:gridCol w="714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5.500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2.500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502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1.500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585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700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MRV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Verdecard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450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Minerva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270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260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Pravaler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8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464942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236D5E-C58B-4AB0-A1C7-604DE706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E2DD0-109D-4758-8CB4-20BFBC74E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8A61CF-1D96-45D0-BD2C-A3544AF6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57E04-5FD7-43F5-B53F-D937D72B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FEFB0-C8AE-4EF2-BAE1-E61A8D75A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4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ANBIMA, BCB e FIDCs.xlsx. PF: proxy com 97,3% de cobertura; contas não equivalem a investidores únicos. Verticalização inclui FIC-FIDC; Top 10 ex-Petrobras/TAPSO. BTG: 30/32 raízes observadas;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97BA23-6518-4988-A97A-758A7E2B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C72E0-29AB-48BA-A46D-5ABDB262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D4B883-8115-4399-8218-529FF5D3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F25A20-38BD-492B-A69C-EA209962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8473D6-6643-494C-9C77-E0136F58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953FF2-4DC0-4F88-9503-22D56618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E83020-40BA-460F-BFB9-839EACFB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9BEBEA-66E5-4168-8F9E-E078F913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0CA2C1-B14B-4106-8281-09FFA96EC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2D576E-BDCC-429D-AB3B-6B46BC07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CF929F-A4BA-446B-92F4-804C91B0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CDE01C-6491-4BF7-81FE-F5BB7E75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30BF87-B8F4-4296-AA59-01E6208E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36052E-C044-4FA1-A81C-DC7459395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55A309-A53A-44E2-AC06-C2D607119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6DB72A-C88B-47D3-8021-4046F6A7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F929FE-A6EF-42CE-80B4-B0B0D4C0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24060F-6C7D-4C72-A595-429AA2A9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0F0B2D-7DFD-4AB8-B3C3-F0A88CEB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EBA83B-14D6-4BFE-8973-48C27CE0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24F378-4F0C-43DF-8F87-EDE247B1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F2687C-5920-4036-8BB7-8F03EAA1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7340715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318D13-F795-4269-8732-E4E465E4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45ED71-0134-4B8F-81EA-17D01498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77BA75-2B49-445C-8DF5-524C0503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452B48-E5A0-4709-A135-6533F332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8CC69E-57A1-46CE-81A1-043D3D48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21/jul/26.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D33EED-7D1B-4580-A0E1-16B9BBF2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51FC65-DC36-4333-990E-6EF3A1E0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E4381-123F-4D4A-B6F5-1FEDA30D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CBE2F9-4417-4C8F-BC80-2907A3F9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138510-6003-4364-8C32-ACDE6EA1E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EE4E52-C49B-4E88-8390-907ED53E7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5E90E3-9CFB-4D84-9B8E-09093D5F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DAF259-AB36-4F1B-9697-DCAE026D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2AFAEA-BA86-49C6-8072-F77ED878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9F9ACB-4ADA-47E7-B5EB-DCF97622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772260-1D0C-482E-B9C5-530F1401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885A3A-CF40-41DD-BEA2-C162D29B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526F75-135C-4A98-819C-C469F758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DE94BF-56EB-4E90-8801-6097DA58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0,00% evidência; 7,89% proxy; 2,26%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295DF8-6B2B-4650-AFAB-FBBCB96A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124131-B53C-4869-884E-F2FB63C8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30C00E-6BC5-44DB-82A6-02621B47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D81C01-9A55-4C00-8BDC-3BDAB126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0AFC01-15B3-4063-A096-821FB6A7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E09F70-C4C9-42CD-8CDE-2943D972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Ex-360 indisponível por falta de reconciliação do aging.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B13D95-F5D1-4FFF-BD7A-909CDCD8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341F39-4A48-40D7-BB1B-E02D671E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24E27F-CCC3-4907-9B3F-0200844D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2A9ECC-99B6-418D-A08F-F9F0348B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F93954-459C-43BB-859D-F2E09796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57589B-057B-4B91-86C3-08E849CA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911CBE-67AA-4540-A817-F01594C8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595E8E-44BA-4C47-833D-7CD9905C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9AE78C-281B-4D8C-8BDD-245B076F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D95E5A7-D445-4D34-A746-11F26531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03E24E-A5C9-489E-973F-2D0FC122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406E77-A476-4349-82F1-7B78251C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771405-4664-4E3A-89D5-8D368D5A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15EFCA-7A59-4C4C-A420-6117699B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BC8D95-0420-483B-B137-A4FC35949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 primária, status Oferta Encerrada e valor registrado positivo; coorte pela Data de Encerramento; unidade = Número do Requerimento.</a:t>
            </a:r>
          </a:p>
        </p:txBody>
      </p:sp>
    </p:spTree>
    <p:extLst>
      <p:ext uri="{BB962C8B-B14F-4D97-AF65-F5344CB8AC3E}">
        <p14:creationId xmlns:p14="http://schemas.microsoft.com/office/powerpoint/2010/main" val="23940444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D80B95-B0FE-4B20-8B88-72501081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ACADDF-AF9C-461F-BFD9-6F9B29D4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27CB91-4654-4704-98F5-AD3EC777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D539AB-3DD0-49A7-80EC-3CC76F11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E14E58-C702-4446-A57D-F4F384E6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858160-7C38-4D73-8A10-34A0FFFC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f62b5d7551c432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815FB4-FF2C-48A5-9EAF-4310312F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AF5086-51C8-4457-89DA-443AE139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69826202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5BB907-4373-4595-8345-55312133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EFB0E-8295-4AA9-A80E-C386AAF7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44C1F9-40A7-4479-BEEF-2E636B2F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D8BA6-66CA-4C3D-BF02-ADFAACCC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3ADEC3-9D02-4F27-AE0B-0EAA36BD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E11CB8-96E5-4EEC-AD77-3141ABBB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5b9a7a84c6458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7769F-C98E-494E-BC43-3CE1C18E7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E828BA-71DA-49F9-A336-D3562BD7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73905985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9F72EE-0ED2-4213-AAC6-9B18E35E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B0D023-025B-4B0F-915C-ADB7DF30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582CA4-C5D5-4694-A630-20371106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4F973F-56DC-4FBC-96A1-50AA90FA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CB07C6-66A4-4FFB-9918-A03EEB25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32D944-843F-4C12-B645-92D6B291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68d914e7f5415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BDC24A-7963-45ED-AEDF-96DE7D86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78F1E1-6380-416F-B93D-E710D414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81302373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AE5D59-BD84-455D-9EE4-730500BAF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71EB32-15B3-4E7C-A31C-4DC96A14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57EEE-AE7A-45AE-845D-6721A8C5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7A400C-2973-4128-A764-C689BE5C9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50CA3-8533-48CB-AF59-51D52252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7BD2A-55DF-4D39-8360-0B620325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4CB85B-6284-44EB-9FB0-7112C3BC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BA7744-AAA6-45BB-B19A-3674A619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815A59-D37F-4E1E-99CB-DE22BFFE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6C2B87-7DC2-487A-9580-3A08BE22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C0F483-F180-4E6E-8F81-078DC1B9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BD1C80-B0A7-4C2F-A808-06FED97A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3FBD45-9F68-47EC-A8B1-B6BDAD67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3DABC8-922D-41DB-8E54-01E58DE0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7F6427-216D-46B4-852B-5F22BA23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28260C-68A6-4216-A459-FA61D4CF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6221E4-1C76-47CD-9C42-8BEBC3EE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734355-5132-4937-94DD-E969326C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C02D31-7293-4CF3-B496-2CF0BD2F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BB74DE-F539-48E5-848E-E225C957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D6B672-1FA8-4A3E-A88F-9FDB0035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B6E1E7-8734-4571-B296-99F4B5E2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69106D-079F-4FED-A14E-B48C4301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A7859B-D6D3-4CBA-BB28-C0704FCE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7F83EA-77BE-426F-A76B-D4D168D13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50DFB1-E20D-4925-B755-EC16C206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87B9F8-1D44-44A2-BC4B-278DAB1D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81E9A6-2DC8-4FFC-AFCC-78A95BDB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C03D1F-62C8-4EFE-B2E8-03F7EDA1E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19759748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BE9E5A-CC2B-430D-B688-8D6182F9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2FB7F3-B024-43E5-81DA-D72EF6B1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291730-1841-4134-A5C6-D1FFEAB5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6FF74-4B22-4465-83B6-3A68C41D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9D88F0-1B51-4593-95AB-2BED101D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04B867-D623-4092-BFCD-FB5B6E03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354C73-D9A4-4CFD-A440-3B6B844D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6BD83-17B5-4D55-AA05-3A799314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FE1B49-B7B7-4107-A9F2-F4CEA6AB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8261FA-DCD5-4217-B6BA-FAB34A90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4AA61C-2819-4EE9-9FA1-A44441FE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EB9F33-1794-45FC-B4A4-C2F37BF4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80B35D-62C3-46A2-809E-4DFB4C10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0F652F-D4EC-4C4E-A7B8-8FBF18CF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73DA81-7A7D-468C-AAD6-70943675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AFD225-F1C8-4940-9031-3F23F084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26FE09-0966-4F7C-879F-7AA1D7D8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1AA508-3994-464B-A4B5-D8B36BCF1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FDE672-BEB3-4F28-AF9D-3E5751D7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5C1B5A-6C99-4F36-A222-D1473B90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ACE43E-9D6A-480F-85F4-132564E3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1A09BF-AF4E-4FA0-AE3F-BF6399EE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1DADFC-A29F-46A5-8AEC-C9E6D801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40B7B5-FE15-4DE2-8DD3-7CF88F99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DD081D-8C94-42CE-AE7A-04B6D7D2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57AAB7-1CA4-4F1E-8A63-156853A6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54854C-8299-48F7-9D70-F3A14584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B5C029-7C58-489D-AA90-6E688E47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806409-58A0-4097-81DA-AC7909ED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608770111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4B3BE3-FC6E-4C7C-8CBB-7116AD9B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F709D0-2FCB-4FEF-81B0-3E26439B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FE0458-D347-413B-8FE9-38EE6FE24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CDF13B-D2C4-4EEA-BDDE-C7B2415D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38890F-E80E-4CEB-B2B2-D574D9A2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6A1CA5-1B52-45BA-B026-07196CEE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5E7BE0-B34B-40AA-820A-2CCD8001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BFDF76-15E0-46DA-909C-FFFA9797F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5BDDD-7F6D-459E-90A1-206401AA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EEF096-B0F4-47ED-8E9A-82FA5F7C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A2191A-6102-4FF0-BCCF-03F3D3A8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5CF41F-DCF0-4510-BB64-F77F5A31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F4A754-1C8B-454D-BB5B-7078F11E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D4E6A8-B123-4EC8-8C7E-CA8DE413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A7C016-30E6-4674-8C60-2A36EB7E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559FF0-9CA9-460D-82EE-E51DA8D5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6C0948-7F6F-447F-BF87-EDCF331F3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56D168-7EAE-4021-B1C4-EC80A676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350748-19C6-4E29-B545-444D535D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6CBC3F-537F-46C5-8B73-BDCB9619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1213EE-BE13-4DFB-9EAD-D903B8AFE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F11A22-90E6-47E8-BF35-AAE31FAD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83D3A9-E81A-4B58-AC24-05ECDDFA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224921-F717-49CD-BD6D-B29E7607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1C1261-8167-444D-9E9C-970B778B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FA9034-8E4E-417A-A8F0-F0057545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4817C8-A276-4D9D-82CA-75072B6C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FF4C03-C7EC-4992-B4C2-A2ECF453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BE083B-E4C7-45BF-B441-008A9597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01294109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1E76CD-E06F-4399-82AA-D034F5E7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9E900-7135-46B2-B877-994A0498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98F081-04CC-4B98-9D33-375961B0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D53BB7-2B62-48F4-A68C-C52EE98E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96FD27-F3D9-4EB5-9D0F-AF232AEF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70043C-43DB-44CC-A3B4-54765F15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BE3ED0-A18E-4389-ADAF-AB38878D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12C7EC-652D-4751-A40D-09BAA64F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1F3829-E5A4-4000-8F4B-9AD94E89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2F391C-DF77-4608-80F3-EAD42F71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11A045-3353-4CAE-AE39-3BA93F7F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EC5DC6-9C0D-4B54-B1CF-653FFA64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64386-F91B-45A3-94FD-EBC4EC97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D66D33-1D17-42C7-8F8A-F60DF3998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830F11-411C-4F0C-93D3-A5414088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CA2768-2192-452C-A708-9C1D1978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C7F4B7-FC43-467A-9275-C31A3A9E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339189-4B3B-4C7B-A715-1328EB7E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26A59E-88CE-46EB-8E34-23CF4E99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D84BE-1C02-45E2-9FDA-C718F99C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15D637-AA28-4E68-B54B-7D80B842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700521-26BB-4130-B391-B542A003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551ABE-9E76-45B1-B2D0-B38503F5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9DE561-4F26-4825-9D08-D60329A51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E4F6BE-5771-4B93-9209-13DD44DD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13D5C3-43B7-4A04-9A8C-0366CA01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CB4E44-51D0-437B-A55F-62590325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9C4291-AB7E-4D87-8648-AEF9E316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EE5533-7C85-42FB-8FBD-4995F03B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41537305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725C1C-DF5C-4D1A-9999-C2C812D9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F8255A-604C-4437-AD43-938D21EC0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90F3B-68AA-4F10-B7D0-1D3BE138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2E5D72-1922-435A-92F4-C3B1585A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10558-470B-48F7-88CC-91F28054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06D03D-C632-4EE2-B4C3-C7B97D31B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B676FB-E7CA-4FF0-BC32-DA5E5F67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50F43B-0EC2-48A4-886C-F51B9C2C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D91818-E585-4292-A81E-3E6AAA0E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247A80-B06C-455E-8F5C-8A0103B0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431148-28B6-4576-8F66-2CE6BD4E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2E312-C013-4E38-BFC6-E7400BDB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BDF48B-C1DE-47F8-B1A8-486D5D3C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5B738E-37CA-44A8-9097-C87CDD1B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7E9850-B72C-4E63-BE0D-1FC61247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7900E7-994F-4CFB-AFF4-0D920CF7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759BB9-7646-4370-A524-627285AB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8D8DF6-A471-4F07-9B33-0C828859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8447E2-FB46-4E75-8111-CC2231DC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632FC6-2DD9-4610-B941-86B79FB4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BD249E-A821-47CC-903F-D46DC00F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246EF6-842F-47A5-A76D-15C73B43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F455A-6F2C-4787-AD94-BB7E0120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10187B-F0A4-4EB8-97E5-BC55711E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A59CD6-778E-4CDA-94E8-D55AEC96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AB353A-5A44-42C0-8F34-1BB2E988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1D7338-DACC-4B47-A0EA-56703A56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B8BE49-5AD7-4B83-8D7F-20B40E476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1437AC-2A32-4899-8A4F-48CC82A2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849399595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F40432-3AAA-457D-81C3-05C6818D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1C3129-A5A8-46E6-AD17-B60754C2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E7ED78-3563-4B89-948C-4D4FEA3B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67972-6FBD-41D1-B7CF-BD546F5B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F8C4C-0155-433A-A6F2-A9703D26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2F7E48-361D-4EB4-8B8A-6F338B0F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1C6D3B-47F3-4B3A-8FE2-4128946A4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2AF26A-8AEB-4231-AB74-CBFECB8F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63B418-2AF5-4FC4-80F8-F8514B47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0CA129-E8D1-4C53-81D0-3817A11B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605A7E-B2BD-4A71-9193-9CCFEE18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6ADC37-E329-45FC-8567-824BAE9D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EB4671-BC72-458D-AC71-276496F0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DBC093-4C91-4305-880D-04D013C6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FC360C-1481-48E6-B3C9-B9A4854D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7A26DC-CAB3-4F73-8572-C60FDC97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430414-BCC7-4706-990C-B0A0FAA8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03A080-1E99-4F79-8E9B-EA13EF94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BA212D-5E3F-44E3-A49F-732822A6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1F4485-F542-4C60-B8ED-571B135B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39E39A-6BC5-48D2-A6DD-08AE0B62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EAAADF-7DDD-4743-921C-EE5FBB72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5F920B-E906-450E-8FBF-17940560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1A9322-3B28-4764-A37E-5C61D6B5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2344DB-0161-477F-BDB5-0AEC1D4E4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2EBF00-0006-4469-BB69-10D3AFEA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60D639-9828-4FC4-9151-93DB0542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DC2257-93BB-4D57-A706-D26EF9E4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5C1984-FB1C-429F-991A-331E4EC9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209089169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2A8041-3AA2-4B65-93CE-315AFD36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CE9F13-CFA3-4D27-A59F-05503372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8BB0AB-3C45-410C-82A4-DC7EFD5F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E36E69-A695-4B9D-ADBE-EDB96C3C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AA2A7-B08D-42C3-88CD-1D05C843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C7F7FD-32FD-4370-BCEB-E6F434D7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518D8-B70F-4905-B487-1E002C78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66FA4E-92D5-4EFA-9F22-E841668A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C66FDE-8499-4161-A3FD-7F3436573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9208A6-9E4A-4535-A71F-1F28357A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15B099-50F2-4F57-80BE-45C5E7C5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F50F6F-F625-4090-AC01-417E0006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C4F4F7-2062-4967-A0E9-473A699E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1B9174-3C9B-45D6-BF6B-835B2E2A4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792CAB-4F20-4F3D-976F-F0CA790D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E51F48-DFE6-45F6-A843-CDDBDBFF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C3515D-A283-4E73-95DC-AAA4FD43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12F3F3-C90C-43BB-92E4-D68738D2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8AABC7-1A99-4249-BC6A-A4FACF6C4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2CFB91-074F-478F-A70A-E8DEAB08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C5B036-2196-42D6-8F4A-3B273219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2C6F23-676B-45FC-874A-E9B91820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AA21F7-7276-4D18-B9B5-C8C7AB02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3341EC-47B5-4CDA-AA92-8DEFD53D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9A1B14-8B0C-41DE-9101-1830714D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52383B-CC40-4B51-BAA9-99D9AA0C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7A61CA-AE6B-4F16-9D40-73182AFF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47B8C3-7244-4111-AD48-171D0371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8170BC-DEB1-40FB-8A81-3A39D537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93950129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4BAF66-3C85-4D6C-85EA-7B04BD79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38F514-C293-41E7-9785-1B137B8F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D4785B-5E65-4EB8-BBB3-AEBB595B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46D41-5B1C-4AC1-A952-64199621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5AC03F-64EA-45A9-A460-8E2C68B41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692AEC-445F-4A68-ACA7-79E868B5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A5EC62-416F-4AC9-A4D3-EB21AF50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7849B8-2608-45DF-A8E8-FD190A77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930986-AE38-4489-8D70-BF99928F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D19267-4CC8-4EC5-884F-8F6752A9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F3BF24-2985-44F6-9F24-9750CE686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223B8-B004-40D5-BDC8-225EE67A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67F7F7-C214-4C45-82D5-4904AF49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FD07B8-4B96-4280-AF34-3EE840F9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808CEC-1FB4-4153-9A03-02918700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5A7606-12DC-49A3-92E7-53D5E668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9EB1D3-6762-429C-8443-0D2F2D59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3C6DAD-2F67-431F-9FD6-D51C7E5A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966C68-09CD-4775-9A89-791B9C07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8BCE36-0465-4FD7-A989-86E2D2F4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BA4863-6083-48FD-812E-2144F471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052E5A-8F59-4F23-9675-6A0A98CE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3C0589-4529-405E-9727-1B0DBD07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388F3B-8482-40EF-80E7-B6F1020D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EFE848-526B-4785-ABA5-E65A9DF7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0F9FE6-81D6-439D-8E43-A9939123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81602C-7F19-48F1-B0A1-70BFD374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86FE64-BD13-4A5E-A47B-8F6F5A35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F4A2B9-B354-4B69-81C3-249219E8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026396908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E51095-F6CB-4767-BED3-58A9B339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4271D8-7338-419B-9BB4-76D8A112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43F31F-C882-4C0E-B4A3-D96F3EBE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922DC1-9BB0-492E-AA49-F20BD2F9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607BD1-0916-428F-8422-C1A0C15F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E58C97-7954-475E-A2C2-F8FD5E869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F51C6-C748-4845-A076-1F23C42F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C4D369-AFEF-438A-8579-05C1212C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8D2685-6330-4542-8455-83869B9E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310881-4834-4F5C-BF9D-7242D975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7FF889-0F1E-42F4-A981-731AD2D3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46A99D-BF09-461B-9827-F50ABB7D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6985D7-4F51-4F58-8014-B0BD549E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7850B5-D4B1-4F8C-B6EB-2D425A4E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A1C115-3F61-4D26-A302-4055D2D41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CEB97F-7AFA-4948-83D8-3EFD93EF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6ACCBA-BEA7-4399-8A98-B11E8A86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40E68F-5C84-4D6A-A06F-C77ED62C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CC5037-A19E-4884-A0F4-105DF99F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39DBF5-4818-4DA9-852F-A23F807C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C131EA-BB68-4C6C-9AFF-9445E035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1FC388-270B-4405-8936-5746EBF1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4648A0-598A-49E0-BFF6-2DB8BF9A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8AED2C-3122-45D4-9CFA-5786492E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C8E37C-8815-4589-9DC8-5B29F904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288CBD-ACED-4E06-AEEC-5CAAC242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4EC0BC-033E-4189-BC25-040AC2E5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55332-1764-4513-8BBA-8930BC61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E2F2A9-0EA1-48F1-B4B5-61468A24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57278474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1D30C4-CD39-4F2C-AE56-17BF45FC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465AF-7A53-4145-8690-90A31827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34A379-49E5-4A8B-BD76-5ED9C5A9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4A87B2-3067-4167-B8A9-F337E450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DA112A-1617-4D5C-96A0-A18AFD6D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10DFF3-884E-474E-B445-5A5115F8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9453FD-8567-4E09-B83D-B8FB5C95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BE6907-6AF4-439D-A8D2-6D03A60F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2B569E-E332-48DF-BA2E-8FFC330BE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A35F00-D2B1-4ECE-9375-7CB95FF5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F93877-4611-42F4-A093-ACA13A01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906D0-A10D-44DB-A6F1-293B57B4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D08E9-A88B-4129-B4DC-B1CF688A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4E4AFE-47E5-488D-9007-51116D67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6F9F3-58BE-4A1F-8BC7-31411508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16C481-D7F1-4FD1-878E-36039F07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771A6E-53E5-4578-AAB4-902A8298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009163-2B94-44E8-B1F0-6A0C95FB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8F8D1D-1FFA-4F21-9E01-4592AC35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F57EA1-2E9C-4359-8D21-B5CE985E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D93C8D-0F9C-4E0B-AF0B-F54D198F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C54588-9193-4617-8B80-03774033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0AA8A4-ECF6-441D-BB4D-3BFAF962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B237F5-E807-4EF9-99E1-27A99AFE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995DB6-5BE9-4791-B3C2-D26840AC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DA7303-4ADE-4205-BB63-9C95FE67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37C47B-0529-4E37-B553-2EB7E667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C7A45B-6E07-4176-8C37-981F083C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06C9C3-A579-4492-8A8F-DD41955A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291672828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18BFD6-239A-4817-965F-0527CB66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BBBD0F-D386-48AF-9C6E-533B3BEC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DC931-3359-4CE1-825A-A7B17059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FB39B-137A-4B84-9205-E03CF197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665F4E-E79A-4C24-A789-B6F8A4C04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D3A32A-4D73-4B2C-81BF-1B4B31FC8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49E159-BF02-4B42-8218-12BB77DD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960624-19BF-42D5-AC05-1BA63234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87516F-41CE-4DEC-B902-0F423B19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6D6A34-6AAD-4F3B-953F-E701013D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625791-EC58-418F-AE46-D160C28C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06F074-356A-42A1-82AD-D92F2CE5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FE004F-E37B-4374-950D-8CA6CDD3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AA1665-1BF0-4517-8A8C-93623310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D9E232-8B3F-4BAF-8F65-D4FBD6B8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380AFB-0C03-4F47-91AD-B392E36B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C6327F-B0BE-41F0-8748-8A8EAA90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E9D6CE-C132-4B56-828D-F29EE73E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3D9CB4-F191-452F-AE54-13FDC4E5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F5BAFF-8967-4485-841B-4752556D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057D07-57D5-46F8-BEBD-803290E4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A0B997-2285-46D6-9C2C-2D1C231A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06F6D7-8BBA-4002-B403-2E357D36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879393-A489-4BA7-8CB4-FC3F8E50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195560-92E1-4E74-B5F4-32C8A795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2C491E-69A0-4752-82D3-9B1E3A1A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0F2153-BA69-481C-BBC1-3F226163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3DD1B9-FC3D-4FCA-961D-9AD62D8E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9611E1-2D0E-4B8E-B954-AC72ADB7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331480736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6B270A-AD22-400E-BF01-80306A1D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3A6A6D-C8EB-40E9-9443-9F202D9F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B99D35-983B-4D74-BE8B-73327712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48407F-4E24-46D5-81B9-D1A647D7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E6B38F-652C-42AF-8BBE-2DFD29D5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8E127B-77CC-4016-9E09-9BCB7203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4E9A15-7263-40DF-9081-7F56834E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3FAA6-9F11-4866-A668-2D781BEF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10386B-09DA-4D1A-8DA1-23AF4B0B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B91D5A-828A-48EA-A613-C1EFC2AE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717C43-0F4E-4507-BF9A-53606801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7BCE36-31E6-4FC5-A356-ECEE0CBF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6D4BDA-A543-4057-9FDB-0961D272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2F7EEF-88E5-476E-8EBD-11F7E29FC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053F5D-1182-4A52-B8BF-1C69A77D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5840E6-B506-411F-A58D-E5BA8E7C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38C9C5-EC64-4256-9635-7F260918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46F1EB-0F60-411F-9AB7-8B7FB6A1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802981-FA52-43C8-8812-00A2CB66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32253-3B95-4D72-B935-53B3E034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1F0CF5-55D5-438F-AAF3-280B631A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72FFEF-56E1-420B-941B-4D14319D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611B71-957F-4ED9-A257-4636D90C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ACD2D3-FDAE-411A-9F93-96A2D13A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C86184-E300-419A-884E-6C5B5A9A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AE37F9-8133-4DE6-8AE0-F2C2BFD5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79B1C2-69CF-4CD1-9E5D-3A08FF16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8F85D2-9384-44C1-8DED-A9AD82CB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1CA74F-A51A-4012-991C-34AF76B3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628673915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4143A6-487D-4B4D-BA64-C924E978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3B466E-9254-4D03-ADAB-AB090FA0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FD07D2-6212-4ACA-9C8C-41F85437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62115E-F3FC-4A7F-8779-7ACBFD4A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66E01-075A-4690-80EB-F04862A1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6E5159-3E09-4425-B858-89990A39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C76A43-43E3-4724-85F2-6ACE0BAF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CBC42-7A41-4287-B4EA-01D6F5EC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DB3CB0-0AE4-4434-A211-3F4CD37B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6A8EE0-ED09-40F2-A845-56FA5F8C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14D4CC-FE7B-4F6B-BF06-095122C3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EEC87E-E13A-4CB1-9EF5-0AFEECE8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EAA882-024E-42A5-A54C-1664F1B1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3AC406-6AEA-40F0-82F9-E7DE8800E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390248-3B94-414E-ADDB-FB655900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DD04AE-6969-4D87-B79E-4D13EAF16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F17F27-3BCA-4053-9986-DEB669E7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3A8441-F84B-4A01-95EF-C52D8E5B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7F8DD4-821C-4550-A2A8-9A5B45C6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20EA3F-7180-4478-BF5B-091C268A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690A74-D86A-44EC-9F12-0E1B0F3B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976308-AD5D-4D16-8334-8530397C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8F0BC5-0BB0-4113-809E-8CEA7E1B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DACB88-00BF-4CC4-B8FA-9545B877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94DEC7-EFE3-46A2-BF19-D9B339CE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4CCD47-A841-48F3-B38C-672B5CE9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C34BFD-AB0A-4883-8C13-F2D4EA84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220FB3-CF6B-4068-BF2B-3D571F43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7865305-DC74-4421-AFBC-83BBF06D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205762203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54F40A-D07F-4E4B-AAD2-78D65A51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4CE014-8BC9-4A8B-880E-0309817C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EDB028-6CF2-4680-AD8C-5D86112F4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A55403-040A-4F32-AC1F-87A5C0CC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B235C0-30A8-42F1-B760-230AA031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C6E015-F395-406B-AAF3-9325A4F9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A89124-EF7B-4797-9CDF-88C807B6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B1652D-6A9C-4A12-9075-EB450070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FB682B-BC8F-43B7-B364-6299926A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FCF1DD-C0A1-46B0-818A-D8CF11D6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4D81FC-1CD0-45DF-9278-F3DA9B33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EDF04F-7B45-4476-AD31-8F5959A9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DFE1D2-7724-4752-9B85-40A08BDD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379E36-8C9E-4C98-B4CC-C4AF2402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534310-B737-49D5-8C25-3379C378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B33EBF-7F72-4EA1-96F3-295DED4A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6CC6E7-F99F-4E1A-87B5-B6E09AB2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1DFE3-E153-4458-BCA6-23E9ECD1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D30A9E-4338-4A0C-8748-A318649C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A8F91D-6700-4075-ADBF-40EE14B3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FD30E6-8FB7-499A-925F-87A3B631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74F1BC-DEB1-42A2-BC62-F7ADBA07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CB387C-EBB5-4745-96F1-7FAC0CFE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96932F-7C08-49FC-8A03-FA35DDCD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B3C7D9-D4E3-47FE-B877-DEDDCD44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EED606-5681-4F05-9141-6EB0423F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69680E-95C0-459D-A15B-0E90849F0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2BF99A-19CD-40A3-B533-BD367541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C32EFB-79F2-4235-BFC1-44FC02DB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52162316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1724BF-41D7-489A-9123-B89DEF55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B24FD2-3C0F-4404-A033-C4DBD3984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FCC73-CC17-4D0A-ABB9-4DE61103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5718CA-D1F7-4CD1-9326-F473497F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1F8C4F-FE4E-4694-A0F8-B7681F2C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BF6822-68BD-42B3-8E4F-5A8A893B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141B37-AAC3-4FEB-BC7D-313C628D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E4AA8D-0AEF-4024-B39D-160E1CEA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81B902-4300-4D67-8D31-35DDB382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F6E07E-4400-40DF-985D-C40EDA5D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A553D2-B52F-4ACD-B253-10CEDAE8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2E973B-01DA-47A6-A219-D37232A9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42D18A-E3F4-4D97-A7E2-E863C3F5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BEF7B5-190E-4069-B4FD-A032531E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B5C3AD-D1E0-42E6-BC4D-EFC39721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CBEBA0-AD08-4B85-BF53-70A39A30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5BB8CA-A149-4647-995D-9484EC9F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137736-3099-4D14-A49D-6A915484D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6AA0AB-5647-4AAD-AC58-8EF3D8CB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0BE224-8A35-43C3-9755-C59F9E16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D76DA1-F5AA-49E9-A54E-F7E477BD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5A56AE-5A3C-4255-A1B7-BF8B469F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D81386-497D-4E5E-B550-6C763FD6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C1B757-0362-4F49-8159-503E72CC6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FF7A58-2FAE-4EA7-90AB-53769A8E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C10E90-D4F9-4CF1-B5BE-9D891B49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3FE570-8443-4B60-BEDA-D39C5245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912B46-4BA6-45C6-BEA7-1B9DECEA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56B063-B7A4-49AE-A1F9-1FE39A92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35923142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336286-42C2-419A-A9C9-F02FECA5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C67459-99E5-4C59-BE79-F7703AE5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20FA34-B87A-4DBA-8271-834A5151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6E49D5-1416-46DC-BB3F-CAEF0DC3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0EFE9-90B9-409C-BC13-757E7E03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9460A-DE61-4A63-90A2-18988E10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0BA2F6-39F1-4035-8976-745524C9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19BE58-11D8-4752-888B-3ECFF4EC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C5404A-1FEA-42E2-9D63-45C4328A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40870B-F909-4667-818E-C047F164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2149D4-F072-40AA-BAAA-0165FB2F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741908-7715-417A-9FC1-89C74EB2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A0891C-5549-460C-8579-219D2A3F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F07A8C-5E64-4AF8-8901-FD13D5BD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06FC7C-3A8A-4BC3-91F0-7EFF1FD8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84EC7A-5DD2-4DF2-919E-5C9044E4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DDBF25-82E6-440E-8C26-0FF8F4E4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F9C50A-BAF8-4192-911B-E37B9F60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8DCA76-2674-4660-97EA-AEDE5A38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1E695-EFF2-4CF8-9B9B-AA8552CC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2D248F-5609-4C08-8CDE-8F93CE96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546CBA-0481-499A-8212-BCF40B91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AB8216-70A0-45C7-AA8E-86D1AE14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C4C50A-981E-46BB-BB9A-2EAFE5B4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53ED14-3DD5-4C47-A1D0-4EB352E12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A4C96E-D248-41A0-AC58-6B060BC3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F845A0-17C7-4EBA-A216-23991633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9A67A4-BDE6-440A-8582-A79D3EEC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9D703F-1CE5-4335-993C-5EF93B45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70633906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A0C1F8-E44C-42A0-B592-6FA3EFBA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D7418E-5126-46E8-93B3-2BE71FA3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INVESTMENTO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E83B43-4957-46EB-8A48-EB91CD5D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B1FE60-FAE3-47F7-8DBF-87CCFDCE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57604E-1D99-4CCC-8615-124CE2F1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BCF2F-AD7F-4C19-AD48-9A116E66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241900-0867-462C-B2DA-FB2E0DA7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A3003-1F07-4F97-BDD7-7962A812E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656990-A4B3-4B44-9BB8-FE6BFFFF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0B68A7-0F7B-4876-91C8-22D8A243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0B7E1D-A649-4A36-9E55-5D7580E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53BB16-7532-4C58-BE4B-3615F92A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482E51-65D8-4ED7-B305-5BB9574E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21AAF-E086-4D00-9214-6BBB8046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9DC2E4-FB2D-4B48-92C1-D3A437BAE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D4C959-0216-484D-A98A-7DDCF39E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4C7A51-8B13-4A3F-B016-EF7BB371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790691-F695-4072-94CA-F18832F0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13BF8C-CB00-4309-A82D-389C2876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E6C8B2-C97F-4E1F-964A-EE59BEC9D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CA0774-220F-4F91-B8F1-07B5E450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E009B7-7ACA-4122-8754-A179BD93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095A30-1A0F-4FEC-B5B1-677F736A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9EF6E3-595C-4171-BF4C-BB63ECF0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44E446-18E8-4BB3-8D23-36818350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86CE48-B523-4A9B-8AD1-269F04B7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C73701-6224-46F5-9FDA-3294032A0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1F7C7E-EDC1-4863-A09A-AC37910A3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C6720A-33AD-4794-AEB4-A97DB19F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19270163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07EB82-B4CF-4398-A10E-8F29F939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7FAF65-6D2E-49BB-B747-747BD98C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67B6CC-4E85-48EC-B136-DEB286F1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9070BA-B356-4B9B-BBA1-8041EFF1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74D2E7-98FE-414A-B974-75795BE7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52BB2D-F4EA-43CA-B3E8-6F8CD981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D88FF-7336-4D32-9CD3-4753F1E0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D5B965-A83B-4848-B2BF-386DE814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9468E8-B092-4DD3-BEB1-33D6CB00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64AAE8-B3CE-4AF6-844E-6AA71896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33EDBD-2B9C-4345-AAEC-31FBA029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23BB4E-62CA-44ED-A068-8D3E7F1E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D379B4-4C66-450F-87F8-8265CE29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FE398C-0DD4-4DD8-9878-ACAB026F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66C756-5315-4892-AD67-4955BDE8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3DD016-657D-4D0A-AAAE-76BC5FE97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D05499-C2B1-4496-B1A0-670326C1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7E4EFA-4C06-44C2-B068-5B4739D6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309702-A757-4511-88A1-39A0A307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D17DE8-A984-4079-8A4D-E0518A69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8EAFE3-D7E8-4CA6-9349-C708B1DC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FF817B-28FD-4EA0-8CC2-CBE4621E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2BEBB2-FA80-4E17-A00B-64C58C0D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3A5308-ECD9-4681-9D04-36C89024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C0BAA2-896B-4C1E-99ED-759FFDE1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201B53-C81E-4FA9-9B1C-B02858BB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7268B1-EDDC-4735-9E03-F8FEA3CE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65331B-BC55-473A-A5F5-23EC39EF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9C5663-1637-44BB-91C2-6828828F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2130591671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E9A1FB-A4EB-4C75-96E0-8C6196AE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DBD729-2EDF-4F0A-8E6D-B761DB86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775E5D-53D0-4BAC-A925-85A167CB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6428D-02F2-4BEC-990B-C377DB6F0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0BE4BC-183F-457B-BA28-562A99D1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DAA14B-56E0-4200-AAAD-9E1AD5AC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92CFA-FCCF-442E-B260-F91F9A3C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34F5CB-E696-4DD7-B142-157E7E04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B65D44-E25D-4862-BB09-CBFB97EC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CE2543-7910-4651-9055-BB86CC19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AC54F4-6F34-41E9-B45E-EF87FEF8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217BE4-BD98-4314-87E1-5BA75366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64F52E-5DAF-4975-AE98-F120ED99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D24728-AFA7-41D9-9E48-B4C35261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56CD7A-40F2-44DD-9166-5537A4DE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745782314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04593B-E431-4CCE-9457-C3F55CAF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60648-D857-4CFA-A54E-F9631728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BANCOS EMISSORES CARTÃO CRÉDITO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615CEE-2D0F-485E-B77A-57C0F053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4E87ED-FC69-470D-B689-090CE1CB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6FFB3D-58BC-4C2E-ABCF-7ADF5CB3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154706-A979-48BB-BEFB-2F928E04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651A4B-801F-4B27-A8B4-10B502F6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624FD3-C623-49BA-9702-6839203D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76D26E-7B71-4BB6-B5B1-C7FEB78C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CE373D-2BAE-44B7-ABE5-89DF56FA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699443-A817-413D-BDA9-76D3C2AD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C0E385-2A60-403E-AFDF-0644BDF0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FD653-3FD2-4DB4-A539-F4FA12BA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55A783-75DE-45F7-8B79-A2AE0103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9D46E4-CF64-4213-A2F5-078B54D7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CAB0D1-FD37-48A4-B7D6-AFB14635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77BAB9-192A-4F9D-92DE-1EA49CA0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2BFCE0-A341-4F13-B9BE-1E654AC6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C8E4FD-B784-477C-9991-B63649C6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5DF91F-CD63-4ACA-A62A-79F51EB3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A723A1-ACFD-437A-B149-2DCA6ED3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684F4E-3199-4800-B1FB-D6D87FA9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CC4742-AEA1-4B64-AB04-4EA463B0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230429-60C5-453D-B413-FA840209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1CB942-55A8-436B-B671-9361403D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4374DA-3E20-4318-9E09-35F6C8B4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842C92-1048-4BA5-98D2-03E7B19D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C99B03-FCD8-406A-854B-7CF17A9A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33E3BE-F73C-4DAD-8DCE-AD65D220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90321075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A4B4657-E274-4A51-8AAC-0AE3B21F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D0943-E5D2-48DE-99AA-C92A7955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C70CE3-ECD9-41DC-A840-09DAA004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CD9BC-029C-4DA7-824A-6B531639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8D97B2-E5D1-4337-AE13-39C5C55E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D6B3F1-D169-452C-B566-E657D3F4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101B9B-8D1A-4BA1-9E72-D43CBABB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A3B652-81FF-49F9-B09A-3204FBD3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048391-72A6-49DD-B88E-027F95D6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C14097-2F4A-4B2A-B215-E5C02F48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E2CBCB-8BA6-4407-BC7F-7BDBF9EB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0BF543-0922-4428-888B-7343C200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38BDFD-0293-4124-ACF1-02E98155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4EFB0D-A563-45F3-95FA-7939DF7C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70532D-806E-4EE5-9B29-A892327F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7451C-E977-4D07-8171-E947F9C7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0A3F3B-7611-4098-B644-313321E2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323C4E-5B39-4C04-B302-E7BF040E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2A9FFC-B6FC-4D44-821F-B7B390AC8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46C521-4D29-4A1A-BF02-BE238C6A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69243D-0039-4360-A827-03AD35F3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2549FB-BF93-40C9-97FB-E52B1C9C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91BB14-6AB7-45E5-B24A-6F567FD6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6EDBD3-260F-4B7E-8980-81927FE6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3F0821-A5A5-4B2F-BE28-946682DF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D6BC61-B3A5-47AE-887B-92BC236B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11D7E9-C33B-408C-B205-7EC41AA1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82BB01-069C-4938-ADFE-EC5ACA88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50B6E59-8828-480D-94A3-43A6E463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AEB2F5-4BD4-4AB0-8DE8-0B1808B4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932E50-E422-4F56-AA19-616FF867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3F7105-CFB7-4098-88AB-40ADC32F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CDB495-0DC9-4653-8C7E-2A48D047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BDD88B-5C8B-4858-8C62-834B0514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B23112-90D7-4D64-A78B-30AF43E27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9641C6-2D93-4621-86E6-A043D31C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5A5CC3-1745-47F4-BBB7-2C4A85CF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3D176BF-2C0C-4DFD-93CC-E031E66A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540E713-1C9B-4DD6-9434-0CDDC7E8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F799C2D-7CBD-481F-8CC9-2741705B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E711F0F-2BBF-4978-85E2-325F9A35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DD3DE61-FF68-4C7E-9C91-433EA170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80E0EAE-2AC6-4716-B04D-3967F9F1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343E879-CD2C-4827-B297-3A6D89DD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238130-3142-4D74-891E-041661C4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FDAA2B6-472B-423B-AA45-5E82D65B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BB09503-56A5-413F-9900-1E0F071A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658BA20-72F6-4B42-A4E0-9C84BD6C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B1EBB07-98C4-4316-9C13-844D1448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3EE238F-529C-45D6-9C6F-A450A8F1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22FC4C1-BC87-409D-A607-9C659B46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F38E281-27AD-4597-86C0-E45CDC3F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703D4ED-2680-4B43-9A29-5B22DA12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510320A-23D4-479E-BF18-F9652260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 e não indica recuperação em caixa. As DFs têm opinião modificada para 01/01–19/07/24 por inconsistências de lastro e posição; a série não é like-for-like.</a:t>
            </a:r>
          </a:p>
        </p:txBody>
      </p:sp>
    </p:spTree>
    <p:extLst>
      <p:ext uri="{BB962C8B-B14F-4D97-AF65-F5344CB8AC3E}">
        <p14:creationId xmlns:p14="http://schemas.microsoft.com/office/powerpoint/2010/main" val="578999563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2026-07-21T22:48:22.1740000Z</dcterms:created>
  <dcterms:modified xsi:type="dcterms:W3CDTF">2026-07-21T22:48:22.1740000Z</dcterms:modified>
</coreProperties>
</file>