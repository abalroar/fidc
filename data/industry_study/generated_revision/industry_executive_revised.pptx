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notesSlides/notesSlide3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f05c3f3866f4e6b" /><Relationship Type="http://schemas.openxmlformats.org/officeDocument/2006/relationships/extended-properties" Target="/docProps/app.xml" Id="R68bcce6881d449c7" /><Relationship Type="http://schemas.openxmlformats.org/officeDocument/2006/relationships/officeDocument" Target="/ppt/presentation.xml" Id="R2e373ad7af9d447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ca1a88eaafb4029"/>
  </p:sldMasterIdLst>
  <p:notesMasterIdLst>
    <p:notesMasterId xmlns:r="http://schemas.openxmlformats.org/officeDocument/2006/relationships" r:id="R9541139ed9284981"/>
  </p:notesMasterIdLst>
  <p:sldIdLst>
    <p:sldId xmlns:r="http://schemas.openxmlformats.org/officeDocument/2006/relationships" id="256" r:id="R7ff4da79aa0c4fe9"/>
    <p:sldId xmlns:r="http://schemas.openxmlformats.org/officeDocument/2006/relationships" id="257" r:id="R1acd55409e2c4fe2"/>
    <p:sldId xmlns:r="http://schemas.openxmlformats.org/officeDocument/2006/relationships" id="258" r:id="Ra23fe2ba01064769"/>
    <p:sldId xmlns:r="http://schemas.openxmlformats.org/officeDocument/2006/relationships" id="259" r:id="Rbdd22770da28423a"/>
    <p:sldId xmlns:r="http://schemas.openxmlformats.org/officeDocument/2006/relationships" id="260" r:id="R94da3ad77a7d42ec"/>
    <p:sldId xmlns:r="http://schemas.openxmlformats.org/officeDocument/2006/relationships" id="261" r:id="Rd101880072f34d49"/>
    <p:sldId xmlns:r="http://schemas.openxmlformats.org/officeDocument/2006/relationships" id="262" r:id="R16b6b5ca5b584aea"/>
    <p:sldId xmlns:r="http://schemas.openxmlformats.org/officeDocument/2006/relationships" id="263" r:id="Rf929855b02be4085"/>
    <p:sldId xmlns:r="http://schemas.openxmlformats.org/officeDocument/2006/relationships" id="264" r:id="R56b6b2c2db784755"/>
    <p:sldId xmlns:r="http://schemas.openxmlformats.org/officeDocument/2006/relationships" id="265" r:id="R8431634f2b384090"/>
    <p:sldId xmlns:r="http://schemas.openxmlformats.org/officeDocument/2006/relationships" id="266" r:id="R96b9acb5a45843b6"/>
    <p:sldId xmlns:r="http://schemas.openxmlformats.org/officeDocument/2006/relationships" id="267" r:id="R729d4373310d4933"/>
    <p:sldId xmlns:r="http://schemas.openxmlformats.org/officeDocument/2006/relationships" id="268" r:id="R2c484690766245a0"/>
    <p:sldId xmlns:r="http://schemas.openxmlformats.org/officeDocument/2006/relationships" id="269" r:id="R3abf0bde019b4a45"/>
    <p:sldId xmlns:r="http://schemas.openxmlformats.org/officeDocument/2006/relationships" id="270" r:id="Rd78dfe00d27f40d7"/>
    <p:sldId xmlns:r="http://schemas.openxmlformats.org/officeDocument/2006/relationships" id="271" r:id="Re0dd1f90b078436d"/>
    <p:sldId xmlns:r="http://schemas.openxmlformats.org/officeDocument/2006/relationships" id="272" r:id="R8a99a643e507432e"/>
    <p:sldId xmlns:r="http://schemas.openxmlformats.org/officeDocument/2006/relationships" id="273" r:id="R42a1c52f77914b39"/>
    <p:sldId xmlns:r="http://schemas.openxmlformats.org/officeDocument/2006/relationships" id="274" r:id="R92144422d1c643fb"/>
    <p:sldId xmlns:r="http://schemas.openxmlformats.org/officeDocument/2006/relationships" id="275" r:id="R3c89b3592cfb4123"/>
    <p:sldId xmlns:r="http://schemas.openxmlformats.org/officeDocument/2006/relationships" id="276" r:id="Rbf20444e022243c4"/>
    <p:sldId xmlns:r="http://schemas.openxmlformats.org/officeDocument/2006/relationships" id="277" r:id="R10586f3795d44cc0"/>
    <p:sldId xmlns:r="http://schemas.openxmlformats.org/officeDocument/2006/relationships" id="278" r:id="R55d039785c4d4df6"/>
    <p:sldId xmlns:r="http://schemas.openxmlformats.org/officeDocument/2006/relationships" id="279" r:id="R793f92a0f8d14136"/>
    <p:sldId xmlns:r="http://schemas.openxmlformats.org/officeDocument/2006/relationships" id="280" r:id="R974eb4edb8d74888"/>
    <p:sldId xmlns:r="http://schemas.openxmlformats.org/officeDocument/2006/relationships" id="281" r:id="Rc7220a20df5c4dd1"/>
    <p:sldId xmlns:r="http://schemas.openxmlformats.org/officeDocument/2006/relationships" id="282" r:id="Rb9e1cb248e4248d0"/>
    <p:sldId xmlns:r="http://schemas.openxmlformats.org/officeDocument/2006/relationships" id="283" r:id="Rb693af9fd1464118"/>
    <p:sldId xmlns:r="http://schemas.openxmlformats.org/officeDocument/2006/relationships" id="284" r:id="Rfdf3f66f02c24b7a"/>
    <p:sldId xmlns:r="http://schemas.openxmlformats.org/officeDocument/2006/relationships" id="285" r:id="R35c2a8e9b0be4e9a"/>
    <p:sldId xmlns:r="http://schemas.openxmlformats.org/officeDocument/2006/relationships" id="286" r:id="R1155059140d64b2f"/>
    <p:sldId xmlns:r="http://schemas.openxmlformats.org/officeDocument/2006/relationships" id="287" r:id="R3bbfe799c83f4b1d"/>
    <p:sldId xmlns:r="http://schemas.openxmlformats.org/officeDocument/2006/relationships" id="288" r:id="Rc65dae3c040d4be9"/>
    <p:sldId xmlns:r="http://schemas.openxmlformats.org/officeDocument/2006/relationships" id="289" r:id="Re750ce6486ff4f01"/>
    <p:sldId xmlns:r="http://schemas.openxmlformats.org/officeDocument/2006/relationships" id="290" r:id="R47488bf868724bd4"/>
    <p:sldId xmlns:r="http://schemas.openxmlformats.org/officeDocument/2006/relationships" id="291" r:id="R19c6dccbfe1745e5"/>
    <p:sldId xmlns:r="http://schemas.openxmlformats.org/officeDocument/2006/relationships" id="292" r:id="Rdafa507531284ab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6738e16eed741c1" /><Relationship Type="http://schemas.openxmlformats.org/officeDocument/2006/relationships/slideMaster" Target="/ppt/slideMasters/slideMaster1.xml" Id="Rdca1a88eaafb4029" /><Relationship Type="http://schemas.openxmlformats.org/officeDocument/2006/relationships/notesMaster" Target="/ppt/notesMasters/notesMaster1.xml" Id="R9541139ed9284981" /><Relationship Type="http://schemas.openxmlformats.org/officeDocument/2006/relationships/presProps" Target="/ppt/presProps.xml" Id="R76505754792641c4" /><Relationship Type="http://schemas.openxmlformats.org/officeDocument/2006/relationships/tableStyles" Target="/ppt/tableStyles.xml" Id="Ra85cdad0c7dd4b4a" /><Relationship Type="http://schemas.openxmlformats.org/officeDocument/2006/relationships/slide" Target="/ppt/slides/slide1.xml" Id="R7ff4da79aa0c4fe9" /><Relationship Type="http://schemas.openxmlformats.org/officeDocument/2006/relationships/slide" Target="/ppt/slides/slide2.xml" Id="R1acd55409e2c4fe2" /><Relationship Type="http://schemas.openxmlformats.org/officeDocument/2006/relationships/slide" Target="/ppt/slides/slide3.xml" Id="Ra23fe2ba01064769" /><Relationship Type="http://schemas.openxmlformats.org/officeDocument/2006/relationships/slide" Target="/ppt/slides/slide4.xml" Id="Rbdd22770da28423a" /><Relationship Type="http://schemas.openxmlformats.org/officeDocument/2006/relationships/slide" Target="/ppt/slides/slide5.xml" Id="R94da3ad77a7d42ec" /><Relationship Type="http://schemas.openxmlformats.org/officeDocument/2006/relationships/slide" Target="/ppt/slides/slide6.xml" Id="Rd101880072f34d49" /><Relationship Type="http://schemas.openxmlformats.org/officeDocument/2006/relationships/slide" Target="/ppt/slides/slide7.xml" Id="R16b6b5ca5b584aea" /><Relationship Type="http://schemas.openxmlformats.org/officeDocument/2006/relationships/slide" Target="/ppt/slides/slide8.xml" Id="Rf929855b02be4085" /><Relationship Type="http://schemas.openxmlformats.org/officeDocument/2006/relationships/slide" Target="/ppt/slides/slide9.xml" Id="R56b6b2c2db784755" /><Relationship Type="http://schemas.openxmlformats.org/officeDocument/2006/relationships/slide" Target="/ppt/slides/slide10.xml" Id="R8431634f2b384090" /><Relationship Type="http://schemas.openxmlformats.org/officeDocument/2006/relationships/slide" Target="/ppt/slides/slide11.xml" Id="R96b9acb5a45843b6" /><Relationship Type="http://schemas.openxmlformats.org/officeDocument/2006/relationships/slide" Target="/ppt/slides/slide12.xml" Id="R729d4373310d4933" /><Relationship Type="http://schemas.openxmlformats.org/officeDocument/2006/relationships/slide" Target="/ppt/slides/slide13.xml" Id="R2c484690766245a0" /><Relationship Type="http://schemas.openxmlformats.org/officeDocument/2006/relationships/slide" Target="/ppt/slides/slide14.xml" Id="R3abf0bde019b4a45" /><Relationship Type="http://schemas.openxmlformats.org/officeDocument/2006/relationships/slide" Target="/ppt/slides/slide15.xml" Id="Rd78dfe00d27f40d7" /><Relationship Type="http://schemas.openxmlformats.org/officeDocument/2006/relationships/slide" Target="/ppt/slides/slide16.xml" Id="Re0dd1f90b078436d" /><Relationship Type="http://schemas.openxmlformats.org/officeDocument/2006/relationships/slide" Target="/ppt/slides/slide17.xml" Id="R8a99a643e507432e" /><Relationship Type="http://schemas.openxmlformats.org/officeDocument/2006/relationships/slide" Target="/ppt/slides/slide18.xml" Id="R42a1c52f77914b39" /><Relationship Type="http://schemas.openxmlformats.org/officeDocument/2006/relationships/slide" Target="/ppt/slides/slide19.xml" Id="R92144422d1c643fb" /><Relationship Type="http://schemas.openxmlformats.org/officeDocument/2006/relationships/slide" Target="/ppt/slides/slide20.xml" Id="R3c89b3592cfb4123" /><Relationship Type="http://schemas.openxmlformats.org/officeDocument/2006/relationships/slide" Target="/ppt/slides/slide21.xml" Id="Rbf20444e022243c4" /><Relationship Type="http://schemas.openxmlformats.org/officeDocument/2006/relationships/slide" Target="/ppt/slides/slide22.xml" Id="R10586f3795d44cc0" /><Relationship Type="http://schemas.openxmlformats.org/officeDocument/2006/relationships/slide" Target="/ppt/slides/slide23.xml" Id="R55d039785c4d4df6" /><Relationship Type="http://schemas.openxmlformats.org/officeDocument/2006/relationships/slide" Target="/ppt/slides/slide24.xml" Id="R793f92a0f8d14136" /><Relationship Type="http://schemas.openxmlformats.org/officeDocument/2006/relationships/slide" Target="/ppt/slides/slide25.xml" Id="R974eb4edb8d74888" /><Relationship Type="http://schemas.openxmlformats.org/officeDocument/2006/relationships/slide" Target="/ppt/slides/slide26.xml" Id="Rc7220a20df5c4dd1" /><Relationship Type="http://schemas.openxmlformats.org/officeDocument/2006/relationships/slide" Target="/ppt/slides/slide27.xml" Id="Rb9e1cb248e4248d0" /><Relationship Type="http://schemas.openxmlformats.org/officeDocument/2006/relationships/slide" Target="/ppt/slides/slide28.xml" Id="Rb693af9fd1464118" /><Relationship Type="http://schemas.openxmlformats.org/officeDocument/2006/relationships/slide" Target="/ppt/slides/slide29.xml" Id="Rfdf3f66f02c24b7a" /><Relationship Type="http://schemas.openxmlformats.org/officeDocument/2006/relationships/slide" Target="/ppt/slides/slide30.xml" Id="R35c2a8e9b0be4e9a" /><Relationship Type="http://schemas.openxmlformats.org/officeDocument/2006/relationships/slide" Target="/ppt/slides/slide31.xml" Id="R1155059140d64b2f" /><Relationship Type="http://schemas.openxmlformats.org/officeDocument/2006/relationships/slide" Target="/ppt/slides/slide32.xml" Id="R3bbfe799c83f4b1d" /><Relationship Type="http://schemas.openxmlformats.org/officeDocument/2006/relationships/slide" Target="/ppt/slides/slide33.xml" Id="Rc65dae3c040d4be9" /><Relationship Type="http://schemas.openxmlformats.org/officeDocument/2006/relationships/slide" Target="/ppt/slides/slide34.xml" Id="Re750ce6486ff4f01" /><Relationship Type="http://schemas.openxmlformats.org/officeDocument/2006/relationships/slide" Target="/ppt/slides/slide35.xml" Id="R47488bf868724bd4" /><Relationship Type="http://schemas.openxmlformats.org/officeDocument/2006/relationships/slide" Target="/ppt/slides/slide36.xml" Id="R19c6dccbfe1745e5" /><Relationship Type="http://schemas.openxmlformats.org/officeDocument/2006/relationships/slide" Target="/ppt/slides/slide37.xml" Id="Rdafa507531284ab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9eba25e446642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bd4e53320e0406e" /><Relationship Type="http://schemas.openxmlformats.org/officeDocument/2006/relationships/notesMaster" Target="/ppt/notesMasters/notesMaster1.xml" Id="Rf11b131b92d2400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dedfdf3d18459e" /><Relationship Type="http://schemas.openxmlformats.org/officeDocument/2006/relationships/notesMaster" Target="/ppt/notesMasters/notesMaster1.xml" Id="Rdccde430983e447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fdd37e2f033402b" /><Relationship Type="http://schemas.openxmlformats.org/officeDocument/2006/relationships/notesMaster" Target="/ppt/notesMasters/notesMaster1.xml" Id="R206626d818fc4b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954243de02433a" /><Relationship Type="http://schemas.openxmlformats.org/officeDocument/2006/relationships/notesMaster" Target="/ppt/notesMasters/notesMaster1.xml" Id="R895dd9d9fd6d48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b68de3b2a5c4c26" /><Relationship Type="http://schemas.openxmlformats.org/officeDocument/2006/relationships/notesMaster" Target="/ppt/notesMasters/notesMaster1.xml" Id="R282cc4b706e442a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235031a15040bd" /><Relationship Type="http://schemas.openxmlformats.org/officeDocument/2006/relationships/notesMaster" Target="/ppt/notesMasters/notesMaster1.xml" Id="Rb50ad51ac89c45a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cb2580565bc4272" /><Relationship Type="http://schemas.openxmlformats.org/officeDocument/2006/relationships/notesMaster" Target="/ppt/notesMasters/notesMaster1.xml" Id="Ra911286503d34a0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edf9e50de0a4e5e" /><Relationship Type="http://schemas.openxmlformats.org/officeDocument/2006/relationships/notesMaster" Target="/ppt/notesMasters/notesMaster1.xml" Id="R301efb988e804f4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b5350964d074ccb" /><Relationship Type="http://schemas.openxmlformats.org/officeDocument/2006/relationships/notesMaster" Target="/ppt/notesMasters/notesMaster1.xml" Id="Rf8a20a471cd040e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ee4939081664714" /><Relationship Type="http://schemas.openxmlformats.org/officeDocument/2006/relationships/notesMaster" Target="/ppt/notesMasters/notesMaster1.xml" Id="Rbc15f42f0f1d4c5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03ed43b382d4622" /><Relationship Type="http://schemas.openxmlformats.org/officeDocument/2006/relationships/notesMaster" Target="/ppt/notesMasters/notesMaster1.xml" Id="Re2bff7f331fe4c0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ff0fdb6f4d34930" /><Relationship Type="http://schemas.openxmlformats.org/officeDocument/2006/relationships/notesMaster" Target="/ppt/notesMasters/notesMaster1.xml" Id="R6c9d68ab5d32420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aad897ca9274edc" /><Relationship Type="http://schemas.openxmlformats.org/officeDocument/2006/relationships/notesMaster" Target="/ppt/notesMasters/notesMaster1.xml" Id="R10558d73e95b428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039c894491f4ab7" /><Relationship Type="http://schemas.openxmlformats.org/officeDocument/2006/relationships/notesMaster" Target="/ppt/notesMasters/notesMaster1.xml" Id="R2472e919aab7422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bdf99e351694cf1" /><Relationship Type="http://schemas.openxmlformats.org/officeDocument/2006/relationships/notesMaster" Target="/ppt/notesMasters/notesMaster1.xml" Id="R2166a60fd2ca41b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9c8acec7a20427d" /><Relationship Type="http://schemas.openxmlformats.org/officeDocument/2006/relationships/notesMaster" Target="/ppt/notesMasters/notesMaster1.xml" Id="Radd24bb07eae473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b3c914da8db4af1" /><Relationship Type="http://schemas.openxmlformats.org/officeDocument/2006/relationships/notesMaster" Target="/ppt/notesMasters/notesMaster1.xml" Id="Ra4e85101c4d3487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489beaa4cf34435" /><Relationship Type="http://schemas.openxmlformats.org/officeDocument/2006/relationships/notesMaster" Target="/ppt/notesMasters/notesMaster1.xml" Id="R05b1fcf4c04b4b5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5c25170838a49a2" /><Relationship Type="http://schemas.openxmlformats.org/officeDocument/2006/relationships/notesMaster" Target="/ppt/notesMasters/notesMaster1.xml" Id="Racca84f7dbb9492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5bb41de9a404731" /><Relationship Type="http://schemas.openxmlformats.org/officeDocument/2006/relationships/notesMaster" Target="/ppt/notesMasters/notesMaster1.xml" Id="R90ba9957b35b47d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c037ecf9d9c4092" /><Relationship Type="http://schemas.openxmlformats.org/officeDocument/2006/relationships/notesMaster" Target="/ppt/notesMasters/notesMaster1.xml" Id="R17f22863f51f49e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f27599fcbc346a0" /><Relationship Type="http://schemas.openxmlformats.org/officeDocument/2006/relationships/notesMaster" Target="/ppt/notesMasters/notesMaster1.xml" Id="R8cf50ff991904d3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d997810fdee4717" /><Relationship Type="http://schemas.openxmlformats.org/officeDocument/2006/relationships/notesMaster" Target="/ppt/notesMasters/notesMaster1.xml" Id="Rbbd86296e1c147f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d39c12721424f42" /><Relationship Type="http://schemas.openxmlformats.org/officeDocument/2006/relationships/notesMaster" Target="/ppt/notesMasters/notesMaster1.xml" Id="R32bc6467f3aa42d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2766b84a10245e1" /><Relationship Type="http://schemas.openxmlformats.org/officeDocument/2006/relationships/notesMaster" Target="/ppt/notesMasters/notesMaster1.xml" Id="R2bc1a99b5c4f467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90befa38fdc4630" /><Relationship Type="http://schemas.openxmlformats.org/officeDocument/2006/relationships/notesMaster" Target="/ppt/notesMasters/notesMaster1.xml" Id="R10f72f4e86e545e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1e3b5eb89894bcb" /><Relationship Type="http://schemas.openxmlformats.org/officeDocument/2006/relationships/notesMaster" Target="/ppt/notesMasters/notesMaster1.xml" Id="R5339290be9014f0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dbacb6133cd4692" /><Relationship Type="http://schemas.openxmlformats.org/officeDocument/2006/relationships/notesMaster" Target="/ppt/notesMasters/notesMaster1.xml" Id="Rb5bd6cdf109b4c3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93790196776403e" /><Relationship Type="http://schemas.openxmlformats.org/officeDocument/2006/relationships/notesMaster" Target="/ppt/notesMasters/notesMaster1.xml" Id="Re5c378f5f3bf4ef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c7472663e1849bc" /><Relationship Type="http://schemas.openxmlformats.org/officeDocument/2006/relationships/notesMaster" Target="/ppt/notesMasters/notesMaster1.xml" Id="R66795e7bc1d34d72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e813be175804982" /><Relationship Type="http://schemas.openxmlformats.org/officeDocument/2006/relationships/notesMaster" Target="/ppt/notesMasters/notesMaster1.xml" Id="Rebb6c89303f0431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473a9d2d0fc4b87" /><Relationship Type="http://schemas.openxmlformats.org/officeDocument/2006/relationships/notesMaster" Target="/ppt/notesMasters/notesMaster1.xml" Id="Rd9f37cf320cf40ea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c61ad9e340e54c98" /><Relationship Type="http://schemas.openxmlformats.org/officeDocument/2006/relationships/notesMaster" Target="/ppt/notesMasters/notesMaster1.xml" Id="R250cb836221e480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a2472bbb320422c" /><Relationship Type="http://schemas.openxmlformats.org/officeDocument/2006/relationships/notesMaster" Target="/ppt/notesMasters/notesMaster1.xml" Id="R8bcb6d7302d94b19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b864533c65954969" /><Relationship Type="http://schemas.openxmlformats.org/officeDocument/2006/relationships/notesMaster" Target="/ppt/notesMasters/notesMaster1.xml" Id="R40c326acad9c4a8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2b50ee4d351047f1" /><Relationship Type="http://schemas.openxmlformats.org/officeDocument/2006/relationships/notesMaster" Target="/ppt/notesMasters/notesMaster1.xml" Id="R0fb5711577d04c84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4ceab911b6a4e9d" /><Relationship Type="http://schemas.openxmlformats.org/officeDocument/2006/relationships/notesMaster" Target="/ppt/notesMasters/notesMaster1.xml" Id="R4e27ab6edd9341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8223d4ee54434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3d813e3b5540f7" /><Relationship Type="http://schemas.openxmlformats.org/officeDocument/2006/relationships/slideLayout" Target="/ppt/slideLayouts/slideLayout1.xml" Id="R91476fa6edea49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476fa6edea49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d99d7ac6fb4f16" /><Relationship Type="http://schemas.openxmlformats.org/officeDocument/2006/relationships/notesSlide" Target="/ppt/notesSlides/notesSlide1.xml" Id="R5f02ad3ecdf24f7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7179a9a3ae4e26" /><Relationship Type="http://schemas.openxmlformats.org/officeDocument/2006/relationships/chart" Target="/ppt/slides/charts/chart1.xml" Id="Rb613f8d578ad47e8" /><Relationship Type="http://schemas.openxmlformats.org/officeDocument/2006/relationships/chart" Target="/ppt/slides/charts/chart2.xml" Id="R5854c55f787c499e" /><Relationship Type="http://schemas.openxmlformats.org/officeDocument/2006/relationships/chart" Target="/ppt/slides/charts/chart3.xml" Id="Re20d9210458b49b8" /><Relationship Type="http://schemas.openxmlformats.org/officeDocument/2006/relationships/notesSlide" Target="/ppt/notesSlides/notesSlide2.xml" Id="Rafa5b01375c74ca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346d5653824fe0" /><Relationship Type="http://schemas.openxmlformats.org/officeDocument/2006/relationships/chart" Target="/ppt/slides/charts/chart4.xml" Id="R83b428f056fc4b7e" /><Relationship Type="http://schemas.openxmlformats.org/officeDocument/2006/relationships/chart" Target="/ppt/slides/charts/chart5.xml" Id="Rcb0f625310d34aba" /><Relationship Type="http://schemas.openxmlformats.org/officeDocument/2006/relationships/notesSlide" Target="/ppt/notesSlides/notesSlide3.xml" Id="Rfad85f2040b8433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32dc450e4743cd" /><Relationship Type="http://schemas.openxmlformats.org/officeDocument/2006/relationships/chart" Target="/ppt/slides/charts/chart6.xml" Id="Rc699fdc0372f4473" /><Relationship Type="http://schemas.openxmlformats.org/officeDocument/2006/relationships/chart" Target="/ppt/slides/charts/chart7.xml" Id="Re915bf289da8455b" /><Relationship Type="http://schemas.openxmlformats.org/officeDocument/2006/relationships/chart" Target="/ppt/slides/charts/chart8.xml" Id="Rf52c9de0193c4eff" /><Relationship Type="http://schemas.openxmlformats.org/officeDocument/2006/relationships/chart" Target="/ppt/slides/charts/chart9.xml" Id="Rf7458c52ae204d88" /><Relationship Type="http://schemas.openxmlformats.org/officeDocument/2006/relationships/notesSlide" Target="/ppt/notesSlides/notesSlide4.xml" Id="Rf01b00244bdb489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dae30f4a30443c" /><Relationship Type="http://schemas.openxmlformats.org/officeDocument/2006/relationships/chart" Target="/ppt/slides/charts/chart10.xml" Id="Re0593a6e948c4706" /><Relationship Type="http://schemas.openxmlformats.org/officeDocument/2006/relationships/chart" Target="/ppt/slides/charts/chart11.xml" Id="Reb73112d0eb94287" /><Relationship Type="http://schemas.openxmlformats.org/officeDocument/2006/relationships/notesSlide" Target="/ppt/notesSlides/notesSlide5.xml" Id="Red908b986b1d491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8592c6c01f4d56" /><Relationship Type="http://schemas.openxmlformats.org/officeDocument/2006/relationships/chart" Target="/ppt/slides/charts/chart12.xml" Id="R7925aa351c484a29" /><Relationship Type="http://schemas.openxmlformats.org/officeDocument/2006/relationships/chart" Target="/ppt/slides/charts/chart13.xml" Id="Rbdb8bcc01e184e3a" /><Relationship Type="http://schemas.openxmlformats.org/officeDocument/2006/relationships/chart" Target="/ppt/slides/charts/chart14.xml" Id="R5c47d61683264462" /><Relationship Type="http://schemas.openxmlformats.org/officeDocument/2006/relationships/notesSlide" Target="/ppt/notesSlides/notesSlide6.xml" Id="R7839b2d992e8437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40d7b827d84804" /><Relationship Type="http://schemas.openxmlformats.org/officeDocument/2006/relationships/chart" Target="/ppt/slides/charts/chart15.xml" Id="R4cc99446188e478b" /><Relationship Type="http://schemas.openxmlformats.org/officeDocument/2006/relationships/chart" Target="/ppt/slides/charts/chart16.xml" Id="R97c09e5543cc42f6" /><Relationship Type="http://schemas.openxmlformats.org/officeDocument/2006/relationships/chart" Target="/ppt/slides/charts/chart17.xml" Id="Re53c3377544f4353" /><Relationship Type="http://schemas.openxmlformats.org/officeDocument/2006/relationships/notesSlide" Target="/ppt/notesSlides/notesSlide7.xml" Id="Ra9f564f694484f7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5458d366ec42b9" /><Relationship Type="http://schemas.openxmlformats.org/officeDocument/2006/relationships/chart" Target="/ppt/slides/charts/chart18.xml" Id="Rc200dd3833124767" /><Relationship Type="http://schemas.openxmlformats.org/officeDocument/2006/relationships/chart" Target="/ppt/slides/charts/chart19.xml" Id="R9a462f1e6de34b41" /><Relationship Type="http://schemas.openxmlformats.org/officeDocument/2006/relationships/chart" Target="/ppt/slides/charts/chart20.xml" Id="R088573f0d0984a19" /><Relationship Type="http://schemas.openxmlformats.org/officeDocument/2006/relationships/notesSlide" Target="/ppt/notesSlides/notesSlide8.xml" Id="Rfbd57324f71c4ca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5156481fa84757" /><Relationship Type="http://schemas.openxmlformats.org/officeDocument/2006/relationships/notesSlide" Target="/ppt/notesSlides/notesSlide9.xml" Id="R93957e80f25b40c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a132116a66400a" /><Relationship Type="http://schemas.openxmlformats.org/officeDocument/2006/relationships/notesSlide" Target="/ppt/notesSlides/notesSlide10.xml" Id="R74ff9407b399463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6b0263419441f6" /><Relationship Type="http://schemas.openxmlformats.org/officeDocument/2006/relationships/notesSlide" Target="/ppt/notesSlides/notesSlide11.xml" Id="R72ffd77357de4d7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51234ed2444b7" /><Relationship Type="http://schemas.openxmlformats.org/officeDocument/2006/relationships/notesSlide" Target="/ppt/notesSlides/notesSlide12.xml" Id="R91496d78bbd846a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ac3f1bcca6409e" /><Relationship Type="http://schemas.openxmlformats.org/officeDocument/2006/relationships/notesSlide" Target="/ppt/notesSlides/notesSlide13.xml" Id="Rd7294a7c7d5641e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855a3386624307" /><Relationship Type="http://schemas.openxmlformats.org/officeDocument/2006/relationships/notesSlide" Target="/ppt/notesSlides/notesSlide14.xml" Id="R628d84f2ecaa419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44573101134184" /><Relationship Type="http://schemas.openxmlformats.org/officeDocument/2006/relationships/notesSlide" Target="/ppt/notesSlides/notesSlide15.xml" Id="R7c315cda990d487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c0acd5751949f1" /><Relationship Type="http://schemas.openxmlformats.org/officeDocument/2006/relationships/notesSlide" Target="/ppt/notesSlides/notesSlide16.xml" Id="R4b60f4926100472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ef5637751549fe" /><Relationship Type="http://schemas.openxmlformats.org/officeDocument/2006/relationships/notesSlide" Target="/ppt/notesSlides/notesSlide17.xml" Id="R683aa9305cf0405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36c0812b3d477b" /><Relationship Type="http://schemas.openxmlformats.org/officeDocument/2006/relationships/notesSlide" Target="/ppt/notesSlides/notesSlide18.xml" Id="R2664d19d3b7a468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66d42e1ce046e8" /><Relationship Type="http://schemas.openxmlformats.org/officeDocument/2006/relationships/notesSlide" Target="/ppt/notesSlides/notesSlide19.xml" Id="R2ffe2bac70ce413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18a2dcf5442fb" /><Relationship Type="http://schemas.openxmlformats.org/officeDocument/2006/relationships/notesSlide" Target="/ppt/notesSlides/notesSlide20.xml" Id="R23fc78e5810849a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67602a92f3446e" /><Relationship Type="http://schemas.openxmlformats.org/officeDocument/2006/relationships/notesSlide" Target="/ppt/notesSlides/notesSlide21.xml" Id="Rad6c848b9da347d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3d33cf83a74e62" /><Relationship Type="http://schemas.openxmlformats.org/officeDocument/2006/relationships/notesSlide" Target="/ppt/notesSlides/notesSlide22.xml" Id="R9487edcfb20a431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4bf751bfa541d8" /><Relationship Type="http://schemas.openxmlformats.org/officeDocument/2006/relationships/notesSlide" Target="/ppt/notesSlides/notesSlide23.xml" Id="R984287535838487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8a752191874b66" /><Relationship Type="http://schemas.openxmlformats.org/officeDocument/2006/relationships/chart" Target="/ppt/slides/charts/chart21.xml" Id="R5a9f80e61ad24f09" /><Relationship Type="http://schemas.openxmlformats.org/officeDocument/2006/relationships/chart" Target="/ppt/slides/charts/chart22.xml" Id="R30665b980713448e" /><Relationship Type="http://schemas.openxmlformats.org/officeDocument/2006/relationships/chart" Target="/ppt/slides/charts/chart23.xml" Id="Rd201b38c2eef4484" /><Relationship Type="http://schemas.openxmlformats.org/officeDocument/2006/relationships/notesSlide" Target="/ppt/notesSlides/notesSlide24.xml" Id="R97a7264c1a51440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7e655b56564ba9" /><Relationship Type="http://schemas.openxmlformats.org/officeDocument/2006/relationships/chart" Target="/ppt/slides/charts/chart24.xml" Id="Rabb5b0522bfc457c" /><Relationship Type="http://schemas.openxmlformats.org/officeDocument/2006/relationships/chart" Target="/ppt/slides/charts/chart25.xml" Id="R1a042569f09a4748" /><Relationship Type="http://schemas.openxmlformats.org/officeDocument/2006/relationships/chart" Target="/ppt/slides/charts/chart26.xml" Id="Re0c56a63863e4dc8" /><Relationship Type="http://schemas.openxmlformats.org/officeDocument/2006/relationships/chart" Target="/ppt/slides/charts/chart27.xml" Id="Rab1576ad17264c2b" /><Relationship Type="http://schemas.openxmlformats.org/officeDocument/2006/relationships/notesSlide" Target="/ppt/notesSlides/notesSlide25.xml" Id="R1bc700114baa4c1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9d703868c14c80" /><Relationship Type="http://schemas.openxmlformats.org/officeDocument/2006/relationships/chart" Target="/ppt/slides/charts/chart28.xml" Id="R893eb7ab738947fc" /><Relationship Type="http://schemas.openxmlformats.org/officeDocument/2006/relationships/chart" Target="/ppt/slides/charts/chart29.xml" Id="Rf4e99c315b9c46da" /><Relationship Type="http://schemas.openxmlformats.org/officeDocument/2006/relationships/chart" Target="/ppt/slides/charts/chart30.xml" Id="Rae10145dc6f84686" /><Relationship Type="http://schemas.openxmlformats.org/officeDocument/2006/relationships/chart" Target="/ppt/slides/charts/chart31.xml" Id="Raad2f16f2197499f" /><Relationship Type="http://schemas.openxmlformats.org/officeDocument/2006/relationships/notesSlide" Target="/ppt/notesSlides/notesSlide26.xml" Id="R044ae771bfa54de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5a30c482114621" /><Relationship Type="http://schemas.openxmlformats.org/officeDocument/2006/relationships/notesSlide" Target="/ppt/notesSlides/notesSlide27.xml" Id="R2566ec6ad1774aa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64a2296c0f44b8" /><Relationship Type="http://schemas.openxmlformats.org/officeDocument/2006/relationships/notesSlide" Target="/ppt/notesSlides/notesSlide28.xml" Id="R6c58af3091444b6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f5a9b28ebd404f" /><Relationship Type="http://schemas.openxmlformats.org/officeDocument/2006/relationships/notesSlide" Target="/ppt/notesSlides/notesSlide29.xml" Id="R7494d054a04846f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9a9f882fcf4eb9" /><Relationship Type="http://schemas.openxmlformats.org/officeDocument/2006/relationships/notesSlide" Target="/ppt/notesSlides/notesSlide30.xml" Id="R562026ca1da84f1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3a6da19c8b4e93" /><Relationship Type="http://schemas.openxmlformats.org/officeDocument/2006/relationships/notesSlide" Target="/ppt/notesSlides/notesSlide31.xml" Id="Rea8ef0577f3d4a3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b463a52928425e" /><Relationship Type="http://schemas.openxmlformats.org/officeDocument/2006/relationships/notesSlide" Target="/ppt/notesSlides/notesSlide32.xml" Id="R4b5b08ea27354cb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63da317aa24157" /><Relationship Type="http://schemas.openxmlformats.org/officeDocument/2006/relationships/notesSlide" Target="/ppt/notesSlides/notesSlide33.xml" Id="R09ca3891f142427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35cfa8715646f7" /><Relationship Type="http://schemas.openxmlformats.org/officeDocument/2006/relationships/chart" Target="/ppt/slides/charts/chart32.xml" Id="Ra52bf6bda8064ffb" /><Relationship Type="http://schemas.openxmlformats.org/officeDocument/2006/relationships/chart" Target="/ppt/slides/charts/chart33.xml" Id="R80199b03ebc94a8c" /><Relationship Type="http://schemas.openxmlformats.org/officeDocument/2006/relationships/chart" Target="/ppt/slides/charts/chart34.xml" Id="R03841bcf70344656" /><Relationship Type="http://schemas.openxmlformats.org/officeDocument/2006/relationships/chart" Target="/ppt/slides/charts/chart35.xml" Id="R91dea59f78194a7a" /><Relationship Type="http://schemas.openxmlformats.org/officeDocument/2006/relationships/chart" Target="/ppt/slides/charts/chart36.xml" Id="Rfa964061428d49b5" /><Relationship Type="http://schemas.openxmlformats.org/officeDocument/2006/relationships/chart" Target="/ppt/slides/charts/chart37.xml" Id="R63f2b76abab04640" /><Relationship Type="http://schemas.openxmlformats.org/officeDocument/2006/relationships/chart" Target="/ppt/slides/charts/chart38.xml" Id="R1caddd3c1ed342a5" /><Relationship Type="http://schemas.openxmlformats.org/officeDocument/2006/relationships/notesSlide" Target="/ppt/notesSlides/notesSlide34.xml" Id="R574b54a4f2964b2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6350207b434ecf" /><Relationship Type="http://schemas.openxmlformats.org/officeDocument/2006/relationships/chart" Target="/ppt/slides/charts/chart39.xml" Id="R3b8d0d1e3a204d96" /><Relationship Type="http://schemas.openxmlformats.org/officeDocument/2006/relationships/chart" Target="/ppt/slides/charts/chart40.xml" Id="R22affbcafd304ffe" /><Relationship Type="http://schemas.openxmlformats.org/officeDocument/2006/relationships/notesSlide" Target="/ppt/notesSlides/notesSlide35.xml" Id="R7744b7b351af47e7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480c1a218b46c1" /><Relationship Type="http://schemas.openxmlformats.org/officeDocument/2006/relationships/chart" Target="/ppt/slides/charts/chart41.xml" Id="Ree6faca4311c454f" /><Relationship Type="http://schemas.openxmlformats.org/officeDocument/2006/relationships/chart" Target="/ppt/slides/charts/chart42.xml" Id="Rfccb8d863e0749af" /><Relationship Type="http://schemas.openxmlformats.org/officeDocument/2006/relationships/chart" Target="/ppt/slides/charts/chart43.xml" Id="R73f026a094b743a6" /><Relationship Type="http://schemas.openxmlformats.org/officeDocument/2006/relationships/notesSlide" Target="/ppt/notesSlides/notesSlide36.xml" Id="Rb21a76771c3045b8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2e67ca533c4c8e" /><Relationship Type="http://schemas.openxmlformats.org/officeDocument/2006/relationships/chart" Target="/ppt/slides/charts/chart44.xml" Id="R698034cfd19c4a79" /><Relationship Type="http://schemas.openxmlformats.org/officeDocument/2006/relationships/chart" Target="/ppt/slides/charts/chart45.xml" Id="R19fa431339e34cc4" /><Relationship Type="http://schemas.openxmlformats.org/officeDocument/2006/relationships/chart" Target="/ppt/slides/charts/chart46.xml" Id="Ree65dc8a62e24a69" /><Relationship Type="http://schemas.openxmlformats.org/officeDocument/2006/relationships/chart" Target="/ppt/slides/charts/chart47.xml" Id="R2663bca7268e4d17" /><Relationship Type="http://schemas.openxmlformats.org/officeDocument/2006/relationships/chart" Target="/ppt/slides/charts/chart48.xml" Id="Ra4b540c3e3b44850" /><Relationship Type="http://schemas.openxmlformats.org/officeDocument/2006/relationships/notesSlide" Target="/ppt/notesSlides/notesSlide37.xml" Id="Ra98e4672bc25489a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0A3B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7054CAD4-3D60-40FB-989C-F6AC165D6EAE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B00F225E-9775-4F9C-8B7B-8B3A42A97B89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20AC770-F29E-45C3-8DE6-BDC9514C980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95E59F0-4D5C-4652-AA37-F769716A8D18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80241E5D-0153-46EE-8727-D88D66F885F8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E46BC09-158E-4EA3-810D-9E43E5487DC1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565937674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002582A4-027B-4B5D-B656-83D283DD926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4DF7AE-1165-4F6A-8A96-7764F8489B1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187E14E-D3F1-41D0-999F-87B856C43D1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FD72923-EA88-48C4-BEEF-0833681BB21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41A3BB8-86A8-4904-A375-87E34AE698E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D8276F0-288B-4168-80B3-CC44053D50B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9472514-6E94-4911-A0EF-5B31215D248B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008E485-0186-44CD-8D3C-F4FE8BEC8963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b613f8d578ad47e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F12F2D6-1993-4CA8-A321-D41363F4BAC4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93BAD75-6873-4FE1-B040-5CDB3F7A86D9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242AFE2-CC20-4DBC-B89E-1376681B22DD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5854c55f787c499e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e20d9210458b49b8"/>
          </a:graphicData>
        </a:graphic>
      </ns0:graphicFrame>
      <ns0:sp>
        <ns0:nvSpPr>
          <ns0:cNvPr id="15" name="">
            <a:extLst>
              <a:ext uri="{FF2B5EF4-FFF2-40B4-BE49-F238E27FC236}">
                <ns2:creationId id="{CEF450B4-418C-4DE8-B784-499D82CCB9DD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70842A0A-30E3-4E73-B59A-312D9EC0203C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7DC3F73A-A186-4D86-866A-9F4F6A196359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198440375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E8C7B46D-0C04-42DE-8290-E64DC324EA0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E6C273B-48D8-4372-809B-418508312A9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9884A86-43B4-4DDA-B8DF-D26EB6E153F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0AADAA9-B937-4829-8D45-DF79CE0A7F9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4DD3C51-8504-4A95-98BF-D8FB4D962A7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B7DDC8C-11FE-4330-AA6F-2F912939977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0C27238-1016-4140-A409-C47106035021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FA2815E-597D-4697-9A70-7C5081A54EA5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83b428f056fc4b7e"/>
          </a:graphicData>
        </a:graphic>
      </ns0:graphicFrame>
      <ns0:sp>
        <ns0:nvSpPr>
          <ns0:cNvPr id="10" name="">
            <a:extLst>
              <a:ext uri="{FF2B5EF4-FFF2-40B4-BE49-F238E27FC236}">
                <ns2:creationId id="{D4841E32-14E6-46AC-936E-9D2E9E717568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F90A592-A473-49DF-BD17-82333F303872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cb0f625310d34aba"/>
          </a:graphicData>
        </a:graphic>
      </ns0:graphicFrame>
      <ns0:sp>
        <ns0:nvSpPr>
          <ns0:cNvPr id="13" name="">
            <a:extLst>
              <a:ext uri="{FF2B5EF4-FFF2-40B4-BE49-F238E27FC236}">
                <ns2:creationId id="{05BE4978-0756-4486-8F0C-7EE00FC73845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47F66417-E825-4840-AA80-FA83E391731C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043619399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D42CD8ED-49F1-4CD0-ABFA-0347D765710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C94F6FD-6BC9-4044-8D6C-DF00F96D8F2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089AEF0-8B14-48C6-97BA-80799DAB654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84A2417-CCB7-4243-9835-7AD5E183F83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3446046-94BE-4EFB-8BEF-7883BEBD276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3B3E3E1-96E3-483B-97CD-B61359BE75A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60BE6AE-2722-4618-A011-ACAB79A0061C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61F5BEF-D0E0-4896-A0B4-1AA331B80305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c699fdc0372f44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2B1842B-1027-4008-A4D0-7D2341238D3D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751D6AF-CD30-45FB-8BD4-2E8A613A3ABA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e915bf289da8455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EA182C2B-7BCE-4085-9926-EA053096AED9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2802F80A-02B0-4F07-85C8-C1A5036A21CE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A30177FD-B8DA-4A00-A9CE-F1BC5DA59CDC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0A3B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ACB0BBC4-0AF1-40F9-85B1-C29EFE0AE855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A4FC1298-3156-4A2A-8B9A-B4CC11EA84EE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4167936E-8B7B-4C84-9500-333BD595ACEB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D099C99B-A3AF-47DC-B8AF-CE7DA75EBBD3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C44040C3-CFD6-4BCE-916D-FCEF1289B253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9B39B693-F0BA-4534-A9C2-45E8D347628E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7030A0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118C8A1B-F3A1-4835-8F08-5D59080B2881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F358D0D1-2B73-43C6-A7C1-FB9C0C68E45B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2DCF1A3F-B244-4E91-BCA8-80732DC63909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FA4694D6-0F6F-40B3-A9A1-D73D2092A123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12F52104-5993-4ABC-9849-217198832DBB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C4321066-7512-4FB8-8848-9635E1136C79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72F59DEE-F72A-40E5-8A75-E570D0979290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f52c9de0193c4eff"/>
          </a:graphicData>
        </a:graphic>
      </ns0:graphicFrame>
      <ns0:sp>
        <ns0:nvSpPr>
          <ns0:cNvPr id="30" name="">
            <a:extLst>
              <a:ext uri="{FF2B5EF4-FFF2-40B4-BE49-F238E27FC236}">
                <ns2:creationId id="{497099E8-1E2B-481E-85F6-78CB7A69C926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615F970A-FEDA-485E-B89E-85964BE57483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f7458c52ae204d88"/>
          </a:graphicData>
        </a:graphic>
      </ns0:graphicFrame>
    </ns0:spTree>
    <ns0:extLst>
      <ns0:ext uri="{BB962C8B-B14F-4D97-AF65-F5344CB8AC3E}">
        <ns5:creationId val="882481819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3D96FF83-00FF-4DC9-8B98-B9115ECAC0C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72F0F1-4954-41DF-9DFC-DAA07890AC6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04BE5A7-95B4-47CE-BAA6-73554A3119B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01A6DC9-6E01-47E8-B97B-8E56BAEFA68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EE300FE-EDF0-4423-BB45-0A088BE241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5158FA6-E338-42F6-BD57-4DA5BB98820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B5817A5-12B6-4E37-8BE0-DD8EF82A51DB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317FEA3-B02E-4AB2-AE52-6C930901D642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e0593a6e948c470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8D8351C5-BB19-4C58-B596-9E40FF2058AF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70576C6-4AC5-4F65-8CA6-379162D7336F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eb73112d0eb94287"/>
          </a:graphicData>
        </a:graphic>
      </ns0:graphicFrame>
      <ns0:sp>
        <ns0:nvSpPr>
          <ns0:cNvPr id="13" name="">
            <a:extLst>
              <a:ext uri="{FF2B5EF4-FFF2-40B4-BE49-F238E27FC236}">
                <ns2:creationId id="{74E17D49-178A-4FA1-BEB7-1F966F94D805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DEFA53F7-FEB3-43B3-811F-F481F0E4D308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CB360701-156D-4AAB-A636-EA00B6CF9092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7C00FABC-C5FB-4F6B-8EBD-FFA7D3533CC8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1930030066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575EB895-1D5A-4739-BFBC-D7C42D706E0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0F96812-97F6-46C5-9587-EEC5201A5AF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1BBDD52-2399-4D8E-87D8-0B89C8117F6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3464FF9-01CD-40BB-AF0D-8063D533B02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39CEA29-766E-450A-8C7C-23528A6B920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BF5F28A-D0DA-4279-9CB5-928CDD45368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D290AC2-DCB9-4307-900A-0CAC1B024AE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6A81B42-88A0-478E-B50A-E16D43F1BD9C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7925aa351c484a29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A71DE39-9F16-4C6C-97AE-92240D8A670A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87F2A09A-FD04-4AAF-AA56-2D7C8E9DA940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bdb8bcc01e184e3a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5c47d61683264462"/>
          </a:graphicData>
        </a:graphic>
      </ns0:graphicFrame>
      <ns0:sp>
        <ns0:nvSpPr>
          <ns0:cNvPr id="14" name="">
            <a:extLst>
              <a:ext uri="{FF2B5EF4-FFF2-40B4-BE49-F238E27FC236}">
                <ns2:creationId id="{9F962238-2DC1-4318-B1FE-6E6D3060DE70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66968480-B32D-42DF-8BCC-5BA2C1CC9CAD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2094116213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A059EA60-BABB-47D8-A725-2432C2F7562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7544D72-61E1-4C59-B1C4-F5A9AC57CBF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C740DEF-5777-44C5-9B7F-4A1FDC42EBA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DCCB8F2-E5B4-4B53-9DE9-85E978FC09A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3916E45-43C5-45F9-A81D-0B8AAFBB8BB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CC9AF2C-EFF1-4EAE-9F33-EFD1903B958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B2B31D9-5382-4927-BA90-205D8345827B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25D09B6-1B6D-464F-B259-B87FB961E343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4cc99446188e478b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08B1852-A713-4D19-A546-8A37EF4135A1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C45C505-70DF-4B78-84FC-A57F568E4BB9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97c09e5543cc42f6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e53c3377544f4353"/>
          </a:graphicData>
        </a:graphic>
      </ns0:graphicFrame>
      <ns0:sp>
        <ns0:nvSpPr>
          <ns0:cNvPr id="14" name="">
            <a:extLst>
              <a:ext uri="{FF2B5EF4-FFF2-40B4-BE49-F238E27FC236}">
                <ns2:creationId id="{62D8A4B4-1455-43C9-9E88-E419FBE7DC46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626029277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726FDAB3-92F2-4332-9C62-CB148FB5B71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E3643CD-46FF-4978-B618-CC5519D64D92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B52968A-A8E9-4BDF-86DF-1BC7A5D4A62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409652B-FB0F-44CB-8007-0C7E041D785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F581B85-D883-4962-A2AD-4CAF6374C4F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3B0B017-AD3D-4F24-B698-0CAD284B17D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A75F635-2F45-483D-9BC7-B2F78C3181BA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63FDA9C-29AB-4111-B464-91EC1CD5F063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c200dd383312476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BD0D698-5DE8-4960-B4B3-EBE79680023C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F2C336F-7BB0-4E77-80D3-AED4CCAD6966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9a462f1e6de34b41"/>
          </a:graphicData>
        </a:graphic>
      </ns0:graphicFrame>
      <ns0:sp>
        <ns0:nvSpPr>
          <ns0:cNvPr id="13" name="">
            <a:extLst>
              <a:ext uri="{FF2B5EF4-FFF2-40B4-BE49-F238E27FC236}">
                <ns2:creationId id="{39A447DE-1978-49BE-87FE-D0278F32D850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4162DE88-33D8-4C53-9254-C50A40034734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088573f0d0984a19"/>
          </a:graphicData>
        </a:graphic>
      </ns0:graphicFrame>
    </ns0:spTree>
    <ns0:extLst>
      <ns0:ext uri="{BB962C8B-B14F-4D97-AF65-F5344CB8AC3E}">
        <ns5:creationId val="68718896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AC8E7ACC-C213-4790-8CE1-56B7421BEE4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B4438E5-2932-4555-91B0-8AF2E0153C5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D085049-C3F5-47D8-812F-5352C215B8C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4F94C92-B559-4FA3-A5C4-C7CC01B01AF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84DD706-6854-4A3B-A455-CF93028695E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3C18BD7-BEE8-4461-8A4C-B44D72C347C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58321C97-43B6-4C76-BAB4-8963579736BC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2069216062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CB67AF5C-1D0C-47F9-9A51-6DF09719031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6711CB9-7E5C-4AE3-BE99-3FD8D6B41ED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4FA3A8F-F875-4576-8D05-17B643AC31A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A8B0788-6168-43D9-98BB-E007AB09B68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9415751-EA88-4D0F-A147-3B6E535EBB8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A6198ED-4D5F-4066-AC5B-C8BC31E088C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45B4871-D28D-48D6-87B2-5D2571016189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B537D6A-ACF0-4BE7-BB05-E4941D46AB2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ARC Logística E ALIMENTOS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DDF8AF3-EA5A-4205-A3A0-591BFBB5B759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134C2071-9E5C-4B77-AF29-1742A18D7559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9365AA65-6862-48A6-83AE-19A94E041FF7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42D20262-4C10-458D-AF9C-1117B72EF13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742185776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C567EE86-C49C-45D1-A9FB-57950163CDA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AACCC7E-ED24-4764-872C-57C3C357310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5A26E15-A2CC-4007-94A6-18DB3B3C993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FCD5692-7244-4E9E-840B-8128C792046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EB36DDF-F0E4-47CD-B2AD-3897A82C9E0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302504B-A143-4794-B802-B5AC070284D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FD7BC5F-67D5-4371-8833-246984ED92E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43DDD15-542B-4B96-8761-3D4E3418A221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ARC Logística E ALIMENTOS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F6F7B7A0-D4B8-4134-B653-CFECABD75BF0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00748F2-8017-442C-90F5-5F4C4207C130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AAAA1D7-D7F3-45EA-96BB-78A6AB2A1624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BD1243F9-39F6-4CED-BEE9-832B03D94184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598508926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9C827CE-F88B-4B35-A577-1AE5CD04507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689A00B-CCE5-410E-9FFA-236C1429D7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A03BF7-678B-4FC5-8375-62DC68A331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A267C0A-EF95-45F3-A5BE-F1B83097CDD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9AF9B92-C646-408B-BDCE-3EC9642A498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FB8D56E-E8E2-494E-BB6E-4132423FFFB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971B5E7-8EE9-4AE0-8F2D-37F249C92B9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E55646E-BF87-4FEB-AE93-E7212C1F2C60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Framento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Casas Bahia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970D353-69C1-4DF2-BAFF-E212B85F982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965257723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A36F308-18B9-42FD-8BB0-8E1F9A7BF67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5907DD8-9911-42AD-90D0-4CE99688C5E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FF03B67-FC17-4B53-8CEB-6882111C828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A97E9EC-9CA9-4197-BC06-D61F077C50E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6136396-326D-4D4E-9A29-F2D9BB1BA20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94CEBEB-9AA7-403B-9EE2-D7A95507DA9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EFC9839-F51D-4BB6-AC27-B9A8FE49BA1D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A766B2A-CCBD-41DB-9FB7-0B2B6D8340C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Framento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49B1D0A-68F6-4229-BED7-0620B6158D2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619908221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BED89347-C1FD-4C97-AB17-8DFC1E85D32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D5B8CF7-25A1-47F4-823E-B72188C0A87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A64EEC0-6364-4919-B7F0-6EE8528FD2F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2247905-7911-4C80-A7EA-04036FD7B96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0C71E4F-1A93-4551-B7C3-17F26AE2BFF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243C2AF-2DF5-4B8A-A6E4-F7EF50A880A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936C501-3194-416C-BCBC-BC4197E121C9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464EFF8-E7FD-46A7-B07D-7BCC39398896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 SCD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E19893B-5AB5-4B6C-ACB5-2986B871015A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624574576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3908AAF7-57FF-4A06-AAB1-58541ADB13C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38BE575-F96F-493E-9970-2E183A1B8A0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285B151-F50E-4F4D-A8D3-140190DEDAC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FFA2B12-D8C2-45F4-A4F6-67BFFF7FEA1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9AE7318-4442-4745-9974-765415074C7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9628059-DC26-40B5-A576-E609AD2867E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91E1BDB-BE05-41E6-9B9C-31D68C9F5E6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A676F40-56B4-4CB9-BCD6-5F58DE92E65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 SCD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3BF1FAFB-2882-444A-B9A6-C6E85E2EA84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026349689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A93FF25-5866-4137-9DED-8FEDD56F537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A3D017D-6E4B-408E-B814-9A65B52413B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89E9975-BDEF-4D9B-BD30-4242381B750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AAA752D-1BD8-4962-B147-FB7B847FA07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243E5E5-13ED-4415-9A7D-932838F2A14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EFA962-B390-4A6E-9949-25B3FD0E2E7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45F1750-4847-41C5-A2FC-98D73E9C68E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72CEAB0-EB44-459E-A40B-E8DACA3E1B5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Comexport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STM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USINA CAMBAHYBA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9CC8D31-44A4-4CBA-96C1-E731FF1F9EC0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30078803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BC144D6-62A4-4B41-9714-C5ECB574836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C6A13D0-96FD-41AD-9C78-EC7367126BB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EA36F92-F267-410C-B832-ECE5657BDF7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74D243F-770F-48B8-911B-8FEAE264D46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524999F-C553-419F-97F4-3E2402324A3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0E7341B-9B76-49D5-9E08-6FC655BC300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A2C5673-A836-4CC4-9951-BD8AD5572AD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A7F136E-7084-472C-A2F7-2FA8C8C869BF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USINA CAMBAHYBA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Comexport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STM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76024B60-0145-49AB-AE9A-95C8F836ABB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297843695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8" name="">
            <a:extLst>
              <a:ext uri="{FF2B5EF4-FFF2-40B4-BE49-F238E27FC236}">
                <ns2:creationId id="{0C194DDB-797B-4C78-8DB2-8B76805A88B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48BED86-AD1F-467C-964B-6166722BE4D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622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| Sub atual e mínimos documentais por veículo; 12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67784BA-A17D-4C12-9883-BEFA1EBF4F3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8A383EB-5069-4D06-9651-AF1B8D9623E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555FAC0-5048-49A6-9404-5C461606722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959ABE8-62A1-41F2-BD44-B4224073B52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sp>
        <ns0:nvSpPr>
          <ns0:cNvPr id="7" name="mvp-summary-structural_mvp_financeiro-1">
            <a:extLst>
              <a:ext uri="{FF2B5EF4-FFF2-40B4-BE49-F238E27FC236}">
                <ns2:creationId id="{FCA19E91-5F6B-4C62-8F65-9CD9AE6CBE08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15/18 CNPJs · R$ 10,9 bi de R$ 11,4 bi</a:t>
            </a:r>
          </a:p>
        </ns0:txBody>
      </ns0:sp>
      <ns0:sp>
        <ns0:nvSpPr>
          <ns0:cNvPr id="8" name="mvp-summary-structural_mvp_financeiro-2">
            <a:extLst>
              <a:ext uri="{FF2B5EF4-FFF2-40B4-BE49-F238E27FC236}">
                <ns2:creationId id="{F16D0F4F-0FE3-4114-A074-9F5B22B347F6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ampla · 12 pares · med. carteira 31,8% vs. mercado 30,1%</a:t>
            </a:r>
          </a:p>
        </ns0:txBody>
      </ns0:sp>
      <ns0:sp>
        <ns0:nvSpPr>
          <ns0:cNvPr id="9" name="mvp-summary-structural_mvp_financeiro-3">
            <a:extLst>
              <a:ext uri="{FF2B5EF4-FFF2-40B4-BE49-F238E27FC236}">
                <ns2:creationId id="{ED9B569D-546F-4505-B972-E93D2659C39F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≈ Em linha na referência ampla*</a:t>
            </a:r>
          </a:p>
        </ns0:txBody>
      </ns0:sp>
      <ns0:sp>
        <ns0:nvSpPr>
          <ns0:cNvPr id="10" name="mvp-band-structural_mvp_financeiro-1">
            <a:extLst>
              <a:ext uri="{FF2B5EF4-FFF2-40B4-BE49-F238E27FC236}">
                <ns2:creationId id="{D262A97A-1972-4A97-B28B-A25DAE895426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C8CF7D8-5E86-43CB-A01D-698E159F1CB0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financeiro-62838025000116">
            <a:extLst>
              <a:ext uri="{FF2B5EF4-FFF2-40B4-BE49-F238E27FC236}">
                <ns2:creationId id="{8CA6E730-B77C-4CD7-84A0-CB05FFA4B359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ENDURANCE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R$ 2,0 bi · Sub atual 9,5%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13" name="mvp-card-structural_mvp_financeiro-50988212000105">
            <a:extLst>
              <a:ext uri="{FF2B5EF4-FFF2-40B4-BE49-F238E27FC236}">
                <ns2:creationId id="{2641C287-5332-4B25-9741-EFEA74C4A460}"/>
              </a:ext>
            </a:extLst>
          </ns0:cNvPr>
          <ns0:cNvSpPr>
            <a:spLocks noGrp="1"/>
          </ns0:cNvSpPr>
          <ns0:nvPr/>
        </ns0:nvSpPr>
        <ns0:spPr>
          <a:xfrm>
            <a:off x="571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CARTÃO DE COMPRA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R$ 193,6 mi · Sub atual 7,0%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4,5%* · Estr. N/D*</a:t>
            </a:r>
          </a:p>
        </ns0:txBody>
      </ns0:sp>
      <ns0:sp>
        <ns0:nvSpPr>
          <ns0:cNvPr id="14" name="mvp-band-structural_mvp_financeiro-2">
            <a:extLst>
              <a:ext uri="{FF2B5EF4-FFF2-40B4-BE49-F238E27FC236}">
                <ns2:creationId id="{C25B84CB-A702-454A-8B90-F6BC5F4EE43C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05D3B29-29CF-4B86-8BE9-9D4747E7B16F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6" name="mvp-band-structural_mvp_financeiro-3">
            <a:extLst>
              <a:ext uri="{FF2B5EF4-FFF2-40B4-BE49-F238E27FC236}">
                <ns2:creationId id="{A87983B3-B728-4698-984B-07B0E2B66934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79749D3A-006C-4F3F-8FEF-7119E7B16324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band-structural_mvp_financeiro-4">
            <a:extLst>
              <a:ext uri="{FF2B5EF4-FFF2-40B4-BE49-F238E27FC236}">
                <ns2:creationId id="{15382CD6-641A-4D1A-8B73-8D4987FD1450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719CFB9-9196-4CB2-9500-65333438D917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financeiro-57816252000100">
            <a:extLst>
              <a:ext uri="{FF2B5EF4-FFF2-40B4-BE49-F238E27FC236}">
                <ns2:creationId id="{CD593128-BF09-45D6-82BE-2608CF15BA44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NATURA PAY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R$ 1,0 bi · Sub atual 28,3%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25,3% · Estr. 25,3%</a:t>
            </a:r>
          </a:p>
        </ns0:txBody>
      </ns0:sp>
      <ns0:sp>
        <ns0:nvSpPr>
          <ns0:cNvPr id="21" name="mvp-card-structural_mvp_financeiro-61288838000117">
            <a:extLst>
              <a:ext uri="{FF2B5EF4-FFF2-40B4-BE49-F238E27FC236}">
                <ns2:creationId id="{6EB1E089-41DC-48EB-B4FD-4539DCF01629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IFOOD PAGO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R$ 722,5 mi · Sub atual 30,3%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2" name="mvp-card-structural_mvp_financeiro-37294759000134">
            <a:extLst>
              <a:ext uri="{FF2B5EF4-FFF2-40B4-BE49-F238E27FC236}">
                <ns2:creationId id="{C4B649E6-D32B-4D5A-A793-A83AAC1A928A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GALLERIA HOME EQUITY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R$ 513,2 mi · Sub atual 31,8%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4,8%*</a:t>
            </a:r>
          </a:p>
        </ns0:txBody>
      </ns0:sp>
      <ns0:sp>
        <ns0:nvSpPr>
          <ns0:cNvPr id="23" name="mvp-card-structural_mvp_financeiro-57028406000108">
            <a:extLst>
              <a:ext uri="{FF2B5EF4-FFF2-40B4-BE49-F238E27FC236}">
                <ns2:creationId id="{E2753F99-BEC7-49C6-A378-B97C61774D55}"/>
              </a:ext>
            </a:extLst>
          </ns0:cNvPr>
          <ns0:cNvSpPr>
            <a:spLocks noGrp="1"/>
          </ns0:cNvSpPr>
          <ns0:nvPr/>
        </ns0:nvSpPr>
        <ns0:spPr>
          <a:xfrm>
            <a:off x="61341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IS GREEN SOLFÁCIL VI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R$ 437,4 mi · Sub atual 26,6%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2,0% · Estr. N/D*</a:t>
            </a:r>
          </a:p>
        </ns0:txBody>
      </ns0:sp>
      <ns0:sp>
        <ns0:nvSpPr>
          <ns0:cNvPr id="24" name="mvp-card-structural_mvp_financeiro-47640584000123">
            <a:extLst>
              <a:ext uri="{FF2B5EF4-FFF2-40B4-BE49-F238E27FC236}">
                <ns2:creationId id="{6B52275D-8012-4C7E-B8E9-1A4C9FFBA7E1}"/>
              </a:ext>
            </a:extLst>
          </ns0:cNvPr>
          <ns0:cNvSpPr>
            <a:spLocks noGrp="1"/>
          </ns0:cNvSpPr>
          <ns0:nvPr/>
        </ns0:nvSpPr>
        <ns0:spPr>
          <a:xfrm>
            <a:off x="61341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SOL AGORA GREEN ESG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R$ 285,1 mi · Sub atual 30,4%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25" name="mvp-card-structural_mvp_financeiro-42462306000100">
            <a:extLst>
              <a:ext uri="{FF2B5EF4-FFF2-40B4-BE49-F238E27FC236}">
                <ns2:creationId id="{52B994DB-BB68-47C6-9990-47934D6ECA22}"/>
              </a:ext>
            </a:extLst>
          </ns0:cNvPr>
          <ns0:cNvSpPr>
            <a:spLocks noGrp="1"/>
          </ns0:cNvSpPr>
          <ns0:nvPr/>
        </ns0:nvSpPr>
        <ns0:spPr>
          <a:xfrm>
            <a:off x="6134100" y="4467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IS GREEN SOLFÁCIL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R$ 96,1 mi · Sub atual 24,7%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4,5% · Estr. N/D*</a:t>
            </a:r>
          </a:p>
        </ns0:txBody>
      </ns0:sp>
      <ns0:sp>
        <ns0:nvSpPr>
          <ns0:cNvPr id="26" name="mvp-band-structural_mvp_financeiro-5">
            <a:extLst>
              <a:ext uri="{FF2B5EF4-FFF2-40B4-BE49-F238E27FC236}">
                <ns2:creationId id="{2A9FC90D-6614-4D7F-A5AE-67F6428CE437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8E387E8-1D45-4B8C-91C9-9B6196471F99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8" name="mvp-card-structural_mvp_financeiro-42154687000160">
            <a:extLst>
              <a:ext uri="{FF2B5EF4-FFF2-40B4-BE49-F238E27FC236}">
                <ns2:creationId id="{2C0312A3-FBFF-454D-8BDB-C8F20E930915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MULTIPLIKE PLUS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R$ 2,1 bi · Sub atual 42,3%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29" name="mvp-card-structural_mvp_financeiro-41197066000109">
            <a:extLst>
              <a:ext uri="{FF2B5EF4-FFF2-40B4-BE49-F238E27FC236}">
                <ns2:creationId id="{A57A21A7-580C-4F69-985E-A8BDAE34BF1A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IFOOD PAGO CRÉDITO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R$ 657,1 mi · Sub atual 36,5%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30" name="mvp-card-structural_mvp_financeiro-58152340000118">
            <a:extLst>
              <a:ext uri="{FF2B5EF4-FFF2-40B4-BE49-F238E27FC236}">
                <ns2:creationId id="{793664A3-2A95-473D-ADEB-FF16BE40F91E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MONEE II SEGMENTO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R$ 442,2 mi · Sub atual 40,6%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30,0% · Estr. 30,0%</a:t>
            </a:r>
          </a:p>
        </ns0:txBody>
      </ns0:sp>
      <ns0:sp>
        <ns0:nvSpPr>
          <ns0:cNvPr id="31" name="mvp-card-structural_mvp_financeiro-63066147000102">
            <a:extLst>
              <a:ext uri="{FF2B5EF4-FFF2-40B4-BE49-F238E27FC236}">
                <ns2:creationId id="{1CDF57DA-12AA-4A0E-B802-AA97A6D93A7D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INCLUSÃO CREDIÁRIA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R$ 156,4 mi · Sub atual 52,0%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12,5% · Estr. N/D*</a:t>
            </a:r>
          </a:p>
        </ns0:txBody>
      </ns0:sp>
      <ns0:sp>
        <ns0:nvSpPr>
          <ns0:cNvPr id="32" name="mvp-card-structural_mvp_financeiro-49113994000141">
            <a:extLst>
              <a:ext uri="{FF2B5EF4-FFF2-40B4-BE49-F238E27FC236}">
                <ns2:creationId id="{CC3A68C9-4F5C-480B-BFC5-B95359DA69E3}"/>
              </a:ext>
            </a:extLst>
          </ns0:cNvPr>
          <ns0:cNvSpPr>
            <a:spLocks noGrp="1"/>
          </ns0:cNvSpPr>
          <ns0:nvPr/>
        </ns0:nvSpPr>
        <ns0:spPr>
          <a:xfrm>
            <a:off x="79883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CAP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R$ 99,3 mi · Sub atual 44,1%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14,0% · Estr. N/D*</a:t>
            </a:r>
          </a:p>
        </ns0:txBody>
      </ns0:sp>
      <ns0:sp>
        <ns0:nvSpPr>
          <ns0:cNvPr id="33" name="mvp-band-structural_mvp_financeiro-6">
            <a:extLst>
              <a:ext uri="{FF2B5EF4-FFF2-40B4-BE49-F238E27FC236}">
                <ns2:creationId id="{E4C1B4A2-F13D-409F-A541-5B37943A80AF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BC039C6F-67FC-4D78-B443-F1DBEB6590DE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5" name="mvp-card-structural_mvp_financeiro-32526025000110">
            <a:extLst>
              <a:ext uri="{FF2B5EF4-FFF2-40B4-BE49-F238E27FC236}">
                <ns2:creationId id="{27C41952-9FF2-47B8-A2DB-510310EEAE7C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COBUCCIO DE RESPONS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R$ 1,8 bi · Sub atual 75,6%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75,0% · Estr. N/D*</a:t>
            </a:r>
          </a:p>
        </ns0:txBody>
      </ns0:sp>
      <ns0:sp>
        <ns0:nvSpPr>
          <ns0:cNvPr id="36" name="mvp-card-structural_mvp_financeiro-43193260000133">
            <a:extLst>
              <a:ext uri="{FF2B5EF4-FFF2-40B4-BE49-F238E27FC236}">
                <ns2:creationId id="{B5190F62-7CC4-4D5F-915A-D90703C9F1D7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RESIDENCE CLUB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R$ 403,4 mi · Sub atual 69,1%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15,0%* · Estr. 50,0%*</a:t>
            </a:r>
          </a:p>
        </ns0:txBody>
      </ns0:sp>
      <ns0:sp>
        <ns0:nvSpPr>
          <ns0:cNvPr id="37" name="">
            <a:extLst>
              <a:ext uri="{FF2B5EF4-FFF2-40B4-BE49-F238E27FC236}">
                <ns2:creationId id="{45BA6101-29EF-45A1-B870-869D53325BB3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553539645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5" name="">
            <a:extLst>
              <a:ext uri="{FF2B5EF4-FFF2-40B4-BE49-F238E27FC236}">
                <ns2:creationId id="{15D275FC-3F5C-4E04-A6A5-BD70E3D3902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ADQUIRÊNCIA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1B31DD-1EE1-4D8F-B56A-571FF798195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| 2 veículos comparáveis estão até 2 p.p. acima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78A8B5-CEFE-46C0-9D06-AFE139748C8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2E4414C-7718-4A9E-99DC-420AB738D7B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94D6135-97A9-4FBA-9764-DDA04A79C53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6C2F7D0-4B4C-4461-8E3C-AD3FA39F27F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sp>
        <ns0:nvSpPr>
          <ns0:cNvPr id="7" name="mvp-summary-structural_mvp_adquirencia-1">
            <a:extLst>
              <a:ext uri="{FF2B5EF4-FFF2-40B4-BE49-F238E27FC236}">
                <ns2:creationId id="{5940D644-58AA-4A19-9A04-8327871598BD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12/17 CNPJs · R$ 15,1 bi de R$ 15,1 bi</a:t>
            </a:r>
          </a:p>
        </ns0:txBody>
      </ns0:sp>
      <ns0:sp>
        <ns0:nvSpPr>
          <ns0:cNvPr id="8" name="mvp-summary-structural_mvp_adquirencia-2">
            <a:extLst>
              <a:ext uri="{FF2B5EF4-FFF2-40B4-BE49-F238E27FC236}">
                <ns2:creationId id="{0AEF8D0A-1F7D-4B90-893A-E9F0AAAC3BE8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15 pares · med. agregada carteira 11,7% vs. mercado 15,5%</a:t>
            </a:r>
          </a:p>
        </ns0:txBody>
      </ns0:sp>
      <ns0:sp>
        <ns0:nvSpPr>
          <ns0:cNvPr id="9" name="mvp-summary-structural_mvp_adquirencia-3">
            <a:extLst>
              <a:ext uri="{FF2B5EF4-FFF2-40B4-BE49-F238E27FC236}">
                <ns2:creationId id="{0EE48982-63C3-4C69-AA5B-C41C8A46E122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mistura risco emissor e adquirente*</a:t>
            </a:r>
          </a:p>
        </ns0:txBody>
      </ns0:sp>
      <ns0:sp>
        <ns0:nvSpPr>
          <ns0:cNvPr id="10" name="mvp-band-structural_mvp_adquirencia-1">
            <a:extLst>
              <a:ext uri="{FF2B5EF4-FFF2-40B4-BE49-F238E27FC236}">
                <ns2:creationId id="{0D3F3C9F-E5E7-44C4-9789-B4841F662FB2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9DCA875-A5F5-46D9-A42C-467B4A685504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adquirencia-48967719000122">
            <a:extLst>
              <a:ext uri="{FF2B5EF4-FFF2-40B4-BE49-F238E27FC236}">
                <ns2:creationId id="{40A8A0EF-8B8D-4D26-8683-7BA6EB9D9A8D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SOULPAY*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R$ 78,4 mi · Sub atual 6,0%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5,0% · Estr. 5,0%</a:t>
            </a:r>
          </a:p>
        </ns0:txBody>
      </ns0:sp>
      <ns0:sp>
        <ns0:nvSpPr>
          <ns0:cNvPr id="13" name="mvp-card-structural_mvp_adquirencia-31739396000117">
            <a:extLst>
              <a:ext uri="{FF2B5EF4-FFF2-40B4-BE49-F238E27FC236}">
                <ns2:creationId id="{387C49B2-5FAC-43C9-A48E-5FCF4C11F4EC}"/>
              </a:ext>
            </a:extLst>
          </ns0:cNvPr>
          <ns0:cNvSpPr>
            <a:spLocks noGrp="1"/>
          </ns0:cNvSpPr>
          <ns0:nvPr/>
        </ns0:nvSpPr>
        <ns0:spPr>
          <a:xfrm>
            <a:off x="571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LF III*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R$ 1,4 bi · Sub atual 8,0%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0,5% · Estr. N/D*</a:t>
            </a:r>
          </a:p>
        </ns0:txBody>
      </ns0:sp>
      <ns0:sp>
        <ns0:nvSpPr>
          <ns0:cNvPr id="14" name="mvp-card-structural_mvp_adquirencia-62626887000185">
            <a:extLst>
              <a:ext uri="{FF2B5EF4-FFF2-40B4-BE49-F238E27FC236}">
                <ns2:creationId id="{FE05358B-20AC-4FDA-AB4B-50588EBC29BF}"/>
              </a:ext>
            </a:extLst>
          </ns0:cNvPr>
          <ns0:cNvSpPr>
            <a:spLocks noGrp="1"/>
          </ns0:cNvSpPr>
          <ns0:nvPr/>
        </ns0:nvSpPr>
        <ns0:spPr>
          <a:xfrm>
            <a:off x="5715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SUMUP SMART IV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R$ 356,8 mi · Sub atual 4,0%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2,9% · Estr. N/D*</a:t>
            </a:r>
          </a:p>
        </ns0:txBody>
      </ns0:sp>
      <ns0:sp>
        <ns0:nvSpPr>
          <ns0:cNvPr id="15" name="mvp-card-structural_mvp_adquirencia-42085830000109">
            <a:extLst>
              <a:ext uri="{FF2B5EF4-FFF2-40B4-BE49-F238E27FC236}">
                <ns2:creationId id="{B385A3DF-6871-4AC8-BF28-9D1580CA3D74}"/>
              </a:ext>
            </a:extLst>
          </ns0:cNvPr>
          <ns0:cNvSpPr>
            <a:spLocks noGrp="1"/>
          </ns0:cNvSpPr>
          <ns0:nvPr/>
        </ns0:nvSpPr>
        <ns0:spPr>
          <a:xfrm>
            <a:off x="5715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CLOUDWALK AKIRA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R$ 308,2 mi · Sub atual 5,3%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3,0% · Estr. 3,0%</a:t>
            </a:r>
          </a:p>
        </ns0:txBody>
      </ns0:sp>
      <ns0:sp>
        <ns0:nvSpPr>
          <ns0:cNvPr id="16" name="mvp-band-structural_mvp_adquirencia-2">
            <a:extLst>
              <a:ext uri="{FF2B5EF4-FFF2-40B4-BE49-F238E27FC236}">
                <ns2:creationId id="{D2987B4E-B955-4F8C-93EA-560DB17DD84E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7E43E8AC-1509-4D06-94B7-F84B2C03F29A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card-structural_mvp_adquirencia-54083697000130">
            <a:extLst>
              <a:ext uri="{FF2B5EF4-FFF2-40B4-BE49-F238E27FC236}">
                <ns2:creationId id="{7F35BCA7-2AC8-4052-BF4A-ADC134870451}"/>
              </a:ext>
            </a:extLst>
          </ns0:cNvPr>
          <ns0:cNvSpPr>
            <a:spLocks noGrp="1"/>
          </ns0:cNvSpPr>
          <ns0:nvPr/>
        </ns0:nvSpPr>
        <ns0:spPr>
          <a:xfrm>
            <a:off x="24257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PERNAMBUCANAS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R$ 226,6 mi · Sub atual 10,9%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10,0% · Estr. 10,0%</a:t>
            </a:r>
          </a:p>
        </ns0:txBody>
      </ns0:sp>
      <ns0:sp>
        <ns0:nvSpPr>
          <ns0:cNvPr id="19" name="mvp-card-structural_mvp_adquirencia-45598747000121">
            <a:extLst>
              <a:ext uri="{FF2B5EF4-FFF2-40B4-BE49-F238E27FC236}">
                <ns2:creationId id="{C6EE8279-AEA5-4B04-83DE-FA632EBE89E1}"/>
              </a:ext>
            </a:extLst>
          </ns0:cNvPr>
          <ns0:cNvSpPr>
            <a:spLocks noGrp="1"/>
          </ns0:cNvSpPr>
          <ns0:nvPr/>
        </ns0:nvSpPr>
        <ns0:spPr>
          <a:xfrm>
            <a:off x="24257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SUMUP SOLO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R$ 378,1 mi · Sub atual 10,2%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4,8%* · Estr. 4,8%*</a:t>
            </a:r>
          </a:p>
        </ns0:txBody>
      </ns0:sp>
      <ns0:sp>
        <ns0:nvSpPr>
          <ns0:cNvPr id="20" name="mvp-card-structural_mvp_adquirencia-50857998000113">
            <a:extLst>
              <a:ext uri="{FF2B5EF4-FFF2-40B4-BE49-F238E27FC236}">
                <ns2:creationId id="{6A965CD0-A9FA-4A03-8CCA-C4F2B0AF27A6}"/>
              </a:ext>
            </a:extLst>
          </ns0:cNvPr>
          <ns0:cNvSpPr>
            <a:spLocks noGrp="1"/>
          </ns0:cNvSpPr>
          <ns0:nvPr/>
        </ns0:nvSpPr>
        <ns0:spPr>
          <a:xfrm>
            <a:off x="24257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LEO MADEIRAS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R$ 177,0 mi · Sub atual 12,6%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1" name="mvp-band-structural_mvp_adquirencia-3">
            <a:extLst>
              <a:ext uri="{FF2B5EF4-FFF2-40B4-BE49-F238E27FC236}">
                <ns2:creationId id="{88CB8D57-1ED5-43E4-8B1C-1F47735DBFE6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9D6D2475-4460-4A10-A36C-44C5954CD7B8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3" name="mvp-band-structural_mvp_adquirencia-4">
            <a:extLst>
              <a:ext uri="{FF2B5EF4-FFF2-40B4-BE49-F238E27FC236}">
                <ns2:creationId id="{A60640CE-B131-42F2-9091-1877F0843C74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FD7AB389-668D-417B-BD6E-E5486B4BBD84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5" name="mvp-card-structural_mvp_adquirencia-52271464000136">
            <a:extLst>
              <a:ext uri="{FF2B5EF4-FFF2-40B4-BE49-F238E27FC236}">
                <ns2:creationId id="{4C1F3992-0BD5-4218-A13E-A208855934D2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KIWIFY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R$ 347,3 mi · Sub atual 20,2%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6,0% · Estr. N/D*</a:t>
            </a:r>
          </a:p>
        </ns0:txBody>
      </ns0:sp>
      <ns0:sp>
        <ns0:nvSpPr>
          <ns0:cNvPr id="26" name="mvp-band-structural_mvp_adquirencia-5">
            <a:extLst>
              <a:ext uri="{FF2B5EF4-FFF2-40B4-BE49-F238E27FC236}">
                <ns2:creationId id="{19834E1D-DD7E-4711-AA36-B2F042BB1A3B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D51DE940-4833-40A8-A684-5B178358B74F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8" name="mvp-card-structural_mvp_adquirencia-50473039000102">
            <a:extLst>
              <a:ext uri="{FF2B5EF4-FFF2-40B4-BE49-F238E27FC236}">
                <ns2:creationId id="{138D8139-E3FE-4CC8-A5E6-18B95D6CF7B7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SELLER FIDC SEGMENTO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R$ 3,7 bi · Sub atual 51,3%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29" name="mvp-band-structural_mvp_adquirencia-6">
            <a:extLst>
              <a:ext uri="{FF2B5EF4-FFF2-40B4-BE49-F238E27FC236}">
                <ns2:creationId id="{2AC92264-B0E2-43D4-AD5D-3951B9D410D9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CB1CA54A-0F4D-44C2-96A6-F682DAA6DD59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1" name="mvp-card-structural_mvp_adquirencia-28169275000172">
            <a:extLst>
              <a:ext uri="{FF2B5EF4-FFF2-40B4-BE49-F238E27FC236}">
                <ns2:creationId id="{C0998E9A-34F5-42C5-A365-EC767C30C03E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PAGSEGURO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R$ 6,2 bi · Sub atual 63,2%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50,0% · Estr. N/D*</a:t>
            </a:r>
          </a:p>
        </ns0:txBody>
      </ns0:sp>
      <ns0:sp>
        <ns0:nvSpPr>
          <ns0:cNvPr id="32" name="mvp-card-structural_mvp_adquirencia-38376526000143">
            <a:extLst>
              <a:ext uri="{FF2B5EF4-FFF2-40B4-BE49-F238E27FC236}">
                <ns2:creationId id="{18D2CDC3-573E-4C6C-8068-17027F183913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HOTFUND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R$ 1,7 bi · Sub atual 76,4%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21,0% · Estr. N/D*</a:t>
            </a:r>
          </a:p>
        </ns0:txBody>
      </ns0:sp>
      <ns0:sp>
        <ns0:nvSpPr>
          <ns0:cNvPr id="33" name="mvp-card-structural_mvp_adquirencia-40919667000107">
            <a:extLst>
              <a:ext uri="{FF2B5EF4-FFF2-40B4-BE49-F238E27FC236}">
                <ns2:creationId id="{F3069D2D-EC4E-40A6-BC34-E958CAC83F61}"/>
              </a:ext>
            </a:extLst>
          </ns0:cNvPr>
          <ns0:cNvSpPr>
            <a:spLocks noGrp="1"/>
          </ns0:cNvSpPr>
          <ns0:nvPr/>
        </ns0:nvSpPr>
        <ns0:spPr>
          <a:xfrm>
            <a:off x="98425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RECARGAPAY 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R$ 281,5 mi · Sub atual 98,0%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F17C1430-6CAB-4E49-B17A-555D9EBEC4D6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922785085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40" name="">
            <a:extLst>
              <a:ext uri="{FF2B5EF4-FFF2-40B4-BE49-F238E27FC236}">
                <ns2:creationId id="{DF264EC9-DEA6-4BCB-8C48-D5BD79D4216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AGRO / REVENDA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AEAE9F5-6DD2-4EBF-A476-AA9BC146E8A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 / Revenda | 2 veículos comparáveis estão abaixo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2EB04DA-FB38-4DA8-BF78-0C874DEFAD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C09AF7E-77DD-4418-8321-EC80E764CDD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7B17BCC-AB6F-4749-BA26-B84023A3BC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B5B5AF6-A5C1-45E9-A2A0-100F061EA95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sp>
        <ns0:nvSpPr>
          <ns0:cNvPr id="7" name="mvp-summary-structural_mvp_agro_revenda-1">
            <a:extLst>
              <a:ext uri="{FF2B5EF4-FFF2-40B4-BE49-F238E27FC236}">
                <ns2:creationId id="{D6D7669A-FDE9-46B1-AEF1-F37FA5BBE442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17/35 CNPJs · R$ 6,5 bi de R$ 7,1 bi</a:t>
            </a:r>
          </a:p>
        </ns0:txBody>
      </ns0:sp>
      <ns0:sp>
        <ns0:nvSpPr>
          <ns0:cNvPr id="8" name="mvp-summary-structural_mvp_agro_revenda-2">
            <a:extLst>
              <a:ext uri="{FF2B5EF4-FFF2-40B4-BE49-F238E27FC236}">
                <ns2:creationId id="{B60E86D1-963E-4A73-A4A4-B6593531ADF0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0 pares com Sub/PL atual</a:t>
            </a:r>
          </a:p>
        </ns0:txBody>
      </ns0:sp>
      <ns0:sp>
        <ns0:nvSpPr>
          <ns0:cNvPr id="9" name="mvp-summary-structural_mvp_agro_revenda-3">
            <a:extLst>
              <a:ext uri="{FF2B5EF4-FFF2-40B4-BE49-F238E27FC236}">
                <ns2:creationId id="{101C0F71-10F7-46DA-92F6-1DD0AD4E9FE2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agro_revenda-1">
            <a:extLst>
              <a:ext uri="{FF2B5EF4-FFF2-40B4-BE49-F238E27FC236}">
                <ns2:creationId id="{C5206B3D-6DF9-4973-8B7A-3810A46CC545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2B979D4-7920-4482-974E-B491A18F2DDC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agro_revenda-52968533000165">
            <a:extLst>
              <a:ext uri="{FF2B5EF4-FFF2-40B4-BE49-F238E27FC236}">
                <ns2:creationId id="{5EA509F3-6F97-4209-8766-8AA5DDC636EA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MCPO*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R$ 113,3 mi · Sub atual 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N/D · Estr. 20,0%*</a:t>
            </a:r>
          </a:p>
        </ns0:txBody>
      </ns0:sp>
      <ns0:sp>
        <ns0:nvSpPr>
          <ns0:cNvPr id="13" name="mvp-band-structural_mvp_agro_revenda-2">
            <a:extLst>
              <a:ext uri="{FF2B5EF4-FFF2-40B4-BE49-F238E27FC236}">
                <ns2:creationId id="{7CA4B75E-63E1-4034-B2FC-1AFC902509AD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B12938E-3FAB-41E1-B343-74D205834B7F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5" name="mvp-band-structural_mvp_agro_revenda-3">
            <a:extLst>
              <a:ext uri="{FF2B5EF4-FFF2-40B4-BE49-F238E27FC236}">
                <ns2:creationId id="{DFB83122-232A-470F-811F-4FE1ACBAB977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0AC42C14-9770-4451-9B5F-74EE68B91D1D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7" name="mvp-card-structural_mvp_agro_revenda-57270666000187">
            <a:extLst>
              <a:ext uri="{FF2B5EF4-FFF2-40B4-BE49-F238E27FC236}">
                <ns2:creationId id="{4A867A56-8532-4F5A-8083-DFE2DB648B7F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MOBILITAS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R$ 53,0 mi · Sub atual 15,1%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18" name="mvp-band-structural_mvp_agro_revenda-4">
            <a:extLst>
              <a:ext uri="{FF2B5EF4-FFF2-40B4-BE49-F238E27FC236}">
                <ns2:creationId id="{8150CFF0-0561-4C2C-AEA1-5DBEA5CC43B8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5F97C02-9407-4E71-8C3E-CEC67D5E83A9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agro_revenda-33076242000118">
            <a:extLst>
              <a:ext uri="{FF2B5EF4-FFF2-40B4-BE49-F238E27FC236}">
                <ns2:creationId id="{885D8BE0-44CC-45C0-8ABF-18D44FF9E108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WORKCAP AGRO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R$ 443,2 mi · Sub atual 21,6%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20,0% · Estr. 20,0%</a:t>
            </a:r>
          </a:p>
        </ns0:txBody>
      </ns0:sp>
      <ns0:sp>
        <ns0:nvSpPr>
          <ns0:cNvPr id="21" name="mvp-card-structural_mvp_agro_revenda-47280025000150">
            <a:extLst>
              <a:ext uri="{FF2B5EF4-FFF2-40B4-BE49-F238E27FC236}">
                <ns2:creationId id="{BAF27BF4-E460-4E49-BF92-D48D92687255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FIDC AGRO CAPITAL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R$ 522,1 mi · Sub atual 32,2%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30,0% · Estr. 30,0%</a:t>
            </a:r>
          </a:p>
        </ns0:txBody>
      </ns0:sp>
      <ns0:sp>
        <ns0:nvSpPr>
          <ns0:cNvPr id="22" name="mvp-card-structural_mvp_agro_revenda-58171340000165">
            <a:extLst>
              <a:ext uri="{FF2B5EF4-FFF2-40B4-BE49-F238E27FC236}">
                <ns2:creationId id="{A9070A33-3B3F-4801-A059-B76FD40A8909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FRIMESA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R$ 357,7 mi · Sub atual 21,0%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1,0% · Estr. N/D*</a:t>
            </a:r>
          </a:p>
        </ns0:txBody>
      </ns0:sp>
      <ns0:sp>
        <ns0:nvSpPr>
          <ns0:cNvPr id="23" name="mvp-card-structural_mvp_agro_revenda-54857414000160">
            <a:extLst>
              <a:ext uri="{FF2B5EF4-FFF2-40B4-BE49-F238E27FC236}">
                <ns2:creationId id="{73F4D6AD-6BFA-485E-8F7C-21A640B5A7BA}"/>
              </a:ext>
            </a:extLst>
          </ns0:cNvPr>
          <ns0:cNvSpPr>
            <a:spLocks noGrp="1"/>
          </ns0:cNvSpPr>
          <ns0:nvPr/>
        </ns0:nvSpPr>
        <ns0:spPr>
          <a:xfrm>
            <a:off x="61341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INDIE MERX RAIZ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R$ 104,2 mi · Sub atual 27,5%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4" name="mvp-card-structural_mvp_agro_revenda-57752597000148">
            <a:extLst>
              <a:ext uri="{FF2B5EF4-FFF2-40B4-BE49-F238E27FC236}">
                <ns2:creationId id="{EB26BBC2-4374-471E-AB15-5E2B62AD88A3}"/>
              </a:ext>
            </a:extLst>
          </ns0:cNvPr>
          <ns0:cNvSpPr>
            <a:spLocks noGrp="1"/>
          </ns0:cNvSpPr>
          <ns0:nvPr/>
        </ns0:nvSpPr>
        <ns0:spPr>
          <a:xfrm>
            <a:off x="61341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AGROMERCANTIL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R$ 68,7 mi · Sub atual 32,5%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30,0% · Estr. N/D*</a:t>
            </a:r>
          </a:p>
        </ns0:txBody>
      </ns0:sp>
      <ns0:sp>
        <ns0:nvSpPr>
          <ns0:cNvPr id="25" name="mvp-band-structural_mvp_agro_revenda-5">
            <a:extLst>
              <a:ext uri="{FF2B5EF4-FFF2-40B4-BE49-F238E27FC236}">
                <ns2:creationId id="{49CA2ADD-B35D-4315-B7A7-0DB733B49447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B6FE3C63-C2BA-4F60-8AAE-E9C0BBBB0BD8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7" name="mvp-card-structural_mvp_agro_revenda-50536324000117">
            <a:extLst>
              <a:ext uri="{FF2B5EF4-FFF2-40B4-BE49-F238E27FC236}">
                <ns2:creationId id="{205E3EBE-3FF7-40DF-82A2-94D5420021CB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MAQNELSON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R$ 100,0 mi · Sub atual 49,2%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28" name="mvp-card-structural_mvp_agro_revenda-37035970000132">
            <a:extLst>
              <a:ext uri="{FF2B5EF4-FFF2-40B4-BE49-F238E27FC236}">
                <ns2:creationId id="{D1E8D251-5E48-45BA-90B1-D8B836A63215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CD CASH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R$ 291,8 mi · Sub atual 46,8%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30,0% · Estr. N/D*</a:t>
            </a:r>
          </a:p>
        </ns0:txBody>
      </ns0:sp>
      <ns0:sp>
        <ns0:nvSpPr>
          <ns0:cNvPr id="29" name="mvp-card-structural_mvp_agro_revenda-45523699000102">
            <a:extLst>
              <a:ext uri="{FF2B5EF4-FFF2-40B4-BE49-F238E27FC236}">
                <ns2:creationId id="{BF8A2740-9975-401D-9B4A-0AF50A2514D3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VIXTRA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R$ 233,6 mi · Sub atual 38,2%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30" name="mvp-card-structural_mvp_agro_revenda-47425750000179">
            <a:extLst>
              <a:ext uri="{FF2B5EF4-FFF2-40B4-BE49-F238E27FC236}">
                <ns2:creationId id="{1A449AE7-1A9D-4187-8A82-22C5AD480588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CEREALIS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R$ 215,3 mi · Sub atual 53,0%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25,0% · Estr. N/D*</a:t>
            </a:r>
          </a:p>
        </ns0:txBody>
      </ns0:sp>
      <ns0:sp>
        <ns0:nvSpPr>
          <ns0:cNvPr id="31" name="mvp-band-structural_mvp_agro_revenda-6">
            <a:extLst>
              <a:ext uri="{FF2B5EF4-FFF2-40B4-BE49-F238E27FC236}">
                <ns2:creationId id="{95739E4A-D0CF-4D2D-AC5A-7FFA4E83BF3C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2" name="">
            <a:extLst>
              <a:ext uri="{FF2B5EF4-FFF2-40B4-BE49-F238E27FC236}">
                <ns2:creationId id="{D017FDF1-639D-4DE2-A4A2-9A4E5DA3B103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3" name="mvp-card-structural_mvp_agro_revenda-29492605000129">
            <a:extLst>
              <a:ext uri="{FF2B5EF4-FFF2-40B4-BE49-F238E27FC236}">
                <ns2:creationId id="{490BC16F-EE8F-4EBA-97C6-518AB2229D47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GAZIN MULTISSEGMENTOS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R$ 2,5 bi · Sub atual 67,6%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51,0% · Estr. 51,0%</a:t>
            </a:r>
          </a:p>
        </ns0:txBody>
      </ns0:sp>
      <ns0:sp>
        <ns0:nvSpPr>
          <ns0:cNvPr id="34" name="mvp-card-structural_mvp_agro_revenda-29226654000110">
            <a:extLst>
              <a:ext uri="{FF2B5EF4-FFF2-40B4-BE49-F238E27FC236}">
                <ns2:creationId id="{CD844299-A4EE-4289-8A23-6566CE79CB52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INVESTCRED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R$ 1,2 bi · Sub atual 79,6%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67,4%* · Estr. 67,4%*</a:t>
            </a:r>
          </a:p>
        </ns0:txBody>
      </ns0:sp>
      <ns0:sp>
        <ns0:nvSpPr>
          <ns0:cNvPr id="35" name="mvp-card-structural_mvp_agro_revenda-43866348000179">
            <a:extLst>
              <a:ext uri="{FF2B5EF4-FFF2-40B4-BE49-F238E27FC236}">
                <ns2:creationId id="{DC8ECDD1-1349-4BD0-A35A-B9FB004FCA3F}"/>
              </a:ext>
            </a:extLst>
          </ns0:cNvPr>
          <ns0:cNvSpPr>
            <a:spLocks noGrp="1"/>
          </ns0:cNvSpPr>
          <ns0:nvPr/>
        </ns0:nvSpPr>
        <ns0:spPr>
          <a:xfrm>
            <a:off x="98425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OPEA AGRO SUMITOMO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R$ 256,0 mi · Sub atual 65,4%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36" name="mvp-card-structural_mvp_agro_revenda-51554551000138">
            <a:extLst>
              <a:ext uri="{FF2B5EF4-FFF2-40B4-BE49-F238E27FC236}">
                <ns2:creationId id="{C7CD0516-8EF1-4C90-A361-6552D8C169F0}"/>
              </a:ext>
            </a:extLst>
          </ns0:cNvPr>
          <ns0:cNvSpPr>
            <a:spLocks noGrp="1"/>
          </ns0:cNvSpPr>
          <ns0:nvPr/>
        </ns0:nvSpPr>
        <ns0:spPr>
          <a:xfrm>
            <a:off x="98425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CLASSE ÚNICA DO FIDC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R$ 64,5 mi · Sub atual 100,0%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37" name="mvp-card-structural_mvp_agro_revenda-47151680000108">
            <a:extLst>
              <a:ext uri="{FF2B5EF4-FFF2-40B4-BE49-F238E27FC236}">
                <ns2:creationId id="{A7F150AC-0007-4C43-AC1A-BDE22E705EF9}"/>
              </a:ext>
            </a:extLst>
          </ns0:cNvPr>
          <ns0:cNvSpPr>
            <a:spLocks noGrp="1"/>
          </ns0:cNvSpPr>
          <ns0:nvPr/>
        </ns0:nvSpPr>
        <ns0:spPr>
          <a:xfrm>
            <a:off x="9842500" y="40100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FARM TECH IBBA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R$ 9,4 mi · Sub atual 100,1%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20,0%*</a:t>
            </a:r>
          </a:p>
        </ns0:txBody>
      </ns0:sp>
      <ns0:sp>
        <ns0:nvSpPr>
          <ns0:cNvPr id="38" name="mvp-card-structural_mvp_agro_revenda-43616659000180">
            <a:extLst>
              <a:ext uri="{FF2B5EF4-FFF2-40B4-BE49-F238E27FC236}">
                <ns2:creationId id="{E2FC7483-EE61-4389-A9B5-ADD12D55FF69}"/>
              </a:ext>
            </a:extLst>
          </ns0:cNvPr>
          <ns0:cNvSpPr>
            <a:spLocks noGrp="1"/>
          </ns0:cNvSpPr>
          <ns0:nvPr/>
        </ns0:nvSpPr>
        <ns0:spPr>
          <a:xfrm>
            <a:off x="9842500" y="4467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TALÓ 1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R$ 7,0 mi · Sub atual 100,0%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A6669430-039E-47FB-8097-BF65B5DA621B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352552965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4" name="">
            <a:extLst>
              <a:ext uri="{FF2B5EF4-FFF2-40B4-BE49-F238E27FC236}">
                <ns2:creationId id="{BA3AFDEA-FEEF-4D8E-9EFC-45B7BB1CF1D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RISCO CORPORATIVO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BFF3965-F4BF-4683-99DC-E95DD05332A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Risco Corporativo | 1 veículo comparável está abaixo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373A42A-253C-4632-BF15-D4B86421AE8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B8E9896-384C-482C-B326-73E9762DB2C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F09116B-7CDC-4634-81EA-920C0ABBF4B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E0DB240-D4A9-4EA8-A68A-023685AF605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7" name="mvp-summary-structural_mvp_risco_corporativo-1">
            <a:extLst>
              <a:ext uri="{FF2B5EF4-FFF2-40B4-BE49-F238E27FC236}">
                <ns2:creationId id="{D8C0E1F1-D15D-4C9B-9DEA-368B22B8A9B8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11/13 CNPJs · R$ 5,5 bi de R$ 6,7 bi</a:t>
            </a:r>
          </a:p>
        </ns0:txBody>
      </ns0:sp>
      <ns0:sp>
        <ns0:nvSpPr>
          <ns0:cNvPr id="8" name="mvp-summary-structural_mvp_risco_corporativo-2">
            <a:extLst>
              <a:ext uri="{FF2B5EF4-FFF2-40B4-BE49-F238E27FC236}">
                <ns2:creationId id="{0418F31A-8736-481B-AE86-FCBB07180FE3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0 pares com Sub/PL atual</a:t>
            </a:r>
          </a:p>
        </ns0:txBody>
      </ns0:sp>
      <ns0:sp>
        <ns0:nvSpPr>
          <ns0:cNvPr id="9" name="mvp-summary-structural_mvp_risco_corporativo-3">
            <a:extLst>
              <a:ext uri="{FF2B5EF4-FFF2-40B4-BE49-F238E27FC236}">
                <ns2:creationId id="{E60484EA-26EC-4B67-87AA-9722DCA533A6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risco_corporativo-1">
            <a:extLst>
              <a:ext uri="{FF2B5EF4-FFF2-40B4-BE49-F238E27FC236}">
                <ns2:creationId id="{834E66DB-BAFA-4670-8156-9B09F6024300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ECB2DE2-F968-4BFF-BC3D-2926062DA3C1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risco_corporativo-62393829000159">
            <a:extLst>
              <a:ext uri="{FF2B5EF4-FFF2-40B4-BE49-F238E27FC236}">
                <ns2:creationId id="{F7FF9B5D-6A5A-4459-A33B-7B445B4803F1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MÉDICI · BRF/MARFRIG*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R$ 3,1 bi · Sub atual 5,5%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5,0% · Estr. 5,0%</a:t>
            </a:r>
          </a:p>
        </ns0:txBody>
      </ns0:sp>
      <ns0:sp>
        <ns0:nvSpPr>
          <ns0:cNvPr id="13" name="mvp-band-structural_mvp_risco_corporativo-2">
            <a:extLst>
              <a:ext uri="{FF2B5EF4-FFF2-40B4-BE49-F238E27FC236}">
                <ns2:creationId id="{41CA5DAB-6BEE-48E6-9B66-285BBE8047B0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EFFA37BD-F045-4FE4-8051-52AD300C4562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5" name="mvp-band-structural_mvp_risco_corporativo-3">
            <a:extLst>
              <a:ext uri="{FF2B5EF4-FFF2-40B4-BE49-F238E27FC236}">
                <ns2:creationId id="{35CE8CE9-8077-405F-95CF-079494A9D5FE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5559C230-20AF-4A40-A84B-D2671B33A55A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7" name="mvp-card-structural_mvp_risco_corporativo-65873297000145">
            <a:extLst>
              <a:ext uri="{FF2B5EF4-FFF2-40B4-BE49-F238E27FC236}">
                <ns2:creationId id="{AB6A2F20-9D1B-4B3B-8DDA-E306F626104F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ARCELORMITTAL*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R$ 162,6 mi · Sub atual 18,6%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12,0% · Estr. 12,0%</a:t>
            </a:r>
          </a:p>
        </ns0:txBody>
      </ns0:sp>
      <ns0:sp>
        <ns0:nvSpPr>
          <ns0:cNvPr id="18" name="mvp-card-structural_mvp_risco_corporativo-63679792000192">
            <a:extLst>
              <a:ext uri="{FF2B5EF4-FFF2-40B4-BE49-F238E27FC236}">
                <ns2:creationId id="{15F270D6-EAAE-45E2-9CC1-3FD349C6A0C9}"/>
              </a:ext>
            </a:extLst>
          </ns0:cNvPr>
          <ns0:cNvSpPr>
            <a:spLocks noGrp="1"/>
          </ns0:cNvSpPr>
          <ns0:nvPr/>
        </ns0:nvSpPr>
        <ns0:spPr>
          <a:xfrm>
            <a:off x="42799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BLUE HEALTH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R$ 142,2 mi · Sub atual 19,3%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19" name="mvp-band-structural_mvp_risco_corporativo-4">
            <a:extLst>
              <a:ext uri="{FF2B5EF4-FFF2-40B4-BE49-F238E27FC236}">
                <ns2:creationId id="{0680919F-6132-4B7E-8DD5-487F1D5BAF6B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779AEA11-84C7-4B0A-9FEB-426500DB6FC9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1" name="mvp-card-structural_mvp_risco_corporativo-52100879000147">
            <a:extLst>
              <a:ext uri="{FF2B5EF4-FFF2-40B4-BE49-F238E27FC236}">
                <ns2:creationId id="{2F17FB43-69DB-4169-8348-F9C799900D68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SOTREQ*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R$ 205,2 mi · Sub atual 23,6%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22" name="mvp-card-structural_mvp_risco_corporativo-31570767000180">
            <a:extLst>
              <a:ext uri="{FF2B5EF4-FFF2-40B4-BE49-F238E27FC236}">
                <ns2:creationId id="{9275B8ED-9BBC-4591-A418-B885A33C1E96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TRADEPAY VAREJO 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R$ 702,1 mi · Sub atual 23,3%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3" name="mvp-card-structural_mvp_risco_corporativo-52340225000190">
            <a:extLst>
              <a:ext uri="{FF2B5EF4-FFF2-40B4-BE49-F238E27FC236}">
                <ns2:creationId id="{AF1546C3-CD51-4072-A070-31F1F844183D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INOVA CREDTECH III*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R$ 86,1 mi · Sub atual 22,2%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7,5% · Estr. N/D*</a:t>
            </a:r>
          </a:p>
        </ns0:txBody>
      </ns0:sp>
      <ns0:sp>
        <ns0:nvSpPr>
          <ns0:cNvPr id="24" name="mvp-band-structural_mvp_risco_corporativo-5">
            <a:extLst>
              <a:ext uri="{FF2B5EF4-FFF2-40B4-BE49-F238E27FC236}">
                <ns2:creationId id="{F6C12DA5-F6FB-44F4-BF78-B21F6E58905F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BCCF2886-01CA-4238-8D8B-4E383C8FD235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6" name="mvp-card-structural_mvp_risco_corporativo-63622842000103">
            <a:extLst>
              <a:ext uri="{FF2B5EF4-FFF2-40B4-BE49-F238E27FC236}">
                <ns2:creationId id="{57815049-270F-479E-B7DD-8D9A745AA6A7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DESBRAVA UNO ARTIGOS*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R$ 343,6 mi · Sub atual 50,4%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27" name="mvp-card-structural_mvp_risco_corporativo-63657457000193">
            <a:extLst>
              <a:ext uri="{FF2B5EF4-FFF2-40B4-BE49-F238E27FC236}">
                <ns2:creationId id="{87C0FAF6-62D3-481F-A377-3BC3AA159C2B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MSV3 RECEBÍVEIS*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R$ 311,5 mi · Sub atual 36,3%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25,0% · Estr. N/D*</a:t>
            </a:r>
          </a:p>
        </ns0:txBody>
      </ns0:sp>
      <ns0:sp>
        <ns0:nvSpPr>
          <ns0:cNvPr id="28" name="mvp-card-structural_mvp_risco_corporativo-38658727000133">
            <a:extLst>
              <a:ext uri="{FF2B5EF4-FFF2-40B4-BE49-F238E27FC236}">
                <ns2:creationId id="{32BE5E60-AA75-4893-B9DE-27EDC2383042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FORNECEDORES MADEIRA*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R$ 196,7 mi · Sub atual 46,9%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26,7%* · Estr. 26,7%*</a:t>
            </a:r>
          </a:p>
        </ns0:txBody>
      </ns0:sp>
      <ns0:sp>
        <ns0:nvSpPr>
          <ns0:cNvPr id="29" name="mvp-card-structural_mvp_risco_corporativo-58476088000100">
            <a:extLst>
              <a:ext uri="{FF2B5EF4-FFF2-40B4-BE49-F238E27FC236}">
                <ns2:creationId id="{82306D8E-E5FB-4181-B497-07B106E82837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SAGA CRÉDITO PRIVADO*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R$ 167,6 mi · Sub atual 38,7%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33,3% · Estr. 33,3%</a:t>
            </a:r>
          </a:p>
        </ns0:txBody>
      </ns0:sp>
      <ns0:sp>
        <ns0:nvSpPr>
          <ns0:cNvPr id="30" name="mvp-band-structural_mvp_risco_corporativo-6">
            <a:extLst>
              <a:ext uri="{FF2B5EF4-FFF2-40B4-BE49-F238E27FC236}">
                <ns2:creationId id="{7BBAD1C7-4371-440C-8BCE-CAEB52B53F13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9095843A-BC9B-44D3-B019-E0E59051FD9B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2" name="mvp-card-structural_mvp_risco_corporativo-58288437000152">
            <a:extLst>
              <a:ext uri="{FF2B5EF4-FFF2-40B4-BE49-F238E27FC236}">
                <ns2:creationId id="{2E59B9A9-899C-4277-8B7B-E9A981ED016C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ALTOMAX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R$ 89,9 mi · Sub atual 64,6%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3808425E-BEC0-4376-A755-AA8975E192BB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072969019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2" name="">
            <a:extLst>
              <a:ext uri="{FF2B5EF4-FFF2-40B4-BE49-F238E27FC236}">
                <ns2:creationId id="{FFE6ADE6-F068-4BD2-96F5-69814445A05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CONSIGNADO INSS E FGTS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3521E9E-1D5F-43A5-A3BE-5C9599C2C67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1523"/>
          </a:bodyPr>
          <a:lstStyle/>
          <a:p>
            <a:pPr algn="l">
              <a:lnSpc>
                <a:spcPct val="100000"/>
              </a:lnSpc>
              <a:buNone/>
              <a:def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Consignado INSS e FGTS | Sub atual e mínimos documentais por veículo; 9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45C1842-8F4C-4BA3-8CF8-24452894F10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8469DCF-1A60-450F-9668-5361D09ABA0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E95B33B-890D-4247-8AC0-7229163C31E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5CC1F06-A428-480A-A4BD-C593FB95E71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7" name="mvp-summary-structural_mvp_consignado-1">
            <a:extLst>
              <a:ext uri="{FF2B5EF4-FFF2-40B4-BE49-F238E27FC236}">
                <ns2:creationId id="{4690C600-F9E0-4012-B4F6-EE1EF8390EE3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9/12 CNPJs · R$ 7,2 bi de R$ 10,5 bi</a:t>
            </a:r>
          </a:p>
        </ns0:txBody>
      </ns0:sp>
      <ns0:sp>
        <ns0:nvSpPr>
          <ns0:cNvPr id="8" name="mvp-summary-structural_mvp_consignado-2">
            <a:extLst>
              <a:ext uri="{FF2B5EF4-FFF2-40B4-BE49-F238E27FC236}">
                <ns2:creationId id="{4205CAAC-AE17-4DE1-9C07-3DB25F6970CF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INSS carteira 14,9% vs. pares 16,1% | FGTS carteira 18,3% vs. pares 17,2%</a:t>
            </a:r>
          </a:p>
        </ns0:txBody>
      </ns0:sp>
      <ns0:sp>
        <ns0:nvSpPr>
          <ns0:cNvPr id="9" name="mvp-summary-structural_mvp_consignado-3">
            <a:extLst>
              <a:ext uri="{FF2B5EF4-FFF2-40B4-BE49-F238E27FC236}">
                <ns2:creationId id="{0BBDA93E-4A5F-4E66-A3AE-E9D1180CBE92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≈ Em linha nos dois grupos</a:t>
            </a:r>
          </a:p>
        </ns0:txBody>
      </ns0:sp>
      <ns0:sp>
        <ns0:nvSpPr>
          <ns0:cNvPr id="10" name="mvp-band-structural_mvp_consignado-1">
            <a:extLst>
              <a:ext uri="{FF2B5EF4-FFF2-40B4-BE49-F238E27FC236}">
                <ns2:creationId id="{3CDDFBB2-227E-4604-8009-022971433102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BFD2360-6148-4F74-B8AA-65E18D718379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band-structural_mvp_consignado-2">
            <a:extLst>
              <a:ext uri="{FF2B5EF4-FFF2-40B4-BE49-F238E27FC236}">
                <ns2:creationId id="{2408D3E3-8D50-4D45-8FAD-FB642CDF5530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FD9131F-80B2-4F17-BB4D-14423F4A2EF0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4" name="mvp-card-structural_mvp_consignado-63546406000194">
            <a:extLst>
              <a:ext uri="{FF2B5EF4-FFF2-40B4-BE49-F238E27FC236}">
                <ns2:creationId id="{9DBAB642-ABB8-4C6C-AC25-3329981BB0C8}"/>
              </a:ext>
            </a:extLst>
          </ns0:cNvPr>
          <ns0:cNvSpPr>
            <a:spLocks noGrp="1"/>
          </ns0:cNvSpPr>
          <ns0:nvPr/>
        </ns0:nvSpPr>
        <ns0:spPr>
          <a:xfrm>
            <a:off x="24257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PINE INSS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R$ 1,2 bi · Sub atual 14,9%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1,5% · Estr. N/D*</a:t>
            </a:r>
          </a:p>
        </ns0:txBody>
      </ns0:sp>
      <ns0:sp>
        <ns0:nvSpPr>
          <ns0:cNvPr id="15" name="mvp-card-structural_mvp_consignado-65347578000164">
            <a:extLst>
              <a:ext uri="{FF2B5EF4-FFF2-40B4-BE49-F238E27FC236}">
                <ns2:creationId id="{A5A74A1A-8AF7-4C97-8A00-6AD90D0DC82E}"/>
              </a:ext>
            </a:extLst>
          </ns0:cNvPr>
          <ns0:cNvSpPr>
            <a:spLocks noGrp="1"/>
          </ns0:cNvSpPr>
          <ns0:nvPr/>
        </ns0:nvSpPr>
        <ns0:spPr>
          <a:xfrm>
            <a:off x="24257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ICRED INSS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R$ 664,8 mi · Sub atual 13,5%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2,5% · Estr. N/D*</a:t>
            </a:r>
          </a:p>
        </ns0:txBody>
      </ns0:sp>
      <ns0:sp>
        <ns0:nvSpPr>
          <ns0:cNvPr id="16" name="mvp-band-structural_mvp_consignado-3">
            <a:extLst>
              <a:ext uri="{FF2B5EF4-FFF2-40B4-BE49-F238E27FC236}">
                <ns2:creationId id="{FDDC84F4-2E72-43E1-B5BA-03B1EBE3D3F1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E4ACFAB-2D25-4313-B7AC-E3E5AFBBDBB0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card-structural_mvp_consignado-65976848000104">
            <a:extLst>
              <a:ext uri="{FF2B5EF4-FFF2-40B4-BE49-F238E27FC236}">
                <ns2:creationId id="{6C355AE7-49E5-4459-9BD8-38018DB44631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AGIBANK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R$ 3,0 bi · Sub atual 15,2%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19" name="mvp-card-structural_mvp_consignado-54810968000102">
            <a:extLst>
              <a:ext uri="{FF2B5EF4-FFF2-40B4-BE49-F238E27FC236}">
                <ns2:creationId id="{E2E29B44-418D-425F-AC4F-BDB5AD8A1BC6}"/>
              </a:ext>
            </a:extLst>
          </ns0:cNvPr>
          <ns0:cNvSpPr>
            <a:spLocks noGrp="1"/>
          </ns0:cNvSpPr>
          <ns0:nvPr/>
        </ns0:nvSpPr>
        <ns0:spPr>
          <a:xfrm>
            <a:off x="42799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R$ 965,3 mi · Sub atual 16,1%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0" name="mvp-card-structural_mvp_consignado-54464892000100">
            <a:extLst>
              <a:ext uri="{FF2B5EF4-FFF2-40B4-BE49-F238E27FC236}">
                <ns2:creationId id="{3543213F-0E60-40F2-9A7E-917BEFD7D9F9}"/>
              </a:ext>
            </a:extLst>
          </ns0:cNvPr>
          <ns0:cNvSpPr>
            <a:spLocks noGrp="1"/>
          </ns0:cNvSpPr>
          <ns0:nvPr/>
        </ns0:nvSpPr>
        <ns0:spPr>
          <a:xfrm>
            <a:off x="42799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MT FGTS RECEIVABLES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R$ 697,5 mi · Sub atual 19,4%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3,5% · Estr. N/D*</a:t>
            </a:r>
          </a:p>
        </ns0:txBody>
      </ns0:sp>
      <ns0:sp>
        <ns0:nvSpPr>
          <ns0:cNvPr id="21" name="mvp-card-structural_mvp_consignado-55401645000128">
            <a:extLst>
              <a:ext uri="{FF2B5EF4-FFF2-40B4-BE49-F238E27FC236}">
                <ns2:creationId id="{6FA79FA1-09A1-427D-8B1B-6F3E3C18D1D5}"/>
              </a:ext>
            </a:extLst>
          </ns0:cNvPr>
          <ns0:cNvSpPr>
            <a:spLocks noGrp="1"/>
          </ns0:cNvSpPr>
          <ns0:nvPr/>
        </ns0:nvSpPr>
        <ns0:spPr>
          <a:xfrm>
            <a:off x="42799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QUATÁ FDC FGTS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R$ 225,0 mi · Sub atual 17,3%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3,0% · Estr. N/D*</a:t>
            </a:r>
          </a:p>
        </ns0:txBody>
      </ns0:sp>
      <ns0:sp>
        <ns0:nvSpPr>
          <ns0:cNvPr id="22" name="mvp-card-structural_mvp_consignado-54252144000164">
            <a:extLst>
              <a:ext uri="{FF2B5EF4-FFF2-40B4-BE49-F238E27FC236}">
                <ns2:creationId id="{FAF0ACAB-A6FF-4494-ABF3-0210DBACFF02}"/>
              </a:ext>
            </a:extLst>
          </ns0:cNvPr>
          <ns0:cNvSpPr>
            <a:spLocks noGrp="1"/>
          </ns0:cNvSpPr>
          <ns0:nvPr/>
        </ns0:nvSpPr>
        <ns0:spPr>
          <a:xfrm>
            <a:off x="42799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J17 FGTS FINANCEIRO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R$ 213,6 mi · Sub atual 15,0%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3" name="mvp-band-structural_mvp_consignado-4">
            <a:extLst>
              <a:ext uri="{FF2B5EF4-FFF2-40B4-BE49-F238E27FC236}">
                <ns2:creationId id="{30CFB0E8-4A98-453E-A411-6D8B74CB3954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7D728E7E-33C8-426B-A490-BFAE0F8E0B1A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5" name="mvp-card-structural_mvp_consignado-53577135000180">
            <a:extLst>
              <a:ext uri="{FF2B5EF4-FFF2-40B4-BE49-F238E27FC236}">
                <ns2:creationId id="{A62CB189-39EF-418C-B49A-1611E4992508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R$ 249,7 mi · Sub atual 22,0%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6" name="mvp-card-structural_mvp_consignado-53270983000142">
            <a:extLst>
              <a:ext uri="{FF2B5EF4-FFF2-40B4-BE49-F238E27FC236}">
                <ns2:creationId id="{8AECAC5A-BDD9-4401-9994-850F1E39CC87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+AG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R$ 71,1 mi · Sub atual 20,2%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8,0% · Estr. N/D*</a:t>
            </a:r>
          </a:p>
        </ns0:txBody>
      </ns0:sp>
      <ns0:sp>
        <ns0:nvSpPr>
          <ns0:cNvPr id="27" name="mvp-band-structural_mvp_consignado-5">
            <a:extLst>
              <a:ext uri="{FF2B5EF4-FFF2-40B4-BE49-F238E27FC236}">
                <ns2:creationId id="{866F3C30-BCB4-4D78-A5EF-4D408686B7BF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1623A7DD-DA7C-4E7D-96CA-C009D0C7CA45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9" name="mvp-band-structural_mvp_consignado-6">
            <a:extLst>
              <a:ext uri="{FF2B5EF4-FFF2-40B4-BE49-F238E27FC236}">
                <ns2:creationId id="{74B6A528-85FE-4ACC-96FD-AEF62ED9F996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5F9C0DAD-6334-46FA-8F29-2587D813751B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1" name="">
            <a:extLst>
              <a:ext uri="{FF2B5EF4-FFF2-40B4-BE49-F238E27FC236}">
                <ns2:creationId id="{44961AB6-2934-4C50-B185-1EE318435761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2040152620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A5DA3B6C-A426-40E4-A999-0A4699D6573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FACTORING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8A50F59-DC2C-433D-828B-336AC455F89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852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Factoring | Sub atual e mínimos documentais por veículo; 3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4EC85B7-9FE5-436A-9720-CCC4AD30E38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BDE99F5-369C-41C2-94D9-ED3B015F303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28375F3-A100-452D-9961-0E349A120B3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FBBFF90-EFDF-4646-8AEB-B7DCD27CC6C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sp>
        <ns0:nvSpPr>
          <ns0:cNvPr id="7" name="mvp-summary-structural_mvp_factoring-1">
            <a:extLst>
              <a:ext uri="{FF2B5EF4-FFF2-40B4-BE49-F238E27FC236}">
                <ns2:creationId id="{DD7B2277-44F2-49A4-A0CD-603045BDC82A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3/4 CNPJs · R$ 4,2 bi de R$ 4,4 bi</a:t>
            </a:r>
          </a:p>
        </ns0:txBody>
      </ns0:sp>
      <ns0:sp>
        <ns0:nvSpPr>
          <ns0:cNvPr id="8" name="mvp-summary-structural_mvp_factoring-2">
            <a:extLst>
              <a:ext uri="{FF2B5EF4-FFF2-40B4-BE49-F238E27FC236}">
                <ns2:creationId id="{FEA08FDC-86EA-4955-8B21-B53816BEEF04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 pares com Sub/PL atual</a:t>
            </a:r>
          </a:p>
        </ns0:txBody>
      </ns0:sp>
      <ns0:sp>
        <ns0:nvSpPr>
          <ns0:cNvPr id="9" name="mvp-summary-structural_mvp_factoring-3">
            <a:extLst>
              <a:ext uri="{FF2B5EF4-FFF2-40B4-BE49-F238E27FC236}">
                <ns2:creationId id="{677E2D27-58DF-4BBF-B57A-1E1F212EBF99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factoring-1">
            <a:extLst>
              <a:ext uri="{FF2B5EF4-FFF2-40B4-BE49-F238E27FC236}">
                <ns2:creationId id="{33901171-B207-42D4-9548-00C3A461A81C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15ED36F5-C43B-4CB0-A7B2-F9AF5EF420D7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band-structural_mvp_factoring-2">
            <a:extLst>
              <a:ext uri="{FF2B5EF4-FFF2-40B4-BE49-F238E27FC236}">
                <ns2:creationId id="{0B04958A-DF6D-42ED-8AC6-6E2DAB1F180D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539174F6-4934-4C90-A74C-74A26C9C683E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4" name="mvp-band-structural_mvp_factoring-3">
            <a:extLst>
              <a:ext uri="{FF2B5EF4-FFF2-40B4-BE49-F238E27FC236}">
                <ns2:creationId id="{4CC94EF7-B7A9-4833-BD19-16E8AF44A7B8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9165A69E-723F-4F51-BBDA-B36DA8D8BA70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6" name="mvp-band-structural_mvp_factoring-4">
            <a:extLst>
              <a:ext uri="{FF2B5EF4-FFF2-40B4-BE49-F238E27FC236}">
                <ns2:creationId id="{219833DC-3E6E-4EEA-84BC-8815E127120E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13C4886-242D-40CF-B91D-8B9BC8532DEA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band-structural_mvp_factoring-5">
            <a:extLst>
              <a:ext uri="{FF2B5EF4-FFF2-40B4-BE49-F238E27FC236}">
                <ns2:creationId id="{C4A12115-0BF2-41BF-8CAE-332B6BBFD366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45AE4668-EFB2-401A-9B0D-8288E83224AA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factoring-18185812000114">
            <a:extLst>
              <a:ext uri="{FF2B5EF4-FFF2-40B4-BE49-F238E27FC236}">
                <ns2:creationId id="{5CF7A094-4EFC-4ACE-8E1B-AB5F9600CA67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GAVEA SUL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R$ 562,0 mi · Sub atual 45,8%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22,0% · Estr. N/D*</a:t>
            </a:r>
          </a:p>
        </ns0:txBody>
      </ns0:sp>
      <ns0:sp>
        <ns0:nvSpPr>
          <ns0:cNvPr id="21" name="mvp-card-structural_mvp_factoring-17468142000180">
            <a:extLst>
              <a:ext uri="{FF2B5EF4-FFF2-40B4-BE49-F238E27FC236}">
                <ns2:creationId id="{D5BB62BC-7D77-446C-8EC2-8DBBC51AF473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VALOREM MULTISETORIAL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R$ 511,8 mi · Sub atual 47,1%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2" name="mvp-band-structural_mvp_factoring-6">
            <a:extLst>
              <a:ext uri="{FF2B5EF4-FFF2-40B4-BE49-F238E27FC236}">
                <ns2:creationId id="{FDE3F4B6-E723-4E53-9809-A814671D9149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A9DD5F3-38B4-42D1-A9B7-D244BB0C7131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4" name="mvp-card-structural_mvp_factoring-11468186000124">
            <a:extLst>
              <a:ext uri="{FF2B5EF4-FFF2-40B4-BE49-F238E27FC236}">
                <ns2:creationId id="{18CBE5E2-25AE-4DE6-A023-A56DDBE58BC6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ATLANTA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R$ 3,1 bi · Sub atual 79,7%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50,0% · Estr. N/D*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B50A5783-82AB-4592-B3F9-3E0167F8F0D4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295575062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11DB2BBC-8E83-41C8-BC3E-2BB01CE97A4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8BB825A-15D7-44F0-AC9F-4C2B3E2936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EF23594-A93A-485A-8D32-2E7223055BD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3190908-19ED-4E8D-84E8-79AEAD7CF71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A4AC0D5-D517-4C86-886B-15F6571D4EA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F2C8D33-7798-44E1-A4A0-C88EFDAF3DF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1B4D6AC-40D0-4A2D-A2E1-E33336D3A3D9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D0E448C-BF2F-4AE9-94DA-82B139E46A8B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5a9f80e61ad24f09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3DA4070-C312-4CBF-B77B-CC8DD5ED1A61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A375C31-8566-447F-8861-24B3248D6C9F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30665b980713448e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d201b38c2eef4484"/>
          </a:graphicData>
        </a:graphic>
      </ns0:graphicFrame>
      <ns0:sp>
        <ns0:nvSpPr>
          <ns0:cNvPr id="14" name="">
            <a:extLst>
              <a:ext uri="{FF2B5EF4-FFF2-40B4-BE49-F238E27FC236}">
                <ns2:creationId id="{47856F0C-2FB6-4964-A240-655DEB7A5872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A12874A1-C21E-4F7E-B74F-FCBD8332E831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1651482028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D6671DBC-DD2D-41B5-8ABF-98F3D96412E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BABAC66-0764-48D8-8EFC-2260EA0A19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AECEBE0-40A9-40EC-A183-7905C1845FA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EAE5EA3-EB45-4D7F-9941-74DAF9E53B0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C4C6AA5-0ED0-4423-85C6-8DC8DCAEDB2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48128D2-4E41-4F42-9772-48B67E12FB5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9272254-E186-4EFC-A2CD-C0F131FF8938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C5EB412-FE85-4F19-BB72-9CF2322501B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abb5b0522bfc457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6CA3955-7B16-4D39-BDB1-AC07F366CB6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A3946CA-4266-4BA8-B4E1-36DB4BB1D35A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1a042569f09a474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E185D075-2B72-4950-9F97-4D12B333F9F7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421F0B9E-239D-4D1D-BEED-98A9F998F722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e0c56a63863e4dc8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ab1576ad17264c2b"/>
          </a:graphicData>
        </a:graphic>
      </ns0:graphicFrame>
      <ns0:sp>
        <ns0:nvSpPr>
          <ns0:cNvPr id="17" name="">
            <a:extLst>
              <a:ext uri="{FF2B5EF4-FFF2-40B4-BE49-F238E27FC236}">
                <ns2:creationId id="{49059C1E-43D3-4D52-81DC-EA62B6C5D42F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B7AC8D7F-DC24-43CB-A00E-533EE5ABA6E5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DD365A9B-A0EF-4D5B-9A39-AC827692A280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776BE680-D919-4312-8940-749A49276DDB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4B806064-ED8E-4F7C-BEDD-3FCBF2022646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BC66417D-77F6-454A-A340-18A0D0BFAACB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643D39DC-051D-4C69-AF27-8D351016B58B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982C4627-F44C-42D7-ACDF-82F0FB49B269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856BE6A8-CB69-455C-A526-8FE34E28D884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212427335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75E1EECE-7C3B-4DD0-BBF3-71482B733CE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1FE2306-F185-4B86-A279-874E3A0275E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80758E0-23B0-4971-B826-6B761579CCC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96F9BC1-D1FD-49A7-8688-2C1C8FD8E7E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B5B1BC6-9318-4D4D-B628-FF10C39EB4C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18712EB-5D6E-431D-9F9F-E989CFC8DC9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8BBEE28-18AE-4AF7-80D3-B90229A392EF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B3D3985-A9F6-4E63-B80C-8FBE7A48ECC2}"/>
              </a:ext>
            </a:extLst>
          </ns0:cNvPr>
          <ns0:cNvSpPr>
            <a:spLocks noGrp="1"/>
          </ns0:cNvSpPr>
          <ns0:nvPr/>
        </ns0:nvSpPr>
        <ns0:spPr>
          <a:xfrm>
            <a:off x="571500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FC0552F-03C7-410E-8763-950ED3B8CA2C}"/>
              </a:ext>
            </a:extLst>
          </ns0:cNvPr>
          <ns0:cNvSpPr>
            <a:spLocks noGrp="1"/>
          </ns0:cNvSpPr>
          <ns0:nvPr/>
        </ns0:nvSpPr>
        <ns0:spPr>
          <a:xfrm>
            <a:off x="571500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571500" y="1628775"/>
          <a:ext cx="5286375" cy="1885950"/>
        </ns0:xfrm>
        <a:graphic>
          <a:graphicData uri="http://schemas.openxmlformats.org/drawingml/2006/chart">
            <c:chart ns4:id="R893eb7ab738947fc"/>
          </a:graphicData>
        </a:graphic>
      </ns0:graphicFrame>
      <ns0:sp>
        <ns0:nvSpPr>
          <ns0:cNvPr id="11" name="">
            <a:extLst>
              <a:ext uri="{FF2B5EF4-FFF2-40B4-BE49-F238E27FC236}">
                <ns2:creationId id="{ABB5EE5A-6596-4A98-9163-F26747DFEFB6}"/>
              </a:ext>
            </a:extLst>
          </ns0:cNvPr>
          <ns0:cNvSpPr>
            <a:spLocks noGrp="1"/>
          </ns0:cNvSpPr>
          <ns0:nvPr/>
        </ns0:nvSpPr>
        <ns0:spPr>
          <a:xfrm>
            <a:off x="6334125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A8C58386-9B13-4811-BFE2-04C321B05EE7}"/>
              </a:ext>
            </a:extLst>
          </ns0:cNvPr>
          <ns0:cNvSpPr>
            <a:spLocks noGrp="1"/>
          </ns0:cNvSpPr>
          <ns0:nvPr/>
        </ns0:nvSpPr>
        <ns0:spPr>
          <a:xfrm>
            <a:off x="6334125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334125" y="1628775"/>
          <a:ext cx="5286375" cy="1885950"/>
        </ns0:xfrm>
        <a:graphic>
          <a:graphicData uri="http://schemas.openxmlformats.org/drawingml/2006/chart">
            <c:chart ns4:id="Rf4e99c315b9c46da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4333875" y="3552825"/>
          <a:ext cx="3524250" cy="209550"/>
        </ns0:xfrm>
        <a:graphic>
          <a:graphicData uri="http://schemas.openxmlformats.org/drawingml/2006/chart">
            <c:chart ns4:id="Rae10145dc6f84686"/>
          </a:graphicData>
        </a:graphic>
      </ns0:graphicFrame>
      <ns0:sp>
        <ns0:nvSpPr>
          <ns0:cNvPr id="15" name="">
            <a:extLst>
              <a:ext uri="{FF2B5EF4-FFF2-40B4-BE49-F238E27FC236}">
                <ns2:creationId id="{67C6262E-377E-47A4-9836-1E27379D439B}"/>
              </a:ext>
            </a:extLst>
          </ns0:cNvPr>
          <ns0:cNvSpPr>
            <a:spLocks noGrp="1"/>
          </ns0:cNvSpPr>
          <ns0:nvPr/>
        </ns0:nvSpPr>
        <ns0:spPr>
          <a:xfrm>
            <a:off x="571500" y="3867150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A02E2AD9-BD88-4AC0-9A11-30971B0BE54E}"/>
              </a:ext>
            </a:extLst>
          </ns0:cNvPr>
          <ns0:cNvSpPr>
            <a:spLocks noGrp="1"/>
          </ns0:cNvSpPr>
          <ns0:nvPr/>
        </ns0:nvSpPr>
        <ns0:spPr>
          <a:xfrm>
            <a:off x="571500" y="41338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4171950"/>
          <a:ext cx="11049000" cy="1857375"/>
        </ns0:xfrm>
        <a:graphic>
          <a:graphicData uri="http://schemas.openxmlformats.org/drawingml/2006/chart">
            <c:chart ns4:id="Raad2f16f2197499f"/>
          </a:graphicData>
        </a:graphic>
      </ns0:graphicFrame>
    </ns0:spTree>
    <ns0:extLst>
      <ns0:ext uri="{BB962C8B-B14F-4D97-AF65-F5344CB8AC3E}">
        <ns5:creationId val="120949715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DAF7E734-3D2A-4E8F-AD02-F0F6899D092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94B76BC-DBBF-42B9-8A7E-724044E390D4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3FE05C3-40B5-4D74-9DA5-62F52431428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6AAB93D-7770-4355-8D51-6E0BCCFCF92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BC58A0D-4D12-48B9-BAE2-F3D69C51C23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B7E41E7-DF11-408B-A6EA-663F9E43253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0B6E24F-CFF0-467E-A409-55D80AE2CA7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B1F9D2A-800B-4B93-858D-0C059D0BDB8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FBCDAC1F-B10F-4ECE-957C-15E2DC93D94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683802334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B160167F-29A0-42F7-A184-E7A4D3435A3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4285BE0-1167-4EA7-94F5-FD8798FE4DF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BB85791-69F8-4C1B-99B6-B612E5639F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5A4CA9E-B720-4D2D-9709-794423DFE4B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0CF6070-B618-498D-892C-451FD1FD3E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E29C734-9793-48A5-9DA5-822ED301774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D6450D8-BC1B-4771-A69B-89BB4CCB379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1BC1962-2C6F-4A5C-8FF0-8CE8ED3D429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B1B04CC-35F1-4945-8435-BD8A4DF2CE1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771512853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BA7C4FF-261A-47D6-9A2A-B7D02F39D7A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E3686E1-A30B-42BA-80D1-F0E729A0FCD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5FE2FC8-DD15-446C-A535-7D49FBAB4BA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7FC22DC-C8E1-45A6-8751-10AE3AFEAA6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ED77499-90CA-4FDB-AE46-32FE3951C44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753977A-963A-41C6-8A25-859DB3E6C0C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7CD384D-7901-4F0B-9923-19D9A88AD61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0DE7F98-B2F0-4088-BD0D-D6789CA1524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CF98CF1-1199-4733-8A66-24B368FEB4BB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944982011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3B1E8A22-2CD4-48CF-A72E-96C65F73265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D7D1425-E935-49DC-9DDB-A07D4B008CD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F302116-7293-4230-B0F8-5DC84AEDF47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FB616B8-AEDC-4351-B7FB-217CF5EABDF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611C571-424B-4414-8562-BEC472A008C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8C4223A-E829-414D-872F-F1476FA514C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2176A8D-DBB2-4130-A2A1-897A0EDF515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642C0C-E242-4967-A937-09C60B181D9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727983A7-C0A8-4782-AE0F-BCE0E5E73412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1703634431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C6AE00B-ACF4-4DF8-9A6D-2512C8981BD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E2D52F9-0C52-4F3D-BBD2-788FCD627DF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7F9D521-9D9E-461F-93CF-658C30DB72B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BC9B6BC-E12D-4D87-A231-B1A932F4163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C681E6B-DE2F-4448-AF66-2A1D396BB99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1EFFD07-6955-44B2-A604-CFDC4BEB82B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6DF77A8-FE45-4B23-B182-F5E2C9194CA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D1343B8-52E5-4CFF-B091-C9F0027DE89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FFBF7199-08F5-4DB0-8855-D168871D43C3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741072756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235894C2-75E7-4012-B892-5A20A6FB1D7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848F53D-CE74-4DCE-B142-D85B4A505B5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6E92FC7-0B30-4909-A6DA-AD48B00E937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67452E3-F619-4AA6-8950-32C2C9A3E69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D4B4835-3C33-458F-9E3C-861D5D48102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385DA82-A2FA-4769-981F-DF8B4D726F4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C43A49F-1424-4779-B415-1EC2C663C256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53338D8-D038-415C-9C5B-26AFBC2DB280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DE95FB4A-B8FA-4739-8A9C-80C660C41FCC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605965531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572B73C8-705F-4241-9F60-5EC567A835E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4951D83-2E67-4986-9D5A-CB58743284C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FA52947-8AC8-4952-96AF-837EB313301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98F020A-4CC3-406C-9193-45D41325797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F3FFB8B-57AA-4511-9C98-DD271020FF3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D10100D-6D2F-4BD4-8AE8-9AF37B01302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B8C5982-8909-4493-BA9A-A305D7F92952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A25B619-ECBE-4EA9-B5F0-013B7079F443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99303E67-716A-4FD7-86CA-60E84D345B66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85C05BE-7C9C-48EE-A3B1-22D0BDE3F408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89F4A60-6B7D-4822-9CB7-B371436991F8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732B1129-4CDA-471C-90B6-8064EB9527F4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A667809A-E4F2-4F73-BD29-DDAFD9732B99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53B3679D-FA80-428A-801E-22631FC5E367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A31F096-9C0E-4CCC-AD4F-95C0EC200FB9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A3C281F5-6A5B-4652-8ECD-375299DDF06A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E496568-04B7-40E4-9A62-0A9D11209250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41219498-0D70-4759-AD6C-D7DC0B602F2D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23D7049F-338E-4E2B-AB10-6F3405E015F9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BB981C55-7026-4662-BD76-479B82A632B9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5E4B7995-5EC6-4721-BD16-5ED749B49BF0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F6B456AB-B451-4089-9235-A2EC06FC4583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F30D6A32-3AEF-4A07-A7E6-9BEEB5431A46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423E7022-78F1-4244-89AF-CAD8B7F2B695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873128AE-4801-4D5E-BEAA-6DD8E3C056CD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0D5B0936-2E6F-4C5C-B373-B25A9365FA6B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32FBDF8D-50C5-42A9-AD08-564A2080AAB1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976984570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832DF624-63A0-422A-AF6E-D73DC9F7CDE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5E4F80B-33BD-4FE9-8104-1FE073B9C54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E356AFD-3361-4BC2-AFFA-A738603B080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0A5D305-EAFA-44A5-8A64-2ABCD566FF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158562B-400E-49BF-A925-97D83EAF9EE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4653AD-3CAE-4415-91C5-CC3E5734723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a52bf6bda8064ffb"/>
          </a:graphicData>
        </a:graphic>
      </ns0:graphicFrame>
      <ns0:sp>
        <ns0:nvSpPr>
          <ns0:cNvPr id="8" name="">
            <a:extLst>
              <a:ext uri="{FF2B5EF4-FFF2-40B4-BE49-F238E27FC236}">
                <ns2:creationId id="{A79E70FB-AC8E-40AE-9A24-9826669D08DE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38A51281-C9CB-49D1-8E1E-C9B746376124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D7154D6-26B2-447D-879B-F8A5414E9DBD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80199b03ebc94a8c"/>
          </a:graphicData>
        </a:graphic>
      </ns0:graphicFrame>
      <ns0:sp>
        <ns0:nvSpPr>
          <ns0:cNvPr id="12" name="">
            <a:extLst>
              <a:ext uri="{FF2B5EF4-FFF2-40B4-BE49-F238E27FC236}">
                <ns2:creationId id="{E4E73304-0F49-4E35-A223-AF2B5CE4CF08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03841bcf70344656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DB3DAAB-B0CC-47C3-AB8B-32C34B68B3B6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91dea59f78194a7a"/>
          </a:graphicData>
        </a:graphic>
      </ns0:graphicFrame>
      <ns0:sp>
        <ns0:nvSpPr>
          <ns0:cNvPr id="16" name="">
            <a:extLst>
              <a:ext uri="{FF2B5EF4-FFF2-40B4-BE49-F238E27FC236}">
                <ns2:creationId id="{2D44D54A-3E59-4BC8-A5B3-A9D64179D2F9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fa964061428d49b5"/>
          </a:graphicData>
        </a:graphic>
      </ns0:graphicFrame>
      <ns0:sp>
        <ns0:nvSpPr>
          <ns0:cNvPr id="18" name="">
            <a:extLst>
              <a:ext uri="{FF2B5EF4-FFF2-40B4-BE49-F238E27FC236}">
                <ns2:creationId id="{AC467533-8F07-4EED-9017-3BD535E466F1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63f2b76abab04640"/>
          </a:graphicData>
        </a:graphic>
      </ns0:graphicFrame>
      <ns0:sp>
        <ns0:nvSpPr>
          <ns0:cNvPr id="20" name="">
            <a:extLst>
              <a:ext uri="{FF2B5EF4-FFF2-40B4-BE49-F238E27FC236}">
                <ns2:creationId id="{C53792AC-28CA-40F2-BA72-11579220D93C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1caddd3c1ed342a5"/>
          </a:graphicData>
        </a:graphic>
      </ns0:graphicFrame>
    </ns0:spTree>
    <ns0:extLst>
      <ns0:ext uri="{BB962C8B-B14F-4D97-AF65-F5344CB8AC3E}">
        <ns5:creationId val="1564490520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3B18D137-266C-45AC-BF1C-C04B8785AD3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5F23D6D-A468-4486-B316-624C741545B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F85A777-46AF-4950-BEAF-131319A481A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ABE1B7A-57AE-4305-8069-1F7C721EFA8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D065319-C59D-4AEA-99A3-C5DF7CBED6B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7819E1A-FF92-4FBB-960C-3151249CE33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4A059B3-1957-463B-846F-E014059C199D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2319E60-4D70-4B4C-AB81-25DE0E7D1210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3b8d0d1e3a204d9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71A97BA1-D229-44FE-8FD4-C2156EBF6E46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58704360-A0F7-430A-8F74-B3189192C96C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71565FBA-6F3B-4333-8693-0310B6EA34C3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22affbcafd304ffe"/>
          </a:graphicData>
        </a:graphic>
      </ns0:graphicFrame>
      <ns0:sp>
        <ns0:nvSpPr>
          <ns0:cNvPr id="14" name="">
            <a:extLst>
              <a:ext uri="{FF2B5EF4-FFF2-40B4-BE49-F238E27FC236}">
                <ns2:creationId id="{73A8CFE0-6493-4F7A-88A5-910A90CB0B8E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97695F49-18F2-4C9E-A426-78C9EBA94D84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8FDD5B8D-0B46-40DE-AAAA-51A7BC4A6EAC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875BAD0-DF5D-4005-A294-3E7D2602CEF0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45FB67D6-500D-49E2-A756-9332020CF6B2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72D776D5-AC63-4767-A305-8ABEF95DBC9D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3DE9B901-5D88-4F00-B968-615BA70CDCFD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1374956786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60BDB3D2-E079-4FEA-A873-B458DCF02C8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A004384-5CC8-42F6-A26D-B83A56641FD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D0A1D8-C551-48E7-BADD-677F974CDF0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D15A687-FDEC-4B0D-8B0C-67522E0359A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9152C35-41C4-4E60-B5E7-FAD4777E925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14A90F6-94FD-4786-8A05-F2D399C6C7D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8829FFC-9B8D-4F4F-A52C-95838B0987A7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AD9AA84-BEB6-417A-A767-8AFD023142D5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ee6faca4311c454f"/>
          </a:graphicData>
        </a:graphic>
      </ns0:graphicFrame>
      <ns0:sp>
        <ns0:nvSpPr>
          <ns0:cNvPr id="10" name="">
            <a:extLst>
              <a:ext uri="{FF2B5EF4-FFF2-40B4-BE49-F238E27FC236}">
                <ns2:creationId id="{85D7EECA-8221-41F4-B3A7-ED9999535435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5E122AC-42EE-4F6B-ABD8-7FD2E0C9432A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fccb8d863e0749af"/>
          </a:graphicData>
        </a:graphic>
      </ns0:graphicFrame>
      <ns0:sp>
        <ns0:nvSpPr>
          <ns0:cNvPr id="13" name="">
            <a:extLst>
              <a:ext uri="{FF2B5EF4-FFF2-40B4-BE49-F238E27FC236}">
                <ns2:creationId id="{4ED505B1-2479-45E7-96A9-742E4958023B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3661B307-7B20-44D9-BA13-CF2C8C8D398A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73f026a094b743a6"/>
          </a:graphicData>
        </a:graphic>
      </ns0:graphicFrame>
      <ns0:sp>
        <ns0:nvSpPr>
          <ns0:cNvPr id="16" name="">
            <a:extLst>
              <a:ext uri="{FF2B5EF4-FFF2-40B4-BE49-F238E27FC236}">
                <ns2:creationId id="{6FFE17A5-E278-46FD-8E19-DB0092799A05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664631262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D1CF14A6-E7E6-4D5E-90CE-24D1FDBD6F5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24EE7C8-F74B-4DA0-8646-64D7BBFF5BB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1A653B1-6763-4525-89A9-70031C38E8B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E3590EE-0E4A-4186-A2E6-718D9ED7CFF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3E2F3B0-8A75-46B9-9EBC-7213E9BBD0A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AFD1F67-03FA-406B-AA80-1189C55DCE9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698034cfd19c4a79"/>
          </a:graphicData>
        </a:graphic>
      </ns0:graphicFrame>
      <ns0:sp>
        <ns0:nvSpPr>
          <ns0:cNvPr id="8" name="">
            <a:extLst>
              <a:ext uri="{FF2B5EF4-FFF2-40B4-BE49-F238E27FC236}">
                <ns2:creationId id="{4C776EBB-31DC-4B90-8F63-C0219C46FC94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B14FF551-7D37-4750-8CC4-1720A6A4706A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19fa431339e34cc4"/>
          </a:graphicData>
        </a:graphic>
      </ns0:graphicFrame>
      <ns0:sp>
        <ns0:nvSpPr>
          <ns0:cNvPr id="11" name="">
            <a:extLst>
              <a:ext uri="{FF2B5EF4-FFF2-40B4-BE49-F238E27FC236}">
                <ns2:creationId id="{FF13B172-F765-42D4-B591-252BE29E3391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849CB3AE-BB31-4BC2-B75A-4C7BA296BD7D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ee65dc8a62e24a69"/>
          </a:graphicData>
        </a:graphic>
      </ns0:graphicFrame>
      <ns0:sp>
        <ns0:nvSpPr>
          <ns0:cNvPr id="14" name="">
            <a:extLst>
              <a:ext uri="{FF2B5EF4-FFF2-40B4-BE49-F238E27FC236}">
                <ns2:creationId id="{DABE6ED8-CB29-4B24-99BC-A1FCAC6F75F9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14687D9-70F4-4935-8400-5FC69FD60579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2663bca7268e4d17"/>
          </a:graphicData>
        </a:graphic>
      </ns0:graphicFrame>
      <ns0:sp>
        <ns0:nvSpPr>
          <ns0:cNvPr id="17" name="">
            <a:extLst>
              <a:ext uri="{FF2B5EF4-FFF2-40B4-BE49-F238E27FC236}">
                <ns2:creationId id="{9583E4B2-44E0-4B5B-9764-8BB67C85ECD4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0A4C8D5-57B1-4DE1-88B5-463D0985442B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AE09F21-B0DD-4481-A827-D4EAA30B57E1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a4b540c3e3b44850"/>
          </a:graphicData>
        </a:graphic>
      </ns0:graphicFrame>
      <ns0:sp>
        <ns0:nvSpPr>
          <ns0:cNvPr id="21" name="">
            <a:extLst>
              <a:ext uri="{FF2B5EF4-FFF2-40B4-BE49-F238E27FC236}">
                <ns2:creationId id="{9D1293BE-3301-41F3-AC4C-3B5D9FD0731D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A7D81920-462C-4BB6-81FB-5E1D33E0CA72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2026674323"/>
      </ns0:ext>
    </ns0:extLst>
  </ns0:cSld>
</ns0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2026-08-04T21:19:13.0850000Z</dcterms:created>
  <dcterms:modified xsi:type="dcterms:W3CDTF">2026-08-04T21:19:13.0850000Z</dcterms:modified>
</coreProperties>
</file>