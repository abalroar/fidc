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4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4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7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8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9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0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1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2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aa0746b20d4ea6" /><Relationship Type="http://schemas.openxmlformats.org/officeDocument/2006/relationships/extended-properties" Target="/docProps/app.xml" Id="Rbc5aa3055d4e4c06" /><Relationship Type="http://schemas.openxmlformats.org/officeDocument/2006/relationships/officeDocument" Target="/ppt/presentation.xml" Id="Rb911e209597241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9c7066bc2a437c"/>
  </p:sldMasterIdLst>
  <p:notesMasterIdLst>
    <p:notesMasterId xmlns:r="http://schemas.openxmlformats.org/officeDocument/2006/relationships" r:id="Rdade32aeb8a84524"/>
  </p:notesMasterIdLst>
  <p:sldIdLst>
    <p:sldId xmlns:r="http://schemas.openxmlformats.org/officeDocument/2006/relationships" id="256" r:id="Rb9c89f4ecfeb4e14"/>
    <p:sldId xmlns:r="http://schemas.openxmlformats.org/officeDocument/2006/relationships" id="257" r:id="Rc43df5aaa08d4827"/>
    <p:sldId xmlns:r="http://schemas.openxmlformats.org/officeDocument/2006/relationships" id="258" r:id="Rc699aab5d9634972"/>
    <p:sldId xmlns:r="http://schemas.openxmlformats.org/officeDocument/2006/relationships" id="259" r:id="Rd6fe5aa415514dce"/>
    <p:sldId xmlns:r="http://schemas.openxmlformats.org/officeDocument/2006/relationships" id="260" r:id="Rc08d0834bef24689"/>
    <p:sldId xmlns:r="http://schemas.openxmlformats.org/officeDocument/2006/relationships" id="261" r:id="R62fd194dbae1450a"/>
    <p:sldId xmlns:r="http://schemas.openxmlformats.org/officeDocument/2006/relationships" id="262" r:id="R2199f87fc3f4467b"/>
    <p:sldId xmlns:r="http://schemas.openxmlformats.org/officeDocument/2006/relationships" id="263" r:id="Rc3bcc2a6928f48da"/>
    <p:sldId xmlns:r="http://schemas.openxmlformats.org/officeDocument/2006/relationships" id="264" r:id="R62d2c0c09746493b"/>
    <p:sldId xmlns:r="http://schemas.openxmlformats.org/officeDocument/2006/relationships" id="265" r:id="R641b729c49d44607"/>
    <p:sldId xmlns:r="http://schemas.openxmlformats.org/officeDocument/2006/relationships" id="266" r:id="R4beceadd60b340fc"/>
    <p:sldId xmlns:r="http://schemas.openxmlformats.org/officeDocument/2006/relationships" id="267" r:id="Rd06efeccee6f4c7e"/>
    <p:sldId xmlns:r="http://schemas.openxmlformats.org/officeDocument/2006/relationships" id="268" r:id="R7ca2097f6ed34555"/>
    <p:sldId xmlns:r="http://schemas.openxmlformats.org/officeDocument/2006/relationships" id="269" r:id="R90e572f57b8249bb"/>
    <p:sldId xmlns:r="http://schemas.openxmlformats.org/officeDocument/2006/relationships" id="270" r:id="Ra9212cb31a5c4ef7"/>
    <p:sldId xmlns:r="http://schemas.openxmlformats.org/officeDocument/2006/relationships" id="271" r:id="R69063f585d254dc7"/>
    <p:sldId xmlns:r="http://schemas.openxmlformats.org/officeDocument/2006/relationships" id="272" r:id="R421f34fb81514ac2"/>
    <p:sldId xmlns:r="http://schemas.openxmlformats.org/officeDocument/2006/relationships" id="273" r:id="R3d4f0c8eb90c4da4"/>
    <p:sldId xmlns:r="http://schemas.openxmlformats.org/officeDocument/2006/relationships" id="274" r:id="Rf0596134811a4a4c"/>
    <p:sldId xmlns:r="http://schemas.openxmlformats.org/officeDocument/2006/relationships" id="275" r:id="R00186e78ec2141c1"/>
    <p:sldId xmlns:r="http://schemas.openxmlformats.org/officeDocument/2006/relationships" id="276" r:id="Ra3443ed3526c48ae"/>
    <p:sldId xmlns:r="http://schemas.openxmlformats.org/officeDocument/2006/relationships" id="277" r:id="R90590ff5504a490d"/>
    <p:sldId xmlns:r="http://schemas.openxmlformats.org/officeDocument/2006/relationships" id="278" r:id="R5053b69a3ab44648"/>
    <p:sldId xmlns:r="http://schemas.openxmlformats.org/officeDocument/2006/relationships" id="279" r:id="R1dd042f4f4e947e2"/>
    <p:sldId xmlns:r="http://schemas.openxmlformats.org/officeDocument/2006/relationships" id="280" r:id="R6bc1f228db0040e0"/>
    <p:sldId xmlns:r="http://schemas.openxmlformats.org/officeDocument/2006/relationships" id="281" r:id="Rb39e4434284f480f"/>
    <p:sldId xmlns:r="http://schemas.openxmlformats.org/officeDocument/2006/relationships" id="282" r:id="Rf7095ed1eea94956"/>
    <p:sldId xmlns:r="http://schemas.openxmlformats.org/officeDocument/2006/relationships" id="283" r:id="Ra8734b0cb0d34ee4"/>
    <p:sldId xmlns:r="http://schemas.openxmlformats.org/officeDocument/2006/relationships" id="284" r:id="Rd55a148d1f304686"/>
    <p:sldId xmlns:r="http://schemas.openxmlformats.org/officeDocument/2006/relationships" id="285" r:id="R1396e4879f6e4b72"/>
    <p:sldId xmlns:r="http://schemas.openxmlformats.org/officeDocument/2006/relationships" id="286" r:id="R6e6a25cb554c41cb"/>
    <p:sldId xmlns:r="http://schemas.openxmlformats.org/officeDocument/2006/relationships" id="287" r:id="R41cd015d38144ef7"/>
    <p:sldId xmlns:r="http://schemas.openxmlformats.org/officeDocument/2006/relationships" id="288" r:id="R2529bb336ceb4b74"/>
    <p:sldId xmlns:r="http://schemas.openxmlformats.org/officeDocument/2006/relationships" id="289" r:id="R7c1563c384d04ba9"/>
    <p:sldId xmlns:r="http://schemas.openxmlformats.org/officeDocument/2006/relationships" id="290" r:id="R755165595cc9438c"/>
    <p:sldId xmlns:r="http://schemas.openxmlformats.org/officeDocument/2006/relationships" id="291" r:id="R83665f8f5c204657"/>
    <p:sldId xmlns:r="http://schemas.openxmlformats.org/officeDocument/2006/relationships" id="292" r:id="R2eea6e5a5adb4bc4"/>
    <p:sldId xmlns:r="http://schemas.openxmlformats.org/officeDocument/2006/relationships" id="293" r:id="Red5e966dcd0a4f56"/>
    <p:sldId xmlns:r="http://schemas.openxmlformats.org/officeDocument/2006/relationships" id="294" r:id="R2bb85b0eb8f84870"/>
    <p:sldId xmlns:r="http://schemas.openxmlformats.org/officeDocument/2006/relationships" id="295" r:id="R8c082c80ae7640e3"/>
    <p:sldId xmlns:r="http://schemas.openxmlformats.org/officeDocument/2006/relationships" id="296" r:id="R49ce4d693c48434b"/>
    <p:sldId xmlns:r="http://schemas.openxmlformats.org/officeDocument/2006/relationships" id="297" r:id="Rb954e186f5164530"/>
    <p:sldId xmlns:r="http://schemas.openxmlformats.org/officeDocument/2006/relationships" id="298" r:id="R16c6b06abad742a8"/>
    <p:sldId xmlns:r="http://schemas.openxmlformats.org/officeDocument/2006/relationships" id="299" r:id="R1fb28d2f2ae14f81"/>
    <p:sldId xmlns:r="http://schemas.openxmlformats.org/officeDocument/2006/relationships" id="300" r:id="R87b141324174465c"/>
    <p:sldId xmlns:r="http://schemas.openxmlformats.org/officeDocument/2006/relationships" id="301" r:id="R500447ebe4a94512"/>
    <p:sldId xmlns:r="http://schemas.openxmlformats.org/officeDocument/2006/relationships" id="302" r:id="R1140930c70ec4775"/>
    <p:sldId xmlns:r="http://schemas.openxmlformats.org/officeDocument/2006/relationships" id="303" r:id="Ra1cb230e97ca4aa6"/>
    <p:sldId xmlns:r="http://schemas.openxmlformats.org/officeDocument/2006/relationships" id="304" r:id="R93f6ae42a1ec4b72"/>
    <p:sldId xmlns:r="http://schemas.openxmlformats.org/officeDocument/2006/relationships" id="305" r:id="Ra0376739bf3d4d57"/>
    <p:sldId xmlns:r="http://schemas.openxmlformats.org/officeDocument/2006/relationships" id="306" r:id="Re350340aadaf408c"/>
    <p:sldId xmlns:r="http://schemas.openxmlformats.org/officeDocument/2006/relationships" id="307" r:id="R747a14e91aa44d2e"/>
    <p:sldId xmlns:r="http://schemas.openxmlformats.org/officeDocument/2006/relationships" id="308" r:id="R18ffeeec520e4300"/>
    <p:sldId xmlns:r="http://schemas.openxmlformats.org/officeDocument/2006/relationships" id="309" r:id="Rff3d551dce1444d9"/>
    <p:sldId xmlns:r="http://schemas.openxmlformats.org/officeDocument/2006/relationships" id="310" r:id="R8f1a2c6fb28a439b"/>
    <p:sldId xmlns:r="http://schemas.openxmlformats.org/officeDocument/2006/relationships" id="311" r:id="R0e30057646924712"/>
    <p:sldId xmlns:r="http://schemas.openxmlformats.org/officeDocument/2006/relationships" id="312" r:id="Rbd9bbc01349448c6"/>
    <p:sldId xmlns:r="http://schemas.openxmlformats.org/officeDocument/2006/relationships" id="313" r:id="Rfe20464dd1444ba7"/>
    <p:sldId xmlns:r="http://schemas.openxmlformats.org/officeDocument/2006/relationships" id="314" r:id="Rc79bde33e3194c16"/>
    <p:sldId xmlns:r="http://schemas.openxmlformats.org/officeDocument/2006/relationships" id="315" r:id="R08b5f841f579475c"/>
    <p:sldId xmlns:r="http://schemas.openxmlformats.org/officeDocument/2006/relationships" id="316" r:id="Rd2fad04bfe4743c7"/>
    <p:sldId xmlns:r="http://schemas.openxmlformats.org/officeDocument/2006/relationships" id="317" r:id="Re3633d99467549d4"/>
    <p:sldId xmlns:r="http://schemas.openxmlformats.org/officeDocument/2006/relationships" id="318" r:id="Rde525741af73479a"/>
    <p:sldId xmlns:r="http://schemas.openxmlformats.org/officeDocument/2006/relationships" id="319" r:id="Re9a94db5e7d744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4e325b5f6143e6" /><Relationship Type="http://schemas.openxmlformats.org/officeDocument/2006/relationships/slideMaster" Target="/ppt/slideMasters/slideMaster1.xml" Id="Rc99c7066bc2a437c" /><Relationship Type="http://schemas.openxmlformats.org/officeDocument/2006/relationships/notesMaster" Target="/ppt/notesMasters/notesMaster1.xml" Id="Rdade32aeb8a84524" /><Relationship Type="http://schemas.openxmlformats.org/officeDocument/2006/relationships/presProps" Target="/ppt/presProps.xml" Id="R139e2f20294e4131" /><Relationship Type="http://schemas.openxmlformats.org/officeDocument/2006/relationships/tableStyles" Target="/ppt/tableStyles.xml" Id="R2c43ed385ac945d2" /><Relationship Type="http://schemas.openxmlformats.org/officeDocument/2006/relationships/slide" Target="/ppt/slides/slide1.xml" Id="Rb9c89f4ecfeb4e14" /><Relationship Type="http://schemas.openxmlformats.org/officeDocument/2006/relationships/slide" Target="/ppt/slides/slide2.xml" Id="Rc43df5aaa08d4827" /><Relationship Type="http://schemas.openxmlformats.org/officeDocument/2006/relationships/slide" Target="/ppt/slides/slide3.xml" Id="Rc699aab5d9634972" /><Relationship Type="http://schemas.openxmlformats.org/officeDocument/2006/relationships/slide" Target="/ppt/slides/slide4.xml" Id="Rd6fe5aa415514dce" /><Relationship Type="http://schemas.openxmlformats.org/officeDocument/2006/relationships/slide" Target="/ppt/slides/slide5.xml" Id="Rc08d0834bef24689" /><Relationship Type="http://schemas.openxmlformats.org/officeDocument/2006/relationships/slide" Target="/ppt/slides/slide6.xml" Id="R62fd194dbae1450a" /><Relationship Type="http://schemas.openxmlformats.org/officeDocument/2006/relationships/slide" Target="/ppt/slides/slide7.xml" Id="R2199f87fc3f4467b" /><Relationship Type="http://schemas.openxmlformats.org/officeDocument/2006/relationships/slide" Target="/ppt/slides/slide8.xml" Id="Rc3bcc2a6928f48da" /><Relationship Type="http://schemas.openxmlformats.org/officeDocument/2006/relationships/slide" Target="/ppt/slides/slide9.xml" Id="R62d2c0c09746493b" /><Relationship Type="http://schemas.openxmlformats.org/officeDocument/2006/relationships/slide" Target="/ppt/slides/slide10.xml" Id="R641b729c49d44607" /><Relationship Type="http://schemas.openxmlformats.org/officeDocument/2006/relationships/slide" Target="/ppt/slides/slide11.xml" Id="R4beceadd60b340fc" /><Relationship Type="http://schemas.openxmlformats.org/officeDocument/2006/relationships/slide" Target="/ppt/slides/slide12.xml" Id="Rd06efeccee6f4c7e" /><Relationship Type="http://schemas.openxmlformats.org/officeDocument/2006/relationships/slide" Target="/ppt/slides/slide13.xml" Id="R7ca2097f6ed34555" /><Relationship Type="http://schemas.openxmlformats.org/officeDocument/2006/relationships/slide" Target="/ppt/slides/slide14.xml" Id="R90e572f57b8249bb" /><Relationship Type="http://schemas.openxmlformats.org/officeDocument/2006/relationships/slide" Target="/ppt/slides/slide15.xml" Id="Ra9212cb31a5c4ef7" /><Relationship Type="http://schemas.openxmlformats.org/officeDocument/2006/relationships/slide" Target="/ppt/slides/slide16.xml" Id="R69063f585d254dc7" /><Relationship Type="http://schemas.openxmlformats.org/officeDocument/2006/relationships/slide" Target="/ppt/slides/slide17.xml" Id="R421f34fb81514ac2" /><Relationship Type="http://schemas.openxmlformats.org/officeDocument/2006/relationships/slide" Target="/ppt/slides/slide18.xml" Id="R3d4f0c8eb90c4da4" /><Relationship Type="http://schemas.openxmlformats.org/officeDocument/2006/relationships/slide" Target="/ppt/slides/slide19.xml" Id="Rf0596134811a4a4c" /><Relationship Type="http://schemas.openxmlformats.org/officeDocument/2006/relationships/slide" Target="/ppt/slides/slide20.xml" Id="R00186e78ec2141c1" /><Relationship Type="http://schemas.openxmlformats.org/officeDocument/2006/relationships/slide" Target="/ppt/slides/slide21.xml" Id="Ra3443ed3526c48ae" /><Relationship Type="http://schemas.openxmlformats.org/officeDocument/2006/relationships/slide" Target="/ppt/slides/slide22.xml" Id="R90590ff5504a490d" /><Relationship Type="http://schemas.openxmlformats.org/officeDocument/2006/relationships/slide" Target="/ppt/slides/slide23.xml" Id="R5053b69a3ab44648" /><Relationship Type="http://schemas.openxmlformats.org/officeDocument/2006/relationships/slide" Target="/ppt/slides/slide24.xml" Id="R1dd042f4f4e947e2" /><Relationship Type="http://schemas.openxmlformats.org/officeDocument/2006/relationships/slide" Target="/ppt/slides/slide25.xml" Id="R6bc1f228db0040e0" /><Relationship Type="http://schemas.openxmlformats.org/officeDocument/2006/relationships/slide" Target="/ppt/slides/slide26.xml" Id="Rb39e4434284f480f" /><Relationship Type="http://schemas.openxmlformats.org/officeDocument/2006/relationships/slide" Target="/ppt/slides/slide27.xml" Id="Rf7095ed1eea94956" /><Relationship Type="http://schemas.openxmlformats.org/officeDocument/2006/relationships/slide" Target="/ppt/slides/slide28.xml" Id="Ra8734b0cb0d34ee4" /><Relationship Type="http://schemas.openxmlformats.org/officeDocument/2006/relationships/slide" Target="/ppt/slides/slide29.xml" Id="Rd55a148d1f304686" /><Relationship Type="http://schemas.openxmlformats.org/officeDocument/2006/relationships/slide" Target="/ppt/slides/slide30.xml" Id="R1396e4879f6e4b72" /><Relationship Type="http://schemas.openxmlformats.org/officeDocument/2006/relationships/slide" Target="/ppt/slides/slide31.xml" Id="R6e6a25cb554c41cb" /><Relationship Type="http://schemas.openxmlformats.org/officeDocument/2006/relationships/slide" Target="/ppt/slides/slide32.xml" Id="R41cd015d38144ef7" /><Relationship Type="http://schemas.openxmlformats.org/officeDocument/2006/relationships/slide" Target="/ppt/slides/slide33.xml" Id="R2529bb336ceb4b74" /><Relationship Type="http://schemas.openxmlformats.org/officeDocument/2006/relationships/slide" Target="/ppt/slides/slide34.xml" Id="R7c1563c384d04ba9" /><Relationship Type="http://schemas.openxmlformats.org/officeDocument/2006/relationships/slide" Target="/ppt/slides/slide35.xml" Id="R755165595cc9438c" /><Relationship Type="http://schemas.openxmlformats.org/officeDocument/2006/relationships/slide" Target="/ppt/slides/slide36.xml" Id="R83665f8f5c204657" /><Relationship Type="http://schemas.openxmlformats.org/officeDocument/2006/relationships/slide" Target="/ppt/slides/slide37.xml" Id="R2eea6e5a5adb4bc4" /><Relationship Type="http://schemas.openxmlformats.org/officeDocument/2006/relationships/slide" Target="/ppt/slides/slide38.xml" Id="Red5e966dcd0a4f56" /><Relationship Type="http://schemas.openxmlformats.org/officeDocument/2006/relationships/slide" Target="/ppt/slides/slide39.xml" Id="R2bb85b0eb8f84870" /><Relationship Type="http://schemas.openxmlformats.org/officeDocument/2006/relationships/slide" Target="/ppt/slides/slide40.xml" Id="R8c082c80ae7640e3" /><Relationship Type="http://schemas.openxmlformats.org/officeDocument/2006/relationships/slide" Target="/ppt/slides/slide41.xml" Id="R49ce4d693c48434b" /><Relationship Type="http://schemas.openxmlformats.org/officeDocument/2006/relationships/slide" Target="/ppt/slides/slide42.xml" Id="Rb954e186f5164530" /><Relationship Type="http://schemas.openxmlformats.org/officeDocument/2006/relationships/slide" Target="/ppt/slides/slide43.xml" Id="R16c6b06abad742a8" /><Relationship Type="http://schemas.openxmlformats.org/officeDocument/2006/relationships/slide" Target="/ppt/slides/slide44.xml" Id="R1fb28d2f2ae14f81" /><Relationship Type="http://schemas.openxmlformats.org/officeDocument/2006/relationships/slide" Target="/ppt/slides/slide45.xml" Id="R87b141324174465c" /><Relationship Type="http://schemas.openxmlformats.org/officeDocument/2006/relationships/slide" Target="/ppt/slides/slide46.xml" Id="R500447ebe4a94512" /><Relationship Type="http://schemas.openxmlformats.org/officeDocument/2006/relationships/slide" Target="/ppt/slides/slide47.xml" Id="R1140930c70ec4775" /><Relationship Type="http://schemas.openxmlformats.org/officeDocument/2006/relationships/slide" Target="/ppt/slides/slide48.xml" Id="Ra1cb230e97ca4aa6" /><Relationship Type="http://schemas.openxmlformats.org/officeDocument/2006/relationships/slide" Target="/ppt/slides/slide49.xml" Id="R93f6ae42a1ec4b72" /><Relationship Type="http://schemas.openxmlformats.org/officeDocument/2006/relationships/slide" Target="/ppt/slides/slide50.xml" Id="Ra0376739bf3d4d57" /><Relationship Type="http://schemas.openxmlformats.org/officeDocument/2006/relationships/slide" Target="/ppt/slides/slide51.xml" Id="Re350340aadaf408c" /><Relationship Type="http://schemas.openxmlformats.org/officeDocument/2006/relationships/slide" Target="/ppt/slides/slide52.xml" Id="R747a14e91aa44d2e" /><Relationship Type="http://schemas.openxmlformats.org/officeDocument/2006/relationships/slide" Target="/ppt/slides/slide53.xml" Id="R18ffeeec520e4300" /><Relationship Type="http://schemas.openxmlformats.org/officeDocument/2006/relationships/slide" Target="/ppt/slides/slide54.xml" Id="Rff3d551dce1444d9" /><Relationship Type="http://schemas.openxmlformats.org/officeDocument/2006/relationships/slide" Target="/ppt/slides/slide55.xml" Id="R8f1a2c6fb28a439b" /><Relationship Type="http://schemas.openxmlformats.org/officeDocument/2006/relationships/slide" Target="/ppt/slides/slide56.xml" Id="R0e30057646924712" /><Relationship Type="http://schemas.openxmlformats.org/officeDocument/2006/relationships/slide" Target="/ppt/slides/slide57.xml" Id="Rbd9bbc01349448c6" /><Relationship Type="http://schemas.openxmlformats.org/officeDocument/2006/relationships/slide" Target="/ppt/slides/slide58.xml" Id="Rfe20464dd1444ba7" /><Relationship Type="http://schemas.openxmlformats.org/officeDocument/2006/relationships/slide" Target="/ppt/slides/slide59.xml" Id="Rc79bde33e3194c16" /><Relationship Type="http://schemas.openxmlformats.org/officeDocument/2006/relationships/slide" Target="/ppt/slides/slide60.xml" Id="R08b5f841f579475c" /><Relationship Type="http://schemas.openxmlformats.org/officeDocument/2006/relationships/slide" Target="/ppt/slides/slide61.xml" Id="Rd2fad04bfe4743c7" /><Relationship Type="http://schemas.openxmlformats.org/officeDocument/2006/relationships/slide" Target="/ppt/slides/slide62.xml" Id="Re3633d99467549d4" /><Relationship Type="http://schemas.openxmlformats.org/officeDocument/2006/relationships/slide" Target="/ppt/slides/slide63.xml" Id="Rde525741af73479a" /><Relationship Type="http://schemas.openxmlformats.org/officeDocument/2006/relationships/slide" Target="/ppt/slides/slide64.xml" Id="Re9a94db5e7d744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89c8119d5343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91e8d9687941f8" /><Relationship Type="http://schemas.openxmlformats.org/officeDocument/2006/relationships/notesMaster" Target="/ppt/notesMasters/notesMaster1.xml" Id="R64a8e3851b9a4c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284e9e10974585" /><Relationship Type="http://schemas.openxmlformats.org/officeDocument/2006/relationships/notesMaster" Target="/ppt/notesMasters/notesMaster1.xml" Id="R51b9ea4cbd5644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ea9dd73f2c4d17" /><Relationship Type="http://schemas.openxmlformats.org/officeDocument/2006/relationships/notesMaster" Target="/ppt/notesMasters/notesMaster1.xml" Id="R9af0c5259b3643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668c66c6f514834" /><Relationship Type="http://schemas.openxmlformats.org/officeDocument/2006/relationships/notesMaster" Target="/ppt/notesMasters/notesMaster1.xml" Id="Rcffb99d219684b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76f95f2e3c491f" /><Relationship Type="http://schemas.openxmlformats.org/officeDocument/2006/relationships/notesMaster" Target="/ppt/notesMasters/notesMaster1.xml" Id="R9f8b846f740946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ea3c8b3b8b4a5d" /><Relationship Type="http://schemas.openxmlformats.org/officeDocument/2006/relationships/notesMaster" Target="/ppt/notesMasters/notesMaster1.xml" Id="Rec22b852ad7149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d05b83df224cab" /><Relationship Type="http://schemas.openxmlformats.org/officeDocument/2006/relationships/notesMaster" Target="/ppt/notesMasters/notesMaster1.xml" Id="R89a15d7bc4b643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d881c70381443c" /><Relationship Type="http://schemas.openxmlformats.org/officeDocument/2006/relationships/notesMaster" Target="/ppt/notesMasters/notesMaster1.xml" Id="R8ad47b2050b94f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208859b7334198" /><Relationship Type="http://schemas.openxmlformats.org/officeDocument/2006/relationships/notesMaster" Target="/ppt/notesMasters/notesMaster1.xml" Id="Rb7fd0fb9828e49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037f3fc80a4530" /><Relationship Type="http://schemas.openxmlformats.org/officeDocument/2006/relationships/notesMaster" Target="/ppt/notesMasters/notesMaster1.xml" Id="R1db4d40d35204a5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947b1e540004a08" /><Relationship Type="http://schemas.openxmlformats.org/officeDocument/2006/relationships/notesMaster" Target="/ppt/notesMasters/notesMaster1.xml" Id="Rb0d6cb58e2d146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761f6772af4305" /><Relationship Type="http://schemas.openxmlformats.org/officeDocument/2006/relationships/notesMaster" Target="/ppt/notesMasters/notesMaster1.xml" Id="R0019003f50c6436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e976d8c441e462d" /><Relationship Type="http://schemas.openxmlformats.org/officeDocument/2006/relationships/notesMaster" Target="/ppt/notesMasters/notesMaster1.xml" Id="R75e294a938994c2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1af24fe1bd40c5" /><Relationship Type="http://schemas.openxmlformats.org/officeDocument/2006/relationships/notesMaster" Target="/ppt/notesMasters/notesMaster1.xml" Id="R854d99d8048b420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b6d08335e9647f2" /><Relationship Type="http://schemas.openxmlformats.org/officeDocument/2006/relationships/notesMaster" Target="/ppt/notesMasters/notesMaster1.xml" Id="Rcf0b501cb18e49c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74e2efaa2514682" /><Relationship Type="http://schemas.openxmlformats.org/officeDocument/2006/relationships/notesMaster" Target="/ppt/notesMasters/notesMaster1.xml" Id="Rdddb11790637420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16cffb398a64f4a" /><Relationship Type="http://schemas.openxmlformats.org/officeDocument/2006/relationships/notesMaster" Target="/ppt/notesMasters/notesMaster1.xml" Id="Rb7787691b07546a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a200520d8db48a6" /><Relationship Type="http://schemas.openxmlformats.org/officeDocument/2006/relationships/notesMaster" Target="/ppt/notesMasters/notesMaster1.xml" Id="Rcbb1344181b64d9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18f01f216b64d2b" /><Relationship Type="http://schemas.openxmlformats.org/officeDocument/2006/relationships/notesMaster" Target="/ppt/notesMasters/notesMaster1.xml" Id="R88517a7d09734bb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118ac811c8247d3" /><Relationship Type="http://schemas.openxmlformats.org/officeDocument/2006/relationships/notesMaster" Target="/ppt/notesMasters/notesMaster1.xml" Id="R58f27f48edac449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7a1cf783dc34787" /><Relationship Type="http://schemas.openxmlformats.org/officeDocument/2006/relationships/notesMaster" Target="/ppt/notesMasters/notesMaster1.xml" Id="R0c5f91c59eb14ef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9bf87ade0a243e6" /><Relationship Type="http://schemas.openxmlformats.org/officeDocument/2006/relationships/notesMaster" Target="/ppt/notesMasters/notesMaster1.xml" Id="Rb83a2e598cdb442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8eec9c738254ba6" /><Relationship Type="http://schemas.openxmlformats.org/officeDocument/2006/relationships/notesMaster" Target="/ppt/notesMasters/notesMaster1.xml" Id="R0e9fd29fc8144c5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1b81e53c74841db" /><Relationship Type="http://schemas.openxmlformats.org/officeDocument/2006/relationships/notesMaster" Target="/ppt/notesMasters/notesMaster1.xml" Id="R458f885374e9489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c217d725889404a" /><Relationship Type="http://schemas.openxmlformats.org/officeDocument/2006/relationships/notesMaster" Target="/ppt/notesMasters/notesMaster1.xml" Id="R702af60f96f04fc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b43514851dc4e00" /><Relationship Type="http://schemas.openxmlformats.org/officeDocument/2006/relationships/notesMaster" Target="/ppt/notesMasters/notesMaster1.xml" Id="R43dd10a30a59482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ff668ffd40d4c58" /><Relationship Type="http://schemas.openxmlformats.org/officeDocument/2006/relationships/notesMaster" Target="/ppt/notesMasters/notesMaster1.xml" Id="R2e325bd6b881415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f51d72621984303" /><Relationship Type="http://schemas.openxmlformats.org/officeDocument/2006/relationships/notesMaster" Target="/ppt/notesMasters/notesMaster1.xml" Id="R7e3b7105c9e14f9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f739e7140c44d1b" /><Relationship Type="http://schemas.openxmlformats.org/officeDocument/2006/relationships/notesMaster" Target="/ppt/notesMasters/notesMaster1.xml" Id="Re4550a748e454a4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a7e33c19c2b4af3" /><Relationship Type="http://schemas.openxmlformats.org/officeDocument/2006/relationships/notesMaster" Target="/ppt/notesMasters/notesMaster1.xml" Id="R7b01e9af13b14e1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b778e6cedb441f4" /><Relationship Type="http://schemas.openxmlformats.org/officeDocument/2006/relationships/notesMaster" Target="/ppt/notesMasters/notesMaster1.xml" Id="R6f8fa3f512f74a2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96b7ed696014721" /><Relationship Type="http://schemas.openxmlformats.org/officeDocument/2006/relationships/notesMaster" Target="/ppt/notesMasters/notesMaster1.xml" Id="Rf29b3e961ff4409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841d2da78034359" /><Relationship Type="http://schemas.openxmlformats.org/officeDocument/2006/relationships/notesMaster" Target="/ppt/notesMasters/notesMaster1.xml" Id="R2ef0533d733e43f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78ed9c4f1b347dd" /><Relationship Type="http://schemas.openxmlformats.org/officeDocument/2006/relationships/notesMaster" Target="/ppt/notesMasters/notesMaster1.xml" Id="R7d70cb3781bf46c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4d163db8a8b470e" /><Relationship Type="http://schemas.openxmlformats.org/officeDocument/2006/relationships/notesMaster" Target="/ppt/notesMasters/notesMaster1.xml" Id="R8306f726e43a46b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978501232ce40c8" /><Relationship Type="http://schemas.openxmlformats.org/officeDocument/2006/relationships/notesMaster" Target="/ppt/notesMasters/notesMaster1.xml" Id="Rae14918cfed041b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b5dfc8be55e4495" /><Relationship Type="http://schemas.openxmlformats.org/officeDocument/2006/relationships/notesMaster" Target="/ppt/notesMasters/notesMaster1.xml" Id="Rbd67048fa92a4ce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cd2f3b16efe4989" /><Relationship Type="http://schemas.openxmlformats.org/officeDocument/2006/relationships/notesMaster" Target="/ppt/notesMasters/notesMaster1.xml" Id="R97baf0965f6a4f4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1117ef4466142fe" /><Relationship Type="http://schemas.openxmlformats.org/officeDocument/2006/relationships/notesMaster" Target="/ppt/notesMasters/notesMaster1.xml" Id="Rf08a5b7ad14a4ee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113e707831b945eb" /><Relationship Type="http://schemas.openxmlformats.org/officeDocument/2006/relationships/notesMaster" Target="/ppt/notesMasters/notesMaster1.xml" Id="R36c1f824a872462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888a22ad9c64e86" /><Relationship Type="http://schemas.openxmlformats.org/officeDocument/2006/relationships/notesMaster" Target="/ppt/notesMasters/notesMaster1.xml" Id="Rf65a2e549ac44a6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c94d354a19440ad" /><Relationship Type="http://schemas.openxmlformats.org/officeDocument/2006/relationships/notesMaster" Target="/ppt/notesMasters/notesMaster1.xml" Id="R82895947a7ca4fa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37d3ca44f92d44f3" /><Relationship Type="http://schemas.openxmlformats.org/officeDocument/2006/relationships/notesMaster" Target="/ppt/notesMasters/notesMaster1.xml" Id="R429db5b1621547c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8313502b5e64b7d" /><Relationship Type="http://schemas.openxmlformats.org/officeDocument/2006/relationships/notesMaster" Target="/ppt/notesMasters/notesMaster1.xml" Id="R3b3b6e99f3c54294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d03f6ff855d4095" /><Relationship Type="http://schemas.openxmlformats.org/officeDocument/2006/relationships/notesMaster" Target="/ppt/notesMasters/notesMaster1.xml" Id="Ra641b09101f7495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5f0c08c12df474b" /><Relationship Type="http://schemas.openxmlformats.org/officeDocument/2006/relationships/notesMaster" Target="/ppt/notesMasters/notesMaster1.xml" Id="R86820e9f729b485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68f5a70468ca4e93" /><Relationship Type="http://schemas.openxmlformats.org/officeDocument/2006/relationships/notesMaster" Target="/ppt/notesMasters/notesMaster1.xml" Id="R044c440cb8f64ad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576e11a155f14e92" /><Relationship Type="http://schemas.openxmlformats.org/officeDocument/2006/relationships/notesMaster" Target="/ppt/notesMasters/notesMaster1.xml" Id="R22efa8bf7b7f4e0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8933bd002f54570" /><Relationship Type="http://schemas.openxmlformats.org/officeDocument/2006/relationships/notesMaster" Target="/ppt/notesMasters/notesMaster1.xml" Id="R8c3147e7c2bb41df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9548bbdd2464e25" /><Relationship Type="http://schemas.openxmlformats.org/officeDocument/2006/relationships/notesMaster" Target="/ppt/notesMasters/notesMaster1.xml" Id="R90ced3a19b834f43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b00f7371f6c4163" /><Relationship Type="http://schemas.openxmlformats.org/officeDocument/2006/relationships/notesMaster" Target="/ppt/notesMasters/notesMaster1.xml" Id="Rdacf81b7abad4b0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c5e35b87cdd4ce1" /><Relationship Type="http://schemas.openxmlformats.org/officeDocument/2006/relationships/notesMaster" Target="/ppt/notesMasters/notesMaster1.xml" Id="Rc3ced24587e54a8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a62a77f4b7ea43a3" /><Relationship Type="http://schemas.openxmlformats.org/officeDocument/2006/relationships/notesMaster" Target="/ppt/notesMasters/notesMaster1.xml" Id="R3e245edafa5342b0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84f98e598f024d14" /><Relationship Type="http://schemas.openxmlformats.org/officeDocument/2006/relationships/notesMaster" Target="/ppt/notesMasters/notesMaster1.xml" Id="R61c7878509594fa5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f03add0824d4476" /><Relationship Type="http://schemas.openxmlformats.org/officeDocument/2006/relationships/notesMaster" Target="/ppt/notesMasters/notesMaster1.xml" Id="Rd6de8b5cac1a46f4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2cabd574a6db44ab" /><Relationship Type="http://schemas.openxmlformats.org/officeDocument/2006/relationships/notesMaster" Target="/ppt/notesMasters/notesMaster1.xml" Id="Rbec1011e5737480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7cbc496b5dc44ec4" /><Relationship Type="http://schemas.openxmlformats.org/officeDocument/2006/relationships/notesMaster" Target="/ppt/notesMasters/notesMaster1.xml" Id="Rc10af282d4f648f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3386e93ea60c418a" /><Relationship Type="http://schemas.openxmlformats.org/officeDocument/2006/relationships/notesMaster" Target="/ppt/notesMasters/notesMaster1.xml" Id="R22160e8962804614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98cf79a9effe489d" /><Relationship Type="http://schemas.openxmlformats.org/officeDocument/2006/relationships/notesMaster" Target="/ppt/notesMasters/notesMaster1.xml" Id="R0dc0b3bc582a4b2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9cc758c8e98347ab" /><Relationship Type="http://schemas.openxmlformats.org/officeDocument/2006/relationships/notesMaster" Target="/ppt/notesMasters/notesMaster1.xml" Id="Rd8c2caac9d09494f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89daa4c8c7af4bbb" /><Relationship Type="http://schemas.openxmlformats.org/officeDocument/2006/relationships/notesMaster" Target="/ppt/notesMasters/notesMaster1.xml" Id="R8ea395a57dd5484c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e4b8058d1a7a4249" /><Relationship Type="http://schemas.openxmlformats.org/officeDocument/2006/relationships/notesMaster" Target="/ppt/notesMasters/notesMaster1.xml" Id="R81ac87ea8b594fa2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a73abad15c4143f5" /><Relationship Type="http://schemas.openxmlformats.org/officeDocument/2006/relationships/notesMaster" Target="/ppt/notesMasters/notesMaster1.xml" Id="R76be975b1c4c4d73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1b8d2c3688124921" /><Relationship Type="http://schemas.openxmlformats.org/officeDocument/2006/relationships/notesMaster" Target="/ppt/notesMasters/notesMaster1.xml" Id="R78b090f4f6ad40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8417c73c1f49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2098f5f4394514" /><Relationship Type="http://schemas.openxmlformats.org/officeDocument/2006/relationships/slideLayout" Target="/ppt/slideLayouts/slideLayout1.xml" Id="R2431fba66e7046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31fba66e7046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efbdd41e5462c" /><Relationship Type="http://schemas.openxmlformats.org/officeDocument/2006/relationships/notesSlide" Target="/ppt/notesSlides/notesSlide1.xml" Id="Re5cd7591ad2140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05cd41e3e4a50" /><Relationship Type="http://schemas.openxmlformats.org/officeDocument/2006/relationships/notesSlide" Target="/ppt/notesSlides/notesSlide2.xml" Id="Rf604db0eb55d43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600ac3a93a4866" /><Relationship Type="http://schemas.openxmlformats.org/officeDocument/2006/relationships/chart" Target="/ppt/slides/charts/chart1.xml" Id="R55c42fdaf81c435a" /><Relationship Type="http://schemas.openxmlformats.org/officeDocument/2006/relationships/chart" Target="/ppt/slides/charts/chart2.xml" Id="Rcf6d786d007b4fe4" /><Relationship Type="http://schemas.openxmlformats.org/officeDocument/2006/relationships/chart" Target="/ppt/slides/charts/chart3.xml" Id="R3d42059517dc4754" /><Relationship Type="http://schemas.openxmlformats.org/officeDocument/2006/relationships/notesSlide" Target="/ppt/notesSlides/notesSlide3.xml" Id="R0819f59dd77040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93c9f1dd1f49f2" /><Relationship Type="http://schemas.openxmlformats.org/officeDocument/2006/relationships/chart" Target="/ppt/slides/charts/chart4.xml" Id="Rfdb2ce97ecd6480d" /><Relationship Type="http://schemas.openxmlformats.org/officeDocument/2006/relationships/chart" Target="/ppt/slides/charts/chart5.xml" Id="R9b84ca9fc118440f" /><Relationship Type="http://schemas.openxmlformats.org/officeDocument/2006/relationships/notesSlide" Target="/ppt/notesSlides/notesSlide4.xml" Id="Re7f0c9cda3054d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48a30edbb4e0a" /><Relationship Type="http://schemas.openxmlformats.org/officeDocument/2006/relationships/chart" Target="/ppt/slides/charts/chart6.xml" Id="Ra0a9e4879bab4b16" /><Relationship Type="http://schemas.openxmlformats.org/officeDocument/2006/relationships/notesSlide" Target="/ppt/notesSlides/notesSlide5.xml" Id="Redd57b0ef4f24c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abf9cf635451b" /><Relationship Type="http://schemas.openxmlformats.org/officeDocument/2006/relationships/chart" Target="/ppt/slides/charts/chart7.xml" Id="Rb553fc989d154e5b" /><Relationship Type="http://schemas.openxmlformats.org/officeDocument/2006/relationships/chart" Target="/ppt/slides/charts/chart8.xml" Id="R24537f6e49494ab1" /><Relationship Type="http://schemas.openxmlformats.org/officeDocument/2006/relationships/chart" Target="/ppt/slides/charts/chart9.xml" Id="Ra1f9119b6c164062" /><Relationship Type="http://schemas.openxmlformats.org/officeDocument/2006/relationships/notesSlide" Target="/ppt/notesSlides/notesSlide6.xml" Id="R6d3b5098aefa43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85c34c716648bd" /><Relationship Type="http://schemas.openxmlformats.org/officeDocument/2006/relationships/chart" Target="/ppt/slides/charts/chart10.xml" Id="Rd1a808f98bbc4d4d" /><Relationship Type="http://schemas.openxmlformats.org/officeDocument/2006/relationships/chart" Target="/ppt/slides/charts/chart11.xml" Id="R4a3559894d1241ef" /><Relationship Type="http://schemas.openxmlformats.org/officeDocument/2006/relationships/chart" Target="/ppt/slides/charts/chart12.xml" Id="R4bedbe123b80401f" /><Relationship Type="http://schemas.openxmlformats.org/officeDocument/2006/relationships/chart" Target="/ppt/slides/charts/chart13.xml" Id="R49835b80c3c3438f" /><Relationship Type="http://schemas.openxmlformats.org/officeDocument/2006/relationships/chart" Target="/ppt/slides/charts/chart14.xml" Id="R55ad0de4348a4d6d" /><Relationship Type="http://schemas.openxmlformats.org/officeDocument/2006/relationships/notesSlide" Target="/ppt/notesSlides/notesSlide7.xml" Id="R8754cb4ae65e48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f2bfd242e4129" /><Relationship Type="http://schemas.openxmlformats.org/officeDocument/2006/relationships/chart" Target="/ppt/slides/charts/chart15.xml" Id="R7247d535e4334257" /><Relationship Type="http://schemas.openxmlformats.org/officeDocument/2006/relationships/chart" Target="/ppt/slides/charts/chart16.xml" Id="R99beb912db3d4680" /><Relationship Type="http://schemas.openxmlformats.org/officeDocument/2006/relationships/chart" Target="/ppt/slides/charts/chart17.xml" Id="R209712d21e354338" /><Relationship Type="http://schemas.openxmlformats.org/officeDocument/2006/relationships/notesSlide" Target="/ppt/notesSlides/notesSlide8.xml" Id="R1b5437e5bdba45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192bd1ce0849a2" /><Relationship Type="http://schemas.openxmlformats.org/officeDocument/2006/relationships/chart" Target="/ppt/slides/charts/chart18.xml" Id="R89f5f4f997a84d6c" /><Relationship Type="http://schemas.openxmlformats.org/officeDocument/2006/relationships/chart" Target="/ppt/slides/charts/chart19.xml" Id="R57a6eba2dacd4f34" /><Relationship Type="http://schemas.openxmlformats.org/officeDocument/2006/relationships/chart" Target="/ppt/slides/charts/chart20.xml" Id="Rd66be581ab2544b5" /><Relationship Type="http://schemas.openxmlformats.org/officeDocument/2006/relationships/notesSlide" Target="/ppt/notesSlides/notesSlide9.xml" Id="Rca771a2494df40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a7d64dcec44c7" /><Relationship Type="http://schemas.openxmlformats.org/officeDocument/2006/relationships/chart" Target="/ppt/slides/charts/chart21.xml" Id="R38a60b16df0b4195" /><Relationship Type="http://schemas.openxmlformats.org/officeDocument/2006/relationships/chart" Target="/ppt/slides/charts/chart22.xml" Id="R6eea23b0f6e649d8" /><Relationship Type="http://schemas.openxmlformats.org/officeDocument/2006/relationships/chart" Target="/ppt/slides/charts/chart23.xml" Id="R26b1a1f7d8ea46a8" /><Relationship Type="http://schemas.openxmlformats.org/officeDocument/2006/relationships/notesSlide" Target="/ppt/notesSlides/notesSlide10.xml" Id="Rf7823076df554d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9e3c7e7f04060" /><Relationship Type="http://schemas.openxmlformats.org/officeDocument/2006/relationships/chart" Target="/ppt/slides/charts/chart24.xml" Id="R471c6f5621734bd0" /><Relationship Type="http://schemas.openxmlformats.org/officeDocument/2006/relationships/notesSlide" Target="/ppt/notesSlides/notesSlide11.xml" Id="Rbe27e82cef1b40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439e9c6ee4a8b" /><Relationship Type="http://schemas.openxmlformats.org/officeDocument/2006/relationships/chart" Target="/ppt/slides/charts/chart25.xml" Id="R0eb302c142b544d1" /><Relationship Type="http://schemas.openxmlformats.org/officeDocument/2006/relationships/chart" Target="/ppt/slides/charts/chart26.xml" Id="R3dca6677c4d14868" /><Relationship Type="http://schemas.openxmlformats.org/officeDocument/2006/relationships/notesSlide" Target="/ppt/notesSlides/notesSlide12.xml" Id="R527fa3ac913e425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6f97ac86843b3" /><Relationship Type="http://schemas.openxmlformats.org/officeDocument/2006/relationships/chart" Target="/ppt/slides/charts/chart27.xml" Id="Ra96608da4ff34b85" /><Relationship Type="http://schemas.openxmlformats.org/officeDocument/2006/relationships/chart" Target="/ppt/slides/charts/chart28.xml" Id="Rff0cff595d0946f3" /><Relationship Type="http://schemas.openxmlformats.org/officeDocument/2006/relationships/notesSlide" Target="/ppt/notesSlides/notesSlide13.xml" Id="R4f682a9869f8466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89de36abf4a98" /><Relationship Type="http://schemas.openxmlformats.org/officeDocument/2006/relationships/chart" Target="/ppt/slides/charts/chart29.xml" Id="R4c6e2dd4e72946cc" /><Relationship Type="http://schemas.openxmlformats.org/officeDocument/2006/relationships/chart" Target="/ppt/slides/charts/chart30.xml" Id="Ra864933dfc3d4214" /><Relationship Type="http://schemas.openxmlformats.org/officeDocument/2006/relationships/notesSlide" Target="/ppt/notesSlides/notesSlide14.xml" Id="Rd5078e2c18f042e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7b1748f2d4d1e" /><Relationship Type="http://schemas.openxmlformats.org/officeDocument/2006/relationships/notesSlide" Target="/ppt/notesSlides/notesSlide15.xml" Id="R6c4de8dab6bd4cb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f55348b464c18" /><Relationship Type="http://schemas.openxmlformats.org/officeDocument/2006/relationships/notesSlide" Target="/ppt/notesSlides/notesSlide16.xml" Id="Rf18d26200ce2415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413eaee254ebe" /><Relationship Type="http://schemas.openxmlformats.org/officeDocument/2006/relationships/chart" Target="/ppt/slides/charts/chart31.xml" Id="Rcbec4daf74a44d51" /><Relationship Type="http://schemas.openxmlformats.org/officeDocument/2006/relationships/chart" Target="/ppt/slides/charts/chart32.xml" Id="Rd130f9e5406440ee" /><Relationship Type="http://schemas.openxmlformats.org/officeDocument/2006/relationships/chart" Target="/ppt/slides/charts/chart33.xml" Id="Rfba7af3469b34471" /><Relationship Type="http://schemas.openxmlformats.org/officeDocument/2006/relationships/notesSlide" Target="/ppt/notesSlides/notesSlide17.xml" Id="Rb556d73e0d834d7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df2f71ab34e4e" /><Relationship Type="http://schemas.openxmlformats.org/officeDocument/2006/relationships/notesSlide" Target="/ppt/notesSlides/notesSlide18.xml" Id="Ra1735c4cdadf45a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b3f121a3444986" /><Relationship Type="http://schemas.openxmlformats.org/officeDocument/2006/relationships/notesSlide" Target="/ppt/notesSlides/notesSlide19.xml" Id="R6c97af7d63e244d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bc055b67247a9" /><Relationship Type="http://schemas.openxmlformats.org/officeDocument/2006/relationships/notesSlide" Target="/ppt/notesSlides/notesSlide20.xml" Id="Rba5c2335a6b9485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c8f238f734e31" /><Relationship Type="http://schemas.openxmlformats.org/officeDocument/2006/relationships/notesSlide" Target="/ppt/notesSlides/notesSlide21.xml" Id="R16e50b447f894d5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40317d65a4a62" /><Relationship Type="http://schemas.openxmlformats.org/officeDocument/2006/relationships/notesSlide" Target="/ppt/notesSlides/notesSlide22.xml" Id="R975e31af3048429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e316dbe794dc2" /><Relationship Type="http://schemas.openxmlformats.org/officeDocument/2006/relationships/notesSlide" Target="/ppt/notesSlides/notesSlide23.xml" Id="Rd77daba78a8e485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101709f8c4d56" /><Relationship Type="http://schemas.openxmlformats.org/officeDocument/2006/relationships/chart" Target="/ppt/slides/charts/chart34.xml" Id="Ra3851f8aba284a40" /><Relationship Type="http://schemas.openxmlformats.org/officeDocument/2006/relationships/notesSlide" Target="/ppt/notesSlides/notesSlide24.xml" Id="R92fed868d3eb410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b6ecc94324019" /><Relationship Type="http://schemas.openxmlformats.org/officeDocument/2006/relationships/notesSlide" Target="/ppt/notesSlides/notesSlide25.xml" Id="R2947e90b5cc44d7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e28e3726a4740" /><Relationship Type="http://schemas.openxmlformats.org/officeDocument/2006/relationships/chart" Target="/ppt/slides/charts/chart35.xml" Id="R88c2f712e7fe4db1" /><Relationship Type="http://schemas.openxmlformats.org/officeDocument/2006/relationships/chart" Target="/ppt/slides/charts/chart36.xml" Id="Rcfd30f13156a467e" /><Relationship Type="http://schemas.openxmlformats.org/officeDocument/2006/relationships/chart" Target="/ppt/slides/charts/chart37.xml" Id="R46905af0d3fa46d1" /><Relationship Type="http://schemas.openxmlformats.org/officeDocument/2006/relationships/notesSlide" Target="/ppt/notesSlides/notesSlide26.xml" Id="Rdb653dca884441d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8fc6e584f4b6e" /><Relationship Type="http://schemas.openxmlformats.org/officeDocument/2006/relationships/chart" Target="/ppt/slides/charts/chart38.xml" Id="R79dea952af73461f" /><Relationship Type="http://schemas.openxmlformats.org/officeDocument/2006/relationships/chart" Target="/ppt/slides/charts/chart39.xml" Id="R69316109a0de4b04" /><Relationship Type="http://schemas.openxmlformats.org/officeDocument/2006/relationships/chart" Target="/ppt/slides/charts/chart40.xml" Id="R86a72b54979a4fc7" /><Relationship Type="http://schemas.openxmlformats.org/officeDocument/2006/relationships/chart" Target="/ppt/slides/charts/chart41.xml" Id="Rdb1a4ca92d464ca0" /><Relationship Type="http://schemas.openxmlformats.org/officeDocument/2006/relationships/notesSlide" Target="/ppt/notesSlides/notesSlide27.xml" Id="Rfb44bbbc65df487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c37bff78a4335" /><Relationship Type="http://schemas.openxmlformats.org/officeDocument/2006/relationships/chart" Target="/ppt/slides/charts/chart42.xml" Id="R29e21510ba79431a" /><Relationship Type="http://schemas.openxmlformats.org/officeDocument/2006/relationships/chart" Target="/ppt/slides/charts/chart43.xml" Id="R7074aa82a9034f8a" /><Relationship Type="http://schemas.openxmlformats.org/officeDocument/2006/relationships/chart" Target="/ppt/slides/charts/chart44.xml" Id="R01b12ba1f0224a75" /><Relationship Type="http://schemas.openxmlformats.org/officeDocument/2006/relationships/chart" Target="/ppt/slides/charts/chart45.xml" Id="R8a1c268a31274a55" /><Relationship Type="http://schemas.openxmlformats.org/officeDocument/2006/relationships/chart" Target="/ppt/slides/charts/chart46.xml" Id="R34a1f8fa21834de0" /><Relationship Type="http://schemas.openxmlformats.org/officeDocument/2006/relationships/notesSlide" Target="/ppt/notesSlides/notesSlide28.xml" Id="Rc8232332fd724f5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1431a98bb43fd" /><Relationship Type="http://schemas.openxmlformats.org/officeDocument/2006/relationships/notesSlide" Target="/ppt/notesSlides/notesSlide29.xml" Id="R212baeb58a38459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668666d9f94649" /><Relationship Type="http://schemas.openxmlformats.org/officeDocument/2006/relationships/notesSlide" Target="/ppt/notesSlides/notesSlide30.xml" Id="Ra832045dce2c4a1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7e27531714228" /><Relationship Type="http://schemas.openxmlformats.org/officeDocument/2006/relationships/notesSlide" Target="/ppt/notesSlides/notesSlide31.xml" Id="Rc5a1e3319874421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de6310ff045f9" /><Relationship Type="http://schemas.openxmlformats.org/officeDocument/2006/relationships/notesSlide" Target="/ppt/notesSlides/notesSlide32.xml" Id="R23d44c15d9304b6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c331d93764f14" /><Relationship Type="http://schemas.openxmlformats.org/officeDocument/2006/relationships/notesSlide" Target="/ppt/notesSlides/notesSlide33.xml" Id="Rfb741f7f31974de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02b4612d34788" /><Relationship Type="http://schemas.openxmlformats.org/officeDocument/2006/relationships/notesSlide" Target="/ppt/notesSlides/notesSlide34.xml" Id="R6bedf9d13299419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85b2e425142d3" /><Relationship Type="http://schemas.openxmlformats.org/officeDocument/2006/relationships/notesSlide" Target="/ppt/notesSlides/notesSlide35.xml" Id="R2375df8b9b3d4ad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8627a869d04435" /><Relationship Type="http://schemas.openxmlformats.org/officeDocument/2006/relationships/notesSlide" Target="/ppt/notesSlides/notesSlide36.xml" Id="R6907138aa35c47f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bc61d5ef94826" /><Relationship Type="http://schemas.openxmlformats.org/officeDocument/2006/relationships/notesSlide" Target="/ppt/notesSlides/notesSlide37.xml" Id="R22d401c4fc974e0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7944e072046b0" /><Relationship Type="http://schemas.openxmlformats.org/officeDocument/2006/relationships/notesSlide" Target="/ppt/notesSlides/notesSlide38.xml" Id="Rbaeba3e592c449c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b71a4beef427b" /><Relationship Type="http://schemas.openxmlformats.org/officeDocument/2006/relationships/notesSlide" Target="/ppt/notesSlides/notesSlide39.xml" Id="R13e33b3f1f0440a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d02b29c1b40e2" /><Relationship Type="http://schemas.openxmlformats.org/officeDocument/2006/relationships/notesSlide" Target="/ppt/notesSlides/notesSlide40.xml" Id="Rc9963f587e1e488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0b323d29e474b" /><Relationship Type="http://schemas.openxmlformats.org/officeDocument/2006/relationships/notesSlide" Target="/ppt/notesSlides/notesSlide41.xml" Id="R2de49dfdf6d5482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a8991716b4a7a" /><Relationship Type="http://schemas.openxmlformats.org/officeDocument/2006/relationships/notesSlide" Target="/ppt/notesSlides/notesSlide42.xml" Id="R42ab47a76328443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c5b81064044cb" /><Relationship Type="http://schemas.openxmlformats.org/officeDocument/2006/relationships/notesSlide" Target="/ppt/notesSlides/notesSlide43.xml" Id="R91887df4855b434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86f5677d748a3" /><Relationship Type="http://schemas.openxmlformats.org/officeDocument/2006/relationships/notesSlide" Target="/ppt/notesSlides/notesSlide44.xml" Id="Reb03f9986bff4612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31cdca52a4229" /><Relationship Type="http://schemas.openxmlformats.org/officeDocument/2006/relationships/notesSlide" Target="/ppt/notesSlides/notesSlide45.xml" Id="R0c84b5057ac146a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e92ab8355405c" /><Relationship Type="http://schemas.openxmlformats.org/officeDocument/2006/relationships/notesSlide" Target="/ppt/notesSlides/notesSlide46.xml" Id="R61ec39d1410a40d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3ee2aba674710" /><Relationship Type="http://schemas.openxmlformats.org/officeDocument/2006/relationships/notesSlide" Target="/ppt/notesSlides/notesSlide47.xml" Id="R0752ecf7dd3048b1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782b522e641fe" /><Relationship Type="http://schemas.openxmlformats.org/officeDocument/2006/relationships/notesSlide" Target="/ppt/notesSlides/notesSlide48.xml" Id="Rd37c7c00e7cb406e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230289ed54fd1" /><Relationship Type="http://schemas.openxmlformats.org/officeDocument/2006/relationships/notesSlide" Target="/ppt/notesSlides/notesSlide49.xml" Id="Rd8772102203a4d40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bafbc667247c0" /><Relationship Type="http://schemas.openxmlformats.org/officeDocument/2006/relationships/notesSlide" Target="/ppt/notesSlides/notesSlide50.xml" Id="Rc8c82b84e3434a73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0fc46ea94461b" /><Relationship Type="http://schemas.openxmlformats.org/officeDocument/2006/relationships/notesSlide" Target="/ppt/notesSlides/notesSlide51.xml" Id="R87a46532b834425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64eabacad40aa" /><Relationship Type="http://schemas.openxmlformats.org/officeDocument/2006/relationships/notesSlide" Target="/ppt/notesSlides/notesSlide52.xml" Id="Rce92ff8e16624ea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6c5fafa7364388" /><Relationship Type="http://schemas.openxmlformats.org/officeDocument/2006/relationships/notesSlide" Target="/ppt/notesSlides/notesSlide53.xml" Id="R743b6c7a28cf400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3607b774640c9" /><Relationship Type="http://schemas.openxmlformats.org/officeDocument/2006/relationships/chart" Target="/ppt/slides/charts/chart47.xml" Id="R1d277cdbd45f4a16" /><Relationship Type="http://schemas.openxmlformats.org/officeDocument/2006/relationships/chart" Target="/ppt/slides/charts/chart48.xml" Id="Rb296a64f64bb4fc2" /><Relationship Type="http://schemas.openxmlformats.org/officeDocument/2006/relationships/chart" Target="/ppt/slides/charts/chart49.xml" Id="Rcda4bf8025164207" /><Relationship Type="http://schemas.openxmlformats.org/officeDocument/2006/relationships/chart" Target="/ppt/slides/charts/chart50.xml" Id="Rc8d6bc815dbf4310" /><Relationship Type="http://schemas.openxmlformats.org/officeDocument/2006/relationships/chart" Target="/ppt/slides/charts/chart51.xml" Id="R5b316111352243fb" /><Relationship Type="http://schemas.openxmlformats.org/officeDocument/2006/relationships/chart" Target="/ppt/slides/charts/chart52.xml" Id="R9bffa7b9ac1a495d" /><Relationship Type="http://schemas.openxmlformats.org/officeDocument/2006/relationships/chart" Target="/ppt/slides/charts/chart53.xml" Id="Rce9d24e0345e4af3" /><Relationship Type="http://schemas.openxmlformats.org/officeDocument/2006/relationships/notesSlide" Target="/ppt/notesSlides/notesSlide54.xml" Id="R26d833f67d5c4f37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7316e8547492d" /><Relationship Type="http://schemas.openxmlformats.org/officeDocument/2006/relationships/chart" Target="/ppt/slides/charts/chart54.xml" Id="R05e8c534f8c54836" /><Relationship Type="http://schemas.openxmlformats.org/officeDocument/2006/relationships/notesSlide" Target="/ppt/notesSlides/notesSlide55.xml" Id="R5d02d206936741b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5d1e1e9db40f9" /><Relationship Type="http://schemas.openxmlformats.org/officeDocument/2006/relationships/chart" Target="/ppt/slides/charts/chart55.xml" Id="Rf3f370e14563413e" /><Relationship Type="http://schemas.openxmlformats.org/officeDocument/2006/relationships/chart" Target="/ppt/slides/charts/chart56.xml" Id="R769e3c19051444eb" /><Relationship Type="http://schemas.openxmlformats.org/officeDocument/2006/relationships/notesSlide" Target="/ppt/notesSlides/notesSlide56.xml" Id="R278983ffb24c405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819a7b73e4783" /><Relationship Type="http://schemas.openxmlformats.org/officeDocument/2006/relationships/chart" Target="/ppt/slides/charts/chart57.xml" Id="Rbabab74ce9d34996" /><Relationship Type="http://schemas.openxmlformats.org/officeDocument/2006/relationships/notesSlide" Target="/ppt/notesSlides/notesSlide57.xml" Id="R7ed1e1fd8a014966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1f1f0e6fa54ec8" /><Relationship Type="http://schemas.openxmlformats.org/officeDocument/2006/relationships/chart" Target="/ppt/slides/charts/chart58.xml" Id="R787e152c775d456a" /><Relationship Type="http://schemas.openxmlformats.org/officeDocument/2006/relationships/notesSlide" Target="/ppt/notesSlides/notesSlide58.xml" Id="R969a97c3d66f4a0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fbb9353cb451d" /><Relationship Type="http://schemas.openxmlformats.org/officeDocument/2006/relationships/chart" Target="/ppt/slides/charts/chart59.xml" Id="R457831b56c8d46d2" /><Relationship Type="http://schemas.openxmlformats.org/officeDocument/2006/relationships/notesSlide" Target="/ppt/notesSlides/notesSlide59.xml" Id="R5ed49af70c6b4f1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5d8d0fdf784441" /><Relationship Type="http://schemas.openxmlformats.org/officeDocument/2006/relationships/notesSlide" Target="/ppt/notesSlides/notesSlide60.xml" Id="R05cab7ecbd7845e8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accabae4b40b8" /><Relationship Type="http://schemas.openxmlformats.org/officeDocument/2006/relationships/chart" Target="/ppt/slides/charts/chart60.xml" Id="Rd8d997d1be774166" /><Relationship Type="http://schemas.openxmlformats.org/officeDocument/2006/relationships/notesSlide" Target="/ppt/notesSlides/notesSlide61.xml" Id="Re28b676e31df4f23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90404f5614dbd" /><Relationship Type="http://schemas.openxmlformats.org/officeDocument/2006/relationships/chart" Target="/ppt/slides/charts/chart61.xml" Id="Rdbf4b2ef54d444ee" /><Relationship Type="http://schemas.openxmlformats.org/officeDocument/2006/relationships/notesSlide" Target="/ppt/notesSlides/notesSlide62.xml" Id="R6cee6900c9394137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d9c8bb9104e9c" /><Relationship Type="http://schemas.openxmlformats.org/officeDocument/2006/relationships/chart" Target="/ppt/slides/charts/chart62.xml" Id="R031774e3cc8f4f54" /><Relationship Type="http://schemas.openxmlformats.org/officeDocument/2006/relationships/notesSlide" Target="/ppt/notesSlides/notesSlide63.xml" Id="R11985776390546aa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2a9aec21d4c46" /><Relationship Type="http://schemas.openxmlformats.org/officeDocument/2006/relationships/notesSlide" Target="/ppt/notesSlides/notesSlide64.xml" Id="R9014e9e5e61b4493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gapWidth val="52"/>
        <c:axId val="48650112"/>
        <c:axId val="48672768"/>
      </c:barChart>
      <c:lineChart>
        <c:grouping val="standard"/>
        <c:varyColors val="0"/>
        <c:ser>
          <c:idx val="1"/>
          <c:order val="1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82.4739462266</c:v>
              </c:pt>
              <c:pt idx="1">
                <c:v>91.0666397607</c:v>
              </c:pt>
              <c:pt idx="2">
                <c:v>110.233954078</c:v>
              </c:pt>
              <c:pt idx="3">
                <c:v>131.218751566</c:v>
              </c:pt>
              <c:pt idx="4">
                <c:v>229.983749328</c:v>
              </c:pt>
              <c:pt idx="5">
                <c:v>209.089226549</c:v>
              </c:pt>
              <c:pt idx="6">
                <c:v>298.496438228</c:v>
              </c:pt>
              <c:pt idx="7">
                <c:v>365.94088088</c:v>
              </c:pt>
              <c:pt idx="8">
                <c:v>461.756303294</c:v>
              </c:pt>
              <c:pt idx="9">
                <c:v>682.897033647</c:v>
              </c:pt>
              <c:pt idx="10">
                <c:v>833.217321565</c:v>
              </c:pt>
              <c:pt idx="11">
                <c:v>880.375346502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13672.125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A1F3D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A7ACB0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4BC9AF-B637-4D48-A61B-A317422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06326-74E2-4368-865D-F038DE27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435DB-0C38-402E-BCF9-697F6633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BBE9E-2B3F-4D27-8558-8F11A872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62488-1A65-4BE9-8E33-7258EDE5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270198-A107-4C40-AD43-AEACCAFB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32A68-279D-4E35-BE0A-748E541F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20455694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CCC8BA-242B-425C-A361-C828E69B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4697E2-1053-45D1-A604-FE0E3523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04233-0510-4661-8C5D-9368213B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4A7ED-0DD2-452A-A34A-DD00AC70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FD8E6C-85C7-4E18-952C-B78BA46E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350CF-5436-410F-A912-42429714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4C05D8-2106-4B3F-A32B-AFA8E472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6D76B-6919-434A-B7C8-37818653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CABCE-CC09-43B0-BE98-D2FC934C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406AC-DB4B-40B3-A0A5-8E9F6BDC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915D3-10B4-4ACD-9648-095F1CBB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E88402-A6F5-405C-9F57-B3F0AC63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4E661E-48E3-46CD-9B18-C50B4D3A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13F89-2312-4D2A-8A8F-500FFF0F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BAF59A-0010-41F5-AE22-E187097F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6030F8-FF23-42CC-A793-C054C69E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EB8445-4352-46C2-8C12-76E515DE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14F33D-4EAB-43C3-ADE5-6A5E66FF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85D508-F34A-42E2-AA3C-BBCDCD40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CF6E1-E351-4582-9FE1-5EAE97FC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213A98-4C93-405E-9133-4EDD2888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R$ 342,9 bi de R$ 961,5 bi de PL bruto; inclui FIC-FIDC.</a:t>
            </a:r>
          </a:p>
        </p:txBody>
      </p:sp>
    </p:spTree>
    <p:extLst>
      <p:ext uri="{BB962C8B-B14F-4D97-AF65-F5344CB8AC3E}">
        <p14:creationId xmlns:p14="http://schemas.microsoft.com/office/powerpoint/2010/main" val="1442061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E4AEF3-A164-4A9F-8EB8-5BCBDAAE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613DAC-C41A-4028-8AE6-5ABC7E62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AB6665-9B17-451C-8D60-7B08BB05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AD76A-2379-4608-9C32-F8AD55B7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E3B46-DEEC-4CAE-8027-453A22E8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D7BC4-DD22-449E-BC66-430994CA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E07CA0-D9E9-429A-9772-BAF46E16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5EED7-5E38-4A36-886B-8CF15757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c42fdaf81c435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681929-9903-4047-B153-93961F4B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9683B-CAFC-4774-8885-C201B4DA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E67FF1-1FE6-4570-8CB4-D2357507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6d786d007b4fe4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42059517dc4754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AC77E0-ABC6-4B8F-BB28-32F9405D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D6FEB7-919F-473B-9DF1-78221692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9FE30C-1E8A-4B36-977B-A4603176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5951170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7DE0DC-9752-43D3-82E8-B047BBA8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2E1380-ACAE-437D-BFA7-9E1056D0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6C3E31-17FC-458B-8036-5C7E9666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F72B7-EE75-4D38-AD12-538B2DA2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51E21-E5B9-4AA7-AA09-CAC4B714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06C16-ADFD-4F86-A8DD-CC508D86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859E9-4914-4C08-88A6-B50CE932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0EF2D2-42FE-454D-903A-A252F7D9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b2ce97ecd6480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3C8D1-FC7F-44A3-834D-12CB2F50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F2C707-29CA-433C-A7F3-B143B285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84ca9fc118440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6535B3-B624-459D-A285-745DA9D7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30C864-E9EF-4753-A96C-232F2F3C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F227FA-B857-44F2-A1F8-5EAB07D2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65BA2-132E-4BE4-A785-34725FA8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74337D-A92B-42DE-8B83-ABF38D27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2F8D34-6F63-4F95-9751-DE67FE5B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D2A3B-243E-4765-B78A-6D44A50D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72377B-D95D-441B-99A4-ED3152E4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F3DB83-12F7-4AD9-AACF-4F8F1EE6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3B79A1-6F9D-4ACE-84F5-A3B982F2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AA1F31-1DF3-4CA8-92F4-F7FEA9F7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868259-8720-44DC-B7A1-D48CACCC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19397061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01F8E1-44E5-45FF-B06C-CF07AA13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D25718-0E40-4CEA-B17C-3CBAD1A8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A438B-63F3-432D-9CED-1155DF7C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74B10-A2EA-482A-B07A-6CDF7F4E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C9EE0-977D-4219-8EAD-782745AD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4D300-EAE2-4F6E-9662-0EC6143E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EC106C-15D8-4BC1-BE96-511FD59A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537736-F12F-47D0-AF84-E17A1073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a9e4879bab4b1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5A1CD7-A36F-4300-A92A-6A2A9C1E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C00EE9-7A71-4482-B4EE-09510821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9F6F51-6A43-4027-BE91-6EC82460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96BAE-44F2-46FC-BDB8-13BB5F6B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D5B575-D800-44D9-97CF-91273108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3F5B6B-0912-477F-9209-5290737A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19F40B-3D95-49EF-81CA-73F98B72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6364CD-FB40-4E04-9C45-0C24AC12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7B05D5-8909-426B-A172-5BD6D339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48B6D4-6D87-49D6-BE82-59064C7E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AE7400-B440-4401-A499-F4AFA79B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927B3A-7C76-4E78-833A-DD269DEC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2964506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6C8CB8-6F7B-48A7-9873-9CE8CE13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C4B68-32FD-4E06-BC4E-6493F5DB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7868EB-493D-4D9C-87E8-FF7E5E5E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7AF473-6686-48E2-9D64-CCA2E6A0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FE61D-337C-4145-8B38-87EC535F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89D35-EAB2-463A-B51F-0AA3C97A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7FEE2B-6E3F-4E7D-9089-1477B358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289D24-FD96-410D-9737-8F1C7EED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53fc989d154e5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1FFA4-847C-4484-A59F-FD8132EA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BCB7B-496E-4FEF-B8EE-6EEE5911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537f6e49494ab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94D352-4FE8-440F-803B-489DBB0D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15723-65FA-4BB9-BEF2-847D893A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f9119b6c164062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AFB91-C856-4761-A884-177DBD05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7173779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6186A7-3361-4DAE-85F4-280F6F9C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15AF9C-8FB4-4CC2-A597-C0F30E29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E4818-5391-4712-812F-B80D9F37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D5038-346E-4D7A-A28A-2565CDBA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73B20-579A-45F3-9506-DAA93428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B62E98-5B57-4EAA-9DFB-8A894A76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a808f98bbc4d4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CBC18-4CA8-4A09-8B39-0CD3E2F3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48FC8-5329-46F0-9B57-829D9527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3559894d1241ef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BA7DA-C97A-4896-82C3-522881615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37074-CDE0-416F-BF72-AD49AA50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edbe123b80401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9B0D0-BDBC-4A2D-850B-4D6EFE63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C29427-0B75-4229-BD22-2098D208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835b80c3c3438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B4BA4B-C734-4914-876E-8FEE3ED7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18AFB6-2864-4162-95C2-D39371F6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60CEBB-4BE4-4261-A7F0-F71E4260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ad0de4348a4d6d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14AA96-BE03-46F0-9282-F001DFBF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149B0F-D18E-4101-9AC2-8D063409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2613591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A6B0D1-6816-4046-8C8C-D4629E1F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0C2479-6BD0-4FC0-8E8C-3278F8AB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4DD98A-D3A8-4878-AE7E-E3488109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65C41C-F49B-466F-969C-D20C1C05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C9018-55C0-46D2-B1BF-9C379CFA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97789-D8CE-4DCE-BB82-07AA03A7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39167-6D84-44BE-A4C7-3AA73BE6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E4849-8BD1-49BD-B7C9-3832FEC4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47d535e433425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BD5917-FB96-4AE6-A3DA-D766021C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943C7-019B-43C5-9057-4061C82A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beb912db3d4680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9712d21e354338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D77F30-84F3-4048-AF90-212C9D4F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A3B4F4-1E7E-432C-9DFC-74591262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Cinco propostas documentais, somando R$ 29,3 bi, permanecem em validação; o gráfico reproduz a classificação oficial.</a:t>
            </a:r>
          </a:p>
        </p:txBody>
      </p:sp>
    </p:spTree>
    <p:extLst>
      <p:ext uri="{BB962C8B-B14F-4D97-AF65-F5344CB8AC3E}">
        <p14:creationId xmlns:p14="http://schemas.microsoft.com/office/powerpoint/2010/main" val="9795306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F837FA-9C3B-40FE-95FF-5F0F002A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D0BD0-BC5A-4C34-8A04-03F686A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7160A5-66C9-4AB4-A83A-C8619711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880892-3638-4E9E-B416-5F118F95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3DF1BF-C669-4AE2-AC36-91BBE59D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A394A-A017-458A-A588-219AC652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D4EDCB-B857-44D6-BAE7-D1DAD34C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AF0CC-7AE7-48AC-A314-EE7AC1B5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f5f4f997a84d6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B869F4-DD7B-4EF5-B533-AB49947A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C571C-116F-43C4-81B8-31B016AD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a6eba2dacd4f34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6be581ab2544b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A2CB02-2661-4D27-85E0-DA3E46B0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550954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CA8A3B-F149-461E-998F-4E4DA6F5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D35AB-2D1F-4935-A3E8-83E2D427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0095FE-8BC0-4FC3-B86B-6F111484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9990E-3585-4221-B9E0-A37DDF7C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524E0C-8BB7-4FC5-9AB3-6953DD7C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677898-54EB-4B23-8224-531F83FB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5F64CD-B836-461B-8BF1-F979BCF0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5EF5CD-8020-46E8-95B6-462DD85E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a60b16df0b419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FEE80-DDDE-49E7-AFA9-FDCE7E7D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ED0392-8BE1-41BE-8D26-95153407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ea23b0f6e649d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2DBF1B-CF9E-4386-BE58-E7878AEA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163549-7F26-42EC-AF22-0429DA58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b1a1f7d8ea46a8"/>
          </a:graphicData>
        </a:graphic>
      </p:graphicFrame>
    </p:spTree>
    <p:extLst>
      <p:ext uri="{BB962C8B-B14F-4D97-AF65-F5344CB8AC3E}">
        <p14:creationId xmlns:p14="http://schemas.microsoft.com/office/powerpoint/2010/main" val="7752051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44A481-74C1-412D-90DB-0F642B26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FD81BC-5DB9-49E1-864D-B5EA89C2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C6C693-4BC4-4CCF-BC91-29E85B6C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83A8C-BC10-48C8-8984-029BE33E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FD7C13-A531-43AC-9D3E-28EFBC8E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5CFDA6-6A23-4C35-8743-9EC7E48F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EC2E7-8CA7-4663-96F8-0C8414BE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FD990-3E5F-4830-9306-9E6E2567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1c6f5621734bd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30FF02-B9F3-4B3F-856E-60B1E379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6392EA-20C9-458E-8A22-AE2015A1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F7C9E0-8757-4210-B00D-FCBCBC9E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210E11-5C8B-4D66-9665-2315AEDC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0BE1A7-F4E2-43E0-9863-BC7EC9E7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B61CFD-E0B6-409C-ACF9-4D45A2D9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F1A743-02A8-4C30-A745-5D203EBB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DAE0EB-26B6-491A-A4C4-0B033743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061808-6474-490E-903D-242E4A22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86F6B1-22CD-4E86-86B0-7A0FD4CB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813074-A59D-4ED5-A103-966ACDF1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74685-133C-4E2E-BCD7-4790B70F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F40158-5C16-4B96-B9F5-3A29CE2F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B40FAE-C5A2-4093-8300-6869FDB9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AFAAB5-3C70-4FC0-B195-ADE508CC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1FDE59-E799-46CD-9CF9-F6F6F9E2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8E05B6-BD59-4B94-93ED-71071FBC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3940D7-6334-43FE-852A-4D05E635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171CFF-D5FC-4350-A1C3-DE50008D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2E41C6-3AAA-461B-BBCA-6D5DA381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A8D102-9F89-4C44-BF9B-4ADADA0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21107923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4A21D2-EC11-417B-8342-63C175DC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64CF4-F36D-4CFC-BF91-94DC291D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4EA1F6-9A5D-4585-B24B-E4D30677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F5574-2E0E-431D-AE74-9ED2837A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450063-9AF6-4B0F-895B-7FA36952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31FAB9-6207-444E-9440-9A181C33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1AF4EC-2362-4A56-BDD8-6086AD5B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D0972-7E79-4568-AD86-F9671969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b302c142b544d1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ca6677c4d14868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361D9-D5EF-4096-9244-0CE5842C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6FBEA7-98CF-45E0-84AE-E7539813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31CF29-6014-4D89-B6C6-5AF8F20F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C93E29-1975-4501-93F5-D60A5A5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DA395F-0E1B-4B33-B6C7-FCD05903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4033734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B45AAC-546B-4B58-AEF3-979E4146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C0B51A-F307-4554-9DF2-5388ADBB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F89B11-3CB5-46AD-93F8-D904DD6F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3F6E2-30B4-4CDB-8CEC-4D14B981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08A007-67EB-4827-8A51-96F39848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6A3262-9292-451F-9327-7CF60248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AC8B44-66A7-48B0-8E36-EDAD48E3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48DA8C-429F-4B82-AD2A-5EC215F7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6608da4ff34b85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0cff595d0946f3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0DAEE-9A82-409B-A849-EF2029E5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658172-9A6A-41B6-A501-A8029C39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0F3DF6-C74F-4CF8-8586-22C63319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62364-01F0-48B4-8514-4D06DF1F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5FF0F-46DD-4B56-8721-0FE3D437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102864248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772274-4431-46EA-9DDC-8B0424BF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C047D6-3CB4-4A70-9714-C3C9E59E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F0CCB0-E0BF-4B6A-BBD8-CD5712A6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4BF04-FF25-4FEB-B994-493EA976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01723-B88B-4FEB-ACB7-94CA0CCB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667329-6694-45F8-96FC-C83EC9F8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F9F06-755E-45A8-8DBD-BEF31302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C7BF1A-B1D9-4E2C-B1B8-0A89311A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6e2dd4e72946c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7A85AB-0849-4709-830C-CA23189A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77F39C-71CE-48D1-9AA7-25AE2BEB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64933dfc3d421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814116-4B20-4C79-9625-7FCFB0B6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70684598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6DBF4-D4C2-4631-8F7F-D990F446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8A0F8D-5494-413A-A0B5-6B455582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8F6C33-827B-4A10-9F45-70894C5A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EF8BB-9C2B-453C-8913-D22AB607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7AFAF-BC9B-40C2-9D60-F8E4EB81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F85BC6-CD44-4065-878C-D878BFD3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A7C0C-7746-4DF5-91B9-4008E4CC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18820814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E26594-D49F-42DD-A1E2-58014EA4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79118-D10E-4029-A040-BEB22CDF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22,0%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A0E011-58E2-4384-80CA-BD606BFA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17674-4713-498A-886F-90439E5B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71EC9-8EFD-411B-B86E-063C7610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3.626 fundos e R$ 880,4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D178F-B918-4C7E-BA00-D932CBD61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E0CFD-F243-4CF8-AF8B-76399BB5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DBF915-D5BF-440D-BA3A-28E344C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4A947-037C-4996-84FC-13660213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034C7-0431-48A2-AC4B-5A7FFCBA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R$ 880,4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3B3B8A-D05E-4CF8-AD2B-50A7AED2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140852581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AEE04-7224-44FB-8DB6-E27DBA941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E3E5E6-BCA0-4253-AA68-F3565AAE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551C16-A241-4955-A844-72CDD33D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DA45C6-837A-4311-A86D-6057C269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394254-371E-437E-9292-C63B7FEF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1D7DF-CE83-45EB-90D2-FFA3E8B6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CBE47-73BA-4ACC-BD05-D4D2527E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A1489-0883-4F70-BE50-E8B1EE8A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ec4daf74a44d5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84C0A-7E17-4186-8585-15822134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86F272-8C58-49DA-BFBA-149FC4CC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0FD4DF-8012-42E5-9904-7179016D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30f9e5406440e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C30006-3F31-410E-8458-B2572A1E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A11D1D-48DB-49C1-8B24-84A06C7C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69A6D1-FFBF-4746-B521-93A5ABF8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a7af3469b34471"/>
          </a:graphicData>
        </a:graphic>
      </p:graphicFrame>
    </p:spTree>
    <p:extLst>
      <p:ext uri="{BB962C8B-B14F-4D97-AF65-F5344CB8AC3E}">
        <p14:creationId xmlns:p14="http://schemas.microsoft.com/office/powerpoint/2010/main" val="205546882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A746A3-751E-4179-B61D-FA3C9B86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412812-80F4-4C0F-B9DB-45993411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FAC33C-E004-4236-9C98-08ED0357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1BF1B-45C8-4469-A7F5-4E03B46C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883AA6-0EE8-465A-A3F9-2D982BFE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F9A3AE-1D72-49AC-842C-B1089D79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94983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801F9E-9095-440D-B8C8-4BAFEC56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1B3F1-A374-4A98-B283-F6D06A30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do Tipo literal Outros; 9,7% do bucket do slide 8, que inclui N/D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072E2-C334-4410-8299-52275F8D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334437-7069-4ABC-AFE0-0199A644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CA307-F159-4666-B509-4A129D07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0A9EB-87A3-4A7A-BDEE-E2D5C053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 ILIMITADA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24851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153F8C-CD78-4C03-86BD-38F0614F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B212E-621E-4131-8237-0B3E9592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R$ 32,3 bi · 37,3%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3B7387-9B31-4030-AC5F-0084DE32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92CAC2-5BEB-4B30-B8DE-ABB2B815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1966D-A954-4185-ACD1-42A56E57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92EC8-326C-4513-8317-BC51DE85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27: CEDENTES DOS DIREITOS DE CREDITO DEVEM SER PESSOAS JURIDICAS COM INSCRICAO NO CNPJ/MF; (II) DEVEM SER REPRESENTADOS POR CEDULAS DE CREDITO BANCARIO, NOTAS PROMISS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CNPJ/ME SOB NO 60.746.948/0001-12; CAPITAL AUTORIZADO: E O CAPITAL AUTORIZADO PARA EMISSAO DE NOVAS COTAS DO FUNDO, SEM A NECESSIDADE DE APROVACAO EM ASSEMBLEIA.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66: CNPJ/MF N° 06.182.371/0001-18 – VIGENTE EM 21.07.2025. 66 ANEXO A POLITICA DE CONCESSAO DE CREDITO ADOTADA PELOS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CEDENTE E A BRF S.A., COMPANHIA ABERTA COM SEDE NA CIDADE DE ITAJAI, SANTA CATARINA, NA RUA JORGE TZACHEL, 475, BAIRRO FAZENDA, CEP 88.301 -600, INSCRITA NO CNPJ/MF SOB O NO 01.838.723/0001-27, POR MEIO DE SUA MATRIZ OU DE SUAS FILIAIS. CLAS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VERMILLION I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GV ATACAMA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SB CRÉDITO MULTISSETORIAL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ROYAL 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SEVEN POUNDS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421498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B7796A-41B7-4960-93C7-0D63199A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6292EA-B005-4129-9760-76952E62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R$ 121,0 bi · 64,0%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952E6-D275-41EE-82AC-5B23CC34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DC5696-8539-464F-9F8C-048E298B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396D81-1A34-4029-9A36-5BC9ED3B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76380E-9583-487B-9C17-7717E0BD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43: CNPJ/MF CADASTRO NACIONAL DE PESSOA JURIDICA DO MINISTERIO DA FAZENDA. CONTRATO DE CESSAO CONTRATO A SER CELEBRADO ENTRE O FUNDO E CADA UM DOS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 SOB O NO 36.113.876/0001-91; “CVM”: COMISSAO DE VALORES MOBILIARIOS; “DATA DE AQUISICAO E PAGAMENTO”: E A DATA EM QUE E EFETUADO O PAGAMENTO DO PRECO DE CESSAO AO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CEDENTE GENERAL MOTORS DO BRASIL LTDA. CNPJ CADASTRO NACIONAL DA PESSOA JURIDICA.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CNPJ SOB O NO 11.760.553/0001-69. “CEDENTES” SIGNIFICA, EM CONJUNTO OU INDISTINTAMENTE, 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SOB O NO 62.237.425/0001-76. “CEDENTE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4: CEDENTES DE DIREITOS CREDITORIOS A CLASSE UNICA. “AGROMATIC” OU “AGENTE EXTRAORDINARIO” SIGNIFICA AGROMATIC SOLUCOES DE TECNOLOGIA DIGITAL LTDA., DEVIDAMENTE INSCRITA NO CNPJ/MF SOB O NO 37.178.510/0001-63, COM SEDE NA RUA GENERAL AUGUSTO SOARES DOS SANT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HYUNDAI MOTOR BRASIL MONTADORA DE AUTOMOVEIS LTDA. , SOCIEDADE LIMITADA, COM SEDE NA CIDADE DE PIRACICABA, ESTADO DE SAO PAULO, NA AVENIDA HYUNDAI, NO 777, INSCRITA NO CNPJ SOB O NO 10.394.422/0001 -42 E SUA FILI AL LOCALIZADA NA CIDADE DE ANAPOLIS, 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CNPJ/MF SOB O NO 03.634.220/0001-65.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15: CNPJ: 33.502.360/0001-40.CBL (“CGM” E, EM CONJUNTO COM A CBL E A CBCL,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61: “ORIGINADOR” SIGNIFICA A EMPRESA OU ENTIDADE QUE, NOS TERMOS DA REGULAMENTACAO APLICAVEL, ORIGINA OS DIREITOS CREDITORIOS. “PATRIMONIO LIQUIDO” SIGNIFICA O PATRIMONIO LIQUIDO DA CLASSE, CONFORME DEFINIDO NO ARTIGO 109 ACIMA. “PERIODICO DO FUNDO” SIGNIFICA O JORNAL BRASIL ECONOMICO, OBSERVADO QUE A COMUNICACAO COM OS COTISTAS PODERA SER REALIZADA POR MEIO DE CORREIO ELETRONICO. “RECOMPRA” E TERMOS DERIVADOS COMO “RECOMPRAR” E “RECOMPRADO” SIGNIFICA O ATO PELO QUAL O CREDOR ORIGINAL RECOMPRA, POR QUALQUER MOTIVO, O(S) TITULO(S) QUE CEDEU PARA A CLASSE. “REGULAMENTO” SIGNIFICA ESTE REGULAMENTO E SUAS ALTERACOES POSTERIORES. “RESERVA DE AMORTIZACAO” SIGNIFICA A RESERVA A SER CONSTITUIDA EM DISPONIBILIDADES PELA ADMINI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LF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CEDENTE. “CIP” E A CAMARA INTERBANCARIA DE PAGAMENTOS. “CMN” E O CONSELHO MONETARIO NACIONAL. “CNPJ” E O CADASTRO NACIONAL DA PESSOA JURIDICA, DO MINISTERIO DA FAZENDA. “CODIGO 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164285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E2E77-B65E-413E-BCA4-5FC3CC8B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93C7F-303A-4C76-BA18-71DE2617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R$ 120,8 bi · 48,6%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81A60-BD9B-47DF-AA0F-D79F94F2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0FC31-29DE-4518-B2BF-13DD5CF7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02CA3-19AA-4F3E-9DB2-75BAA9FE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1FBE9-46CE-4EA4-9322-125E9AEF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81: CEDENTE(S). CIP E A CAMARA INTERBANCARIA DE PAGAMENTOS. CMN E O CONSELHO MONETARIO NACIONAL. CLASSE E A CLASSE UNICA DE COTAS DE EMISSAO DO FUNDO. CNPJ E O CADASTRO NACIONAL DA PESSOA JURIDICA, DO MINISTERIO DA FAZENDA. CODIGO ANBI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19: CNPJ SOB NO 03.311.443/0001-91 (“ENDOSSANTE” OU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52.242.420/0001 -88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CNPJ/MF SOB O NO 01.027.058/0001 -91, CONTRATADA PELO FUNDO COMO AGENTE PARA AUXILIAR NO (I) PAGAMENTO DO PRECO DE AQUISICAO DOS DIREITOS CREDITORIOS CEDIDOS, PELA CLASSE UNICA, AOS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50.906.397/0001-53 BTG PACTUAL SAC: 0800 772 28 27 - OUVIDORIA: 0800 722 00 48 - BTGPACTUAL.COM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31: CEDENTE NISSAN E NISSAN DO BRASIL AUTOMOVEIS LTDA ., COM SEDE NA CIDADE DO RIO DE JANEIRO, ESTADO DO RIO DE JANEIRO, NA AVENIDA BARAO DO TEFE, NO 27, SALA 701, CEP 20220-460, INSCRITA NO CNPJ SOB O NO 04.104.117/0008-42. CEDENTE RENAULT E A RENAULT DO BRASIL LTDA., COM 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77: CEDENTE SERAO CORRETOS E SUFICIENTES, PODENDO, ASSIM, EXISTIR ERROS OPERACIONAIS NA REALIZACAO DESTAS CONCILIACOES EXTRAORDINARIAS. ADICIONALMENTE, EM HIPOTESES EXCEPCIONAIS INDICADAS NO CONTRATO DE CESSAO, NAS QUAIS A TRANSFERENC 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CUSTODIANTE NAO GARANTEM AOS 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METEORO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 BANCOS EMISSORES DE CARTÃO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150: CEDENTE SERAO CORRETOS E SUFICIENTES, PODENDO, PORTANTO, EXISTIR ERROS OPERACIONAIS NA REALIZACAO DESTAS CONCILIACOES EXTRAORDINARIAS. ADICIONALMENTE, EM HIPOTESES EXCEPCIONAIS I NDICADAS NO CONTRATO DE CESSAO, NAS QUAIS A TRANSFERENCIA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 ODIANTE NAO GARANTEM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CLUBCARD VAREJO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PHRONESIS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SOMA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65: CEDENTE, NOS TERMOS DO CODIGO CIVIL. “CMN” SIGNIFICA O CONSELHO MONETARIO NACIONAL. “CLASSE” SIGNIFICA A CLASSE UNICA PERTENCENTE AO FUNDO. “CNPJ/MF” E O CADASTRO NACIONAL DE PESSOAS JURIDICAS DO MINISTERIO DA FAZENDA. “CODIG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054781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39CC1-0D99-4787-8D6D-9335C4E5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5606E-E8CB-4BEA-9EC1-9A0B83C1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R$ 89,8 bi · 25,2%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05395-10E0-414D-9B7A-FE28BF2D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57DF2-BCD9-4831-92AA-BE223CAD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E53227-2185-43BB-A3B9-61D59956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3ABAD-74C3-4DD5-AB9E-E4331182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99: CEDENTE SERAO CORRETOS E SUFICIENTES, PODENDO, ASSIM, EXISTIR ERROS OPERACIONAIS NA REALIZACAO DESTAS CONCILIACOES EXTRAORDINARIAS. 20.1.30. GUARDA DOS DOCUMENTOS ADICIONAIS . OS DOCUMENTOS ADICIONAIS RELATIVOS AOS DIREITOS CREDITORIOS CEDIDOS PERMANECERAO SOB A GUARDA DA CEDENTE, E, MEDIANTE SOLICITACAO, A CLASSE A E/OU O CUSTODIANTE PODERAO TER ACESSO A TAIS DOCUMENTOS ADICIONAIS. E POSSIVEL QUE HAJA FALHA OU ATRASO NA DISPO NIBILIZACAO DE ACESSO AOS DOCUMENTOS ADICIONAIS, O QUE PODE DIFICULTAR A COBRANCA E ATE MESMO A IDENTIFICACAO DOS DIREITOS CREDITORIOS CEDIDOS, ASSIM GERANDO PERDAS A CLASSE A E AOS SEUS COTISTAS. RISCOS DE MENOR MATERIALIDADE 20.1.31. GUARDA DA DOCUMENTACAO. NOS TERMOS DESTE ANEXO,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CEDENTES: PESSOA JURIDICA E/OU FISICA, IDENTIFICADA PELO SEU NUMERO DE INSCRICAO NO CNPJ/MF OU CPF/MF OU FUNDOS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16: CNPJ/MF OU CPF/MF DO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CNPJ NO 29.225.241/0001-10 BTG PACTUAL SAC: 0800 772 28 27 - OUVIDORIA: 0800 722 00 48 - BTGPACTUAL.COM 3 4.5.1 OS DIREITOS CREDITORIOS SERAO ADQUIRIDOS PEL A CLASSE POR MEIO: (I) DE CONTRATOS DE CESSAO FIRMADOS ENTRE A CLASSE E OS RESPECTIVOS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30: ORIGINADORA: E A SHPP BRASIL INSTITUICAO DE PAGAMENTO E SERVICOS DE PAGAMENTOS LTDA, PESSOA JURIDICA DE DIREITO PRIVADO, INSCRITA NO CNPJ/MF SOB N° 38.372.267/0001-82, COM SEDE NA AV. BRIGADEIRO FARIA LIMA, NO 3732,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 SOB O NO 62.232.889/0001 -90, SENDO TAL SERVICO PRESTADO PELA AREA ESPECIALIZADA DO BANCO, DISTINTA DA AREA DE ADMINISTRACAO FIDUC IARIA DO FUNDO. “BENCHMARK” E EQUIVALENTE A 100% (CEM POR CENTO) DO QUE EXCEDER O CDI.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HAVAN S.A., SOCIEDADE, COM SEDE NA CIDADE DE BRUSQUE, ESTADO DE SANTA CATARINA, NA RODOVIA ANTONIO HEIL, NO. 191, INSCRITA NO CNPJ SOB O NO. 79.379.491/0001-83, BEM COMO AS SUAS RESPECTIVAS FILIAIS; “CEDENTE CC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 E OS DEVEDORES/SACADOS, DEVIDAMENTE IDENTIFICADOS PELO CPF OU CNPJ, REPRESENTADOS POR DOCUMENTOS COMPROBATORIOS, OBSERVADO O DISPOSTO EM CADA CONT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32: CNPJ NO 24.194.675/0001-87 BTG PACTUAL SAC: 0800 772 28 27 - OUVIDORIA: 0800 722 00 48 - BTGPACTUAL.COM 26 E OS RESULTADOS DOS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40: CEDENTES” SAO TODAS AS PESSOAS FISICAS OU JURIDICAS QUE CEDEM OS DIREITOS CREDITORIOS AO FUNDO, NOS TERMOS DOS RESPECTIVOS CONTRATOS DE CESSAO. “CMN” E O CONSELHO MONETARIO NACIONAL. “CNPJ” SIGNIFICA O CADASTRO NACIONAL DAS PESSOAS JURIDICAS, MANTIDO PELO MINISTERIO 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020607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1D1515-70FB-4C23-BD4D-918D69A0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6E2AA3-B9FD-4E5F-ACC2-E37772E1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5ADD1-356E-439C-9683-CF267A70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D17D6-9B3B-40B4-BC87-458DFCE6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A035D-14EE-4679-BD0F-30871434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bruto, inclui FIC-FIDC.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5F58EF-CA1D-48FD-B71C-3926DB3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851f8aba284a4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FCD868-50F7-46FD-987E-B0A0209B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895F2-7A5F-4689-96E8-1543E328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E19ED-F1C6-4874-B567-B1088F46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0521B-6525-4762-9FD7-A378704C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27101-F626-4BAB-8344-FA452193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D91E1-7A37-4134-BCCA-D0087B38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DCAE72-4B47-4F4F-A324-F9E1D5C9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8543BF-DB21-420F-B73E-4D2FDBDE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130153-1260-4FFC-B7F8-4346E604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97B080-5FFB-4D60-8075-D5F4117D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CE4FB0-6F09-4DE2-9FF6-E159D2C4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C12A81-2FA7-4EC5-AE1A-FC5E1E0F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FBE96F-CC1F-46B3-BA4B-C505CE0D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18907A-F919-401C-A103-894EDC37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F3A229-B680-4334-B4E2-4F4D7E4B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FA18A7-57AC-4569-A25E-62FB10D3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0F96C1-340D-4C40-B695-0C3825C5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BCA0DE-9520-49EE-A6B4-8F698E3A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10FF70-9C51-4A14-A49C-A1127CC0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B06487-23ED-40A1-8D7B-09F91CE3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F9AE63-B59B-4FD4-9389-BB5F67BC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196385740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F2F3179-601B-4A84-B93D-A0674DB1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EB5818-B66C-45F4-8979-43AB1793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EE1588-3DAA-4A7E-8A88-F02DC0C3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BD13B9-463F-481E-87D6-4B9BF0BF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31546-6966-4522-A86C-4EE0681B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194EE-68C7-4A23-B9E0-91DCD189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4E96B-FDF5-423F-8E23-044F179A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96277B-8F3A-4ED7-9538-AAFD229A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535998-6854-4C13-91B8-AB902C82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1A6D8D-9CE9-491B-B81E-EF4A42CA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05459-E94D-4836-A6AF-3B0017B9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30D48-A0F8-4A5C-8385-3AA3FE5B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D8C0E-3D6C-44D0-82F2-227D1EFF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B2B048-2AC0-4694-8D3A-F0FF4CFA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ABC7E1-7F2A-47AB-9D00-D436A5C9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5F75F4-BAF9-4FDC-8E48-094E673D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82944E-103D-4D61-90F7-F7258ECD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64D1C2-CA72-479B-AAAD-800A593D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F179AC-6B3F-473D-8E4D-7D3C5D67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43CB81-2DC5-42BE-97F4-404067F9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D576EE-BABD-4BEB-802B-615DB4DF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B40DDF-865E-4D1F-9B62-0F1BA65A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E6AB61-1CBC-42CC-AA55-18E7576D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A8F377-95ED-41D2-BBF3-D4B8D26A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C54B19-E219-4DA0-A483-D2AB5DA6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5120E5-BA0D-4300-9647-5E4C7B2A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B595B8-9AEA-4B60-A1FC-E657F4B7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275463-2050-4257-8ADE-85B020C1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1D4686-7C47-49DF-BE00-7D998FF3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396C65-DA4C-4B18-B30E-73484ED1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BD525F-FDD0-41B3-B10E-FF3BB21E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1130EE-2F7B-42C2-B969-6155CC57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013D27-58DF-4108-95FF-DB6F5180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A07B6F-5201-4A3C-9F75-5666F04A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A2F3AE-0CB1-44FE-9C5E-0F1982EA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F7340E-72C8-458C-8962-01C357B0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ACABF8-99B7-46B8-B961-A88C24CE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D53BAB-0E2B-4C81-800F-A6971F1C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0AD6EB-3C6C-4303-AED5-6A5FC78B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BAB2CA-D33D-41E4-B1CF-8C75F264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F49D62-1326-40BD-9630-506996EC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77264C-1FD7-4DA9-823D-C883B38D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35C841-BCB8-4C8A-AE3C-CE5648A0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F9FAC6-0918-462D-8F2A-57C8AB4B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8A6943-25A1-42DB-8C29-514EB538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8C6FF6-0610-40C1-B543-7F969ED8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159808-2588-46B3-A2DD-2D89EB84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7FF114-A14C-4DB1-9164-7BC2025A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375E1FA-99A2-4E22-A55C-9550C92A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88B9D11-6F76-4E97-9347-6EC07229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E11955-27E6-4F32-B468-464EFE0B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E9A76F9-F081-4C68-B821-74B4BB04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459A367-D266-455C-82B3-4FA89E47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4AD3FB5-F80B-4051-9887-A1427109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AF752DD-775F-48B8-AEB3-907B6F63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B08D59B-3B29-44B8-A5BB-43335B95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422AC18-CFE6-4E45-8FE4-BBB4BD86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E699D29-F5EA-4FDC-A2C3-1B01BEBC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D00AA5D-151F-4B58-90DC-53C67BAB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A3B98DD-01E9-4C0E-BACF-93C9AB9C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F563DFA-CEEF-45DB-8129-8BDC1D52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BDA19B-04A2-4A7F-AD87-515F9919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7C02F49-F5FB-4619-B150-B452590E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1CAF53-936C-48B5-B105-48D89C60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65C9C57-D9C3-4F0D-BB06-6A5CFA4B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5EB3A33-472B-4739-80DC-6CA05771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D1C3719-8A5F-45D3-B8CE-03BA57B1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54A15A6-D14E-4B1D-83E1-E76A4654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5BABCDF-FB98-4428-9098-DF0AA0D0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B168895-8544-44EB-862C-2202EB63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826C8FB-09D8-4463-8A4A-6B159555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3F48BB6-220F-4865-A2DA-9E5E70DE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D42294D-2505-4C31-9A8A-8E990AA0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BAC6554-3621-45B9-9D6B-41D7A1FA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B8CFD05-66F3-4E0E-8AD6-C3C7BFA5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A39CA82-7CE2-41C1-80E5-242121C8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D97FE1A-8578-467C-AF38-2E61EE6B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2C39142-9617-46F8-AFF4-A71984B8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0199563-6A12-4B03-B777-9097ACB1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91315697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7EFC57-2832-41CF-98CC-0D4C88AB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CF80A-29AC-450A-9682-FB9A9CF5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763124-4C67-4D22-8E1C-73ACF014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873A2-8061-47D6-A26E-FC6464A8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5BF07-0E01-46E3-956C-D8B3990F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4221D-D7EB-4CF5-8097-8760CFBE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071FC7-DC74-4E7F-92B6-4829BD97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40E08-1258-41FA-8C24-F3666E23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c2f712e7fe4db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77865-729B-4776-9D2B-FAC3AF63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E4076-73F4-41B5-8ED0-5A34AC34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d30f13156a467e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905af0d3fa46d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39A7D-C148-4A4A-86B8-92DDEDF3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477174-88CC-4F3A-8179-A2F3BBA2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191866940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0E7175-B656-4E0A-8569-D0F252AD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DDD77C-89E6-4B1F-8FA4-AE86F1CC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05606-BF3A-4770-A07D-2C3C4E5E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12C792-217F-47D5-B455-B89C38C6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C9F848-7404-4DB7-A7F0-9F41D5B2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899220-0910-4969-9660-B2872BF1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FE9E68-518A-4C51-8948-1683703A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59A41-0DAD-45F5-91A4-BECFA561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dea952af73461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748462-B02A-4F49-8523-748A64C5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B53577-665A-47E4-B342-CC56389F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316109a0de4b0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35C41-2757-400F-BAA3-B190CB9F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E7643A-D11A-4672-BE85-1D972912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a72b54979a4fc7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1a4ca92d464ca0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E9AD98-DD45-4A8B-AEDC-AB5D20389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13D154-744E-4175-9546-F080FABA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F3BA5-1CE4-4B73-8ACB-7012763A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5D3F1C-C57B-4243-9031-DEFA99E4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71EFB2-3C15-4956-BCAB-6FEB8EE9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8D854B-D1D8-40A3-9D35-66AEA03E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AE1942-E8E8-4166-BA35-0840DDFE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4F0746-3D7E-4240-953E-435AB75D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00B05E-9CE5-4666-8E70-275A9A17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7805682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34EF0E-64A0-4897-A1CB-3E37133B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67F19-0625-42AA-AA85-DA207562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366F8-42CB-4138-9086-1D250468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0E965-C171-4787-9268-5B0564A3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A03505-1535-4301-9CC4-AEDE6EA5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98024-1A7B-4714-A052-E468443D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2046C-2ABE-4952-A292-16B461AF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080CD-C0FA-4685-AC02-94F47FAB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e21510ba79431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40EB2D-1EAD-4695-96ED-E8917B46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25037-96BB-457A-A44A-0CE0F2AD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74aa82a9034f8a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b12ba1f0224a7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750458-0A15-41A9-B84F-221FC2A1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69CB65-8483-491D-974E-BFDF2F3C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66C914-5487-4AC9-AEF7-75C11A3D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1c268a31274a55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5BD0D3-D2CD-40C6-AD43-0096FC74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2BD675-444E-4810-8459-0B4E7E5E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a1f8fa21834de0"/>
          </a:graphicData>
        </a:graphic>
      </p:graphicFrame>
    </p:spTree>
    <p:extLst>
      <p:ext uri="{BB962C8B-B14F-4D97-AF65-F5344CB8AC3E}">
        <p14:creationId xmlns:p14="http://schemas.microsoft.com/office/powerpoint/2010/main" val="63407281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1B7C7B-4A11-40FA-BBD7-6EC2D753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669E6-0331-4807-9A64-86DEE423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ED17D-DD66-4631-A609-A2E87D68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D3633-CB15-4910-8C0E-3B43E1B6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FC5A3-E4A5-4285-BAFB-56FC3172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E2EE9-5EAC-4846-95FC-9FF41C00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DE3282-3F29-46C0-ADC1-F270BE80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DE8AC4-54E0-41A0-926F-32AA57BB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58EDF1-15EE-449C-A5AD-A481D8B9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B00A7F-4E49-4C17-B1F9-388202FA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939B7-6852-4918-AE06-FCFD889F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B6874F-2779-4521-9573-07DFE4A3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CFC852-62FA-4E14-9DD4-6F08AD90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112087950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0423C5-B6BE-4B65-AC1F-C3798843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91E41-53A4-485B-8A84-3B67B179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6591A-CD00-47ED-AF3D-11B1C52C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9232B-DB8D-48FD-81BE-97D6E011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93674-0894-417A-8C19-52340DC4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DE8AC3-B7CA-4E32-BB2F-7C28CD6D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46261-AC46-4BC9-8D7C-F0EF7EB0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4C33C-4302-4D7C-BE3A-48BF92B2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9BBF30-E713-47B6-B965-3F7E444B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0A272C-693E-47C8-924E-73865131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8B2D9-16A1-4415-8350-11EDDBED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77335D-6050-4BA7-B521-A0709359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BF8BD3-EA1D-4936-9396-BD80114C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128683631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9EE65C-2EB0-4E7A-8A12-ACD9CB08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4D04B6-BA19-4DD7-99D3-35F522D3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B5EF8-3D96-4415-9D09-E7AC5A62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8E641-E8DA-49AF-A619-7721C4FA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33916-6671-4835-B4BA-CD174672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35D6F-12B2-4BF3-A907-3A409A50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145E3-56E4-45ED-9C13-811743E6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BD3749-1990-44C5-9443-259DE32A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9401039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DFE33B-E1D8-454B-8C6D-670D9624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93642-F032-425E-896D-B81777EC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EE7030-49AE-470F-95D3-D5966C1A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3E28B7-0637-4837-9287-137F4338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6B0955-C664-49D7-A965-9AE44E46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98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2379F-C90D-4C4B-9F16-7293C1D2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D23A-85DE-4323-B39F-5C79C27A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0B7C78-48F5-4233-825A-50D8BBE0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AB0D56-B45D-419C-83FA-DCEFCBED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AE7818-3D5A-40AE-B377-4076B11B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10050-BF4B-4048-A265-A8329F52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AD0F86-8D34-4245-B4F1-93C5474C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082CC0-2690-4DDC-B3F9-2E17E294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483972-C1DA-4B1F-998A-922C1493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C530D3-5B49-44CE-A119-04D235A0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9ED6A-2637-4C1E-B3DE-15063E69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C874E0-7798-45E3-8C50-982E9620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2657D3-892C-417D-B6DA-AEC125CE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0DD459-61AD-45B7-9FD5-B43DF69F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ECFE46-AE9A-4D80-9B28-635BD1DD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CE78FC-0867-4251-80BD-447831B4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57818B-E12F-46FC-BAE1-B0C385EE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FBCBEA-0D31-4506-8885-789B303E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65,7% dos R$ 78,1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515816-D343-4C35-84F0-C87A82EC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8A5B96-0947-403E-9353-6D844A83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72A71D-3561-4CB9-83D0-73D2097A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231516-8F9B-41C5-84E5-D113872F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0935584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9551D20-3A74-493A-A570-A1BC52AA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CF41B-D771-4E19-91BD-11ACCA4E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EEBDD-1383-46A9-B811-E6F3C56A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2475AD-A00D-4A28-8789-D6587423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D92BD3-4DCA-48C0-B79F-A0B8007F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BCCE8-2CD3-4D04-BB2C-AD2D9EBE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C7F634-C8BA-464B-A640-BBBFDF6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81A5A-F78F-4EC6-BE52-A5FC6396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6FAB0B-0370-40A6-BEFA-87DC2404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C4B06-9C0A-4050-AC52-A55A00E3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1A6C54-7C2F-46C8-902C-39AF7576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ED70E-563B-49FA-BAF6-D509DD08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82D451-FA88-4B8D-8778-999F5C60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A1DC3C-A253-43F4-B935-B220764C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3945C6-A13A-4822-87A6-97C38432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A464A8-CCF5-4B84-B031-F2A32DEB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A194AF-6EE6-4FC3-AA4B-7FCE9DCD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00360C-CD9E-4A7A-B2AB-D869E9A0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D6FAA8-0083-4B15-9B8A-6673CE4A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43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97FE83-87CC-42BE-8DE1-E47008A8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32FB4C-9BA0-44D9-BF92-13E984DD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7FC52D-675B-4DE4-9B3D-1F8C5550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D71052-A82E-48F0-87FA-A62CDC126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9C7CE-939D-48C5-8310-0090155F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EEA816-9AE9-4CA3-86D0-E7D7AB52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527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06F01-4687-41FE-A041-674B09C2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D19AAB-2DE9-4F2B-8D6C-94251B80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9036BD-4930-456C-B6B3-5D61FBB5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DC1917-8096-4763-9A9C-E07A7396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8EAD9B-ED6F-4AC2-B0FB-912EC0C0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623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80E3E2-273B-47C0-A50F-67BCD96A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11914B-E61D-4E2A-98C8-0FD64DAD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3C0C5F-07B9-46D4-B6DA-69040955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D16374-45C2-48AF-9C81-8DE163EC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719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A8F9E8-11EF-434D-A5ED-638BFDD0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719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inclui FIC-FIDC.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C2F2F9-EFEB-40A6-8FBE-269F2744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E6FCCB-490C-430D-8BA3-11362E6D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E1AEA8-5CD1-4F43-8284-15075396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A76EB1-B690-4B1B-9C84-09531E1E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81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F171B08-63C3-4D3D-A102-D477A8EC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81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731428-7CF7-4607-A310-8DC7056C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821FEC8-4296-4CF8-A108-B9B8A8B7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AD4416-41D3-4727-9AED-92B78ED3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05AD6A-7323-41A7-9336-F3E29A0E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24D959-B573-45E0-A8BA-4F28F867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91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52175766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16C5D4-D40E-4A4E-ADCC-075FF040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0852D-8FC1-4E57-9C8B-87D68DAA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C6195C-940F-49BE-BDC5-0D39613B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719A9-1B70-43A5-BF85-C279AEC9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71826C-D630-4E19-9878-E9809B4E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C1416-42BE-4FCF-83FD-DA607525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59E237-B317-4710-A715-75FBE947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0E931F-B163-49BD-BB63-61993C3E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9CC09-1A16-47A7-9147-A54D7607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AD688-8D3F-42D2-8617-F867357C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D8F074-D4D5-49A9-A150-405D484B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907511-00E5-402E-95C3-EB30D9D5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6BBDB9-30D5-41BA-BE36-9634395D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271363-BD17-46C3-BD49-DE1BFE1D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FFE6FC-D5B9-49D9-9DAF-CA0AF06C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38DE7-B528-4664-936A-10C0F075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F1662-B6F0-414A-A738-59977529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009141-C281-4DAA-9F45-F9DC667E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898906-AD35-4D86-9A89-2621E5A3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78DBA0-27F6-48B1-9DA5-31085F99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59EBD7-5E0A-44D5-9BE6-27A8CD44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C30ADF-F359-42E0-B069-7EC2246B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E870A0-511F-4CA3-ADE0-F008B493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F5D98D-E567-4823-828E-C4658979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6CC3F5-3FAF-444E-AA1F-09E68428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C7BBC7-E396-41FE-8624-DE61877A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C3D33C-234C-4F66-8465-130AEBB9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BBBEBA-E42A-494B-9038-8A0FC084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697BAC-E60B-444A-A232-F7D8F283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69827423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10FD7B-A83D-48AB-8CB1-BD863BA6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0EC41-D096-4F0A-9F65-2AD7E170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9CED1-927D-4D65-844E-D85596D4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A3DE1A-A402-4E4C-AFB7-E92BDD84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FE1DA-BAAB-4578-9454-233F2330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FE270-89CA-4700-9370-E91150D2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2C1709-84A9-4D11-AC43-A2AABEDE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1436F2-3D36-414A-A040-F7C0DE63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73AD1-CE40-46C0-AAA7-67068C21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CF6EF5-B058-4E04-AF0A-D86F1B81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227A27-7F28-41CF-95DD-319846B5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01FA57-C684-429E-923B-CA4AB563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57FD35-0F3A-4689-A164-F283568C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C408EC-C944-46CE-BDC5-48CF760C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6786E4-C366-489E-B6E0-9AC2199E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FF20C5-94D5-420F-89BD-D89885C8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2DA609-E6FB-40FD-AF44-66627019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553540-E50E-429E-8838-34B9B8D9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954E1C-7BD9-4757-ABD0-0439EF0A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6CB0F4-6A4B-439F-BC16-A8A76658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465F3B-8065-46DB-91E3-DBB3536C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382A58-C665-492C-B020-8A97190A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A5A6DB-8431-4B36-9E1D-7CD1C904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735099-4646-48EA-8D9E-4E735D75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8E3CB0-12B8-46AF-AD35-C4E9394C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EB04ED-42B2-4F7A-BE4F-4BA815F3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3241C2-E050-49BD-8F4F-36BCCABC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0ECF5C-1644-46C9-8D41-C33999FC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3FC136-0F37-4693-9705-B2A0F7B6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78441208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951F36-973F-4882-902C-F0D10085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1D14A-37EC-4647-ABA4-934AAB0C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5FF0CD-B379-45AA-8DB8-1D7157CD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44F4E-42CE-4471-A35B-7F6D3991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CF615-4653-495B-A03D-0D674C81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45263-A0F9-42A7-BAA8-DFFC950C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26609-59EF-4FE6-B9A2-C35B214B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8321C-46BC-41B3-ACB8-2B7F02EF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EFBE14-BAD2-400C-8BF1-8D164B3F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1E2B5-F2EE-46C7-A790-A9473C5C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139E6C-78F4-41A7-A136-31C9AD1E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AB981-A172-4771-AC78-EA0C7689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0A0C2E-C846-42D2-83E8-23168BC6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3D5FE2-11F0-482E-8DA5-84E221CA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1039DC-A755-48A7-BA0A-7DB4960D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634FBE-FD9B-4FCA-AB01-95A8F8B3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9369FE-57A3-42B7-81FA-C3614967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DDA043-B280-4AAC-A70D-37FEB4EE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94E13D-BB4D-4F29-8EA4-A75F3DD7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C0001D-67FE-4A3C-93E0-009BBE2C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0D475E-22FF-47A4-9029-E5588E45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0C7C0F-EEA1-4B5F-A7E3-0F79DA22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9B3201-DC63-481E-9A44-3F282BF1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55ED0F-014E-4218-9232-EE203018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1A094B-8285-45DA-86D1-E32DDFAD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2B0F04-D4AF-4891-ABCB-C2AE20B6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41E32E-2BBB-48EA-A8A4-5B78F131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7E692C-F920-433A-AC77-9888530E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FA5E50-EC4B-409D-9C0F-4FA0249F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32141186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C4FA9D-5CD4-4D5D-AD2A-527ABAB6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1A3CF-1C16-4F05-9F63-A701A3BE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7B198-32FE-4218-8F5D-3C90AB1D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C79B60-EB84-4AAE-B2DB-BBC7DF34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682BF-5D12-4BF1-A031-D76893F2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EA0F93-F292-422F-AEEE-23E471A1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E0F869-7BE0-46E8-8D31-283DE914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768D8-B338-43E3-9725-1080D709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6279E-5688-4922-B4CF-40003B5E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B3B8F9-821B-49BB-939B-A541B54D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A5DF47-FAD3-47CE-9B1E-188C897B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3A6EEF-0915-46F9-812B-0F3C5D83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34741-1154-49B9-AA0A-F95331E8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EE5CD5-341C-4A81-98BF-93B486EB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BB07A2-6F5D-4FD4-8AFF-0FFF33FF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93F7A-4013-47F0-89FB-22C95E60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2B2C22-5EB6-466B-A691-0F6B6B71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FA17AC-74DC-4635-ABFF-363708B4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D60190-9328-4B68-933C-9FD90166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B69453-F58A-4111-86CD-B4872BC9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D80518-B715-433A-8474-CB2647E3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7CF996-4BB9-44D0-AD88-572AEA86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142406-5FA0-499F-A218-DD65A25B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F9E2D-9E52-4996-8E14-12FAAFAF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B20CD1-9618-4E7C-8C2D-1AA2F28D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50CC94-61D6-474B-BB5E-FDC492F2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97E6E-704A-41FA-96E9-20FE896A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9B7A9D-5012-40BA-BB23-6AB95F5F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57344A-5DAE-42B5-A91D-76B594BD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58807271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35BDDC-082D-48AB-BA05-32F7C8D1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87CFE7-AC1F-4F2F-95C8-ED0587D4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026737-241A-440C-82B4-92276CE4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6BB11-3993-4653-B9F7-C1E8D3E8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41E04-F59F-47EE-B467-EB28BFC0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353EDC-2282-44FA-8D10-5DDF8F1A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6AFB2D-C52C-4E08-85A7-1E8EA727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ED7FF-AA66-4257-AEBC-D24A91BF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AA0CD-2CBD-480A-89E5-A4AAF60F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DD78CE-B09D-4589-A7F2-7D038F9A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D76605-C658-4631-9CC9-A1A14B9A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A0FE2-C702-4BDD-8130-A1E92AED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12958-A794-47B0-AA63-117C52BC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2FF8A8-4C01-4911-9152-85A0FE69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0FD92A-CB6B-456C-8076-A650E4BC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D0042C-2E9E-4758-9D5A-67363453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5370F3-FC79-4BFF-B12F-E66D2774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1BB090-A461-4BFF-8471-ACC6EA93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078C5C-B804-4FC8-9CFF-F46BC54F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2E1D3E-C8AA-400A-ACAA-E52902FE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046ABC-CAC9-44CB-8C4A-00C5F709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4A87E6-24DA-4F6C-B10B-41FB4FCA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DCAAB3-390A-448F-A9B2-876AE9B8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E85029-DB67-4257-8C28-2E372A2F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4B09FC-DA4F-4574-9CA3-D332B7D8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AE618D-D4B1-4524-8A4B-C7A3B7F7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5FA747-4FC5-433D-B137-FF9218A6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D198E4-6F8C-4C37-ADA1-4F3BC977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E31B10-3CCF-4E0D-A475-086C580E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81784210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FB4A38-93B0-49C3-9CD5-21E8FD1E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27FBB1-E363-4806-B7F0-7F3A4617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E9B3B-63D6-44C2-BC21-35F9A149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C303A-3BFE-4F4B-8689-1F1864E7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357A2-32D7-4F02-ABF1-D09300F5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F36DA0-8738-4CDA-8469-C567446D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E777D-9A9D-459D-BCFD-975C57CD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C5EEF-785D-4722-BB26-2850F313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92E258-DB9E-4099-814B-B3C45F0D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33682-2BFC-4A1C-A9E6-AF33DF9E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4E3DD6-3FDB-407E-9112-07C45FC3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7643A-4C82-4C1F-9790-AB81A64A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EFAFE8-4D1E-4CEA-817B-4A3578E7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7F1F2-204A-4ECC-A225-4D976CE9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DCF11F-FF53-48A7-86B6-A3DFC305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DF60DC-0FB5-4796-84C1-B76C08E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503D29-5FB0-45E8-A936-35FA8F6A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1AE4C4-E1C8-446A-8337-29F330AB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C3BC1B-087D-477D-AA05-91FEE812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752B2-8F8F-41E5-A636-DB32ABB3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093823-5C2B-401E-B9E4-9B9E5604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579E5A-6675-4629-BD24-E7090781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1B9BCC-8AAF-4FEE-A2E0-212DF63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AA4AB7-55F8-4BF1-AD31-F0A7FFDB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B55D02-657F-423F-9A71-18477805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578EDA-BDBA-4E9E-B0AC-87B55483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77DD2B-43BB-4801-8CEE-2B99D156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29A79E-1753-4646-89E7-75E2AF51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4EAC8C-EAA5-4410-B0B1-56883928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49634025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5DF314-DDF0-41E0-B706-6AC8AE70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DBD30F-E038-405F-84F9-9BFC4D5B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7EAB7A-3296-4777-86A6-FB527D06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0B068-5495-4514-B499-7086187E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9627F-BF9C-4567-B20E-A2198C87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D69A3-E656-4805-AEB9-FBBDB148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81E1E-7D9E-4FA0-B9B4-052EB3B8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1FD225-C390-471A-9961-C1865D02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D716AE-08F8-48D9-9090-B90EBCF4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896BFE-2589-4014-824D-3DC2B5DC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F0166-02F7-4914-B5E2-738CEF07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952A8-BDEF-4D7F-B428-8585AC02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1A2DA-0EF4-43D7-94C7-6F3E19BB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DEFA99-D0AD-42AB-85A4-1C9EA5CD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80779B-2B29-4466-A8D8-BC00C209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D06708-5970-4C14-9B76-49BF5794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FF1806-29AB-441E-AE41-6384CC64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B98E03-4DE6-4251-9281-9472A73E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F5E4D7-8195-428B-A42D-C44E4438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B0FC63-8BF4-4E38-AFD3-ED5D3AB8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E91E52-F54F-492F-9022-FA0542CE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43DBDE-DF14-4A34-9DDC-5A968318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F66A74-C364-4C8E-B976-AECF59FD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CE2009-E8B9-4DEC-8E44-8865063D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672825-176B-48DC-A579-5A30BC73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E719B3-10C9-42CD-BD9B-6EE15FA3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64DCD3-EE86-468B-89DA-8C6E6CDD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5E77FA-2325-425D-B1B1-347D1C4C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128D07-577A-4CA5-8A8E-EA695381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81557440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2BDAC6-9E63-4DC5-8758-350FD9A1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D8F61-00D6-42F9-8B37-5871513B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30DB7-10A4-49AE-A94D-8C3949D5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140CC-29E2-43FC-AD94-56292CFC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CB35B-8F0F-4E3F-AC36-18524A3B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12B6A-CBCD-48DD-9C4F-000E1C7A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58629-AC62-4804-A2DB-92BDE289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4C135-A29E-4710-AC59-D14B92E0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F6BB0-2BEE-4AE0-838E-10918178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2FDC1-E7FD-4C55-B811-025AA17E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24B2C-03AB-4516-ADE6-F21D803D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2E729-0B83-4A4C-AD48-0409B357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1FC1B-9D42-48D0-84FC-069BB831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C81053-263E-4E9A-88C2-F3490834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3D2342-65E2-401E-A12E-3ED284BE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27598-0D7A-4256-B4A3-F3B2A5BB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B9FB79-1884-4C64-A57F-6DDE597E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9D78BB-636C-4EA6-A6C0-29627ACF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F49681-9602-4038-835F-57A8B586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9D8C1B-7EB5-4833-853C-BC601568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D45103-5243-4849-9ED3-E4A4C386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D6681B-9BB5-46AA-AFDB-9CF1B6CA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64DE5-BE70-4265-85D0-739ED086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972B86-26FE-4334-BD87-7D723C87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1FD13E-01E6-4C25-A09A-E09FDCFE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E5CEC7-22F3-4A36-B52F-C96754E2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E82643-FB88-4104-9953-3D8709CB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A84FC8-0D3D-43D8-89F0-D7AF7D49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D86E11-2B0E-4811-8FCE-E33C4FE5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16602224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7E546D-A98F-41DC-A928-CA41CA2F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3E11D-B6E5-46E5-A37E-ECE0E4FC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395CC-2B31-4466-967A-DE06DEC6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C20ED-2628-46CB-B9D8-1FBEC279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5048D-AA48-4850-A545-310B5567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DEDD7-103D-4F4A-BB2F-15AA0E3F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B63AE-1A33-42E9-9FD4-67B96B96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241BB4-4F32-4974-A5D7-9CF24885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D39927-3DE8-4131-AF9A-2CE041F1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F88CD1-8B05-4DE8-929C-687D1B06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C88B4-AE5E-4AE2-A53B-4E18B78B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0F8F09-7558-46BD-8C5B-9EEB801B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6F0A86-946B-4C01-9B9D-0BEB2252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0E9EE-8D29-4873-8FFF-661E1A97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96D04B-1B19-46C9-AB79-A7DDE837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C4D36D-3977-47A3-83E2-7D1F917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DDF576-1CED-4F15-93BD-D752CC14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245022-04D7-449E-971E-CBF747BF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1861E-288C-4E5C-BEB8-22F8A485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368E85-F62C-4065-9C42-03119E2F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EC160A-6AC1-4404-96CF-A30FBBF0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A6C038-CCB2-4744-B477-BC61225D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EE9E98-0EE8-4FF4-B9B7-DCF1B2DE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1B972C-B39C-43FA-83B0-A93AF030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037296-E6E8-4F31-BA21-E6C57014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F6C81F-8DF6-49F7-B4D7-C6C31B9D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344C27-9DEA-47EE-B44A-5087560A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5CE083-5E58-4287-B285-68A7274F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E3364F-10FA-41A8-AB01-AD0AD818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4407252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6D68EF-8FAA-4386-A94C-7F740BF7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A90FF-1AEC-4A80-A586-ACEA9AE9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A8D66-A96A-4351-97ED-5EB62419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007E9-224E-4F08-9146-9F6D9612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D3650A-5999-4817-828D-E388B7F1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C8ABC-4589-4789-93E5-045FC991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B9A170-25E6-44CE-9727-495FAFF6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C6BE2-5799-4C89-942E-399E464E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A299F3-9016-446B-B9A2-653FEAA4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AC7F0-D9F2-4CDF-88D1-7A8C882B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3ADDD-317C-4A7C-904C-716CED9E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DF232-354B-4FD7-AD06-33B2D21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78C28-9CAA-47C2-A055-9B97D399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28725C-7BA6-41E7-A5B7-B16F180D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6178C7-22FF-46FB-AB97-E3FACE4C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10E970-D5C8-483D-9682-EE52FE4E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F34775-F517-4702-BD20-62D78DA5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B249F0-F237-490A-8187-DCAD336B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BAD8E7-283E-4065-BC8C-6ED74981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C3C864-FB85-48B9-8E65-143BD793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7C6D75-86C6-4D48-B55D-8DDF6FA8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F90135-BF30-4ECF-BC12-B4C27A54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AE65DC-EE27-41B1-8257-1A782DFA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91737F-38FF-4402-8707-6A511DA5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73BD53-E0FF-48CA-B607-FCC9098D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20DCD8-C1F4-4F31-94C5-45F3D1A5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9615B5-1B98-48DD-8AAD-C70368BB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2F6230-5408-4B66-BCAD-9999DDEE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141C1D-A12C-4452-8832-34BF3461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11309262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BFEDE3-17B0-4562-9591-7FC56170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FBF1B0-3AB2-41D3-B481-AB6BDA37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C54AF-01A5-4477-8676-B888DBB9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9F1333-497D-4F54-B037-8DEF0B71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37A0D-5127-40F2-A66B-8C72C08C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08860F-82C4-4505-A672-CCDC41AB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A754F-D6D6-44AA-BF9E-22A98EAC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A3D56-A871-4287-8EBA-10E91A3D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03AE3-2C07-4CAB-B975-99F74C85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3EC27D-8EAD-4656-AED4-A9D0B991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610BB1-EDD0-4E05-941C-3AB57685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637A1B-1BFE-4B26-86A0-D4F52403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E80CD-7F15-4C9A-A507-39352219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66D9E-64F4-41E3-8064-37F6467E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092071-43D3-4CE6-9535-728A2EEC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3A95A3-D2F9-4D31-AFFF-E41B4C10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98E7D0-DB77-48BF-86D8-CC394BA8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2CFF43-1103-4D84-9F63-18ED4052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51C52F-AF95-4FF2-9D36-90B56970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86C198-5226-4B2D-A0FE-895D691A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590C74-0A91-48A0-A932-BF761A71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E2FA22-30F5-46DF-9080-074FD0C2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48698A-7853-4121-A712-2485B5CD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E0DFB9-0935-456C-9B23-BB2F8A85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29B8EA-F30D-460B-B4A9-14A94A5A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21F01F-F57B-4EE5-A12F-3A4B05E2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4827EA-A8B8-424E-93B0-4053E838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BD17D-3CE0-46EF-9003-BED2C58C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E08AFE-0BC7-4CCA-8D1B-C9F7A3FE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0122679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BAEADB-B246-41A4-A6C1-FD078B9C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5AE7E2-5EE9-4FCF-B9B7-424BF58D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E987DA-B6D5-473D-832F-210D8E4E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1E2507-F4A6-4F78-9F23-6953129E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6D732-B383-4B4E-8E85-63E7F5C3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60084D-6FD1-47BB-B010-D6607A29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A192A-29D6-449C-BADE-575E3C7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CCB9B-D7A9-47A8-958F-3DE5216B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40F19E-E589-48C8-8E10-C7440796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EE6FAD-26BC-404A-BF5E-1BFCD7F9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3C7E55-19ED-4838-A8E3-64F1F24F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F83D36-0BE3-4ED6-9739-29F2899A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02B067-A791-42C9-B902-741809BF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027061-3402-44DD-A769-F3370922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319C52-E40E-401E-9063-2FD233A7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236F05-B478-470A-85AA-E72C8E77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029DDE-E506-480C-8D6B-3FD9C41E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3255E8-0FC3-4EB2-BA35-B49E6FC4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F7733-FA52-4F35-B093-13834289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FDEB3B-2944-40A9-AE34-E1C41370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2B9AD9-C467-4EB2-8C98-31ACADC7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0DDF7B-B643-437A-9C2F-FBC91A0C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E74645-2371-4B66-B037-AEFBE461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9ED6FB-0AC6-467A-A8C3-756CC468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E26A9A-9A60-4A4E-8D96-A0D3D076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F00B57-2B87-4C7B-8FA8-F522F7B6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E078A9-9EBD-4022-9C95-E9D1634D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DB2A45-4BCE-4526-9E50-DC32F130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73ABFB-691C-4656-8B54-67E9B95A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87319996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1C5CAD-4677-4535-82FA-B1C501E6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EA6019-770E-44E8-ACAC-51F88929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F7580C-15DE-4837-AB68-DDFD6679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8B491-D274-49B7-A6CF-FA8D1B0DF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04709C-5664-45D1-BB79-5E70F21F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F59E2E-5993-4724-B9D5-88F94C7D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46345A-9951-46DC-8A68-64A811DE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2654E9-1787-4852-9DE8-8461347B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CE3A8-7A1C-4F6F-8BA2-D4B59EEC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3B3D8-FB25-4CD6-BD0F-B12049BD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8973F-9C0E-4F22-8D72-277CC53A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FC1C9-209F-4B63-A5B6-EDC2DA3E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A6BB53-2F76-41D8-A49A-BC7A7C70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E8A5D-7DCF-4BA2-B1C7-20215A95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272921-1AAC-4888-9314-5A9FB2A4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4AC09D-A6AF-4480-A4ED-83977DEB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8428B-3B9C-4449-AAB0-D2435534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F5C8F5-B37D-475A-BCC7-7A316262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BDE6E8-6E74-4BC9-BF79-8DB6B082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B79D36-E18D-46CC-8787-F6931F96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FF2A44-D842-413B-BAC2-96A12AAF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850432-56E8-415A-AB4C-85E7C93B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020250-6FCB-4C80-919E-101D17B9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E83CBF-8784-4679-8B20-14E990A3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B51AC6-C71A-4949-9F18-1B987FDD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F7746B-E8BF-4999-A3F4-52EF6FC0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25342-35B3-4184-B470-EFB5B252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ABBCF9-0350-485A-92FE-0B0DCD68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10BB11-502B-4500-9AA6-00833E53E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210099126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E06376-58A0-46D3-8597-FF1D6ABA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46D8B5-6E2E-4B1B-AEB0-518B63AC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76193-2BE5-4B2D-A985-F1B3691E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4A1123-07FD-4C61-8C26-062E04E8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EFB3E-610F-4F5D-9082-CF9DF67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540301-5F77-4B5B-B072-CC559517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1564B8-24D7-4E0E-BC0E-D1CF7A04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75816-8E47-4333-90B2-F566E83B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9581C4-CD22-46F7-8D26-A38636DF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3C97D8-237F-471A-ABB6-8FE131AD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CF7F03-6EA2-4E16-86BD-85F5FFEC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AD624C-930D-4453-A534-6A0E0A26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65366-C581-41BA-B9B2-B99AF47B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3D80F8-BD36-46D3-B00F-113437EA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8CF9F0-E9C0-487D-903A-027E5ACA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9FFB49-6331-42A6-AC8E-53EB3EE4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9A8831-78FA-44D5-8E3E-FF904E95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53F666-9767-48BF-A89A-96CBE4B2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1609C-3B89-44A3-B11C-F112F4B0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A023E2-3044-44F3-932D-70135B3C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AB0520-2791-4435-B619-875C928A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9483D4-C120-474A-A41E-967BF772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4297B-1B27-460D-ABA3-BDF56C62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78D523-D824-4937-95E1-139930A7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4A26A3-297B-4A70-A02C-66B07B2A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18493E-AA54-4AFA-BA86-0726402E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A72716-41E7-4934-9964-A458E836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C351F-B2D4-41EF-9117-03A58924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D65EF5-7F0E-495A-BBFC-0169E7E2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0927669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94AAD3-1EEE-4D03-AF3C-68A85C48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B6BF75-C26E-4589-8BCD-983E3C5A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D0066B-69BF-4424-9350-80DA956F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80608-4CD3-4627-ACCF-9B280ADE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E2B393-9527-49CD-9CF8-7A1D8175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901CA8-5076-4807-9603-F3ABA16D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CF3BAA-CFD8-4E7C-9D55-01074884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DDD4E-15CA-413F-8AC7-A4172F6A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9B2321-E21A-42A8-BD8B-B655D5A3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553FBA-4421-4C75-B257-357A6B4E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754E12-9AF2-4B3A-BD63-6D946146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911C20-9529-4510-B5EE-298E2AD5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C21B6-5BCF-4CA8-A17F-56FF020E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AA54D3-B1A7-4075-8D2F-C51C357B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2C211B-30C7-482A-B3AA-9D65B707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5DEC9B-A6D5-4B6E-A177-8F65DC59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4F82E7-5CCB-44DB-A3E6-E1166F17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A64E5F-7EE2-4B91-8B75-C5A5357A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A17CBA-23EA-430F-B922-CD359E09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D13C9F-3FCF-4250-BE5E-7C12AAD4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DF18C1-0B14-4DF3-B7DF-FA9A892D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B19543-8B2C-47EA-8B1B-2295B0D7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9903BA-9BE0-4C58-AE5B-26292053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B1EBE2-B49F-431E-B256-F991AB6C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2F774B-F74E-44FF-8D2E-32DAC5A2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ADD643-FAB9-42A4-9531-11163DF2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9F90A9-3E16-4AB5-9D8E-AE5DBF86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BD9820-A70D-40E4-A691-91FD3EAD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125033-9BB1-4F33-92BE-227442F2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62926329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AE523F-8CDF-44CB-B5B3-E2F315F2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4A932-3E5C-4958-961A-E35918EF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18B7D-B645-42E2-850E-FA61B265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CB808E-A93B-461D-9375-65671E84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4B8BA1-308F-4AC4-9780-2F0452EB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1AAB7-6368-403C-B284-3FD14C3F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E3AE4-169C-44AF-BB42-140A142F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0C7B3-31FC-4ED7-8555-2D3D9FD1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3A12AA-ECB1-4595-B882-3163C54D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1D4CE-8439-44D6-A75C-E9FBC5E1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CCEC88-7B81-4DB1-8E04-DC51D181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4210BF-90FE-4FE6-A46D-24D1C071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D92BD-9186-4B74-8DEC-EF8C2B73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E70CDA-6ED5-42CC-8A9A-F4CAE467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1CE6C-DA6D-4F0A-8CB0-44B46045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61A5B0-3BFA-4B2A-94CA-7A951FEF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7C41A7-730C-4B8C-B91B-0BC92B7D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89CF2E-B1EE-455B-B050-C396E201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8BF08D-5B2D-4D27-B0FE-528B660C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1C4525-2B4D-4CA0-BB1B-D0A2B0CE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F7A9D5-E357-4C2B-A5E8-1657D75F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9FDE2F-D5B9-47A5-897E-77AB6240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2F837D-3624-443B-9841-06F5794C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F72B66-8B92-400A-914E-424126C3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9A619D-8292-497A-B07D-ACC4411F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D1C944-AE5E-4787-A8AC-E817AD37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64D121-9894-4D8D-82C5-21E699BA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2FCB75-9BEF-4549-B5CA-94DAF87F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BE5974-118C-4325-A6E6-130CC1F7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94873489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AFC893-2387-4ACA-8F4F-E28572F7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363E7-AE37-4CD4-BD59-E9CE9857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813D8-5E53-40DA-B8C4-1E8690AC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122A6-D7F7-484F-90F4-F3D8CB65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BB26E-256E-4685-8149-9927FCBB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9AF7B-E0A6-4397-8BED-04D2688D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6CBE8C-5A3E-47D8-A8F2-650E8CFB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74ECA7-85A8-423E-9CA1-7781189F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E708F-127C-41E8-8F14-9AC908BE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215DE-86A7-4DCD-A6B5-1EBA29F0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5A58B0-B665-4891-9D69-44F0560F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C7ACF4-49AB-4622-A68F-28DDDB48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D87842-2599-4211-8D7D-28744CCFA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8E05CE-A152-4A5C-BC33-E7C63E4D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C0FF4D-9FCB-48C5-A2A6-36ABFFED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6BDF4F-BE16-45D8-8D57-2017BEE8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5CF679-7181-4B80-BE01-DDAF54DF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65AC52-F531-4AF7-8774-09F5BF17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79A7B9-02C2-4A00-9EBB-490D6225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367CD3-2957-4B05-997F-A718D05D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7A4846-F33A-41B0-98FD-193A2A3A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E4D1C5-9613-42DA-8566-E012E7B2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02F796-60A4-4F38-97EE-7E5876A6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150FB4-A3F3-4EAE-8053-9E595924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06210D-4F21-4842-B65E-34FD0DBE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1598BA-45D3-4FEA-BD1E-75574C1E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BDB126-FB9A-4DF1-9FF1-0B8F50F6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B510E5-FEEF-4C01-BA3F-A33A02B9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53198B-3788-4A6C-8FA5-E3ADC5D5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38334720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8ABB23-7E09-4394-B9B7-5168F276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A34A41-E2D2-40B3-B5B6-2A8EB63F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26750-5C8A-4E60-86B1-ADA72E33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B3A599-4C99-403E-9ADB-A9D0E0C6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D1593-B14A-4B5D-B4CE-FDAEF5D0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FBEBE-0C2A-44CA-9705-7A157A61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41D2C-E1E3-45B6-A291-F419C002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8C2CBA-0A7F-482A-AC9C-32194DB8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E942CB-4CB4-49AC-A2AB-2BADB8EB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F80F0B-CC50-400D-B51F-D4EF96C8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5F183-D490-4E05-A4BB-206F334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1CF66A-EF6A-44A5-AC63-A1F5624D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4119FC-45A7-42F2-AC36-9C9BDAE4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1431AE-1410-458B-BDEC-F7F92997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0F999D-A6FB-4EE0-84DD-32F8CDA21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639B29-557A-4DE0-87AD-5D933E75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CB26DE-539D-497E-B71B-24161BD7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409B74-ABEB-4124-8F04-68F7D021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6A4164-3193-48FA-A279-FA46CDCB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4188D7-A3F3-48A9-B77B-15211D84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770302-F14F-4A87-8F1F-B0B1CCB3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4A76DC-A7E7-45DE-BD8D-A5C620C8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76DE0-9984-4597-A1B1-ED835418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33F81F-8847-4610-B355-0412C113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7B71AA-18C0-4052-9813-B9305BBB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6CB300-CDAA-44A7-8F04-75E47C29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2C80EA-3D85-4334-9DE3-692932F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EC31A0-B710-4E2E-A3A9-85A610A3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338D1D-DA56-40FE-8797-7B0BCF43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122255726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AD5CF-54C9-495F-A4CD-515D7BE4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2CEDC8-D0AD-4CF8-AAC4-B7640849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ED805-C63C-4C00-94E5-7BAFC929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9B432-2444-4846-A511-C1F455EC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9DD178-6114-4734-BC47-6D3FCD7F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D658B-0665-43CF-A16C-624BE868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DA105-756C-4214-B2A5-89D1E8CB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7C6C25-6B12-4A2E-A21B-0CE21080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7CDDC-13FE-4727-AA28-3C3D3DBC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63D67-B31E-4744-B7F4-32FDD4F6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1E11DF-1A21-458F-8499-67515948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D7BB2-DCBC-4732-A893-F2CA0479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17FEC-DA86-4E41-ACA0-C92F39C8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F1136C-4A13-491D-8E06-2125E895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DE0363-50A3-4DF9-BF3D-DE67C3AB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E34D8D-E75F-44AC-8B9C-34C09D86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F129A8-A8C3-4DE0-8DCF-B8377EE1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D8C0BD-0005-405E-8F61-D26C9562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95B9F6-5423-4C07-8749-1642FCFF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4F3CE5-8242-484D-955B-40A8979F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6CE5AC-E74C-40A4-884B-B8534744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52D636-CD2C-4101-9B08-6FFFDE46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6725E0-DE53-4F8B-AB43-0E825D44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D9391B-B75C-4CC1-9182-73B4CBBB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1387CB-D361-4B0E-B14D-003232C1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5A958F-0A18-4866-8878-627C3307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0AE678-1743-476E-A5E2-D69CD8AD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DC7C77-52E2-450D-BE8D-B54A497F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EA53C0-E5A1-48D8-B4C5-45D616F0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51987303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E7B62E-EE20-4FB0-A60D-4B37A518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8C914-3687-4DD1-8DC2-AC66D865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86249-2601-468A-859D-58FF4C22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491EA-3803-44BD-83E9-92D0BBBE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09770-D1B5-49E9-8E41-8E829AEB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8C7364-2338-4654-884E-AEDFB6A5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6DEC74-427E-4773-8A97-3019C24C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53BC1-46D3-4BAD-90DF-51C34B51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434FFE-4F6A-4CD9-ADE4-0A51F4EE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52577B-D920-4674-830C-70B22B53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AB2D3-7DE4-4BD3-AC27-C396FAE2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CE284-A634-4A8D-A716-653B755C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B6CAFE-331E-4AD7-9168-843FD15B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CD2895-4382-474F-A89B-6E2AC7D1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592546-E83F-4B22-AF95-FCB1E1B6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AC544-BD17-4BE1-BDE9-9136862E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14B19B-DE98-4C7F-90E4-1B733F55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8AF757-8B4B-4BBF-A2DA-C5E92F7D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763D42-1D2D-4893-808D-C60DD7CC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955E65-D7AF-416B-8B8B-78BD5B29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2ECE06-C00E-4608-96A4-31701E88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CEA248-791C-4098-B793-B59455FB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3A8DBC-75C0-4933-A125-E23C73B2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3D4FF8-D6FA-4E0A-962F-2EB07D6B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960971-68E8-4DFE-8ACE-A497AA65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440B03-40DC-4EBE-97B8-EA42FE88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555BBB-A9D2-4A1F-A978-AAF7BAA8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63B600-4FCC-4125-80E3-76514CF4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31FA87-C031-4ADA-AE72-DBF28DBC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17156861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5471A7-F524-4018-A654-A8E53EE3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33A0D-71D1-405D-A08C-BBFECFBE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E7DBB-8FE2-410C-BAC5-9861DF87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4D91F-BE2E-4623-881B-E7B4B720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3A1B8-12C2-401D-B955-903E6258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D4AFED-1790-4D94-82E2-B2C32292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d277cdbd45f4a1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3751D3-585D-4E57-A382-726F8922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6E141-FCD0-4283-9426-ED98313A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A35024-4A45-4A61-8446-BCAF903C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96a64f64bb4fc2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DEE3DD-F39A-4A17-8D8C-614E9531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a4bf802516420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53BD50-7D76-4D43-A517-004F6806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d6bc815dbf4310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73E25E-DEEA-4C87-BEC9-A75C22D2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316111352243fb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968D11-92C5-41BB-AD2D-855A0CCC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ffa7b9ac1a495d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00AB17-C327-4D43-B6A6-1727AE13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9d24e0345e4af3"/>
          </a:graphicData>
        </a:graphic>
      </p:graphicFrame>
    </p:spTree>
    <p:extLst>
      <p:ext uri="{BB962C8B-B14F-4D97-AF65-F5344CB8AC3E}">
        <p14:creationId xmlns:p14="http://schemas.microsoft.com/office/powerpoint/2010/main" val="178172407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0F266-16E6-4704-BC47-321BB467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6EF12-545C-45CA-A359-F4299C7D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92AC1-B1B5-4CC0-911C-801617D3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6B43F-AB95-4130-86BF-3A27966D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0F5298-1214-4794-A663-BCC4546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32285F-E9D4-4105-A002-9DD380A6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27133-9970-4C0F-AB31-0078F597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61C5D-1A7B-4EA4-B9F0-15E2EB59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e8c534f8c5483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602A2E-E4B1-448B-B42B-53267840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CF8A14-9489-4258-82F0-98612D0C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9832DA-FB78-4847-AF57-CDAE625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CDA09-C422-4F59-AFE9-3D028AB1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675013192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F51A0-5745-4E3D-A8EA-5EB52613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8E3FB3-6C43-407B-BFED-91356D2F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F6BA6-1E4C-4AAF-B8FB-96E3F6B0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A9BE1-6CF9-470A-A9AA-94FEC5D2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1D4D7-21C0-49E2-A3EB-0EA1F1A7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4D07C-7202-4546-9802-B1AAADF5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6BDFE-8C1C-4F45-AD55-7B4B77A1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0B2B9B-6C70-4AED-98B4-CC57C278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f370e14563413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7C8406-3BB5-490D-B9D5-BE5E6225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25714-D70E-4F89-8DF6-D3ACDE1B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B573CE-C424-48B0-B06D-C6D87F47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86D688-EBD2-4A38-A049-5D0F0A3D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9e3c19051444eb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A19EC-5728-4234-99E9-B098D5C3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9BBB8-2058-4ECD-B27F-7A97D907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D7B8D-2C7B-46A5-993E-D707122F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165507897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80A4C3-8681-4E01-9425-64005FBD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66478B-06B3-428C-B72C-2DABA352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E04BE-0EDA-4F5D-8063-E8B2FC14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090B41-631D-4913-9E72-81D753EC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03250-5179-4BB0-A456-627DC42A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E78F2-442E-4558-B4F4-16370900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bab74ce9d3499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FDFFF-2F8B-4FF6-BA1A-FBFF93AA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536503073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237061-69D7-41D5-9E14-278BE2DB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5FC30-4806-417D-A688-0B6C2897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73A87-E80A-42D5-8159-8343E25B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347A9-6965-45CA-B232-2357AA78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B12C3C-80A0-4849-BE68-FE85BD65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C481D9-8100-4705-98A1-79A3BFE6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7e152c775d456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1C1BA7-5A50-4981-8231-48ED93DE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202652608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0622B6-E5AF-452C-B3BB-C71269FE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1C03F-877C-4713-866C-5CA9F5EDA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4398C-2A43-42EA-AF85-17CBA59B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26C39-0525-4FD6-9F5A-8BA034EA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64DF2-5198-41E5-9A66-6F2DC994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444AE6-F549-4D9B-9797-903BD218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7831b56c8d46d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69020-051D-4827-94EF-E8A6D53B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99403357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9FB1BC-24CB-4388-9C36-497E3965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AF330A-15DF-4BAE-97CF-FFE68865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7,2% do PL comparável mudou em 2025; 35,0%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954C9-F025-45E1-B48F-4D953CD5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91E3E-E199-4CE6-B795-D859997F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3D3D3-02BC-48B9-955D-2CDBD74E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4AF598-E9D1-4545-8EFD-27DB15C9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C7EEB-AC58-4D60-A17D-83D1CA20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17A07-43B4-44D7-83AF-0D381E5D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2.477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R$ 455,9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R$ 33,0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27,0%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31C95-3ED1-4A2B-8DCC-355D4B32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001E43-90AF-490D-BC9D-4C525542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D998AA-5006-49B9-9579-3BCDFC2F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14553B-E232-4F9D-A966-81395634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501887-4E00-44C3-92AF-6ED77E00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1142997395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EB9AB-CEF4-4544-AFEC-F1B7F03A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A9C0C-DA9C-41CD-8F81-E8722DD7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F61A36-6FA5-42C2-9215-3D78CE21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DA17A7-604B-4943-93AE-C90A1B8A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BE0AC7-B947-45E3-995A-0B91FA37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06773A-AD6D-49F5-B891-3F9670F7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d997d1be77416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6232CE-5706-4883-A6E1-88352D7B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7EE7D3-B591-45E4-9E7D-2CE3D0AA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650632608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77B504-C219-4BAA-9704-97867F00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91E84-5DAB-404D-A51F-241145D6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C721B-6B68-4BF4-AC53-62E1E2F0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EDA438-29C2-4515-BE0D-5CCF05D8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42BAA-66BF-451C-BC2A-6D154372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FE79F5-B50F-4B96-9693-6F5CEC05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f4b2ef54d444e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BF0F90-4AB8-46E3-92CB-C2271B0F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BCC009-EE44-405E-A0BF-E7D76F69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774890654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3AF11-2E41-46D3-A75C-8AB50137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8672A-4F2F-4F77-8331-E57B4A15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975D66-41E9-4C42-8769-08179597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16BC83-E3F6-441D-9D1C-F9C381A9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7181C8-20B4-4DCF-A85B-3805013E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EE1526-ED90-48C9-AD5A-37702EFC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1774e3cc8f4f5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36212C-448F-45BE-8B7A-A1048E2F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DD4C22-1453-4EB1-8082-9C0641C7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539887702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B4F0A47-D9DE-4296-967A-FAD45A11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D35C12-7AE8-4744-B70C-579393AA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8B2EE0-0F14-44E9-9072-E539A97E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2D01B-7F20-4EEF-BBA5-5D1BEA6B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5EAE84-E268-418F-AD1A-737D111F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CA482-B6E3-4233-B8B9-14EF293C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45581-F1B1-4AE1-AC14-F0546CDF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8C28E8-1751-4900-9393-4FCAB069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B13C4-51EF-4329-991A-A4DA1CE2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AAF4DD-FE39-4B9B-8FE6-C45C200B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1F771-B92A-4B3E-8DD3-5D9C0A3F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98D8D9-1818-40FB-A08D-BD054684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69BC16-62E6-4D81-83FA-EC81BEBC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2A94EA-2165-4F39-A225-889D6FB0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46B0A3-BE18-44CE-ACFC-F08E18BC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7895FD-48F3-4E67-8760-6C340246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75D6E0-6976-4873-9C4D-3EB6613A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47A035-3527-47C9-BEBD-589F7AD8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F96F1-6206-4561-AE6C-8A3114F6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20D823-8F96-42B5-A4B3-484D4C62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3156C3-8F14-498C-B633-AF5DD690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AFB43C-A2D0-413C-A89D-8B305834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94ABD0-9634-467A-A63B-1FC58C8E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8D9DB4-F93A-48F0-A3BA-2F2D3225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DB63F5-B6B8-4B6E-919F-25FCE341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78C6F5-60AA-48EF-B6B1-CF8F8284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F7A37E-55E0-4B0D-B49A-CC4030E1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051419-55AF-4C29-88DA-49860AE4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A54C89-293A-4F9F-9B9A-D17E1F45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1C8F88-7FBE-409B-BC60-6C2361D3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AAE63F-B8FB-4EA4-A66E-4ABD7DF3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FF2A64-16C6-4A70-A2A7-77D15219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6E8C7C-2446-424C-A139-495291A6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035584-9645-4519-BAF5-BE9F4D55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09C85E-55FC-4FB3-A8D3-63221000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B4E177-91B4-4F8C-AB19-F4A51382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061B76-C6B1-49DF-844E-07341AC2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9CFC5E-760A-4071-8E27-828DF381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BC3EAE-F6A4-4AE9-AB53-D8BD09D3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C43DF8-0C66-4613-BF6C-F7E0571D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0345E7-F213-4E6E-89A9-EB7A5E04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138236-9ACD-493A-A197-1094640E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6E4E0A-835F-4E6E-825F-680BCDC8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97C988-F134-4D09-ACEC-0F078DB1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B72F49-7303-4809-9712-297BBA13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F1CF6A3-6B5C-417B-8AE4-624BF416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3E43F8-1703-4383-8C7E-460015DF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D9B6815-FF11-47EB-921D-F5CE1B22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EC21367-40C5-43BE-BA19-2E9271A7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4C0FEBF-A3E1-44A7-9C2E-1A122195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61F824-ECC7-4928-B684-4673E93B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82E5EC1-C217-44EE-A825-BC978FCC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4FD0709-875A-4D0B-B0F8-0EED49E9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1035503-B301-4DF5-B6D5-A3FFA899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84283545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2026-07-29T06:13:17.7530000Z</dcterms:created>
  <dcterms:modified xsi:type="dcterms:W3CDTF">2026-07-29T06:13:17.7530000Z</dcterms:modified>
</coreProperties>
</file>