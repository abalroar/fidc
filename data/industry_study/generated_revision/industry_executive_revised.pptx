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64fe5ec9334253" /><Relationship Type="http://schemas.openxmlformats.org/officeDocument/2006/relationships/extended-properties" Target="/docProps/app.xml" Id="Rec569aee50b3482f" /><Relationship Type="http://schemas.openxmlformats.org/officeDocument/2006/relationships/officeDocument" Target="/ppt/presentation.xml" Id="Rbd680e15305c4e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10297afb16431a"/>
  </p:sldMasterIdLst>
  <p:notesMasterIdLst>
    <p:notesMasterId xmlns:r="http://schemas.openxmlformats.org/officeDocument/2006/relationships" r:id="Re90d9b7bb19e4f7a"/>
  </p:notesMasterIdLst>
  <p:sldIdLst>
    <p:sldId xmlns:r="http://schemas.openxmlformats.org/officeDocument/2006/relationships" id="256" r:id="Rcbc366d94c414c3c"/>
    <p:sldId xmlns:r="http://schemas.openxmlformats.org/officeDocument/2006/relationships" id="257" r:id="R738f50f8c78a4346"/>
    <p:sldId xmlns:r="http://schemas.openxmlformats.org/officeDocument/2006/relationships" id="258" r:id="Rcb34d3b358104209"/>
    <p:sldId xmlns:r="http://schemas.openxmlformats.org/officeDocument/2006/relationships" id="259" r:id="R5fb25c7786f44c2d"/>
    <p:sldId xmlns:r="http://schemas.openxmlformats.org/officeDocument/2006/relationships" id="260" r:id="R60ebc1abe88f4c77"/>
    <p:sldId xmlns:r="http://schemas.openxmlformats.org/officeDocument/2006/relationships" id="261" r:id="R12c15bb0dca0424f"/>
    <p:sldId xmlns:r="http://schemas.openxmlformats.org/officeDocument/2006/relationships" id="262" r:id="Raafc8ff47cca49fb"/>
    <p:sldId xmlns:r="http://schemas.openxmlformats.org/officeDocument/2006/relationships" id="263" r:id="Ra342dde7b9c046a2"/>
    <p:sldId xmlns:r="http://schemas.openxmlformats.org/officeDocument/2006/relationships" id="264" r:id="Raa8be77ba6b640b6"/>
    <p:sldId xmlns:r="http://schemas.openxmlformats.org/officeDocument/2006/relationships" id="265" r:id="Re9e45ead7b404c8c"/>
    <p:sldId xmlns:r="http://schemas.openxmlformats.org/officeDocument/2006/relationships" id="266" r:id="R2081511413474f37"/>
    <p:sldId xmlns:r="http://schemas.openxmlformats.org/officeDocument/2006/relationships" id="267" r:id="R03ca6ad016dd4ca6"/>
    <p:sldId xmlns:r="http://schemas.openxmlformats.org/officeDocument/2006/relationships" id="268" r:id="R091dd8265e0b4aae"/>
    <p:sldId xmlns:r="http://schemas.openxmlformats.org/officeDocument/2006/relationships" id="269" r:id="R33bd79bc79f04d35"/>
    <p:sldId xmlns:r="http://schemas.openxmlformats.org/officeDocument/2006/relationships" id="270" r:id="R2467ccba97014f76"/>
    <p:sldId xmlns:r="http://schemas.openxmlformats.org/officeDocument/2006/relationships" id="271" r:id="Rc57206c71a9e4af4"/>
    <p:sldId xmlns:r="http://schemas.openxmlformats.org/officeDocument/2006/relationships" id="272" r:id="Re3b5ee6863cb4991"/>
    <p:sldId xmlns:r="http://schemas.openxmlformats.org/officeDocument/2006/relationships" id="273" r:id="R9efaf7c733884bef"/>
    <p:sldId xmlns:r="http://schemas.openxmlformats.org/officeDocument/2006/relationships" id="274" r:id="R2a14ea0bf9584d08"/>
    <p:sldId xmlns:r="http://schemas.openxmlformats.org/officeDocument/2006/relationships" id="275" r:id="Rd43666d9b16a44c2"/>
    <p:sldId xmlns:r="http://schemas.openxmlformats.org/officeDocument/2006/relationships" id="276" r:id="R4dd7dd714e7a4040"/>
    <p:sldId xmlns:r="http://schemas.openxmlformats.org/officeDocument/2006/relationships" id="277" r:id="Rbb928dcd54384520"/>
    <p:sldId xmlns:r="http://schemas.openxmlformats.org/officeDocument/2006/relationships" id="278" r:id="Rf8363ca6b0994d6c"/>
    <p:sldId xmlns:r="http://schemas.openxmlformats.org/officeDocument/2006/relationships" id="279" r:id="Ra728f87772a04879"/>
    <p:sldId xmlns:r="http://schemas.openxmlformats.org/officeDocument/2006/relationships" id="280" r:id="R81080321cdca478a"/>
    <p:sldId xmlns:r="http://schemas.openxmlformats.org/officeDocument/2006/relationships" id="281" r:id="R8cd1628fe58e4d6a"/>
    <p:sldId xmlns:r="http://schemas.openxmlformats.org/officeDocument/2006/relationships" id="282" r:id="R71b10c2feb954bfc"/>
    <p:sldId xmlns:r="http://schemas.openxmlformats.org/officeDocument/2006/relationships" id="283" r:id="R94ca1bc9f51e483c"/>
    <p:sldId xmlns:r="http://schemas.openxmlformats.org/officeDocument/2006/relationships" id="284" r:id="R5e897a65ac514633"/>
    <p:sldId xmlns:r="http://schemas.openxmlformats.org/officeDocument/2006/relationships" id="285" r:id="R076af5a30af54f07"/>
    <p:sldId xmlns:r="http://schemas.openxmlformats.org/officeDocument/2006/relationships" id="286" r:id="R8011885d77964246"/>
    <p:sldId xmlns:r="http://schemas.openxmlformats.org/officeDocument/2006/relationships" id="287" r:id="R56ac901960ed4d2f"/>
    <p:sldId xmlns:r="http://schemas.openxmlformats.org/officeDocument/2006/relationships" id="288" r:id="Red0ee2bf0fa346d2"/>
    <p:sldId xmlns:r="http://schemas.openxmlformats.org/officeDocument/2006/relationships" id="289" r:id="Ra5a7f050e91746f4"/>
    <p:sldId xmlns:r="http://schemas.openxmlformats.org/officeDocument/2006/relationships" id="290" r:id="R4c12f721154247c0"/>
    <p:sldId xmlns:r="http://schemas.openxmlformats.org/officeDocument/2006/relationships" id="291" r:id="Raad6dc20e5e941bf"/>
    <p:sldId xmlns:r="http://schemas.openxmlformats.org/officeDocument/2006/relationships" id="292" r:id="R73eb929997a645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9c8e8c56a04e6f" /><Relationship Type="http://schemas.openxmlformats.org/officeDocument/2006/relationships/slideMaster" Target="/ppt/slideMasters/slideMaster1.xml" Id="Rd310297afb16431a" /><Relationship Type="http://schemas.openxmlformats.org/officeDocument/2006/relationships/notesMaster" Target="/ppt/notesMasters/notesMaster1.xml" Id="Re90d9b7bb19e4f7a" /><Relationship Type="http://schemas.openxmlformats.org/officeDocument/2006/relationships/presProps" Target="/ppt/presProps.xml" Id="R8b7c6df572fa4a1b" /><Relationship Type="http://schemas.openxmlformats.org/officeDocument/2006/relationships/tableStyles" Target="/ppt/tableStyles.xml" Id="Rf12e8a06ddaf4509" /><Relationship Type="http://schemas.openxmlformats.org/officeDocument/2006/relationships/slide" Target="/ppt/slides/slide1.xml" Id="Rcbc366d94c414c3c" /><Relationship Type="http://schemas.openxmlformats.org/officeDocument/2006/relationships/slide" Target="/ppt/slides/slide2.xml" Id="R738f50f8c78a4346" /><Relationship Type="http://schemas.openxmlformats.org/officeDocument/2006/relationships/slide" Target="/ppt/slides/slide3.xml" Id="Rcb34d3b358104209" /><Relationship Type="http://schemas.openxmlformats.org/officeDocument/2006/relationships/slide" Target="/ppt/slides/slide4.xml" Id="R5fb25c7786f44c2d" /><Relationship Type="http://schemas.openxmlformats.org/officeDocument/2006/relationships/slide" Target="/ppt/slides/slide5.xml" Id="R60ebc1abe88f4c77" /><Relationship Type="http://schemas.openxmlformats.org/officeDocument/2006/relationships/slide" Target="/ppt/slides/slide6.xml" Id="R12c15bb0dca0424f" /><Relationship Type="http://schemas.openxmlformats.org/officeDocument/2006/relationships/slide" Target="/ppt/slides/slide7.xml" Id="Raafc8ff47cca49fb" /><Relationship Type="http://schemas.openxmlformats.org/officeDocument/2006/relationships/slide" Target="/ppt/slides/slide8.xml" Id="Ra342dde7b9c046a2" /><Relationship Type="http://schemas.openxmlformats.org/officeDocument/2006/relationships/slide" Target="/ppt/slides/slide9.xml" Id="Raa8be77ba6b640b6" /><Relationship Type="http://schemas.openxmlformats.org/officeDocument/2006/relationships/slide" Target="/ppt/slides/slide10.xml" Id="Re9e45ead7b404c8c" /><Relationship Type="http://schemas.openxmlformats.org/officeDocument/2006/relationships/slide" Target="/ppt/slides/slide11.xml" Id="R2081511413474f37" /><Relationship Type="http://schemas.openxmlformats.org/officeDocument/2006/relationships/slide" Target="/ppt/slides/slide12.xml" Id="R03ca6ad016dd4ca6" /><Relationship Type="http://schemas.openxmlformats.org/officeDocument/2006/relationships/slide" Target="/ppt/slides/slide13.xml" Id="R091dd8265e0b4aae" /><Relationship Type="http://schemas.openxmlformats.org/officeDocument/2006/relationships/slide" Target="/ppt/slides/slide14.xml" Id="R33bd79bc79f04d35" /><Relationship Type="http://schemas.openxmlformats.org/officeDocument/2006/relationships/slide" Target="/ppt/slides/slide15.xml" Id="R2467ccba97014f76" /><Relationship Type="http://schemas.openxmlformats.org/officeDocument/2006/relationships/slide" Target="/ppt/slides/slide16.xml" Id="Rc57206c71a9e4af4" /><Relationship Type="http://schemas.openxmlformats.org/officeDocument/2006/relationships/slide" Target="/ppt/slides/slide17.xml" Id="Re3b5ee6863cb4991" /><Relationship Type="http://schemas.openxmlformats.org/officeDocument/2006/relationships/slide" Target="/ppt/slides/slide18.xml" Id="R9efaf7c733884bef" /><Relationship Type="http://schemas.openxmlformats.org/officeDocument/2006/relationships/slide" Target="/ppt/slides/slide19.xml" Id="R2a14ea0bf9584d08" /><Relationship Type="http://schemas.openxmlformats.org/officeDocument/2006/relationships/slide" Target="/ppt/slides/slide20.xml" Id="Rd43666d9b16a44c2" /><Relationship Type="http://schemas.openxmlformats.org/officeDocument/2006/relationships/slide" Target="/ppt/slides/slide21.xml" Id="R4dd7dd714e7a4040" /><Relationship Type="http://schemas.openxmlformats.org/officeDocument/2006/relationships/slide" Target="/ppt/slides/slide22.xml" Id="Rbb928dcd54384520" /><Relationship Type="http://schemas.openxmlformats.org/officeDocument/2006/relationships/slide" Target="/ppt/slides/slide23.xml" Id="Rf8363ca6b0994d6c" /><Relationship Type="http://schemas.openxmlformats.org/officeDocument/2006/relationships/slide" Target="/ppt/slides/slide24.xml" Id="Ra728f87772a04879" /><Relationship Type="http://schemas.openxmlformats.org/officeDocument/2006/relationships/slide" Target="/ppt/slides/slide25.xml" Id="R81080321cdca478a" /><Relationship Type="http://schemas.openxmlformats.org/officeDocument/2006/relationships/slide" Target="/ppt/slides/slide26.xml" Id="R8cd1628fe58e4d6a" /><Relationship Type="http://schemas.openxmlformats.org/officeDocument/2006/relationships/slide" Target="/ppt/slides/slide27.xml" Id="R71b10c2feb954bfc" /><Relationship Type="http://schemas.openxmlformats.org/officeDocument/2006/relationships/slide" Target="/ppt/slides/slide28.xml" Id="R94ca1bc9f51e483c" /><Relationship Type="http://schemas.openxmlformats.org/officeDocument/2006/relationships/slide" Target="/ppt/slides/slide29.xml" Id="R5e897a65ac514633" /><Relationship Type="http://schemas.openxmlformats.org/officeDocument/2006/relationships/slide" Target="/ppt/slides/slide30.xml" Id="R076af5a30af54f07" /><Relationship Type="http://schemas.openxmlformats.org/officeDocument/2006/relationships/slide" Target="/ppt/slides/slide31.xml" Id="R8011885d77964246" /><Relationship Type="http://schemas.openxmlformats.org/officeDocument/2006/relationships/slide" Target="/ppt/slides/slide32.xml" Id="R56ac901960ed4d2f" /><Relationship Type="http://schemas.openxmlformats.org/officeDocument/2006/relationships/slide" Target="/ppt/slides/slide33.xml" Id="Red0ee2bf0fa346d2" /><Relationship Type="http://schemas.openxmlformats.org/officeDocument/2006/relationships/slide" Target="/ppt/slides/slide34.xml" Id="Ra5a7f050e91746f4" /><Relationship Type="http://schemas.openxmlformats.org/officeDocument/2006/relationships/slide" Target="/ppt/slides/slide35.xml" Id="R4c12f721154247c0" /><Relationship Type="http://schemas.openxmlformats.org/officeDocument/2006/relationships/slide" Target="/ppt/slides/slide36.xml" Id="Raad6dc20e5e941bf" /><Relationship Type="http://schemas.openxmlformats.org/officeDocument/2006/relationships/slide" Target="/ppt/slides/slide37.xml" Id="R73eb929997a645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dbd292199148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63eb0fc3594df4" /><Relationship Type="http://schemas.openxmlformats.org/officeDocument/2006/relationships/notesMaster" Target="/ppt/notesMasters/notesMaster1.xml" Id="R887feb6e786d4e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8547a429f540a7" /><Relationship Type="http://schemas.openxmlformats.org/officeDocument/2006/relationships/notesMaster" Target="/ppt/notesMasters/notesMaster1.xml" Id="R2f3b21e7aa4743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5815e5e5c44011" /><Relationship Type="http://schemas.openxmlformats.org/officeDocument/2006/relationships/notesMaster" Target="/ppt/notesMasters/notesMaster1.xml" Id="Rf7ae8569aa7c46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34941d2d2145cb" /><Relationship Type="http://schemas.openxmlformats.org/officeDocument/2006/relationships/notesMaster" Target="/ppt/notesMasters/notesMaster1.xml" Id="R8c16317246d242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53ccfd4f274cea" /><Relationship Type="http://schemas.openxmlformats.org/officeDocument/2006/relationships/notesMaster" Target="/ppt/notesMasters/notesMaster1.xml" Id="R5aeafce8ac2741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162c2b67f34345" /><Relationship Type="http://schemas.openxmlformats.org/officeDocument/2006/relationships/notesMaster" Target="/ppt/notesMasters/notesMaster1.xml" Id="Rc09632f1ce8648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c2fac8987d46c2" /><Relationship Type="http://schemas.openxmlformats.org/officeDocument/2006/relationships/notesMaster" Target="/ppt/notesMasters/notesMaster1.xml" Id="R5f79a7b4b67b4d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821eb0de064bb0" /><Relationship Type="http://schemas.openxmlformats.org/officeDocument/2006/relationships/notesMaster" Target="/ppt/notesMasters/notesMaster1.xml" Id="R21e7729170ff46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c609daf8cb4a61" /><Relationship Type="http://schemas.openxmlformats.org/officeDocument/2006/relationships/notesMaster" Target="/ppt/notesMasters/notesMaster1.xml" Id="R34f742d0623241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623b95605c4f08" /><Relationship Type="http://schemas.openxmlformats.org/officeDocument/2006/relationships/notesMaster" Target="/ppt/notesMasters/notesMaster1.xml" Id="R606eba2b759d40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67bd2db52843fd" /><Relationship Type="http://schemas.openxmlformats.org/officeDocument/2006/relationships/notesMaster" Target="/ppt/notesMasters/notesMaster1.xml" Id="Rcf515f3f1c434a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70ae1f2c434a3d" /><Relationship Type="http://schemas.openxmlformats.org/officeDocument/2006/relationships/notesMaster" Target="/ppt/notesMasters/notesMaster1.xml" Id="R34ca4aef0abe4a7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e2fb3fb8344ba9" /><Relationship Type="http://schemas.openxmlformats.org/officeDocument/2006/relationships/notesMaster" Target="/ppt/notesMasters/notesMaster1.xml" Id="R2d10d3d3c66c42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8d7aaeae9c4346" /><Relationship Type="http://schemas.openxmlformats.org/officeDocument/2006/relationships/notesMaster" Target="/ppt/notesMasters/notesMaster1.xml" Id="Rc844a467a6294a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efd8e0955f48e7" /><Relationship Type="http://schemas.openxmlformats.org/officeDocument/2006/relationships/notesMaster" Target="/ppt/notesMasters/notesMaster1.xml" Id="Re043ea053f4845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f391b47c107495f" /><Relationship Type="http://schemas.openxmlformats.org/officeDocument/2006/relationships/notesMaster" Target="/ppt/notesMasters/notesMaster1.xml" Id="R97588b10177947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0ba55e14064784" /><Relationship Type="http://schemas.openxmlformats.org/officeDocument/2006/relationships/notesMaster" Target="/ppt/notesMasters/notesMaster1.xml" Id="R92e0ca3b6d1c44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4062007db8c4c60" /><Relationship Type="http://schemas.openxmlformats.org/officeDocument/2006/relationships/notesMaster" Target="/ppt/notesMasters/notesMaster1.xml" Id="R5dab9cbbd07e46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251adace6794566" /><Relationship Type="http://schemas.openxmlformats.org/officeDocument/2006/relationships/notesMaster" Target="/ppt/notesMasters/notesMaster1.xml" Id="Rab6d7afe70e6401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ebf3af26da84960" /><Relationship Type="http://schemas.openxmlformats.org/officeDocument/2006/relationships/notesMaster" Target="/ppt/notesMasters/notesMaster1.xml" Id="Re9104f1e3c8c49b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ad53427e3e64934" /><Relationship Type="http://schemas.openxmlformats.org/officeDocument/2006/relationships/notesMaster" Target="/ppt/notesMasters/notesMaster1.xml" Id="R369c9270a2404d4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0a71fda18e24cd4" /><Relationship Type="http://schemas.openxmlformats.org/officeDocument/2006/relationships/notesMaster" Target="/ppt/notesMasters/notesMaster1.xml" Id="R4a6ebab321644d2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0dad4343e44a7b" /><Relationship Type="http://schemas.openxmlformats.org/officeDocument/2006/relationships/notesMaster" Target="/ppt/notesMasters/notesMaster1.xml" Id="R4e42a4f2b509487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abc0c752104b04" /><Relationship Type="http://schemas.openxmlformats.org/officeDocument/2006/relationships/notesMaster" Target="/ppt/notesMasters/notesMaster1.xml" Id="R2c4edeb89e3b491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66540042ce64824" /><Relationship Type="http://schemas.openxmlformats.org/officeDocument/2006/relationships/notesMaster" Target="/ppt/notesMasters/notesMaster1.xml" Id="R755a341e1fa4419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be3ce7ad1e24075" /><Relationship Type="http://schemas.openxmlformats.org/officeDocument/2006/relationships/notesMaster" Target="/ppt/notesMasters/notesMaster1.xml" Id="R7930bb044f6f4dd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0bb7da713e74ac2" /><Relationship Type="http://schemas.openxmlformats.org/officeDocument/2006/relationships/notesMaster" Target="/ppt/notesMasters/notesMaster1.xml" Id="R1170ab21b9d14bc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3d2f076630849b3" /><Relationship Type="http://schemas.openxmlformats.org/officeDocument/2006/relationships/notesMaster" Target="/ppt/notesMasters/notesMaster1.xml" Id="Rab0bb0b38dab43c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1085627bf4f448a" /><Relationship Type="http://schemas.openxmlformats.org/officeDocument/2006/relationships/notesMaster" Target="/ppt/notesMasters/notesMaster1.xml" Id="Ra72a5a70fcf94b7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f1f781cf5f4a4e" /><Relationship Type="http://schemas.openxmlformats.org/officeDocument/2006/relationships/notesMaster" Target="/ppt/notesMasters/notesMaster1.xml" Id="R4aafbde2867f4f0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cf55d4c0e144b5f" /><Relationship Type="http://schemas.openxmlformats.org/officeDocument/2006/relationships/notesMaster" Target="/ppt/notesMasters/notesMaster1.xml" Id="R0c2415e0641c495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5521bc076d544b3" /><Relationship Type="http://schemas.openxmlformats.org/officeDocument/2006/relationships/notesMaster" Target="/ppt/notesMasters/notesMaster1.xml" Id="R8dbfc86bd2734ff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96279e394a34970" /><Relationship Type="http://schemas.openxmlformats.org/officeDocument/2006/relationships/notesMaster" Target="/ppt/notesMasters/notesMaster1.xml" Id="Ra50101a5877144e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4d45a3e158d4472" /><Relationship Type="http://schemas.openxmlformats.org/officeDocument/2006/relationships/notesMaster" Target="/ppt/notesMasters/notesMaster1.xml" Id="R40ac888ecd994ed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2964fdbccaf4857" /><Relationship Type="http://schemas.openxmlformats.org/officeDocument/2006/relationships/notesMaster" Target="/ppt/notesMasters/notesMaster1.xml" Id="Rcb35643cef6c4fd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8d4fa341c8841aa" /><Relationship Type="http://schemas.openxmlformats.org/officeDocument/2006/relationships/notesMaster" Target="/ppt/notesMasters/notesMaster1.xml" Id="Re79102350f114c2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0623322e62f41d7" /><Relationship Type="http://schemas.openxmlformats.org/officeDocument/2006/relationships/notesMaster" Target="/ppt/notesMasters/notesMaster1.xml" Id="R0ddb12bdfeb749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b29de34bd49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39d25e8fd749b8" /><Relationship Type="http://schemas.openxmlformats.org/officeDocument/2006/relationships/slideLayout" Target="/ppt/slideLayouts/slideLayout1.xml" Id="R3b66645f3cf041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66645f3cf041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97efa395d4fd9" /><Relationship Type="http://schemas.openxmlformats.org/officeDocument/2006/relationships/notesSlide" Target="/ppt/notesSlides/notesSlide1.xml" Id="R3d65066976b242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be7e1b1554592" /><Relationship Type="http://schemas.openxmlformats.org/officeDocument/2006/relationships/chart" Target="/ppt/slides/charts/chart1.xml" Id="R321933502d784f68" /><Relationship Type="http://schemas.openxmlformats.org/officeDocument/2006/relationships/chart" Target="/ppt/slides/charts/chart2.xml" Id="Rf3496cd2d63f401c" /><Relationship Type="http://schemas.openxmlformats.org/officeDocument/2006/relationships/chart" Target="/ppt/slides/charts/chart3.xml" Id="Rf0bca388f0cc4b2f" /><Relationship Type="http://schemas.openxmlformats.org/officeDocument/2006/relationships/notesSlide" Target="/ppt/notesSlides/notesSlide2.xml" Id="R2637c812ee2e41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6f529aa0148b1" /><Relationship Type="http://schemas.openxmlformats.org/officeDocument/2006/relationships/chart" Target="/ppt/slides/charts/chart4.xml" Id="R37f5cb3f19874009" /><Relationship Type="http://schemas.openxmlformats.org/officeDocument/2006/relationships/chart" Target="/ppt/slides/charts/chart5.xml" Id="R19a09f4c88cb4caf" /><Relationship Type="http://schemas.openxmlformats.org/officeDocument/2006/relationships/notesSlide" Target="/ppt/notesSlides/notesSlide3.xml" Id="R913303b1dc7e4c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23323db9342e0" /><Relationship Type="http://schemas.openxmlformats.org/officeDocument/2006/relationships/chart" Target="/ppt/slides/charts/chart6.xml" Id="R52fd22e2056a4f7e" /><Relationship Type="http://schemas.openxmlformats.org/officeDocument/2006/relationships/chart" Target="/ppt/slides/charts/chart7.xml" Id="Re173f937ff224f72" /><Relationship Type="http://schemas.openxmlformats.org/officeDocument/2006/relationships/chart" Target="/ppt/slides/charts/chart8.xml" Id="R60e36c61709c43da" /><Relationship Type="http://schemas.openxmlformats.org/officeDocument/2006/relationships/chart" Target="/ppt/slides/charts/chart9.xml" Id="Rdfe2a17720894d3e" /><Relationship Type="http://schemas.openxmlformats.org/officeDocument/2006/relationships/notesSlide" Target="/ppt/notesSlides/notesSlide4.xml" Id="R379192cf7a1941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65d2745cf4f7d" /><Relationship Type="http://schemas.openxmlformats.org/officeDocument/2006/relationships/chart" Target="/ppt/slides/charts/chart10.xml" Id="R5bb09699dd184989" /><Relationship Type="http://schemas.openxmlformats.org/officeDocument/2006/relationships/chart" Target="/ppt/slides/charts/chart11.xml" Id="R02a5e8f106bc4ccf" /><Relationship Type="http://schemas.openxmlformats.org/officeDocument/2006/relationships/notesSlide" Target="/ppt/notesSlides/notesSlide5.xml" Id="R61187cd3b48042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acb1aa624408b" /><Relationship Type="http://schemas.openxmlformats.org/officeDocument/2006/relationships/chart" Target="/ppt/slides/charts/chart12.xml" Id="Re46a7c74398543d8" /><Relationship Type="http://schemas.openxmlformats.org/officeDocument/2006/relationships/chart" Target="/ppt/slides/charts/chart13.xml" Id="Ra89b7956210a465b" /><Relationship Type="http://schemas.openxmlformats.org/officeDocument/2006/relationships/chart" Target="/ppt/slides/charts/chart14.xml" Id="R1325c2a16f184e06" /><Relationship Type="http://schemas.openxmlformats.org/officeDocument/2006/relationships/notesSlide" Target="/ppt/notesSlides/notesSlide6.xml" Id="R67f1ec408df54a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e59768c764301" /><Relationship Type="http://schemas.openxmlformats.org/officeDocument/2006/relationships/chart" Target="/ppt/slides/charts/chart15.xml" Id="R9a9f016d22aa4803" /><Relationship Type="http://schemas.openxmlformats.org/officeDocument/2006/relationships/chart" Target="/ppt/slides/charts/chart16.xml" Id="Re68eba1fb6984ca0" /><Relationship Type="http://schemas.openxmlformats.org/officeDocument/2006/relationships/chart" Target="/ppt/slides/charts/chart17.xml" Id="R38a4f6ac9b134796" /><Relationship Type="http://schemas.openxmlformats.org/officeDocument/2006/relationships/notesSlide" Target="/ppt/notesSlides/notesSlide7.xml" Id="R8ef8d1197f3b48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222c8b480413a" /><Relationship Type="http://schemas.openxmlformats.org/officeDocument/2006/relationships/chart" Target="/ppt/slides/charts/chart18.xml" Id="R941179427bfb436f" /><Relationship Type="http://schemas.openxmlformats.org/officeDocument/2006/relationships/chart" Target="/ppt/slides/charts/chart19.xml" Id="R859e111274184674" /><Relationship Type="http://schemas.openxmlformats.org/officeDocument/2006/relationships/chart" Target="/ppt/slides/charts/chart20.xml" Id="Rdf874a83a2524058" /><Relationship Type="http://schemas.openxmlformats.org/officeDocument/2006/relationships/notesSlide" Target="/ppt/notesSlides/notesSlide8.xml" Id="R7098ac7d06024a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2c591545e485c" /><Relationship Type="http://schemas.openxmlformats.org/officeDocument/2006/relationships/notesSlide" Target="/ppt/notesSlides/notesSlide9.xml" Id="R656f9894c4704d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a5db817194808" /><Relationship Type="http://schemas.openxmlformats.org/officeDocument/2006/relationships/notesSlide" Target="/ppt/notesSlides/notesSlide10.xml" Id="Re977da8bef2c4b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a82d105194fae" /><Relationship Type="http://schemas.openxmlformats.org/officeDocument/2006/relationships/notesSlide" Target="/ppt/notesSlides/notesSlide11.xml" Id="Rc97088901a0a4b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f960c4335413e" /><Relationship Type="http://schemas.openxmlformats.org/officeDocument/2006/relationships/notesSlide" Target="/ppt/notesSlides/notesSlide12.xml" Id="Rf6d8a30fc6684d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9c311dc4149a8" /><Relationship Type="http://schemas.openxmlformats.org/officeDocument/2006/relationships/notesSlide" Target="/ppt/notesSlides/notesSlide13.xml" Id="Rb4ff8968e52141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6e3ec2aa345d0" /><Relationship Type="http://schemas.openxmlformats.org/officeDocument/2006/relationships/notesSlide" Target="/ppt/notesSlides/notesSlide14.xml" Id="R506bcb80a3d14c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a78c0d2c44627" /><Relationship Type="http://schemas.openxmlformats.org/officeDocument/2006/relationships/notesSlide" Target="/ppt/notesSlides/notesSlide15.xml" Id="Re49cce26ea764d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525316d1345c0" /><Relationship Type="http://schemas.openxmlformats.org/officeDocument/2006/relationships/notesSlide" Target="/ppt/notesSlides/notesSlide16.xml" Id="R61981c8f2fd24d5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b87237dc64a8f" /><Relationship Type="http://schemas.openxmlformats.org/officeDocument/2006/relationships/notesSlide" Target="/ppt/notesSlides/notesSlide17.xml" Id="R54ac1e53dc064ec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e50491bce4fdd" /><Relationship Type="http://schemas.openxmlformats.org/officeDocument/2006/relationships/notesSlide" Target="/ppt/notesSlides/notesSlide18.xml" Id="Rcbcc2ad9311b48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74f3734de429f" /><Relationship Type="http://schemas.openxmlformats.org/officeDocument/2006/relationships/notesSlide" Target="/ppt/notesSlides/notesSlide19.xml" Id="Re4ef70e5f05447c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7bc5ea78b4005" /><Relationship Type="http://schemas.openxmlformats.org/officeDocument/2006/relationships/notesSlide" Target="/ppt/notesSlides/notesSlide20.xml" Id="R9c6eb31a98b3449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e8dfa115f4f05" /><Relationship Type="http://schemas.openxmlformats.org/officeDocument/2006/relationships/notesSlide" Target="/ppt/notesSlides/notesSlide21.xml" Id="Rfd58a00eb53c42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073c294ab46e5" /><Relationship Type="http://schemas.openxmlformats.org/officeDocument/2006/relationships/notesSlide" Target="/ppt/notesSlides/notesSlide22.xml" Id="R8f539ee202ee46e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1e654472149eb" /><Relationship Type="http://schemas.openxmlformats.org/officeDocument/2006/relationships/notesSlide" Target="/ppt/notesSlides/notesSlide23.xml" Id="Rb7ea06dd73e448b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fc84519654757" /><Relationship Type="http://schemas.openxmlformats.org/officeDocument/2006/relationships/chart" Target="/ppt/slides/charts/chart21.xml" Id="Rd68ad4f4241c4cf6" /><Relationship Type="http://schemas.openxmlformats.org/officeDocument/2006/relationships/chart" Target="/ppt/slides/charts/chart22.xml" Id="Rfd646f80ae51412f" /><Relationship Type="http://schemas.openxmlformats.org/officeDocument/2006/relationships/chart" Target="/ppt/slides/charts/chart23.xml" Id="Rcc0c10fa1e894f2d" /><Relationship Type="http://schemas.openxmlformats.org/officeDocument/2006/relationships/notesSlide" Target="/ppt/notesSlides/notesSlide24.xml" Id="R008c9a12587340c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e2487dfe24d4d" /><Relationship Type="http://schemas.openxmlformats.org/officeDocument/2006/relationships/chart" Target="/ppt/slides/charts/chart24.xml" Id="R9d2c98769eb04a78" /><Relationship Type="http://schemas.openxmlformats.org/officeDocument/2006/relationships/chart" Target="/ppt/slides/charts/chart25.xml" Id="Rcd01cab0c0844014" /><Relationship Type="http://schemas.openxmlformats.org/officeDocument/2006/relationships/chart" Target="/ppt/slides/charts/chart26.xml" Id="R869bc1ab73854146" /><Relationship Type="http://schemas.openxmlformats.org/officeDocument/2006/relationships/chart" Target="/ppt/slides/charts/chart27.xml" Id="R05eddbde34b1493b" /><Relationship Type="http://schemas.openxmlformats.org/officeDocument/2006/relationships/notesSlide" Target="/ppt/notesSlides/notesSlide25.xml" Id="Rf17d87f3e0bc45b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da239100d46a4" /><Relationship Type="http://schemas.openxmlformats.org/officeDocument/2006/relationships/chart" Target="/ppt/slides/charts/chart28.xml" Id="Rc84ef35d79c44cef" /><Relationship Type="http://schemas.openxmlformats.org/officeDocument/2006/relationships/chart" Target="/ppt/slides/charts/chart29.xml" Id="Rb1eaa98f1c5f4459" /><Relationship Type="http://schemas.openxmlformats.org/officeDocument/2006/relationships/chart" Target="/ppt/slides/charts/chart30.xml" Id="Ra7c9ecceb3f34825" /><Relationship Type="http://schemas.openxmlformats.org/officeDocument/2006/relationships/chart" Target="/ppt/slides/charts/chart31.xml" Id="Rfbbe6543cfef4ed2" /><Relationship Type="http://schemas.openxmlformats.org/officeDocument/2006/relationships/chart" Target="/ppt/slides/charts/chart32.xml" Id="R984636c632694c2c" /><Relationship Type="http://schemas.openxmlformats.org/officeDocument/2006/relationships/notesSlide" Target="/ppt/notesSlides/notesSlide26.xml" Id="R2536b64c4a9d4b3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9bde569ba4d6e" /><Relationship Type="http://schemas.openxmlformats.org/officeDocument/2006/relationships/notesSlide" Target="/ppt/notesSlides/notesSlide27.xml" Id="Rad73270747014eb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860318a4542fa" /><Relationship Type="http://schemas.openxmlformats.org/officeDocument/2006/relationships/notesSlide" Target="/ppt/notesSlides/notesSlide28.xml" Id="R6250325afe0842f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b90cb03124189" /><Relationship Type="http://schemas.openxmlformats.org/officeDocument/2006/relationships/notesSlide" Target="/ppt/notesSlides/notesSlide29.xml" Id="R579a31ad6f51419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440bbeba247df" /><Relationship Type="http://schemas.openxmlformats.org/officeDocument/2006/relationships/notesSlide" Target="/ppt/notesSlides/notesSlide30.xml" Id="Rb19d57bdd934465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35d6e6ad94992" /><Relationship Type="http://schemas.openxmlformats.org/officeDocument/2006/relationships/notesSlide" Target="/ppt/notesSlides/notesSlide31.xml" Id="R9cdc4841a58644e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e3991d879497a" /><Relationship Type="http://schemas.openxmlformats.org/officeDocument/2006/relationships/notesSlide" Target="/ppt/notesSlides/notesSlide32.xml" Id="R418bce2493f6435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4a146c0ba4628" /><Relationship Type="http://schemas.openxmlformats.org/officeDocument/2006/relationships/notesSlide" Target="/ppt/notesSlides/notesSlide33.xml" Id="R8a0e01db08f2421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b52586ff248cd" /><Relationship Type="http://schemas.openxmlformats.org/officeDocument/2006/relationships/chart" Target="/ppt/slides/charts/chart33.xml" Id="Rc703b9fe75d1476e" /><Relationship Type="http://schemas.openxmlformats.org/officeDocument/2006/relationships/chart" Target="/ppt/slides/charts/chart34.xml" Id="Rd523f9f02d1d43c8" /><Relationship Type="http://schemas.openxmlformats.org/officeDocument/2006/relationships/chart" Target="/ppt/slides/charts/chart35.xml" Id="Rc451a3bef7a84f2e" /><Relationship Type="http://schemas.openxmlformats.org/officeDocument/2006/relationships/chart" Target="/ppt/slides/charts/chart36.xml" Id="R1e581f8441a744b3" /><Relationship Type="http://schemas.openxmlformats.org/officeDocument/2006/relationships/chart" Target="/ppt/slides/charts/chart37.xml" Id="Ra21b9e4e3d284be2" /><Relationship Type="http://schemas.openxmlformats.org/officeDocument/2006/relationships/chart" Target="/ppt/slides/charts/chart38.xml" Id="R674e871e3e324f83" /><Relationship Type="http://schemas.openxmlformats.org/officeDocument/2006/relationships/chart" Target="/ppt/slides/charts/chart39.xml" Id="R1b99d8dacf314fb4" /><Relationship Type="http://schemas.openxmlformats.org/officeDocument/2006/relationships/notesSlide" Target="/ppt/notesSlides/notesSlide34.xml" Id="Ra9238bc3ea1d4cf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20bbfe8ab417d" /><Relationship Type="http://schemas.openxmlformats.org/officeDocument/2006/relationships/chart" Target="/ppt/slides/charts/chart40.xml" Id="R5d28d00d4e614ebb" /><Relationship Type="http://schemas.openxmlformats.org/officeDocument/2006/relationships/chart" Target="/ppt/slides/charts/chart41.xml" Id="R65c0f5f06f194670" /><Relationship Type="http://schemas.openxmlformats.org/officeDocument/2006/relationships/notesSlide" Target="/ppt/notesSlides/notesSlide35.xml" Id="R34282d6c39604b3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58dd25b1e4cf3" /><Relationship Type="http://schemas.openxmlformats.org/officeDocument/2006/relationships/chart" Target="/ppt/slides/charts/chart42.xml" Id="R3640b7ada4934fa4" /><Relationship Type="http://schemas.openxmlformats.org/officeDocument/2006/relationships/chart" Target="/ppt/slides/charts/chart43.xml" Id="R7b3f2a5a9c8f47d1" /><Relationship Type="http://schemas.openxmlformats.org/officeDocument/2006/relationships/chart" Target="/ppt/slides/charts/chart44.xml" Id="Rb95ec28dc991402f" /><Relationship Type="http://schemas.openxmlformats.org/officeDocument/2006/relationships/notesSlide" Target="/ppt/notesSlides/notesSlide36.xml" Id="Re3adac67d13244a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90a145c2144a4" /><Relationship Type="http://schemas.openxmlformats.org/officeDocument/2006/relationships/chart" Target="/ppt/slides/charts/chart45.xml" Id="R3aa496fb67dd441a" /><Relationship Type="http://schemas.openxmlformats.org/officeDocument/2006/relationships/chart" Target="/ppt/slides/charts/chart46.xml" Id="Rf557d8cd36ff43e8" /><Relationship Type="http://schemas.openxmlformats.org/officeDocument/2006/relationships/chart" Target="/ppt/slides/charts/chart47.xml" Id="Rb718895814dd4deb" /><Relationship Type="http://schemas.openxmlformats.org/officeDocument/2006/relationships/chart" Target="/ppt/slides/charts/chart48.xml" Id="Rec9a8d6b0ac943ed" /><Relationship Type="http://schemas.openxmlformats.org/officeDocument/2006/relationships/chart" Target="/ppt/slides/charts/chart49.xml" Id="Rcf86053c8e014347" /><Relationship Type="http://schemas.openxmlformats.org/officeDocument/2006/relationships/notesSlide" Target="/ppt/notesSlides/notesSlide37.xml" Id="R5d2440231b0f4d68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3977761C-BEAA-43F2-A171-B9ABC5129E0A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50365B42-F417-4275-AAFB-64D99CF0A45E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6D8E92-AF3B-4D25-BA2B-CC88ADF0D46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45D1A0B-F96B-483E-80AD-64B25A1E0EB7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B859EFB-BC85-4DD2-A71D-ADBB33BEDF4F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EF017CE-51B4-4E6D-9B36-9481E3585413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734121146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1FEEB37-3B98-49A1-B171-760704B8E0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C4DC791-3CE1-4521-ADE1-036B0967DC3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EBD37F9-F855-4478-A0CF-EBBB089F7C3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C5F2B5D-1FC0-4C7D-B844-2AEDFAB37C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146A518-CA0E-4031-A26C-0FD9313EB5E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56048F2-36E5-4FEA-96B7-DA3D2D39EE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69E7830-6898-4BEA-9F51-3715830EDE8E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B42A10C-4474-4715-9D8F-566B38400EE2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321933502d784f6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28B7FAF-EA93-4CEF-AA62-51203DF09A14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DD84C9C-AE9A-40C8-A086-A688AEA70C91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4677AFE-EF80-4433-9C77-92274F5F0A4E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f3496cd2d63f401c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f0bca388f0cc4b2f"/>
          </a:graphicData>
        </a:graphic>
      </ns0:graphicFrame>
      <ns0:sp>
        <ns0:nvSpPr>
          <ns0:cNvPr id="15" name="">
            <a:extLst>
              <a:ext uri="{FF2B5EF4-FFF2-40B4-BE49-F238E27FC236}">
                <ns2:creationId id="{13F39333-A1E6-4DC5-A2EF-3BF662E298E8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1344BED-4A76-43FE-8445-8BB03B6987DF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D51E88C-F290-4B8E-BFCB-09CF93BB8320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599677766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E26F136-064B-4D4D-A4D2-4A16F5CFC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DE43BA8-355A-4E6F-8F6B-EFDD05E30A5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E790B7-79D3-4C0E-B014-1C30C90AAE4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FC331CD-8623-4A3A-9511-96B669E6417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BC77BB5-BE6F-4C39-AA5A-1FD1A097BA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05BBBE8-5199-4D0D-B179-FFB3DEEA3D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1AEACC8-F4E9-499C-9030-B981BA43946C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F12531-CA6F-4C36-88A3-BFD94C060A0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37f5cb3f1987400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E2CAC73-80C1-4140-8E14-C636CB7FF46D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EE0DE69-689A-4286-8C53-01AD98F8EF47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19a09f4c88cb4ca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EAA81D7-7308-4EB9-A530-FD5137DC7961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6BFD90D-1530-4F55-B204-CEAFEA615FAE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67601206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3FB7EADB-6381-4C30-B905-855771FB4D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B9AF18-687E-47DB-AE2F-FBD25C49B28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3675D92-A4B8-4B94-B066-F9E539D17EA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DCDCA67-3CE6-4CB5-B339-139119EBB1D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3F1E66B-6625-4F5D-9AE5-F62F9617FA8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3F37F72-4D11-416A-B33B-D8A53E8D6B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67E2275-A651-41BC-86FF-5C978DFC9954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0350395-CE7A-41B9-9009-04175A3877EF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52fd22e2056a4f7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B684A04-0644-434D-98E1-419D1BAF4E1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8D09F1B-91EF-4FAF-A6B5-FD511B44A2D3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173f937ff224f7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36A26BD-5698-4D02-AE0E-F3D61FFD1BC4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4D10041-406A-4D19-9036-2CCF48F4AC49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C910DB5-22E5-4068-8D36-3AA56EC27AB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F94ED13-3985-472C-A550-227DFE950DE7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13DEF23-100F-4A65-B0EF-C00778BF9F98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8FB19E3C-7CD4-4A2A-BB40-7B5C50C88671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C2A37B9-F024-4243-8ADA-C17A1D1C7BF0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1A12120-5FF9-4756-B598-0761AF0D394E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2557C1B-B35D-40C7-9CBE-ED74DA265D1D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EA59DCDD-4C26-4B90-B556-DE79B09997C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AC1B44A-EE0C-40F9-9D68-7B99CA95E5BE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5390A5D8-2FEB-4912-B104-D8682F5C66B0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3C351F60-E231-4623-B3A1-94C46A8DA64A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95E7BA54-812E-4228-9C06-10BEA30959F0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5658469-F6FD-4DB0-8B0E-C94F74111CD7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A647C7C-1CB8-4E17-80C7-44DC288DF7B9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60e36c61709c43da"/>
          </a:graphicData>
        </a:graphic>
      </ns0:graphicFrame>
      <ns0:sp>
        <ns0:nvSpPr>
          <ns0:cNvPr id="30" name="">
            <a:extLst>
              <a:ext uri="{FF2B5EF4-FFF2-40B4-BE49-F238E27FC236}">
                <ns2:creationId id="{D253D605-A47B-4101-BC21-ED03D0AED369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05978305-E41C-4859-93BE-9F312D145C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dfe2a17720894d3e"/>
          </a:graphicData>
        </a:graphic>
      </ns0:graphicFrame>
    </ns0:spTree>
    <ns0:extLst>
      <ns0:ext uri="{BB962C8B-B14F-4D97-AF65-F5344CB8AC3E}">
        <ns5:creationId val="176535157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571A63F9-FA23-44BC-BEE9-B9DABE181CF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16B614A-B138-4B41-814F-6DA0159B8A3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A015C78-148D-4E99-9601-FC77B8963B2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1C144CB-3874-4EC8-B6F8-8DD2E3C13F3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6B44326-3801-4399-B2D8-B9BAA7F418B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D6F557-5975-4B48-AAF8-C38938B496F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53EF954-B670-4030-9B59-CD516A5D5D7D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E51E428-557B-4553-9B5B-E6BEA36A5543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bb09699dd18498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6ED030D-E5BD-4DC7-A9E9-FAAFF99E4BA5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C7A81D5-AE2F-48EC-8C2D-0273F1A326FD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02a5e8f106bc4cc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63D20D2-03C4-4A31-89A0-4C8E57ACEE5D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69F02ED-2641-42CA-8FC6-B37DD4FA8385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2796424F-9927-459D-9C4D-B1335E9FDA55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102646F-D3FB-4B00-BD67-BF4030D3319A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520948606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4B3C43E-1FA0-41D3-A131-ACC6446A58E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CFF2116-DC25-4A88-9E08-D39278A6D0B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B058AD3-E83D-49B8-A494-F017C0A8E6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64AEF9-F6E7-4AB5-B6A9-251427C7C6F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8FF9871-B0C5-4123-9A34-320445BB95B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B79EC7C-98BE-47F2-8772-2F339A5D42B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9A76897-B269-4D47-A1F2-65F49AB8276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82F4849-86E2-4122-8517-B240C2B94DB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e46a7c74398543d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30ED34D-88FB-4681-91D1-E6F4D2C99051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1268D1C-C307-45D2-8F0F-110BBC5C0056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a89b7956210a465b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1325c2a16f184e0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F9A1E46-778E-4670-9FCB-43021E50C61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109A999-73B8-494D-818C-284CC2460141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754638448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1CA3063F-5DA3-4B14-BE92-9ECAEC502B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2B657BF-78CA-461E-8085-D9BF50E1EEB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A133839-0590-42A7-9D47-394D3A67A6E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A746E02-5A95-4342-886A-38EE95A4678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9FA9357-70B6-4F75-913A-A4534C4B07B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530D516-0262-4E4A-8C94-039D0311540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A3883C5-E01A-4272-B78D-89569D96DBA0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F572787-979B-4FE8-A474-769EE7EEFEED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a9f016d22aa480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6AE06C6-B9EA-4E68-B3FD-F5D6AB6DCBF4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0FA2B2D-F71B-4EF7-882A-9E798F2C35D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e68eba1fb6984ca0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38a4f6ac9b13479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1CEABAE-B206-4740-9FFA-272A4614A9B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952658827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C6C6B03C-F225-4880-98B9-7A37B246EA2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E723B64-817F-4E8D-970C-5CC85F39381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1ECE368-7192-4B1F-AE6C-334C486F0F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41C3A82-BF8A-4D44-8FBC-B25F14D0F0A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2884A94-9A23-4C4A-A1A6-761EA98F37F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90F18AA-5A12-4B0E-B864-ABF1962C8E9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B1F6F2C-3331-444E-A956-3649E42A738F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154AD1D-21AE-4BAE-9EB6-2A6ED5346664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941179427bfb436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41604F9-1742-4924-962E-60BC91761268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D153984-994C-4F35-95B1-6A11240EEB3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859e11127418467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8158FC-EE2F-4779-847F-1C9A12177825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D18BA48E-72F1-4FBF-B0CC-2832D1B17F06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df874a83a2524058"/>
          </a:graphicData>
        </a:graphic>
      </ns0:graphicFrame>
    </ns0:spTree>
    <ns0:extLst>
      <ns0:ext uri="{BB962C8B-B14F-4D97-AF65-F5344CB8AC3E}">
        <ns5:creationId val="8278046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88E1567E-C1C1-4FD1-8F02-56CE523EAD9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0E34842-3F37-4B7F-9755-25C4558E65B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A453CE5-EED2-44C1-9CE8-251031541D6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0B2FC3-1C92-44BE-B182-060F1B91EDE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8AFBD8-9454-463E-A179-06BEAEA4014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871B3E5-4AD5-464E-99EB-F3D1E912B01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7BF60005-47C2-461E-86B0-986A22B2F68B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2081871128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606EBEF-2535-403E-8E7A-352869F9068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DAD78A-62F2-4691-A336-0D0CA195FF6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C551530-1135-4980-94AE-CE2D781388C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1181F8-5246-4A75-9DA7-898B084CA0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23D2E4C-804C-4A9C-8D88-D980E43702A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5A3639C-BBD8-45DD-B496-3F83AEB0F4A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038D8C-48D7-4837-8D4E-A6E0461AFE8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580E77B-C4AC-4570-BB63-7569C9782BC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29DB39A-8631-44BB-80B5-E93720BFA865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953139480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2CE1EEB-58A8-419D-8429-D70AD9AB168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03A47C-49A5-466F-A26E-C4D5C1CD072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689DBBA-062C-48FB-8477-6CE652FC98E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54DF829-105F-4A3E-A5AF-E4AB179485E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23DD1E-A726-4A8C-892F-5150B7E061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6D48223-19CF-465D-A38E-236F9B4502D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2869C2E-7652-43BF-9305-F47B0109EC3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004503A-B770-4EA4-A77C-70009CFF1AF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44B58FB-7309-4880-A01D-15FFEDDF6FE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339777848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85DF99C-8DD7-4D58-92BA-BE6B9FDB283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444E321-D474-4EE7-8033-FA2E93B093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52FE9C8-4028-4955-9832-BA177AC23D4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4D545CC-6917-4F8F-B5C4-CC5B2A344B0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B2956AF-B746-4D7F-931F-A444679BFC0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65A163-45A5-4770-A54D-33277546024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D37F1BA-BE81-460E-8F8C-4920E3D7B89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CC162D8-B2C8-4EE5-BEF6-16EA24C903C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A769C1B-08F0-43BF-AE72-88998D95BB9C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686838536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F7EA0CB9-78D9-4CF7-9DF6-B517DA4751E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1E5A4EC-8B9A-49AB-8D76-DD5E6A8BAC8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703F14E-B8E9-471F-B9C2-E3E88CCBD4E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F8FB4FD-E707-49B1-94C0-735CD39D272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6BC100D-3CF2-465E-80B8-95ABFB80EB7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39D07B-7FA2-4340-9F4B-6FF8A94424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FC9B95-E1E4-4F1C-9071-46F1958CE0A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B0CD0F5-2DE1-4822-B10C-A855F6A120C1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0D0ADD6-36E2-4B3B-92B8-26AA87DA0735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805286078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359741B5-9F1D-41C7-90AA-C2EB8714B2C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3659B95-8BD5-442B-89C9-E95B813522B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C3EFA1B-D257-4F76-93F8-BEC3893D7F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10A94E-C4C0-4D33-9D8A-69577626D17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4A911D8-45AB-4F7F-AFAB-34A9A141146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813C57-6D36-45A6-98D0-62F83FC998D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43DECCB-7C12-4E2A-84D5-0BAC12B626C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8EC00BA-F6ED-4CF8-AA7C-A15E05A2A54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361EEEE-8481-4694-8B24-834D82DA19A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949461629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F675939-E0B0-46D5-B9A9-92911F1DCB8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59AE7AE-6B02-4336-B468-30B9506D11B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A33116-6E11-4773-BC0B-4A54CEB5936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235AF7-A435-4104-B81B-6359E9EC988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5FB8E3-F659-4C59-80F8-D02DD1CFE9D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5E6D2E1-3753-4797-8005-D0BC3A6A5C2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4071283-E3F8-4C6D-AF8A-3495710F200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D66B696-730D-4A83-957A-76163AC560D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21B31D6-5DA5-46B7-9A72-9CA093CE57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642685690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1DC35DE-A0E2-4004-85B9-D8D7D844AC3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2B21FA8-9B2C-49EA-8C79-F779B7A14AF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ACA19B4-25DC-48D7-9DCB-2C7171D6C98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AAE21AB-0C34-41B5-9663-652B242C87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8B93FA3-3833-449A-8D9B-832A9485529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8BC140E-7723-451C-B535-C4A6CD4F32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432A718-A291-4B9C-9E8E-B79EA9C163EE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DBF162A-0644-4639-BC51-028584C5EAF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D7D03AF-FDDE-4360-B953-7A1CCF24C1F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574427953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1C4E833-4750-4DE0-AE89-0BEF12AB9CC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B246A-96DA-4884-B2C6-5C3E45B2449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4E10558-4C5E-428C-AAC7-CC8E3AEDEE4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A50F3B7-C59A-4257-97C3-0864F53704D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481C84C-33AF-479B-A708-0D48268E202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4BBB18-B878-461F-A60E-AB8A80C30F9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5359690-5384-40AC-925B-99C99B044CA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6821119-16FD-4EE2-B5B9-EB9CD4E63C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ABE152-83FC-454D-8BE6-92ADFD72F093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2124832013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7DD44348-E07C-4D3A-B2F5-F7B1584FBC0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44B0818-427B-410F-97ED-C500F2333A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BDE3513-DBDC-4667-8577-41234BC4127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DAAD3D1-8D97-4F75-B5E0-C108BE0D065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5AA6926-551A-43B2-A0C4-DB5DC37E527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562F67F-04EF-4DD5-9C31-318769AF853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593BF1A5-E1F2-4D5C-9149-33758C1D3B1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709E3648-9C28-4077-9FF5-9DEDFA8857F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07B50954-ECCC-4EEC-B93B-374BECCBDFBF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D8CBD4CE-C018-4AF4-A11C-DDAD301DDBE4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B30F193-C958-4211-8962-4A959991A58B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B459AF27-8F4F-46DB-A7AA-C64A9A842E81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B23DA1A7-204F-4AF2-A772-CF3710926C08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407F4BDC-A3C9-4004-861B-500E0DE9BF98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FF4B1DA-87A0-4435-ACDD-1C6FB05A4AB1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D947E075-4385-453D-B55D-7F2B4AAE7067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0C98963-7F02-4CA5-BD60-7400AD9CADAC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EB44665B-E0CD-4866-A415-479F2A523BA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1496C4C-014B-40A6-8973-4E4AFDB0150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92920D3B-8774-4BC0-80D8-C787C29ECE34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C39D5DCD-F3BC-4A1E-B69B-F1448DC0ECEB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C635767B-6128-46DA-8F81-D48EA966544C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761C262D-B5A2-4BE0-838A-9635AD057A0D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723407C1-34D1-4521-8122-A1EE8EB08ACB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592B0C4E-E82E-4DB4-B1CE-186313D7BBD7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CCA16571-2281-4F62-ABEA-963883CE78E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F554538-C6E5-455D-8A26-D076741DDA61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D254E0F3-99BD-498E-9696-69E74E73B2B5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331A44E9-4A91-4149-AA73-876D4BCDA797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3E38A6C6-C1B2-4777-B125-EDCB298805D5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5A9C3622-BB57-462D-A575-1B589AD94C5B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B5E50F41-8E7F-468B-8842-49B17E9A124F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24C1C4FC-006F-401A-A195-78DB153E3610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97C11149-B081-4BDB-81E6-9453ACC41ED4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E3EBB609-F797-44D0-A87D-A8D884D14B8C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2B1A1335-2BA7-4ABD-8F2D-55F893CC70C1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3274F4EC-90CB-4831-B642-8D21D36EF54C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034077770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81850AF6-1507-4A46-8AB9-254F6B14559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49A9656-4B96-4D82-A2FC-C28EC9C0E65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E301E4D-247B-4C24-A533-9BDD3D520DD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44AD0F-A53D-4B9D-A1F6-200DD9FC465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9BFB351-CAE9-4FCF-A46B-2D4F27FEE9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F429E2-C6AD-40F1-9FC1-8A723B0F4C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1E219AC0-952E-44CD-B083-114307CED28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19E318DC-C3F1-4C94-84FD-D95397FE36CB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93A5C46A-2302-423A-9376-253E596C17EB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77109678-A377-406E-8131-4D70B1D986F7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A21FAE8-8149-477D-A17E-03B6CA5F5A31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7B44520A-2A18-4D3E-A418-42FD304C7CCD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0C2A53C2-05EE-465D-9D00-0F90F772387A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0865481E-A461-4DB9-B032-D28E2F208F58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C54B4160-81AB-496D-AF0B-E6B2CFEBBF73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8768DD07-F5BC-40D5-BC40-554DB222A151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80179EA-29D1-47AA-A7F3-0EE66B31F82C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EA496967-6231-4222-8E37-49C62F7E7887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65721ABC-1C4D-4DFD-A8D8-37252AF8C452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4121029E-57E6-4542-A0EF-DACA6357FE62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34C2D8F3-78AD-4389-965B-FDB0EEE545D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628E2E2-8575-47D1-8A42-D7C556CBE406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25894D5F-9873-49C2-BC53-6FDDBFCE3A8B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F30CEE0-91CA-4E0F-8D6B-05CC76C6075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EEDE6B13-2C45-47CB-8A53-4CCFCEE9C32A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D3348038-6258-4652-B889-F44E8324B7FB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A0C9EBBE-767D-4D6F-8781-060C2A314D45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0D855E2C-871B-4F4E-8C6F-F771A04AB88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C52F2F33-9886-4CE4-9E61-946CE04E54CB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60198B21-A896-4FFD-95BE-6DC5EC9F9AB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EAAA3D7E-108E-46B1-A70F-44638B37D9D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76C585A8-C634-4245-9295-A13582BDDBE5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3A70B9E7-905A-4009-BC4B-5AD58ABFE41E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3AB119DF-2184-4CE9-B5E8-D003B861D8B7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16112662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8994E527-6BEE-4B8D-86B2-AF4A0B33D2D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642357-F57E-4FF9-A732-E3D0567E1C9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362BEC3-6EC2-43C8-886C-06E75C011F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CFA6AC1-D400-49A5-8475-5203432DB18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159F8C-E391-46C7-A0EB-F444623FD2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EAFF0FC-4B27-4EC8-82C2-B347615F487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409E521B-2D45-4B6B-B89B-00B3D41D92EC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3D5F7526-5FBA-46A2-A1A5-839692750DA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85C78E57-5A80-46A9-BA18-3354FA8A2736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83B51F55-68B3-44A2-9910-15C62D26BD0B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5ABDD78-C87E-41D3-90E7-C3386EA345DA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9B85294B-2703-4176-9E4F-08222E13CDE8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12BF6BA4-0E10-46C5-8B80-8AEE7F5EAA8E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1E15B36-91C9-4EE1-BCA4-3BD947A41B51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3AD4E227-5B90-48AC-94D5-D5BEABCEA798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DFDB132-0B8A-4953-A12D-AD8FE65EC3D1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DB993197-7089-46D7-88FC-6823CA2DADDA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E861AB65-8419-442E-AA4A-5E1F7C7A288B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7987418-61A0-48C7-A935-562B7BE8C12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DBC45477-344B-4CE4-B75B-AF40B9AFA341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F4113A79-F034-4362-B68C-484FD5CEE102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1B50DC52-E604-467E-A7A9-401854C63D81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C606DF12-7827-4BF6-AE12-8C6AB3D4E770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3485D8BF-A3F6-4791-B63C-7C6CC26B01DD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4EF9AF11-5B81-4C7F-BBF5-C73721EBDF86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2C149765-ED51-4F53-98C7-1D8CB0CA6D42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ACA50C4C-4DD3-45F2-9574-64FA8FF533A8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0660A37B-82BB-4634-869C-65B946562A0B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5CBB2A48-308A-4B8B-BAAE-31508924985A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DDC423A8-76DF-4995-90EA-AAFC414E128B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42C1B29F-2896-412B-BEFB-BB8422410076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E03534F1-8DD6-4682-BD24-987E68665A91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94FDCC44-9006-4CDE-861D-7170216F1610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0E823DB8-8224-412E-9FA4-B9992E532166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B9740E78-CA8A-454B-82B2-C7B8B7AA93AE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2081F397-8D6C-4BB1-92D7-0DDC5147CC41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BF578A1C-D92B-4C50-A3F4-DDB163AF2DA5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EA6AF0B6-C4CF-4C1A-9AA1-ADAC68EDA242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F0D6799F-0776-406B-A93D-E710600C5BD3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1048011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271E64AD-780F-494B-9350-8B1995F3D27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9B47C8-0E8E-48B7-BE21-E730AEA3849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967C681-2E35-413D-9357-8D6F0B2246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934342D-4126-42D2-A51E-888A267EB87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BC8CFD4-7C45-43D2-B56C-5D4C5BBC4DB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5D31B8B-DD07-45AE-9B78-025FC386145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75FD12AE-1A15-4449-9EC7-446B02E1D9A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2D96AD24-7B6A-4221-83AC-AAD0B37C22B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72E8155C-37A4-4CC5-B11E-80EAEFA7F881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1BAA8A19-FDFD-4E32-AAE0-AAFFDCAA323B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824098-48CC-401D-A558-25E0D6B307D0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F20EFDC2-7D25-4963-83A7-29727C5CE1CA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9A2EBA36-B27D-4E96-9752-F499E3178F27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F0AD36F-219F-4705-91EE-F873AE6430B0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BC35BD05-40E1-4E77-8DB7-606EF7208E7D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4905578-14DD-4F60-B1A1-7B57207C1A23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87AF5478-54B4-4862-9E8D-91EA760198F2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5870C26B-5F06-4C78-975B-3C7BFCA62BBA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2F3BC0E5-50AB-4A30-82AC-5650057E75C0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E6F9570-AB5C-4B91-88C5-9826A456990F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FA0D3591-4888-46E3-8911-A1D495FD8AF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30C74D65-A89F-471F-B94F-3FB335B65EF7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56752A8A-2486-49A8-AF96-15BBF4569600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6AEA8DF6-93B0-4CCC-8C98-2F09DC61AFAE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83DFC81-6A69-4A35-BD4F-F29539DB766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7232A034-5BF2-4402-9C9E-668F509FD9FB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AEFB7BC9-DA33-4D68-A2E0-4699049CF433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91C7C109-003E-478E-8D3E-ADB3607ABD2D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92B6A818-9BE8-4A6F-A542-AC15FAA82520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6AF22073-428D-4E01-9560-FECFD3FA2403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C98BBAEB-1EEB-42A9-AFC1-FCBDA1A5F16A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B57FFBD1-5CD2-45EB-B828-106CE2A56923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A9222C0D-E411-4346-839D-2E31F1CDF11A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2071960565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0A1EBC61-AC43-46FF-9B71-580A7FD0088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3E68525-BB3E-4E79-AD31-55F411E8C2E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19E2929-A73D-4565-9A58-C0B3373D488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265436D-A307-48D0-871B-12D9222E316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ED7BDE9-E7DD-4E1B-8F0B-1E1E4F5CA83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B19B8B-7F58-4A21-9D05-D5D5AFAF2D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5D703A6E-3037-4DB9-A59C-DA325E312529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1D42BBD0-69AD-4F02-8560-41BB1A4FE415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1F79C702-C47A-41A0-B4D2-27C21A2FC3FA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45B32317-D131-4CA2-BCEB-6C17D93DC987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8EC2822-43CA-4344-BC82-444A2B15B145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57B6FD71-72AB-4E2B-AE04-8C191AEAB5AA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8798050-89E1-4983-A13A-F0199B347C28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CF2DEE6F-DA47-4B60-B993-AE21051048BB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1C0D79C5-AD8F-4E1D-B800-7202B150B382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EB66FBEB-6F5D-4409-A98D-7E383E12D8F1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8799860-7B2A-43F4-A220-423034AA4818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B5949F5B-A55D-4156-A66D-D679615A7F0D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14F5B6E5-FA3B-4A0B-923C-6ABAF7CD67EF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4E7AD910-E30A-41C7-8833-7187313E1CF8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48BFEDC6-7BC0-4C64-9ADD-F050670A6607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6E18A652-AD24-49A8-860B-1A85A9F2BD89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F96D9834-93D5-487E-912B-4E98CE370D5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4FEE37E-A0E1-4BD0-961C-2553CD800CD5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F5FE228D-B83E-4436-8031-86A8C0ABD823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8529EF59-9FD5-4CBD-B822-99D011EAD1FD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7D8804D8-40A3-4D76-A0A6-43C1EC1D1E80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001EEE9-3D06-4467-BCD1-C40C255E53B0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4937F7D8-6070-48EA-BB59-3A00844D6361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CE770058-FC35-44A6-BE38-E7F1585EF024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B0517FC5-0580-454E-91E0-535958F8E3F2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4805103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8ECFE032-5414-4A2B-B274-5EEE77E2F95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B0AC04D-34BD-49C0-A9DE-4C2C9C38849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093C432-DEA9-4B7A-B13A-237C59379E2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87F77A5-549A-4C7D-80CF-3ACE9655A79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AA52E61-9522-42FA-AAA3-48AC0257E1F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672DA47-70EC-438A-8445-9D57D3AE205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836AE722-7259-4F88-8343-BADA2F27757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7B7ACC9D-721E-4158-AD34-96BB85981C1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CCB23E54-7BF7-462F-BA7E-C80AC0C5DD02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B817B813-0113-4BBF-BDEA-1A1940B46B47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7168592-8E43-41FE-84B5-B9405FFFAC3B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B99D786C-2704-43CF-A241-A0ED62FAB652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B7E0219-DB38-41D9-BC88-8841C7C852B5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810F1174-28A4-4B7E-9481-B20DCBB3C14E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8E808D5-9047-4DCF-A709-BDB1F741B597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32A9E80C-D722-4989-B17C-5A1AD9EC916E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63985D3-3BC0-4976-AA1E-14E098E974E8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D2DDF800-F2CA-442A-B4FE-E31839171F19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20779AD-21B0-4172-8786-E74727BE3DE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C67F6275-80E6-464B-AEDE-5BDB5814FA8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5047FC47-C362-447A-95A9-27F7C86DDD06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97021358-F4C4-472F-B8C4-20EA59536B51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D637275-BF19-4611-94CC-EEE6A79D0A6D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942DA708-1BC6-4270-B7CD-E19A83796E10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AAB03F1-8D51-41EC-9DDB-1954A3DD7305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986316569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EDA306D7-73CE-491F-964E-3521AE62FF4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4C69295-3B70-4C71-B774-275089F5CB9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C034C3-634B-43E3-AA6C-0C7F8DB5831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CADFFFF-2D54-401E-A261-DF3A36C3E60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6B19D31-E29A-4AB0-B1F2-A80556B723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A3274B-16DC-4A98-8BE7-FEED59E21AA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2CA7F00-9631-458F-8F25-D7F2007B450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68BB14B-31CC-4C03-82EC-5143BB68431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d68ad4f4241c4cf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991D767-646E-49DD-80DA-3CE908E8B81B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8A789BB-BB76-42E7-9D7D-79F9B7A672E8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fd646f80ae51412f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c0c10fa1e894f2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CD637D1-799D-491C-A7CC-889C3ECBAA10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90F8EB9E-D94B-45D3-BBB4-455FDDBF638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30409199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8BCB4FA7-693D-4DF9-BE08-18B34EA806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BF55557-15F0-4511-977F-2D756226802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8838A2D-FBE3-45EC-BA23-0A93010F982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50B137C-ADC5-49B0-9C6B-BB41A4E412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0857FF4-0400-4689-9AD9-228765F31D9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51047AB-F0DB-4353-811D-45FD92E0B53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F2BFAEE-CD5F-4A0C-B75B-F9572141DF7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0C351C0-FEBA-4698-8C6E-5C1BA296E380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9d2c98769eb04a7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7FDAEF2-2528-4756-8D81-2CA9CF2F35A3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45E15BD-75E4-4742-8757-9AED9A0FAC74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cd01cab0c084401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135C1E0-5422-4043-89B5-8DF2BA13253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25B7E2C-6D0A-444D-B715-357AF8CA193A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869bc1ab73854146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05eddbde34b1493b"/>
          </a:graphicData>
        </a:graphic>
      </ns0:graphicFrame>
      <ns0:sp>
        <ns0:nvSpPr>
          <ns0:cNvPr id="17" name="">
            <a:extLst>
              <a:ext uri="{FF2B5EF4-FFF2-40B4-BE49-F238E27FC236}">
                <ns2:creationId id="{5888999A-DF7D-4F1A-883A-8BFE4F6DFD13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DA54CF4-FC65-4265-814A-DFF6C8AA09F8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2E19925-C701-4356-9E7D-F68102B58D64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3FD1ADE-93DE-4C64-87FE-E51CE215258E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A841D8B9-21E1-458E-A710-6D589BC055C2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4DD489B0-210E-4BAF-9A39-166DB75B7FD8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44E0839-3FE0-42B2-A194-42932CD54D09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838505B-3F60-4874-ACC1-D658CC9A3BDA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A8BA440-5D82-473D-AF3D-A76EF7F36CEB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347380303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6EAA881-FE46-4431-BD45-D3A483B0BB0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41D8DDD-E739-4569-B9BB-6D91BF05582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C26A219-FD74-4A32-83D4-DCC381D893F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49710C5-B869-4CF4-8D2D-340FACBB39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E0A2D57-43BC-4571-9467-C2B9C139728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8CD62CA-993E-4A45-9A82-09D958946BA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E084B-CA48-49F2-B76F-332E19E51A6E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62B87AE-E9AE-41D8-8859-066BFB8ED8A0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6FCBC67-05EA-449C-B556-6ABE50B814A0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c84ef35d79c44cef"/>
          </a:graphicData>
        </a:graphic>
      </ns0:graphicFrame>
      <ns0:sp>
        <ns0:nvSpPr>
          <ns0:cNvPr id="11" name="">
            <a:extLst>
              <a:ext uri="{FF2B5EF4-FFF2-40B4-BE49-F238E27FC236}">
                <ns2:creationId id="{D5F3B0E2-AE71-45C1-B3A2-C1BD62E816B7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6EB4209-785D-46EC-8C17-448DD48E147B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b1eaa98f1c5f4459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a7c9ecceb3f34825"/>
          </a:graphicData>
        </a:graphic>
      </ns0:graphicFrame>
      <ns0:sp>
        <ns0:nvSpPr>
          <ns0:cNvPr id="15" name="">
            <a:extLst>
              <a:ext uri="{FF2B5EF4-FFF2-40B4-BE49-F238E27FC236}">
                <ns2:creationId id="{9C568063-57C2-44D2-BD1E-F353B7E0DC47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C5AB394-1560-4BF9-93D3-4655D3A0AEBB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30B613F-9C8E-4830-820D-8DFCD5A37679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fbbe6543cfef4ed2"/>
          </a:graphicData>
        </a:graphic>
      </ns0:graphicFrame>
      <ns0:sp>
        <ns0:nvSpPr>
          <ns0:cNvPr id="19" name="">
            <a:extLst>
              <a:ext uri="{FF2B5EF4-FFF2-40B4-BE49-F238E27FC236}">
                <ns2:creationId id="{1321499B-D4C6-4EDE-A30C-A8E8098A2641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188F9BAD-DCAB-4CD3-A008-751E2E22946B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984636c632694c2c"/>
          </a:graphicData>
        </a:graphic>
      </ns0:graphicFrame>
    </ns0:spTree>
    <ns0:extLst>
      <ns0:ext uri="{BB962C8B-B14F-4D97-AF65-F5344CB8AC3E}">
        <ns5:creationId val="1735985772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9409AEC-1521-44BB-A443-2CEFE478B35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B7B3BE0-7291-401C-807F-C02BE135DA0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3D7E6D5-2968-4A1D-9355-8C2B43F58F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6E258E6-BD1C-4839-B702-79F3D10789B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5A7FB1-EE8A-45BB-A97B-61970FBB1DC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87282C-1328-48B5-9428-91DB475BBA4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C37DD3B-AD2F-498A-98C6-F581A0AF03D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D72D9FE-DA9C-4405-8F4C-A72ACF9F19A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63F7D0E-5458-49C4-A1EB-E0652A7449F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62813866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823EF231-05ED-495B-9233-1DEC79E764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D21E4E6-6CCF-4F51-9753-BD97C3F12C7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E5504D-9372-4AA9-BD2D-2A0CADE6F69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334AB4B-E5E8-4F03-9B53-8CE2A780E4E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63FE36C-72D4-4013-88D8-587C6F732A5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E476DE-8FDF-42E5-960F-A1D7F150D5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D172792-127A-49E3-9B78-9940F15D342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833EF1C-3D79-4307-82A7-5CFDD19CBE8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E23D41E-645B-452E-9B40-93B35B60DFA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694955613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FB0B046-89B4-48C1-BCE7-C049CC2B077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463574-AF16-41FC-9A01-AD9B6853E23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46F65D8-6825-45BC-BE5B-BEF01FFACC8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1318701-3C6D-4507-A869-DA8402506D1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0B14C6-E62E-44B3-BFDA-98E162F10C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9943DDA-AE72-4A64-AF92-06E38F2C08A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86F997D-2581-4467-906A-48F1D3978F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728E9CC-0B67-4540-A902-CAF2FB90BEEA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6B6F5FB-1B2D-4EFD-9F32-5206A709672E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688544088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0658049-F906-4D2A-8CA5-CEBC2C6811B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A021896-F1EC-4868-B892-5293C60281C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0916ED3-60A7-457B-9BD6-56E00B4AA16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260700-E7D5-442F-87A1-5FA7B285F4B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CCB1BE1-2087-4007-BF39-E9661F10606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6450DD5-6A12-465A-824E-B7BA74C996E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7ABF0B5-7C31-418E-A41A-3683202C3CA7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E2B585D-9450-4789-8F1F-A721ACD35AE6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4384DEE-734D-4EA4-9465-8A90BCFFEA3D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403928380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8A40105-A65A-4E2D-885E-FF222CD70A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065CB83-22DF-4066-831A-C9673759DCC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02FFEC-1E74-4A86-A968-B8A07CC121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A1DC5EA-F31C-4CA1-9CBF-1F7A6D7D5A3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3413EE4-60F8-4118-968B-7DE67388E9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93652AC-A65C-4D4C-A6BD-4EDD73991F9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418AAD-8B37-4711-8E14-826C77A8A9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119D818-78D2-4F35-AB21-A31AA3D59D1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2A0D19C-94F1-413F-9C45-3BCF537BB011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284953679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9265A1E-62EF-4C06-B8BA-D91FF8DE8B1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7F7786C-A89E-4308-AB47-1A15C46E79C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469C90B-91D6-40CC-BFFF-EC08B9CF95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10035BB-ADDD-49EF-BAD7-2C659389E4A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ACAF668-7132-4792-BD3A-4A339F717D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9A4FA42-6BD8-4808-AEBD-76FE31D24E5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3396568-8E6E-427D-A2FC-4ADE5264298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C9833B-C21D-47FB-9A3C-730DBE1BBBE1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9C9FE3A-C971-469F-9C65-46336158AE0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351189935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6443B2EE-5DEA-447A-A513-FA9563E0C7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178092-863E-4799-9EB7-755F600A8A6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1AC99-ABB1-4991-9010-78CFD08A7D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F022886-CB08-4AD4-8E6A-2C4435C5D0D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9C559D7-3D54-4F7A-9969-CEA921471F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CA0EDEA-84C7-4CC9-9FF2-0FEA8747509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B642943-E458-41B1-8962-22850D67733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306BCE7-3CD9-48BF-8668-7E478A43B8B8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965EBFF-1D1A-4590-BCD5-5CED1F1F69E3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9092356-CE62-49A7-8ACD-18297014D753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17DE27A-BEBE-4DCB-BDFE-D0AE73DDEDAC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933F16D-C27B-4282-A97F-9B938745A64B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E4D75310-705C-4237-A9DD-FF48347B8593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B090B6C-11C2-483E-BABC-D82121B3FDE6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99344A0-D0E0-4938-8F39-8559F7E4A5A6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1F84CE89-4DCA-4481-B655-B3D1AFA69B2D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04DE984-2C23-4141-B8ED-96B72DC850A8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C3507E5-0248-4D66-8FA8-F4ECE2ADF368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94809D99-8A93-4469-83B8-A18C618EC92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77CDB507-AB81-4D4E-A508-090E46AD03A2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E8263C9-3E75-4C25-A278-65C09BBDA264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37BF0B1F-0F39-498E-9278-93DDAD0CBA9D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9C1691-4298-4632-B0F0-F4E1CEE4482B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FDF848F-2A21-4E1C-BEE9-EA2C1C437895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013DD612-CF5B-4883-AC60-DC4CE0688BF7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4AACA81A-CAFA-42AB-B1BF-2D8BD340B151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28886D3-8F2B-4593-8583-4B5D27B0322F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8564560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E27C0DB-09D7-4DBA-AE0C-69112863414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7044183-47D8-4CAB-B1C0-2820C517D4D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6EC6F1D-5CA2-44F6-B961-31A7B3B986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D62C89-9808-417A-8A1D-009B6756986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0041A63-172B-45B3-B9B8-1DFDE332B91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AEB1A51-DBDE-48AE-A18D-952C3D6E98B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c703b9fe75d1476e"/>
          </a:graphicData>
        </a:graphic>
      </ns0:graphicFrame>
      <ns0:sp>
        <ns0:nvSpPr>
          <ns0:cNvPr id="8" name="">
            <a:extLst>
              <a:ext uri="{FF2B5EF4-FFF2-40B4-BE49-F238E27FC236}">
                <ns2:creationId id="{18168BB5-125D-412D-A2F6-DA8818467669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AE7750C-E46D-4A5D-BEA3-3DC8B5592C97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751E7176-9722-45B2-8BB9-1D5AF617C99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d523f9f02d1d43c8"/>
          </a:graphicData>
        </a:graphic>
      </ns0:graphicFrame>
      <ns0:sp>
        <ns0:nvSpPr>
          <ns0:cNvPr id="12" name="">
            <a:extLst>
              <a:ext uri="{FF2B5EF4-FFF2-40B4-BE49-F238E27FC236}">
                <ns2:creationId id="{92B0154B-0A03-4E96-8059-D5334128B6AF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451a3bef7a84f2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EF0CE88-B48D-485D-86DB-93BEE00B3501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1e581f8441a744b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93C56D96-5096-409C-B7C0-2B6438ED8D0E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a21b9e4e3d284be2"/>
          </a:graphicData>
        </a:graphic>
      </ns0:graphicFrame>
      <ns0:sp>
        <ns0:nvSpPr>
          <ns0:cNvPr id="18" name="">
            <a:extLst>
              <a:ext uri="{FF2B5EF4-FFF2-40B4-BE49-F238E27FC236}">
                <ns2:creationId id="{514F42F6-8238-425F-AB43-83FCBA264C7A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674e871e3e324f83"/>
          </a:graphicData>
        </a:graphic>
      </ns0:graphicFrame>
      <ns0:sp>
        <ns0:nvSpPr>
          <ns0:cNvPr id="20" name="">
            <a:extLst>
              <a:ext uri="{FF2B5EF4-FFF2-40B4-BE49-F238E27FC236}">
                <ns2:creationId id="{BC04E388-CFEF-427C-8F05-FFACA39EDFAC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1b99d8dacf314fb4"/>
          </a:graphicData>
        </a:graphic>
      </ns0:graphicFrame>
    </ns0:spTree>
    <ns0:extLst>
      <ns0:ext uri="{BB962C8B-B14F-4D97-AF65-F5344CB8AC3E}">
        <ns5:creationId val="1802343576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BA0057F-6A1F-451B-8F28-B687B151564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5C79504-61BF-4BDE-818B-18C4F8B44A4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5E25AD1-7771-45F5-9554-F9427C3273E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896EAA3-1C07-435D-86C6-AEB144C99E3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B3B3B7A-9D0B-4557-B5D6-C0FEA17E771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EE5E555-C2FD-4DD7-8F45-C3D3402685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E072D4F-EF76-4D08-93C7-3EFA7A71DEFD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DD312E5-436D-40F3-A44A-D2B9BD60D892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5d28d00d4e614eb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3B71D9C-16F8-457A-9A9E-7E742B9F173D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557E079-6F06-4221-9228-FA434368B8A1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8F4AF3F-6CC5-4EAD-AD73-AC4B093315D9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65c0f5f06f19467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62BBC37-B46A-4226-9E03-DF9B1FA5F2E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B74AE327-09F2-45AF-99CE-7FC52D8D9D71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CC464F2B-A235-4A28-8252-7006E0980B63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AA7AB7F-1D59-4D97-A622-A0E4FE43E687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AB73377E-59A4-4912-B4B3-D451F2091D47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507331B-BC70-456D-96D3-6BED77A220F9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FEC02EF-583A-4098-A586-CA04A3113A72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1339191086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08E1689-3A41-49DF-85CC-A30F27E6097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C01CAD-BA50-46B9-8FD8-985AF74978D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482B133-6587-450C-BEFB-CB7A0176D42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0F2401C-A8C7-4FC8-9D56-81CA2AE0D1E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CF5E206-6B89-46A9-83E9-3771A3608AB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1D5A35C-572E-4479-AC5B-215C133E38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5F6B5FF-6C19-4F1D-8002-A6C6F75391C3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AE4005-8727-424C-9DFB-4272BA885A48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3640b7ada4934fa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1419576-1758-4D7A-8988-EFFF8D77CE46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540E086-B357-4103-8E38-3F9183850CCF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7b3f2a5a9c8f47d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DE6A015-5D15-4D43-B738-3F2F29608253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9A91994-AFD3-418F-A40E-661CE9E1ADDC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b95ec28dc991402f"/>
          </a:graphicData>
        </a:graphic>
      </ns0:graphicFrame>
      <ns0:sp>
        <ns0:nvSpPr>
          <ns0:cNvPr id="16" name="">
            <a:extLst>
              <a:ext uri="{FF2B5EF4-FFF2-40B4-BE49-F238E27FC236}">
                <ns2:creationId id="{71EC5661-9AC3-4660-8B9A-F5E02E30C499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334071765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8512A570-2683-452A-B54C-0718E2F6382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DA4F4F-AB9D-4355-ABE5-9341A83601B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288B435-1E4F-477A-AB81-3B76369601E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FEA18C1-4942-4F40-9582-83D2699AA7B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688FC9-F1BF-4894-BBE2-A2701582359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FFBFECC-B5DA-462D-BE53-46A51E39EF1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3aa496fb67dd441a"/>
          </a:graphicData>
        </a:graphic>
      </ns0:graphicFrame>
      <ns0:sp>
        <ns0:nvSpPr>
          <ns0:cNvPr id="8" name="">
            <a:extLst>
              <a:ext uri="{FF2B5EF4-FFF2-40B4-BE49-F238E27FC236}">
                <ns2:creationId id="{DCF4FDEF-5736-4AAE-B972-EF7D0BFA4261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2F9E3E8-CA1C-430D-9DE7-9E8B93F52E5E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f557d8cd36ff43e8"/>
          </a:graphicData>
        </a:graphic>
      </ns0:graphicFrame>
      <ns0:sp>
        <ns0:nvSpPr>
          <ns0:cNvPr id="11" name="">
            <a:extLst>
              <a:ext uri="{FF2B5EF4-FFF2-40B4-BE49-F238E27FC236}">
                <ns2:creationId id="{B43D25C7-507C-4070-BA1C-28CC0DB470A9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9A60DC-2609-4432-B3C8-D03C5F9D8339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b718895814dd4de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95C27B9-FBDB-49E2-8BBE-640F973C00BA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B5A51A6-E23E-43FB-8276-BED17B4CFFDC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ec9a8d6b0ac943ed"/>
          </a:graphicData>
        </a:graphic>
      </ns0:graphicFrame>
      <ns0:sp>
        <ns0:nvSpPr>
          <ns0:cNvPr id="17" name="">
            <a:extLst>
              <a:ext uri="{FF2B5EF4-FFF2-40B4-BE49-F238E27FC236}">
                <ns2:creationId id="{E5D0D8EF-B469-4532-898B-4EB7AA7ADFBB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6F226E2-40D1-494B-9D18-9A08CADF2741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DCC341E-68AE-49EF-8629-CC6934C1089C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cf86053c8e014347"/>
          </a:graphicData>
        </a:graphic>
      </ns0:graphicFrame>
      <ns0:sp>
        <ns0:nvSpPr>
          <ns0:cNvPr id="21" name="">
            <a:extLst>
              <a:ext uri="{FF2B5EF4-FFF2-40B4-BE49-F238E27FC236}">
                <ns2:creationId id="{60C119A3-4E45-4312-A985-0384A3F2AD97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D595497-F9F8-4285-A3B9-19C9C2DD5609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792055902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2026-08-04T05:55:37.2740000Z</dcterms:created>
  <dcterms:modified xsi:type="dcterms:W3CDTF">2026-08-04T05:55:37.2740000Z</dcterms:modified>
</coreProperties>
</file>