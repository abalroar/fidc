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9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slides/charts/chart58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9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60.xml" ContentType="application/vnd.openxmlformats-officedocument.drawingml.chart+xml"/>
  <Override PartName="/ppt/slides/charts/chart61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62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63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64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5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6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7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1ce9e2c429416a" /><Relationship Type="http://schemas.openxmlformats.org/officeDocument/2006/relationships/extended-properties" Target="/docProps/app.xml" Id="R57e1b483724d497a" /><Relationship Type="http://schemas.openxmlformats.org/officeDocument/2006/relationships/officeDocument" Target="/ppt/presentation.xml" Id="Rccd818eb7e1244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0662854654407b"/>
  </p:sldMasterIdLst>
  <p:notesMasterIdLst>
    <p:notesMasterId xmlns:r="http://schemas.openxmlformats.org/officeDocument/2006/relationships" r:id="R488041b7e48942a2"/>
  </p:notesMasterIdLst>
  <p:sldIdLst>
    <p:sldId xmlns:r="http://schemas.openxmlformats.org/officeDocument/2006/relationships" id="256" r:id="Rbcfb5b9bf65541d9"/>
    <p:sldId xmlns:r="http://schemas.openxmlformats.org/officeDocument/2006/relationships" id="257" r:id="R7c824b2e44454a1d"/>
    <p:sldId xmlns:r="http://schemas.openxmlformats.org/officeDocument/2006/relationships" id="258" r:id="Rc8a88c8a7ba74610"/>
    <p:sldId xmlns:r="http://schemas.openxmlformats.org/officeDocument/2006/relationships" id="259" r:id="R0431ac95a8c44a21"/>
    <p:sldId xmlns:r="http://schemas.openxmlformats.org/officeDocument/2006/relationships" id="260" r:id="R5b342b6f0a354861"/>
    <p:sldId xmlns:r="http://schemas.openxmlformats.org/officeDocument/2006/relationships" id="261" r:id="R54adc77b24344302"/>
    <p:sldId xmlns:r="http://schemas.openxmlformats.org/officeDocument/2006/relationships" id="262" r:id="Rc4edc027df9b4c8b"/>
    <p:sldId xmlns:r="http://schemas.openxmlformats.org/officeDocument/2006/relationships" id="263" r:id="Re21febbf6a88498e"/>
    <p:sldId xmlns:r="http://schemas.openxmlformats.org/officeDocument/2006/relationships" id="264" r:id="Rc510407e75e247c6"/>
    <p:sldId xmlns:r="http://schemas.openxmlformats.org/officeDocument/2006/relationships" id="265" r:id="R3e3cddb7390d4926"/>
    <p:sldId xmlns:r="http://schemas.openxmlformats.org/officeDocument/2006/relationships" id="266" r:id="R6b336a70f9094330"/>
    <p:sldId xmlns:r="http://schemas.openxmlformats.org/officeDocument/2006/relationships" id="267" r:id="R77ba52b5135c4c2d"/>
    <p:sldId xmlns:r="http://schemas.openxmlformats.org/officeDocument/2006/relationships" id="268" r:id="Rbfe28967c04741ae"/>
    <p:sldId xmlns:r="http://schemas.openxmlformats.org/officeDocument/2006/relationships" id="269" r:id="Re8f0953dd9954b58"/>
    <p:sldId xmlns:r="http://schemas.openxmlformats.org/officeDocument/2006/relationships" id="270" r:id="Reafc52648518420d"/>
    <p:sldId xmlns:r="http://schemas.openxmlformats.org/officeDocument/2006/relationships" id="271" r:id="R7048e18672944d13"/>
    <p:sldId xmlns:r="http://schemas.openxmlformats.org/officeDocument/2006/relationships" id="272" r:id="Rdb570fa04b8b43fa"/>
    <p:sldId xmlns:r="http://schemas.openxmlformats.org/officeDocument/2006/relationships" id="273" r:id="R95a53b63d7c24b62"/>
    <p:sldId xmlns:r="http://schemas.openxmlformats.org/officeDocument/2006/relationships" id="274" r:id="R54187c33a1b94223"/>
    <p:sldId xmlns:r="http://schemas.openxmlformats.org/officeDocument/2006/relationships" id="275" r:id="R2bd79285637e43fc"/>
    <p:sldId xmlns:r="http://schemas.openxmlformats.org/officeDocument/2006/relationships" id="276" r:id="Rb9a742014a954c37"/>
    <p:sldId xmlns:r="http://schemas.openxmlformats.org/officeDocument/2006/relationships" id="277" r:id="R358b7ba420324028"/>
    <p:sldId xmlns:r="http://schemas.openxmlformats.org/officeDocument/2006/relationships" id="278" r:id="R595f0b73129346c1"/>
    <p:sldId xmlns:r="http://schemas.openxmlformats.org/officeDocument/2006/relationships" id="279" r:id="Rbcb79c7c46c44c21"/>
    <p:sldId xmlns:r="http://schemas.openxmlformats.org/officeDocument/2006/relationships" id="280" r:id="R40abd28485e64813"/>
    <p:sldId xmlns:r="http://schemas.openxmlformats.org/officeDocument/2006/relationships" id="281" r:id="R1fe4b0bb495440ff"/>
    <p:sldId xmlns:r="http://schemas.openxmlformats.org/officeDocument/2006/relationships" id="282" r:id="Rf82a866b46c74fec"/>
    <p:sldId xmlns:r="http://schemas.openxmlformats.org/officeDocument/2006/relationships" id="283" r:id="R7ef0df7f27f04797"/>
    <p:sldId xmlns:r="http://schemas.openxmlformats.org/officeDocument/2006/relationships" id="284" r:id="Re299056423834f32"/>
    <p:sldId xmlns:r="http://schemas.openxmlformats.org/officeDocument/2006/relationships" id="285" r:id="R8f2a23aa56c84fbb"/>
    <p:sldId xmlns:r="http://schemas.openxmlformats.org/officeDocument/2006/relationships" id="286" r:id="R363a1ae98fc64ef1"/>
    <p:sldId xmlns:r="http://schemas.openxmlformats.org/officeDocument/2006/relationships" id="287" r:id="Rb2fb846d272b47d8"/>
    <p:sldId xmlns:r="http://schemas.openxmlformats.org/officeDocument/2006/relationships" id="288" r:id="R9e0207bc6847460f"/>
    <p:sldId xmlns:r="http://schemas.openxmlformats.org/officeDocument/2006/relationships" id="289" r:id="R5f336d76598d4845"/>
    <p:sldId xmlns:r="http://schemas.openxmlformats.org/officeDocument/2006/relationships" id="290" r:id="Rd3d438ba79b3469f"/>
    <p:sldId xmlns:r="http://schemas.openxmlformats.org/officeDocument/2006/relationships" id="291" r:id="Re92d539484354d1b"/>
    <p:sldId xmlns:r="http://schemas.openxmlformats.org/officeDocument/2006/relationships" id="292" r:id="Rb3a597193f554094"/>
    <p:sldId xmlns:r="http://schemas.openxmlformats.org/officeDocument/2006/relationships" id="293" r:id="Ra9fd4dd86c7944f5"/>
    <p:sldId xmlns:r="http://schemas.openxmlformats.org/officeDocument/2006/relationships" id="294" r:id="R356a83cf7a7e4b1f"/>
    <p:sldId xmlns:r="http://schemas.openxmlformats.org/officeDocument/2006/relationships" id="295" r:id="R367577fa446a481b"/>
    <p:sldId xmlns:r="http://schemas.openxmlformats.org/officeDocument/2006/relationships" id="296" r:id="R4130498b29524cda"/>
    <p:sldId xmlns:r="http://schemas.openxmlformats.org/officeDocument/2006/relationships" id="297" r:id="Rca48b7fff183454d"/>
    <p:sldId xmlns:r="http://schemas.openxmlformats.org/officeDocument/2006/relationships" id="298" r:id="Rc12bd5f82eba45b6"/>
    <p:sldId xmlns:r="http://schemas.openxmlformats.org/officeDocument/2006/relationships" id="299" r:id="R7cea4195daf24d79"/>
    <p:sldId xmlns:r="http://schemas.openxmlformats.org/officeDocument/2006/relationships" id="300" r:id="Rf953a2a503ae44eb"/>
    <p:sldId xmlns:r="http://schemas.openxmlformats.org/officeDocument/2006/relationships" id="301" r:id="R1e2b38ab4e454c6a"/>
    <p:sldId xmlns:r="http://schemas.openxmlformats.org/officeDocument/2006/relationships" id="302" r:id="Re41bfd00e806482a"/>
    <p:sldId xmlns:r="http://schemas.openxmlformats.org/officeDocument/2006/relationships" id="303" r:id="Raf10f783f2ce4928"/>
    <p:sldId xmlns:r="http://schemas.openxmlformats.org/officeDocument/2006/relationships" id="304" r:id="Rbe31e637e88a422f"/>
    <p:sldId xmlns:r="http://schemas.openxmlformats.org/officeDocument/2006/relationships" id="305" r:id="R4fde200cb1be4f3b"/>
    <p:sldId xmlns:r="http://schemas.openxmlformats.org/officeDocument/2006/relationships" id="306" r:id="Rc3282549c777435b"/>
    <p:sldId xmlns:r="http://schemas.openxmlformats.org/officeDocument/2006/relationships" id="307" r:id="R5208cbeecb8f4801"/>
    <p:sldId xmlns:r="http://schemas.openxmlformats.org/officeDocument/2006/relationships" id="308" r:id="R5020fc23d18242a0"/>
    <p:sldId xmlns:r="http://schemas.openxmlformats.org/officeDocument/2006/relationships" id="309" r:id="Ra306a7cb31be4bd5"/>
    <p:sldId xmlns:r="http://schemas.openxmlformats.org/officeDocument/2006/relationships" id="310" r:id="R758ff84bdb764792"/>
    <p:sldId xmlns:r="http://schemas.openxmlformats.org/officeDocument/2006/relationships" id="311" r:id="Rdc22a1dde67d4869"/>
    <p:sldId xmlns:r="http://schemas.openxmlformats.org/officeDocument/2006/relationships" id="312" r:id="R31aaa038884e4e49"/>
    <p:sldId xmlns:r="http://schemas.openxmlformats.org/officeDocument/2006/relationships" id="313" r:id="Rcc786a8716044888"/>
    <p:sldId xmlns:r="http://schemas.openxmlformats.org/officeDocument/2006/relationships" id="314" r:id="Rcbbac14779f84f7a"/>
    <p:sldId xmlns:r="http://schemas.openxmlformats.org/officeDocument/2006/relationships" id="315" r:id="R666a02720c0042ce"/>
    <p:sldId xmlns:r="http://schemas.openxmlformats.org/officeDocument/2006/relationships" id="316" r:id="Rd5f47724925044a1"/>
    <p:sldId xmlns:r="http://schemas.openxmlformats.org/officeDocument/2006/relationships" id="317" r:id="Re7880a0da39a4844"/>
    <p:sldId xmlns:r="http://schemas.openxmlformats.org/officeDocument/2006/relationships" id="318" r:id="R64fa79717a8444f7"/>
    <p:sldId xmlns:r="http://schemas.openxmlformats.org/officeDocument/2006/relationships" id="319" r:id="Re7e7467db61f44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93af3c8f994917" /><Relationship Type="http://schemas.openxmlformats.org/officeDocument/2006/relationships/slideMaster" Target="/ppt/slideMasters/slideMaster1.xml" Id="Rba0662854654407b" /><Relationship Type="http://schemas.openxmlformats.org/officeDocument/2006/relationships/notesMaster" Target="/ppt/notesMasters/notesMaster1.xml" Id="R488041b7e48942a2" /><Relationship Type="http://schemas.openxmlformats.org/officeDocument/2006/relationships/presProps" Target="/ppt/presProps.xml" Id="R766d7b9cb2994ffd" /><Relationship Type="http://schemas.openxmlformats.org/officeDocument/2006/relationships/tableStyles" Target="/ppt/tableStyles.xml" Id="R19bc48915b724b38" /><Relationship Type="http://schemas.openxmlformats.org/officeDocument/2006/relationships/slide" Target="/ppt/slides/slide1.xml" Id="Rbcfb5b9bf65541d9" /><Relationship Type="http://schemas.openxmlformats.org/officeDocument/2006/relationships/slide" Target="/ppt/slides/slide2.xml" Id="R7c824b2e44454a1d" /><Relationship Type="http://schemas.openxmlformats.org/officeDocument/2006/relationships/slide" Target="/ppt/slides/slide3.xml" Id="Rc8a88c8a7ba74610" /><Relationship Type="http://schemas.openxmlformats.org/officeDocument/2006/relationships/slide" Target="/ppt/slides/slide4.xml" Id="R0431ac95a8c44a21" /><Relationship Type="http://schemas.openxmlformats.org/officeDocument/2006/relationships/slide" Target="/ppt/slides/slide5.xml" Id="R5b342b6f0a354861" /><Relationship Type="http://schemas.openxmlformats.org/officeDocument/2006/relationships/slide" Target="/ppt/slides/slide6.xml" Id="R54adc77b24344302" /><Relationship Type="http://schemas.openxmlformats.org/officeDocument/2006/relationships/slide" Target="/ppt/slides/slide7.xml" Id="Rc4edc027df9b4c8b" /><Relationship Type="http://schemas.openxmlformats.org/officeDocument/2006/relationships/slide" Target="/ppt/slides/slide8.xml" Id="Re21febbf6a88498e" /><Relationship Type="http://schemas.openxmlformats.org/officeDocument/2006/relationships/slide" Target="/ppt/slides/slide9.xml" Id="Rc510407e75e247c6" /><Relationship Type="http://schemas.openxmlformats.org/officeDocument/2006/relationships/slide" Target="/ppt/slides/slide10.xml" Id="R3e3cddb7390d4926" /><Relationship Type="http://schemas.openxmlformats.org/officeDocument/2006/relationships/slide" Target="/ppt/slides/slide11.xml" Id="R6b336a70f9094330" /><Relationship Type="http://schemas.openxmlformats.org/officeDocument/2006/relationships/slide" Target="/ppt/slides/slide12.xml" Id="R77ba52b5135c4c2d" /><Relationship Type="http://schemas.openxmlformats.org/officeDocument/2006/relationships/slide" Target="/ppt/slides/slide13.xml" Id="Rbfe28967c04741ae" /><Relationship Type="http://schemas.openxmlformats.org/officeDocument/2006/relationships/slide" Target="/ppt/slides/slide14.xml" Id="Re8f0953dd9954b58" /><Relationship Type="http://schemas.openxmlformats.org/officeDocument/2006/relationships/slide" Target="/ppt/slides/slide15.xml" Id="Reafc52648518420d" /><Relationship Type="http://schemas.openxmlformats.org/officeDocument/2006/relationships/slide" Target="/ppt/slides/slide16.xml" Id="R7048e18672944d13" /><Relationship Type="http://schemas.openxmlformats.org/officeDocument/2006/relationships/slide" Target="/ppt/slides/slide17.xml" Id="Rdb570fa04b8b43fa" /><Relationship Type="http://schemas.openxmlformats.org/officeDocument/2006/relationships/slide" Target="/ppt/slides/slide18.xml" Id="R95a53b63d7c24b62" /><Relationship Type="http://schemas.openxmlformats.org/officeDocument/2006/relationships/slide" Target="/ppt/slides/slide19.xml" Id="R54187c33a1b94223" /><Relationship Type="http://schemas.openxmlformats.org/officeDocument/2006/relationships/slide" Target="/ppt/slides/slide20.xml" Id="R2bd79285637e43fc" /><Relationship Type="http://schemas.openxmlformats.org/officeDocument/2006/relationships/slide" Target="/ppt/slides/slide21.xml" Id="Rb9a742014a954c37" /><Relationship Type="http://schemas.openxmlformats.org/officeDocument/2006/relationships/slide" Target="/ppt/slides/slide22.xml" Id="R358b7ba420324028" /><Relationship Type="http://schemas.openxmlformats.org/officeDocument/2006/relationships/slide" Target="/ppt/slides/slide23.xml" Id="R595f0b73129346c1" /><Relationship Type="http://schemas.openxmlformats.org/officeDocument/2006/relationships/slide" Target="/ppt/slides/slide24.xml" Id="Rbcb79c7c46c44c21" /><Relationship Type="http://schemas.openxmlformats.org/officeDocument/2006/relationships/slide" Target="/ppt/slides/slide25.xml" Id="R40abd28485e64813" /><Relationship Type="http://schemas.openxmlformats.org/officeDocument/2006/relationships/slide" Target="/ppt/slides/slide26.xml" Id="R1fe4b0bb495440ff" /><Relationship Type="http://schemas.openxmlformats.org/officeDocument/2006/relationships/slide" Target="/ppt/slides/slide27.xml" Id="Rf82a866b46c74fec" /><Relationship Type="http://schemas.openxmlformats.org/officeDocument/2006/relationships/slide" Target="/ppt/slides/slide28.xml" Id="R7ef0df7f27f04797" /><Relationship Type="http://schemas.openxmlformats.org/officeDocument/2006/relationships/slide" Target="/ppt/slides/slide29.xml" Id="Re299056423834f32" /><Relationship Type="http://schemas.openxmlformats.org/officeDocument/2006/relationships/slide" Target="/ppt/slides/slide30.xml" Id="R8f2a23aa56c84fbb" /><Relationship Type="http://schemas.openxmlformats.org/officeDocument/2006/relationships/slide" Target="/ppt/slides/slide31.xml" Id="R363a1ae98fc64ef1" /><Relationship Type="http://schemas.openxmlformats.org/officeDocument/2006/relationships/slide" Target="/ppt/slides/slide32.xml" Id="Rb2fb846d272b47d8" /><Relationship Type="http://schemas.openxmlformats.org/officeDocument/2006/relationships/slide" Target="/ppt/slides/slide33.xml" Id="R9e0207bc6847460f" /><Relationship Type="http://schemas.openxmlformats.org/officeDocument/2006/relationships/slide" Target="/ppt/slides/slide34.xml" Id="R5f336d76598d4845" /><Relationship Type="http://schemas.openxmlformats.org/officeDocument/2006/relationships/slide" Target="/ppt/slides/slide35.xml" Id="Rd3d438ba79b3469f" /><Relationship Type="http://schemas.openxmlformats.org/officeDocument/2006/relationships/slide" Target="/ppt/slides/slide36.xml" Id="Re92d539484354d1b" /><Relationship Type="http://schemas.openxmlformats.org/officeDocument/2006/relationships/slide" Target="/ppt/slides/slide37.xml" Id="Rb3a597193f554094" /><Relationship Type="http://schemas.openxmlformats.org/officeDocument/2006/relationships/slide" Target="/ppt/slides/slide38.xml" Id="Ra9fd4dd86c7944f5" /><Relationship Type="http://schemas.openxmlformats.org/officeDocument/2006/relationships/slide" Target="/ppt/slides/slide39.xml" Id="R356a83cf7a7e4b1f" /><Relationship Type="http://schemas.openxmlformats.org/officeDocument/2006/relationships/slide" Target="/ppt/slides/slide40.xml" Id="R367577fa446a481b" /><Relationship Type="http://schemas.openxmlformats.org/officeDocument/2006/relationships/slide" Target="/ppt/slides/slide41.xml" Id="R4130498b29524cda" /><Relationship Type="http://schemas.openxmlformats.org/officeDocument/2006/relationships/slide" Target="/ppt/slides/slide42.xml" Id="Rca48b7fff183454d" /><Relationship Type="http://schemas.openxmlformats.org/officeDocument/2006/relationships/slide" Target="/ppt/slides/slide43.xml" Id="Rc12bd5f82eba45b6" /><Relationship Type="http://schemas.openxmlformats.org/officeDocument/2006/relationships/slide" Target="/ppt/slides/slide44.xml" Id="R7cea4195daf24d79" /><Relationship Type="http://schemas.openxmlformats.org/officeDocument/2006/relationships/slide" Target="/ppt/slides/slide45.xml" Id="Rf953a2a503ae44eb" /><Relationship Type="http://schemas.openxmlformats.org/officeDocument/2006/relationships/slide" Target="/ppt/slides/slide46.xml" Id="R1e2b38ab4e454c6a" /><Relationship Type="http://schemas.openxmlformats.org/officeDocument/2006/relationships/slide" Target="/ppt/slides/slide47.xml" Id="Re41bfd00e806482a" /><Relationship Type="http://schemas.openxmlformats.org/officeDocument/2006/relationships/slide" Target="/ppt/slides/slide48.xml" Id="Raf10f783f2ce4928" /><Relationship Type="http://schemas.openxmlformats.org/officeDocument/2006/relationships/slide" Target="/ppt/slides/slide49.xml" Id="Rbe31e637e88a422f" /><Relationship Type="http://schemas.openxmlformats.org/officeDocument/2006/relationships/slide" Target="/ppt/slides/slide50.xml" Id="R4fde200cb1be4f3b" /><Relationship Type="http://schemas.openxmlformats.org/officeDocument/2006/relationships/slide" Target="/ppt/slides/slide51.xml" Id="Rc3282549c777435b" /><Relationship Type="http://schemas.openxmlformats.org/officeDocument/2006/relationships/slide" Target="/ppt/slides/slide52.xml" Id="R5208cbeecb8f4801" /><Relationship Type="http://schemas.openxmlformats.org/officeDocument/2006/relationships/slide" Target="/ppt/slides/slide53.xml" Id="R5020fc23d18242a0" /><Relationship Type="http://schemas.openxmlformats.org/officeDocument/2006/relationships/slide" Target="/ppt/slides/slide54.xml" Id="Ra306a7cb31be4bd5" /><Relationship Type="http://schemas.openxmlformats.org/officeDocument/2006/relationships/slide" Target="/ppt/slides/slide55.xml" Id="R758ff84bdb764792" /><Relationship Type="http://schemas.openxmlformats.org/officeDocument/2006/relationships/slide" Target="/ppt/slides/slide56.xml" Id="Rdc22a1dde67d4869" /><Relationship Type="http://schemas.openxmlformats.org/officeDocument/2006/relationships/slide" Target="/ppt/slides/slide57.xml" Id="R31aaa038884e4e49" /><Relationship Type="http://schemas.openxmlformats.org/officeDocument/2006/relationships/slide" Target="/ppt/slides/slide58.xml" Id="Rcc786a8716044888" /><Relationship Type="http://schemas.openxmlformats.org/officeDocument/2006/relationships/slide" Target="/ppt/slides/slide59.xml" Id="Rcbbac14779f84f7a" /><Relationship Type="http://schemas.openxmlformats.org/officeDocument/2006/relationships/slide" Target="/ppt/slides/slide60.xml" Id="R666a02720c0042ce" /><Relationship Type="http://schemas.openxmlformats.org/officeDocument/2006/relationships/slide" Target="/ppt/slides/slide61.xml" Id="Rd5f47724925044a1" /><Relationship Type="http://schemas.openxmlformats.org/officeDocument/2006/relationships/slide" Target="/ppt/slides/slide62.xml" Id="Re7880a0da39a4844" /><Relationship Type="http://schemas.openxmlformats.org/officeDocument/2006/relationships/slide" Target="/ppt/slides/slide63.xml" Id="R64fa79717a8444f7" /><Relationship Type="http://schemas.openxmlformats.org/officeDocument/2006/relationships/slide" Target="/ppt/slides/slide64.xml" Id="Re7e7467db61f44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699f2147274b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3146b38e864f95" /><Relationship Type="http://schemas.openxmlformats.org/officeDocument/2006/relationships/notesMaster" Target="/ppt/notesMasters/notesMaster1.xml" Id="R5f2016b1904944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827a4fabb04c80" /><Relationship Type="http://schemas.openxmlformats.org/officeDocument/2006/relationships/notesMaster" Target="/ppt/notesMasters/notesMaster1.xml" Id="R55ed372de2ac40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1d1069d210426b" /><Relationship Type="http://schemas.openxmlformats.org/officeDocument/2006/relationships/notesMaster" Target="/ppt/notesMasters/notesMaster1.xml" Id="R6636612c8df848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0fc889d5d1423d" /><Relationship Type="http://schemas.openxmlformats.org/officeDocument/2006/relationships/notesMaster" Target="/ppt/notesMasters/notesMaster1.xml" Id="R4dc34ae1e34748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406bd275b54b40" /><Relationship Type="http://schemas.openxmlformats.org/officeDocument/2006/relationships/notesMaster" Target="/ppt/notesMasters/notesMaster1.xml" Id="R85f84a89cf8f4f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a513aee2344694" /><Relationship Type="http://schemas.openxmlformats.org/officeDocument/2006/relationships/notesMaster" Target="/ppt/notesMasters/notesMaster1.xml" Id="R2c35ba784e9649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33d5b00f454154" /><Relationship Type="http://schemas.openxmlformats.org/officeDocument/2006/relationships/notesMaster" Target="/ppt/notesMasters/notesMaster1.xml" Id="R91cb3b267d914e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b65444daf1444b" /><Relationship Type="http://schemas.openxmlformats.org/officeDocument/2006/relationships/notesMaster" Target="/ppt/notesMasters/notesMaster1.xml" Id="Rdc9dd7c608b047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ed55136eca4b6f" /><Relationship Type="http://schemas.openxmlformats.org/officeDocument/2006/relationships/notesMaster" Target="/ppt/notesMasters/notesMaster1.xml" Id="R648f2640962c49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a6934023e6404d" /><Relationship Type="http://schemas.openxmlformats.org/officeDocument/2006/relationships/notesMaster" Target="/ppt/notesMasters/notesMaster1.xml" Id="R797011ed6c9b43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5469fd28454280" /><Relationship Type="http://schemas.openxmlformats.org/officeDocument/2006/relationships/notesMaster" Target="/ppt/notesMasters/notesMaster1.xml" Id="R95518f162a3446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13e5e2fba74f73" /><Relationship Type="http://schemas.openxmlformats.org/officeDocument/2006/relationships/notesMaster" Target="/ppt/notesMasters/notesMaster1.xml" Id="Rce0fd1df597b499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7a3ac205ba4e61" /><Relationship Type="http://schemas.openxmlformats.org/officeDocument/2006/relationships/notesMaster" Target="/ppt/notesMasters/notesMaster1.xml" Id="Ra2eece6f909246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19696658f74710" /><Relationship Type="http://schemas.openxmlformats.org/officeDocument/2006/relationships/notesMaster" Target="/ppt/notesMasters/notesMaster1.xml" Id="R3fe1510b752144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b4a610226f412f" /><Relationship Type="http://schemas.openxmlformats.org/officeDocument/2006/relationships/notesMaster" Target="/ppt/notesMasters/notesMaster1.xml" Id="Rcd38d55631574d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155fb460eb4d21" /><Relationship Type="http://schemas.openxmlformats.org/officeDocument/2006/relationships/notesMaster" Target="/ppt/notesMasters/notesMaster1.xml" Id="R476cb860dc8f49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d7e7dac5ac34332" /><Relationship Type="http://schemas.openxmlformats.org/officeDocument/2006/relationships/notesMaster" Target="/ppt/notesMasters/notesMaster1.xml" Id="R274b503f49164a8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5fae1a1c124d93" /><Relationship Type="http://schemas.openxmlformats.org/officeDocument/2006/relationships/notesMaster" Target="/ppt/notesMasters/notesMaster1.xml" Id="R7523c39d4e814bc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bf4c10e2b9d442a" /><Relationship Type="http://schemas.openxmlformats.org/officeDocument/2006/relationships/notesMaster" Target="/ppt/notesMasters/notesMaster1.xml" Id="Rfabdb5b03caf45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98fd8b78794dd9" /><Relationship Type="http://schemas.openxmlformats.org/officeDocument/2006/relationships/notesMaster" Target="/ppt/notesMasters/notesMaster1.xml" Id="R9427221dc7e64af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804bd752574735" /><Relationship Type="http://schemas.openxmlformats.org/officeDocument/2006/relationships/notesMaster" Target="/ppt/notesMasters/notesMaster1.xml" Id="Rfd1d82d42c5f47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44e43ebf5a54cc5" /><Relationship Type="http://schemas.openxmlformats.org/officeDocument/2006/relationships/notesMaster" Target="/ppt/notesMasters/notesMaster1.xml" Id="R6678d96ab3d14fd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14e88ca52ab4145" /><Relationship Type="http://schemas.openxmlformats.org/officeDocument/2006/relationships/notesMaster" Target="/ppt/notesMasters/notesMaster1.xml" Id="R7f1c1ab609b54dd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548939748504db4" /><Relationship Type="http://schemas.openxmlformats.org/officeDocument/2006/relationships/notesMaster" Target="/ppt/notesMasters/notesMaster1.xml" Id="R1216309a4946438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56d29c5a6294ae5" /><Relationship Type="http://schemas.openxmlformats.org/officeDocument/2006/relationships/notesMaster" Target="/ppt/notesMasters/notesMaster1.xml" Id="R28a5e5fad8aa48b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f81ec828a45454e" /><Relationship Type="http://schemas.openxmlformats.org/officeDocument/2006/relationships/notesMaster" Target="/ppt/notesMasters/notesMaster1.xml" Id="R3874c6ddc413487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e280c8512d24776" /><Relationship Type="http://schemas.openxmlformats.org/officeDocument/2006/relationships/notesMaster" Target="/ppt/notesMasters/notesMaster1.xml" Id="R41fddb7a9fbd464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a845fe715249bc" /><Relationship Type="http://schemas.openxmlformats.org/officeDocument/2006/relationships/notesMaster" Target="/ppt/notesMasters/notesMaster1.xml" Id="R5cdd84fc1722464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fa50de3d7194253" /><Relationship Type="http://schemas.openxmlformats.org/officeDocument/2006/relationships/notesMaster" Target="/ppt/notesMasters/notesMaster1.xml" Id="Rc1ef86dbf255487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bc44e60d4994b37" /><Relationship Type="http://schemas.openxmlformats.org/officeDocument/2006/relationships/notesMaster" Target="/ppt/notesMasters/notesMaster1.xml" Id="Rfc0d45ae54ab48a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f07f33acc4b480f" /><Relationship Type="http://schemas.openxmlformats.org/officeDocument/2006/relationships/notesMaster" Target="/ppt/notesMasters/notesMaster1.xml" Id="R5e4ecc6e27254b8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c07b858cfd24ef3" /><Relationship Type="http://schemas.openxmlformats.org/officeDocument/2006/relationships/notesMaster" Target="/ppt/notesMasters/notesMaster1.xml" Id="R67c3d40c567e453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951771084824351" /><Relationship Type="http://schemas.openxmlformats.org/officeDocument/2006/relationships/notesMaster" Target="/ppt/notesMasters/notesMaster1.xml" Id="R0841afc432a84da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ecb2f6e65504e28" /><Relationship Type="http://schemas.openxmlformats.org/officeDocument/2006/relationships/notesMaster" Target="/ppt/notesMasters/notesMaster1.xml" Id="R57265a81dc724fd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f2694b8922441ea" /><Relationship Type="http://schemas.openxmlformats.org/officeDocument/2006/relationships/notesMaster" Target="/ppt/notesMasters/notesMaster1.xml" Id="R3d296f4c51724e6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795b2b929b74cd6" /><Relationship Type="http://schemas.openxmlformats.org/officeDocument/2006/relationships/notesMaster" Target="/ppt/notesMasters/notesMaster1.xml" Id="R27493323244245f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b38a6cdfaf2471b" /><Relationship Type="http://schemas.openxmlformats.org/officeDocument/2006/relationships/notesMaster" Target="/ppt/notesMasters/notesMaster1.xml" Id="R9fbc714e55324b5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a1836f6c0784e1b" /><Relationship Type="http://schemas.openxmlformats.org/officeDocument/2006/relationships/notesMaster" Target="/ppt/notesMasters/notesMaster1.xml" Id="Re95865a7c9f241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6f785c060f04b44" /><Relationship Type="http://schemas.openxmlformats.org/officeDocument/2006/relationships/notesMaster" Target="/ppt/notesMasters/notesMaster1.xml" Id="R76fd95f4e963471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c4225a978024c32" /><Relationship Type="http://schemas.openxmlformats.org/officeDocument/2006/relationships/notesMaster" Target="/ppt/notesMasters/notesMaster1.xml" Id="Rbc5c9dc6dd804d8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9a09784d64541b6" /><Relationship Type="http://schemas.openxmlformats.org/officeDocument/2006/relationships/notesMaster" Target="/ppt/notesMasters/notesMaster1.xml" Id="Rd58637142fce4f9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c12b91fcf914028" /><Relationship Type="http://schemas.openxmlformats.org/officeDocument/2006/relationships/notesMaster" Target="/ppt/notesMasters/notesMaster1.xml" Id="R4156b7e2b486444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1541a9df6294283" /><Relationship Type="http://schemas.openxmlformats.org/officeDocument/2006/relationships/notesMaster" Target="/ppt/notesMasters/notesMaster1.xml" Id="R8b8b73fdf58646f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06e169fcfb1434f" /><Relationship Type="http://schemas.openxmlformats.org/officeDocument/2006/relationships/notesMaster" Target="/ppt/notesMasters/notesMaster1.xml" Id="R3706a4a0ebd34cb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51e980787ca4672" /><Relationship Type="http://schemas.openxmlformats.org/officeDocument/2006/relationships/notesMaster" Target="/ppt/notesMasters/notesMaster1.xml" Id="Rdd86167e20bd437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55662e84bc94a69" /><Relationship Type="http://schemas.openxmlformats.org/officeDocument/2006/relationships/notesMaster" Target="/ppt/notesMasters/notesMaster1.xml" Id="Rd286cf82c3824d4b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505b6568f5a4b07" /><Relationship Type="http://schemas.openxmlformats.org/officeDocument/2006/relationships/notesMaster" Target="/ppt/notesMasters/notesMaster1.xml" Id="Rb6047b9570944ae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a1b270864294fad" /><Relationship Type="http://schemas.openxmlformats.org/officeDocument/2006/relationships/notesMaster" Target="/ppt/notesMasters/notesMaster1.xml" Id="R69074b688320456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20374e4083f43f3" /><Relationship Type="http://schemas.openxmlformats.org/officeDocument/2006/relationships/notesMaster" Target="/ppt/notesMasters/notesMaster1.xml" Id="R190460b75f35412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1bf5bdf9e514d8f" /><Relationship Type="http://schemas.openxmlformats.org/officeDocument/2006/relationships/notesMaster" Target="/ppt/notesMasters/notesMaster1.xml" Id="Rf96bf83bccd04f1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c96850d66c93491c" /><Relationship Type="http://schemas.openxmlformats.org/officeDocument/2006/relationships/notesMaster" Target="/ppt/notesMasters/notesMaster1.xml" Id="R7c7dab1634c6489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75856447d2345f5" /><Relationship Type="http://schemas.openxmlformats.org/officeDocument/2006/relationships/notesMaster" Target="/ppt/notesMasters/notesMaster1.xml" Id="R2701fd7e258b4ca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2804db907914b53" /><Relationship Type="http://schemas.openxmlformats.org/officeDocument/2006/relationships/notesMaster" Target="/ppt/notesMasters/notesMaster1.xml" Id="R23980d3904ff4cf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f2379a74b454f7d" /><Relationship Type="http://schemas.openxmlformats.org/officeDocument/2006/relationships/notesMaster" Target="/ppt/notesMasters/notesMaster1.xml" Id="R4063d670425b4fd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60750781728495c" /><Relationship Type="http://schemas.openxmlformats.org/officeDocument/2006/relationships/notesMaster" Target="/ppt/notesMasters/notesMaster1.xml" Id="Rb54e811c61424cae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46a7a1c204d48fd" /><Relationship Type="http://schemas.openxmlformats.org/officeDocument/2006/relationships/notesMaster" Target="/ppt/notesMasters/notesMaster1.xml" Id="Rd6e46e2fabf8424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1d06cc23fe14a43" /><Relationship Type="http://schemas.openxmlformats.org/officeDocument/2006/relationships/notesMaster" Target="/ppt/notesMasters/notesMaster1.xml" Id="R5df3e88546b7424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339d13d683244a9" /><Relationship Type="http://schemas.openxmlformats.org/officeDocument/2006/relationships/notesMaster" Target="/ppt/notesMasters/notesMaster1.xml" Id="Rfc1951bf2dc14df8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5ad8f1f24a5a487c" /><Relationship Type="http://schemas.openxmlformats.org/officeDocument/2006/relationships/notesMaster" Target="/ppt/notesMasters/notesMaster1.xml" Id="Re28159af4cc94cbe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db5795c6879741dd" /><Relationship Type="http://schemas.openxmlformats.org/officeDocument/2006/relationships/notesMaster" Target="/ppt/notesMasters/notesMaster1.xml" Id="Rf4c052c6aaca4aa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1a799a79872d4ed7" /><Relationship Type="http://schemas.openxmlformats.org/officeDocument/2006/relationships/notesMaster" Target="/ppt/notesMasters/notesMaster1.xml" Id="R515486b7db8f4b63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02ec20f9d15467d" /><Relationship Type="http://schemas.openxmlformats.org/officeDocument/2006/relationships/notesMaster" Target="/ppt/notesMasters/notesMaster1.xml" Id="R3ad4f78fd6ad41a5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c76524dfd8fd4556" /><Relationship Type="http://schemas.openxmlformats.org/officeDocument/2006/relationships/notesMaster" Target="/ppt/notesMasters/notesMaster1.xml" Id="Racf1d41125424ae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2c5e29c027164136" /><Relationship Type="http://schemas.openxmlformats.org/officeDocument/2006/relationships/notesMaster" Target="/ppt/notesMasters/notesMaster1.xml" Id="R49b26db03b044e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Tabela: mesma taxonomia analítica do painel e do workbook; quatro tipos + FIC-FIDC reconciliam com o volume emitido.</a:t>
            </a:r>
          </a:p>
          <a:p xmlns:a="http://schemas.openxmlformats.org/drawingml/2006/main">
            <a:r>
              <a:t>- FIDCs 2023: valor encerrado ANBIMA (Boletim de Mercado de Capitais, snapshot mai/26, aba 02-02-Vlr); composição não observada escalada pela composição CVM.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12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raiz e nome fotografados, identidade oficial, PL, subordinação, emissão, tipo, família de referência, documento, página e lacunas por CNPJ.</a:t>
            </a:r>
          </a:p>
          <a:p xmlns:a="http://schemas.openxmlformats.org/drawingml/2006/main">
            <a:r>
              <a:t>- 1 veículo fora da base mensal FIDC foi mantido com status explícito; métricas FIDC não foram imputadas.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68ae66e094a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98f903bd6a4af1" /><Relationship Type="http://schemas.openxmlformats.org/officeDocument/2006/relationships/slideLayout" Target="/ppt/slideLayouts/slideLayout1.xml" Id="Rd3c0501c9ed748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c0501c9ed748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1f5b510de4714" /><Relationship Type="http://schemas.openxmlformats.org/officeDocument/2006/relationships/notesSlide" Target="/ppt/notesSlides/notesSlide1.xml" Id="R223144d3e74e48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c22420cbf4b39" /><Relationship Type="http://schemas.openxmlformats.org/officeDocument/2006/relationships/notesSlide" Target="/ppt/notesSlides/notesSlide2.xml" Id="Rf2be909448d047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4e37be2ea4f8c" /><Relationship Type="http://schemas.openxmlformats.org/officeDocument/2006/relationships/chart" Target="/ppt/slides/charts/chart1.xml" Id="Re70d704bf83e4f85" /><Relationship Type="http://schemas.openxmlformats.org/officeDocument/2006/relationships/chart" Target="/ppt/slides/charts/chart2.xml" Id="R6971aa07d2974e97" /><Relationship Type="http://schemas.openxmlformats.org/officeDocument/2006/relationships/chart" Target="/ppt/slides/charts/chart3.xml" Id="R0e5643000a054e1f" /><Relationship Type="http://schemas.openxmlformats.org/officeDocument/2006/relationships/notesSlide" Target="/ppt/notesSlides/notesSlide3.xml" Id="R5b0f09b9077847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09b077f3a4f96" /><Relationship Type="http://schemas.openxmlformats.org/officeDocument/2006/relationships/chart" Target="/ppt/slides/charts/chart4.xml" Id="R977d8e7bd0624ce7" /><Relationship Type="http://schemas.openxmlformats.org/officeDocument/2006/relationships/notesSlide" Target="/ppt/notesSlides/notesSlide4.xml" Id="Ra5d95936e4204a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003ac4bc2422a" /><Relationship Type="http://schemas.openxmlformats.org/officeDocument/2006/relationships/chart" Target="/ppt/slides/charts/chart5.xml" Id="R5a2723c21e334f84" /><Relationship Type="http://schemas.openxmlformats.org/officeDocument/2006/relationships/notesSlide" Target="/ppt/notesSlides/notesSlide5.xml" Id="Rdcc2f93df92146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ce85b7d844061" /><Relationship Type="http://schemas.openxmlformats.org/officeDocument/2006/relationships/chart" Target="/ppt/slides/charts/chart6.xml" Id="Rbe0223537187485c" /><Relationship Type="http://schemas.openxmlformats.org/officeDocument/2006/relationships/chart" Target="/ppt/slides/charts/chart7.xml" Id="R53f74d11810c4249" /><Relationship Type="http://schemas.openxmlformats.org/officeDocument/2006/relationships/chart" Target="/ppt/slides/charts/chart8.xml" Id="R29498a593bc54791" /><Relationship Type="http://schemas.openxmlformats.org/officeDocument/2006/relationships/notesSlide" Target="/ppt/notesSlides/notesSlide6.xml" Id="R7868b2f8416247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68dc8c12374cd2" /><Relationship Type="http://schemas.openxmlformats.org/officeDocument/2006/relationships/chart" Target="/ppt/slides/charts/chart9.xml" Id="R3114b948352848f5" /><Relationship Type="http://schemas.openxmlformats.org/officeDocument/2006/relationships/chart" Target="/ppt/slides/charts/chart10.xml" Id="R7064d4bd3b5647a8" /><Relationship Type="http://schemas.openxmlformats.org/officeDocument/2006/relationships/chart" Target="/ppt/slides/charts/chart11.xml" Id="R42439b2033434482" /><Relationship Type="http://schemas.openxmlformats.org/officeDocument/2006/relationships/chart" Target="/ppt/slides/charts/chart12.xml" Id="R88a852991ef44022" /><Relationship Type="http://schemas.openxmlformats.org/officeDocument/2006/relationships/chart" Target="/ppt/slides/charts/chart13.xml" Id="R125109fe4f3c4b03" /><Relationship Type="http://schemas.openxmlformats.org/officeDocument/2006/relationships/notesSlide" Target="/ppt/notesSlides/notesSlide7.xml" Id="Rb4f6a39a31774b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db97773ad4428" /><Relationship Type="http://schemas.openxmlformats.org/officeDocument/2006/relationships/chart" Target="/ppt/slides/charts/chart14.xml" Id="R2e9f21058d674ebb" /><Relationship Type="http://schemas.openxmlformats.org/officeDocument/2006/relationships/chart" Target="/ppt/slides/charts/chart15.xml" Id="Ra56e37520e2d40d3" /><Relationship Type="http://schemas.openxmlformats.org/officeDocument/2006/relationships/chart" Target="/ppt/slides/charts/chart16.xml" Id="Rf7e377b79554411c" /><Relationship Type="http://schemas.openxmlformats.org/officeDocument/2006/relationships/notesSlide" Target="/ppt/notesSlides/notesSlide8.xml" Id="R498a5f2ac15a40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13025d60d4af3" /><Relationship Type="http://schemas.openxmlformats.org/officeDocument/2006/relationships/chart" Target="/ppt/slides/charts/chart17.xml" Id="Rf06613a964c943fb" /><Relationship Type="http://schemas.openxmlformats.org/officeDocument/2006/relationships/chart" Target="/ppt/slides/charts/chart18.xml" Id="R45f386a6823d4b09" /><Relationship Type="http://schemas.openxmlformats.org/officeDocument/2006/relationships/chart" Target="/ppt/slides/charts/chart19.xml" Id="Rfcb6846bcb7e467f" /><Relationship Type="http://schemas.openxmlformats.org/officeDocument/2006/relationships/notesSlide" Target="/ppt/notesSlides/notesSlide9.xml" Id="R56e517560be449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4ac49b9fe4ee9" /><Relationship Type="http://schemas.openxmlformats.org/officeDocument/2006/relationships/chart" Target="/ppt/slides/charts/chart20.xml" Id="R3f0694419e484155" /><Relationship Type="http://schemas.openxmlformats.org/officeDocument/2006/relationships/chart" Target="/ppt/slides/charts/chart21.xml" Id="R65932ae32b394d54" /><Relationship Type="http://schemas.openxmlformats.org/officeDocument/2006/relationships/chart" Target="/ppt/slides/charts/chart22.xml" Id="Ree02ddd4c5564d2f" /><Relationship Type="http://schemas.openxmlformats.org/officeDocument/2006/relationships/notesSlide" Target="/ppt/notesSlides/notesSlide10.xml" Id="R77143ad6288746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8bb92b9ea42b0" /><Relationship Type="http://schemas.openxmlformats.org/officeDocument/2006/relationships/chart" Target="/ppt/slides/charts/chart23.xml" Id="R006bc8c9ec9b4bfb" /><Relationship Type="http://schemas.openxmlformats.org/officeDocument/2006/relationships/chart" Target="/ppt/slides/charts/chart24.xml" Id="Re24d5d2fe8bd4da4" /><Relationship Type="http://schemas.openxmlformats.org/officeDocument/2006/relationships/chart" Target="/ppt/slides/charts/chart25.xml" Id="R07afc659a1974cb2" /><Relationship Type="http://schemas.openxmlformats.org/officeDocument/2006/relationships/notesSlide" Target="/ppt/notesSlides/notesSlide11.xml" Id="R15528d9583d643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ab6b64b7c4d32" /><Relationship Type="http://schemas.openxmlformats.org/officeDocument/2006/relationships/chart" Target="/ppt/slides/charts/chart26.xml" Id="R726033a36f5648b0" /><Relationship Type="http://schemas.openxmlformats.org/officeDocument/2006/relationships/notesSlide" Target="/ppt/notesSlides/notesSlide12.xml" Id="R7d1ab92fd3b940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cb0a0ff60485d" /><Relationship Type="http://schemas.openxmlformats.org/officeDocument/2006/relationships/chart" Target="/ppt/slides/charts/chart27.xml" Id="Rdf67a03e32074211" /><Relationship Type="http://schemas.openxmlformats.org/officeDocument/2006/relationships/chart" Target="/ppt/slides/charts/chart28.xml" Id="R212360737bf94867" /><Relationship Type="http://schemas.openxmlformats.org/officeDocument/2006/relationships/notesSlide" Target="/ppt/notesSlides/notesSlide13.xml" Id="Rcceea48007504e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138bfa4974a79" /><Relationship Type="http://schemas.openxmlformats.org/officeDocument/2006/relationships/chart" Target="/ppt/slides/charts/chart29.xml" Id="R60783d1399114995" /><Relationship Type="http://schemas.openxmlformats.org/officeDocument/2006/relationships/chart" Target="/ppt/slides/charts/chart30.xml" Id="R9be443a7ac114726" /><Relationship Type="http://schemas.openxmlformats.org/officeDocument/2006/relationships/notesSlide" Target="/ppt/notesSlides/notesSlide14.xml" Id="Re8f1f35e48db49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58852999f45a7" /><Relationship Type="http://schemas.openxmlformats.org/officeDocument/2006/relationships/chart" Target="/ppt/slides/charts/chart31.xml" Id="R246a605467804c7b" /><Relationship Type="http://schemas.openxmlformats.org/officeDocument/2006/relationships/chart" Target="/ppt/slides/charts/chart32.xml" Id="Re43b2385445748af" /><Relationship Type="http://schemas.openxmlformats.org/officeDocument/2006/relationships/notesSlide" Target="/ppt/notesSlides/notesSlide15.xml" Id="R821bb03bed68405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d69bd30074dae" /><Relationship Type="http://schemas.openxmlformats.org/officeDocument/2006/relationships/notesSlide" Target="/ppt/notesSlides/notesSlide16.xml" Id="R85afe9554abd47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1eba223f148c8" /><Relationship Type="http://schemas.openxmlformats.org/officeDocument/2006/relationships/notesSlide" Target="/ppt/notesSlides/notesSlide17.xml" Id="Rc39c88bfd17145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015202ea34f92" /><Relationship Type="http://schemas.openxmlformats.org/officeDocument/2006/relationships/chart" Target="/ppt/slides/charts/chart33.xml" Id="R1a43140ecbcf4aaf" /><Relationship Type="http://schemas.openxmlformats.org/officeDocument/2006/relationships/chart" Target="/ppt/slides/charts/chart34.xml" Id="R7a085e155186461f" /><Relationship Type="http://schemas.openxmlformats.org/officeDocument/2006/relationships/chart" Target="/ppt/slides/charts/chart35.xml" Id="Ra5c2299790034c68" /><Relationship Type="http://schemas.openxmlformats.org/officeDocument/2006/relationships/notesSlide" Target="/ppt/notesSlides/notesSlide18.xml" Id="R517422aad438421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e7122c3cf4795" /><Relationship Type="http://schemas.openxmlformats.org/officeDocument/2006/relationships/notesSlide" Target="/ppt/notesSlides/notesSlide19.xml" Id="R7438c7a2034d40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bb063b7484f53" /><Relationship Type="http://schemas.openxmlformats.org/officeDocument/2006/relationships/notesSlide" Target="/ppt/notesSlides/notesSlide20.xml" Id="Ra99a48275dd74c5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a594ad47f4ba1" /><Relationship Type="http://schemas.openxmlformats.org/officeDocument/2006/relationships/notesSlide" Target="/ppt/notesSlides/notesSlide21.xml" Id="Rba6b0bbe69ad48c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5c9ef8e3d4e4a" /><Relationship Type="http://schemas.openxmlformats.org/officeDocument/2006/relationships/notesSlide" Target="/ppt/notesSlides/notesSlide22.xml" Id="Raa7bdf7f2974460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d6e5a2567435c" /><Relationship Type="http://schemas.openxmlformats.org/officeDocument/2006/relationships/notesSlide" Target="/ppt/notesSlides/notesSlide23.xml" Id="Rad7defd70aac49b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154f7935e4327" /><Relationship Type="http://schemas.openxmlformats.org/officeDocument/2006/relationships/notesSlide" Target="/ppt/notesSlides/notesSlide24.xml" Id="R76b2ac500b08411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d338fc2a641c5" /><Relationship Type="http://schemas.openxmlformats.org/officeDocument/2006/relationships/notesSlide" Target="/ppt/notesSlides/notesSlide25.xml" Id="R287eec80932e4bf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a1795716945a9" /><Relationship Type="http://schemas.openxmlformats.org/officeDocument/2006/relationships/chart" Target="/ppt/slides/charts/chart36.xml" Id="R171f308b83e14f0c" /><Relationship Type="http://schemas.openxmlformats.org/officeDocument/2006/relationships/chart" Target="/ppt/slides/charts/chart37.xml" Id="R739b2cd678b44393" /><Relationship Type="http://schemas.openxmlformats.org/officeDocument/2006/relationships/chart" Target="/ppt/slides/charts/chart38.xml" Id="R6ff42bc82b814ff9" /><Relationship Type="http://schemas.openxmlformats.org/officeDocument/2006/relationships/notesSlide" Target="/ppt/notesSlides/notesSlide26.xml" Id="Rf70247a4df3242e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4b411a4c4f45b5" /><Relationship Type="http://schemas.openxmlformats.org/officeDocument/2006/relationships/chart" Target="/ppt/slides/charts/chart39.xml" Id="R33546ef3e4ac4c80" /><Relationship Type="http://schemas.openxmlformats.org/officeDocument/2006/relationships/notesSlide" Target="/ppt/notesSlides/notesSlide27.xml" Id="Re6c0db5a4d09428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e28d0cd704369" /><Relationship Type="http://schemas.openxmlformats.org/officeDocument/2006/relationships/notesSlide" Target="/ppt/notesSlides/notesSlide28.xml" Id="R9c7514c2c6794b7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6d3eb535f41bb" /><Relationship Type="http://schemas.openxmlformats.org/officeDocument/2006/relationships/chart" Target="/ppt/slides/charts/chart40.xml" Id="R503b6393f1424973" /><Relationship Type="http://schemas.openxmlformats.org/officeDocument/2006/relationships/chart" Target="/ppt/slides/charts/chart41.xml" Id="R14704c674cb24199" /><Relationship Type="http://schemas.openxmlformats.org/officeDocument/2006/relationships/chart" Target="/ppt/slides/charts/chart42.xml" Id="R2402275391294ea5" /><Relationship Type="http://schemas.openxmlformats.org/officeDocument/2006/relationships/notesSlide" Target="/ppt/notesSlides/notesSlide29.xml" Id="R79d0469f01dc46e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1e002b32b45b0" /><Relationship Type="http://schemas.openxmlformats.org/officeDocument/2006/relationships/chart" Target="/ppt/slides/charts/chart43.xml" Id="Rae83f2b298a54dcb" /><Relationship Type="http://schemas.openxmlformats.org/officeDocument/2006/relationships/chart" Target="/ppt/slides/charts/chart44.xml" Id="Rf5d6a79570e0488e" /><Relationship Type="http://schemas.openxmlformats.org/officeDocument/2006/relationships/chart" Target="/ppt/slides/charts/chart45.xml" Id="Rc4931263c5364394" /><Relationship Type="http://schemas.openxmlformats.org/officeDocument/2006/relationships/chart" Target="/ppt/slides/charts/chart46.xml" Id="R9f4d54e609154876" /><Relationship Type="http://schemas.openxmlformats.org/officeDocument/2006/relationships/notesSlide" Target="/ppt/notesSlides/notesSlide30.xml" Id="R959f26805c5f4ce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3e88017364f84" /><Relationship Type="http://schemas.openxmlformats.org/officeDocument/2006/relationships/chart" Target="/ppt/slides/charts/chart47.xml" Id="Rd727a8d97ced4706" /><Relationship Type="http://schemas.openxmlformats.org/officeDocument/2006/relationships/chart" Target="/ppt/slides/charts/chart48.xml" Id="Rbcba640813ca4ff4" /><Relationship Type="http://schemas.openxmlformats.org/officeDocument/2006/relationships/chart" Target="/ppt/slides/charts/chart49.xml" Id="R52da18645be34180" /><Relationship Type="http://schemas.openxmlformats.org/officeDocument/2006/relationships/chart" Target="/ppt/slides/charts/chart50.xml" Id="R4796372cf1ab47e2" /><Relationship Type="http://schemas.openxmlformats.org/officeDocument/2006/relationships/chart" Target="/ppt/slides/charts/chart51.xml" Id="R06eaec56eb19460f" /><Relationship Type="http://schemas.openxmlformats.org/officeDocument/2006/relationships/notesSlide" Target="/ppt/notesSlides/notesSlide31.xml" Id="R28777ff6d0ad402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d15be0581485f" /><Relationship Type="http://schemas.openxmlformats.org/officeDocument/2006/relationships/notesSlide" Target="/ppt/notesSlides/notesSlide32.xml" Id="R55354339ecfe41b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cb1df402942a2" /><Relationship Type="http://schemas.openxmlformats.org/officeDocument/2006/relationships/notesSlide" Target="/ppt/notesSlides/notesSlide33.xml" Id="Rd406d4aaee5442f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4853ce6f94004" /><Relationship Type="http://schemas.openxmlformats.org/officeDocument/2006/relationships/notesSlide" Target="/ppt/notesSlides/notesSlide34.xml" Id="R7fbef6bac06e483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776781f44490c" /><Relationship Type="http://schemas.openxmlformats.org/officeDocument/2006/relationships/notesSlide" Target="/ppt/notesSlides/notesSlide35.xml" Id="R4defdd2844754aa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76c6a4caa402b" /><Relationship Type="http://schemas.openxmlformats.org/officeDocument/2006/relationships/notesSlide" Target="/ppt/notesSlides/notesSlide36.xml" Id="Ra071e5ef8e6e463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4765f722e4223" /><Relationship Type="http://schemas.openxmlformats.org/officeDocument/2006/relationships/notesSlide" Target="/ppt/notesSlides/notesSlide37.xml" Id="Rb1d0055601914ac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9fe88da3c4887" /><Relationship Type="http://schemas.openxmlformats.org/officeDocument/2006/relationships/notesSlide" Target="/ppt/notesSlides/notesSlide38.xml" Id="R0f890d6eee5347f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1f6bfb8bd4c56" /><Relationship Type="http://schemas.openxmlformats.org/officeDocument/2006/relationships/notesSlide" Target="/ppt/notesSlides/notesSlide39.xml" Id="R115ee0dc8316463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7a629f39f4fca" /><Relationship Type="http://schemas.openxmlformats.org/officeDocument/2006/relationships/notesSlide" Target="/ppt/notesSlides/notesSlide40.xml" Id="Ra7c40f4ff3c7411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25b160217745f1" /><Relationship Type="http://schemas.openxmlformats.org/officeDocument/2006/relationships/notesSlide" Target="/ppt/notesSlides/notesSlide41.xml" Id="Rbdd17832af30466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963e7f7d345ca" /><Relationship Type="http://schemas.openxmlformats.org/officeDocument/2006/relationships/notesSlide" Target="/ppt/notesSlides/notesSlide42.xml" Id="Rd7e277153d074d01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34c0eeb7f4764" /><Relationship Type="http://schemas.openxmlformats.org/officeDocument/2006/relationships/notesSlide" Target="/ppt/notesSlides/notesSlide43.xml" Id="R3004612620b74c7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7e79e08b94f3f" /><Relationship Type="http://schemas.openxmlformats.org/officeDocument/2006/relationships/notesSlide" Target="/ppt/notesSlides/notesSlide44.xml" Id="Rde4532312aef440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54ad4d21a4ec4" /><Relationship Type="http://schemas.openxmlformats.org/officeDocument/2006/relationships/notesSlide" Target="/ppt/notesSlides/notesSlide45.xml" Id="R1155b7b6608740a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0f82de0da401e" /><Relationship Type="http://schemas.openxmlformats.org/officeDocument/2006/relationships/notesSlide" Target="/ppt/notesSlides/notesSlide46.xml" Id="R2adb609d3b2b437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6c54320d6473b" /><Relationship Type="http://schemas.openxmlformats.org/officeDocument/2006/relationships/notesSlide" Target="/ppt/notesSlides/notesSlide47.xml" Id="R60c78113927e40f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22afde8704430" /><Relationship Type="http://schemas.openxmlformats.org/officeDocument/2006/relationships/notesSlide" Target="/ppt/notesSlides/notesSlide48.xml" Id="R06e7c3308def42d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d411d9308439e" /><Relationship Type="http://schemas.openxmlformats.org/officeDocument/2006/relationships/notesSlide" Target="/ppt/notesSlides/notesSlide49.xml" Id="Rf2cba45e75a54bb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2e30d874d46cf" /><Relationship Type="http://schemas.openxmlformats.org/officeDocument/2006/relationships/notesSlide" Target="/ppt/notesSlides/notesSlide50.xml" Id="Rfaa305a76226498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74d8971cf45cd" /><Relationship Type="http://schemas.openxmlformats.org/officeDocument/2006/relationships/notesSlide" Target="/ppt/notesSlides/notesSlide51.xml" Id="Ra4fb3e7bf3b7448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6b3b2805541b3" /><Relationship Type="http://schemas.openxmlformats.org/officeDocument/2006/relationships/notesSlide" Target="/ppt/notesSlides/notesSlide52.xml" Id="R44091163be5148b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316f8d7294e51" /><Relationship Type="http://schemas.openxmlformats.org/officeDocument/2006/relationships/notesSlide" Target="/ppt/notesSlides/notesSlide53.xml" Id="Rf6a2f892feba416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476f6e8a54e8c" /><Relationship Type="http://schemas.openxmlformats.org/officeDocument/2006/relationships/notesSlide" Target="/ppt/notesSlides/notesSlide54.xml" Id="R99f02660d209461d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364bd7a9d4895" /><Relationship Type="http://schemas.openxmlformats.org/officeDocument/2006/relationships/chart" Target="/ppt/slides/charts/chart52.xml" Id="Rac6f05b528194584" /><Relationship Type="http://schemas.openxmlformats.org/officeDocument/2006/relationships/chart" Target="/ppt/slides/charts/chart53.xml" Id="Rbab68368633745b8" /><Relationship Type="http://schemas.openxmlformats.org/officeDocument/2006/relationships/chart" Target="/ppt/slides/charts/chart54.xml" Id="Rc99ee5e77840482f" /><Relationship Type="http://schemas.openxmlformats.org/officeDocument/2006/relationships/chart" Target="/ppt/slides/charts/chart55.xml" Id="Ra33670828e7a430e" /><Relationship Type="http://schemas.openxmlformats.org/officeDocument/2006/relationships/chart" Target="/ppt/slides/charts/chart56.xml" Id="Ra79bc18089694066" /><Relationship Type="http://schemas.openxmlformats.org/officeDocument/2006/relationships/chart" Target="/ppt/slides/charts/chart57.xml" Id="R5d680957f0dd4582" /><Relationship Type="http://schemas.openxmlformats.org/officeDocument/2006/relationships/chart" Target="/ppt/slides/charts/chart58.xml" Id="R27f8b69779c547a0" /><Relationship Type="http://schemas.openxmlformats.org/officeDocument/2006/relationships/notesSlide" Target="/ppt/notesSlides/notesSlide55.xml" Id="R80d40239f09b42d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422c9532c469c" /><Relationship Type="http://schemas.openxmlformats.org/officeDocument/2006/relationships/chart" Target="/ppt/slides/charts/chart59.xml" Id="R79cd99a3b7b642ad" /><Relationship Type="http://schemas.openxmlformats.org/officeDocument/2006/relationships/notesSlide" Target="/ppt/notesSlides/notesSlide56.xml" Id="R50a2b8ddb87241a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7cf504c254af1" /><Relationship Type="http://schemas.openxmlformats.org/officeDocument/2006/relationships/chart" Target="/ppt/slides/charts/chart60.xml" Id="Rb4c6b9379b1244e0" /><Relationship Type="http://schemas.openxmlformats.org/officeDocument/2006/relationships/chart" Target="/ppt/slides/charts/chart61.xml" Id="Rf54c8b5ad8fe448b" /><Relationship Type="http://schemas.openxmlformats.org/officeDocument/2006/relationships/notesSlide" Target="/ppt/notesSlides/notesSlide57.xml" Id="R7ce7491b3e2c48e8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7a296c47764053" /><Relationship Type="http://schemas.openxmlformats.org/officeDocument/2006/relationships/chart" Target="/ppt/slides/charts/chart62.xml" Id="Rc98b78e5048e4805" /><Relationship Type="http://schemas.openxmlformats.org/officeDocument/2006/relationships/notesSlide" Target="/ppt/notesSlides/notesSlide58.xml" Id="Rdb2ad3d6388d4921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7369bf2534a7a" /><Relationship Type="http://schemas.openxmlformats.org/officeDocument/2006/relationships/chart" Target="/ppt/slides/charts/chart63.xml" Id="R71ffc518d3cc46a3" /><Relationship Type="http://schemas.openxmlformats.org/officeDocument/2006/relationships/notesSlide" Target="/ppt/notesSlides/notesSlide59.xml" Id="Ra2aa9702286548a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55dd66a3441bb" /><Relationship Type="http://schemas.openxmlformats.org/officeDocument/2006/relationships/chart" Target="/ppt/slides/charts/chart64.xml" Id="R79cb79ab3389478d" /><Relationship Type="http://schemas.openxmlformats.org/officeDocument/2006/relationships/notesSlide" Target="/ppt/notesSlides/notesSlide60.xml" Id="R15a204230e96419b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5bf287aa84fa0" /><Relationship Type="http://schemas.openxmlformats.org/officeDocument/2006/relationships/chart" Target="/ppt/slides/charts/chart65.xml" Id="Rc541296f25bd4e2a" /><Relationship Type="http://schemas.openxmlformats.org/officeDocument/2006/relationships/notesSlide" Target="/ppt/notesSlides/notesSlide61.xml" Id="R76618b50df7542f0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11c8e3dde4e74" /><Relationship Type="http://schemas.openxmlformats.org/officeDocument/2006/relationships/chart" Target="/ppt/slides/charts/chart66.xml" Id="R071f24e3b57244b6" /><Relationship Type="http://schemas.openxmlformats.org/officeDocument/2006/relationships/notesSlide" Target="/ppt/notesSlides/notesSlide62.xml" Id="R1f0d270d9523492c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774ce2570428c" /><Relationship Type="http://schemas.openxmlformats.org/officeDocument/2006/relationships/chart" Target="/ppt/slides/charts/chart67.xml" Id="R2548feb4e1b2478a" /><Relationship Type="http://schemas.openxmlformats.org/officeDocument/2006/relationships/notesSlide" Target="/ppt/notesSlides/notesSlide63.xml" Id="Rf350e9584fb4442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757fa8c194105" /><Relationship Type="http://schemas.openxmlformats.org/officeDocument/2006/relationships/notesSlide" Target="/ppt/notesSlides/notesSlide64.xml" Id="R33c2ce390691402b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54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Poder Público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43.06066586029</c:v>
              </c:pt>
              <c:pt idx="1">
                <c:v>62.02603059119</c:v>
              </c:pt>
              <c:pt idx="2">
                <c:v>84.95793395782</c:v>
              </c:pt>
              <c:pt idx="3">
                <c:v>61.35233705676</c:v>
              </c:pt>
            </c:numLit>
          </c:val>
        </c:ser>
        <c:ser>
          <c:idx val="2"/>
          <c:order val="2"/>
          <c:tx>
            <c:v>Recuperação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13.91501486645</c:v>
              </c:pt>
              <c:pt idx="1">
                <c:v>22.18727313388</c:v>
              </c:pt>
              <c:pt idx="2">
                <c:v>21.90540664313</c:v>
              </c:pt>
              <c:pt idx="3">
                <c:v>23.075044690040002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Poder Público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0.5118168276020753</c:v>
              </c:pt>
              <c:pt idx="1">
                <c:v>0.4792030641798153</c:v>
              </c:pt>
              <c:pt idx="2">
                <c:v>0.48195942788432256</c:v>
              </c:pt>
              <c:pt idx="3">
                <c:v>0.508744081929088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0.3657934511337215</c:v>
              </c:pt>
              <c:pt idx="1">
                <c:v>0.3825766531393333</c:v>
              </c:pt>
              <c:pt idx="2">
                <c:v>0.4115294732287663</c:v>
              </c:pt>
              <c:pt idx="3">
                <c:v>0.3501925673740942</c:v>
              </c:pt>
            </c:numLit>
          </c:val>
        </c:ser>
        <c:ser>
          <c:idx val="2"/>
          <c:order val="2"/>
          <c:tx>
            <c:v>Recuperação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0.11820581983312384</c:v>
              </c:pt>
              <c:pt idx="1">
                <c:v>0.13685113519183856</c:v>
              </c:pt>
              <c:pt idx="2">
                <c:v>0.10610804708580654</c:v>
              </c:pt>
              <c:pt idx="3">
                <c:v>0.13170988311009593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0.004183901431079491</c:v>
              </c:pt>
              <c:pt idx="1">
                <c:v>0.0013691474890128862</c:v>
              </c:pt>
              <c:pt idx="2">
                <c:v>0.0004030518011046117</c:v>
              </c:pt>
              <c:pt idx="3">
                <c:v>0.009353467586721877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Poder Público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Multicarteira Outros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Recuperação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3.11957026737</c:v>
              </c:pt>
              <c:pt idx="1">
                <c:v>4.65168180405</c:v>
              </c:pt>
              <c:pt idx="2">
                <c:v>7.920784716230001</c:v>
              </c:pt>
              <c:pt idx="3">
                <c:v>9.64414138726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8.58137355388</c:v>
              </c:pt>
              <c:pt idx="1">
                <c:v>12.459143317879999</c:v>
              </c:pt>
              <c:pt idx="2">
                <c:v>16.40492035881</c:v>
              </c:pt>
              <c:pt idx="3">
                <c:v>17.22580007099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16.3035695109</c:v>
              </c:pt>
              <c:pt idx="1">
                <c:v>21.46851025722</c:v>
              </c:pt>
              <c:pt idx="2">
                <c:v>22.67079903384</c:v>
              </c:pt>
              <c:pt idx="3">
                <c:v>28.4103754775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0.11139526798305908</c:v>
              </c:pt>
              <c:pt idx="1">
                <c:v>0.12057444116997353</c:v>
              </c:pt>
              <c:pt idx="2">
                <c:v>0.16853987049503466</c:v>
              </c:pt>
              <c:pt idx="3">
                <c:v>0.17445886568394645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0.30642823362433985</c:v>
              </c:pt>
              <c:pt idx="1">
                <c:v>0.3229486250977117</c:v>
              </c:pt>
              <c:pt idx="2">
                <c:v>0.34906682251947085</c:v>
              </c:pt>
              <c:pt idx="3">
                <c:v>0.31160820027516895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0.5821764983926011</c:v>
              </c:pt>
              <c:pt idx="1">
                <c:v>0.5564769337323148</c:v>
              </c:pt>
              <c:pt idx="2">
                <c:v>0.4823933069854944</c:v>
              </c:pt>
              <c:pt idx="3">
                <c:v>0.5139329340408845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C52158BF-33AC-4972-B36A-7CF3045C2D06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C4BFE02D-A3BA-4FC7-ACC7-0BA859F651DD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B442B92-F285-4E8B-9949-E084885DBD20}"/>
              </a:ext>
            </a:extLst>
          </ns0:cNvPr>
          <ns0:cNvSpPr>
            <a:spLocks noGrp="1"/>
          </ns0:cNvSpPr>
          <ns0:nvPr/>
        </ns0:nvSpPr>
        <ns0:spPr>
          <a:xfrm>
            <a:off x="571500" y="2400300"/>
            <a:ext cx="962025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EC34F821-1900-4E4E-BA2C-C0DF9D61B9A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5C9C608-FBC3-4408-A310-B8A67BBFB6AB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6118233-4D2D-468E-AFDA-4AD4C1553C4D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4811B6A-2F6D-4466-BDEC-F5A8FE9A0EA7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217726999"/>
      </ns0:ext>
    </ns0:extLst>
  </ns0:cSld>
</ns0:sld>
</file>

<file path=ppt/slides/slide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C086F75B-CFDA-4761-895E-966179C19D3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B3BBB69-DC8D-4130-B746-0738DBCD366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9B6B9ED-D458-42C2-9EFD-B7C385759C3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A383CE-A130-418E-8B4A-187D05D5B2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7B5F7C-4EE2-4103-821D-AA09DCB3DC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C3A90B4-6730-4C86-ADF8-92B5D5653D0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0BF7A9-E4F1-43E8-8919-71A58ACBDE65}"/>
              </a:ext>
            </a:extLst>
          </ns0:cNvPr>
          <ns0:cNvSpPr>
            <a:spLocks noGrp="1"/>
          </ns0:cNvSpPr>
          <ns0:nvPr/>
        </ns0:nvSpPr>
        <ns0:spPr>
          <a:xfrm>
            <a:off x="647700" y="13811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A975AEE-78E1-4D16-B1F8-98D2ED260FBF}"/>
              </a:ext>
            </a:extLst>
          </ns0:cNvPr>
          <ns0:cNvSpPr>
            <a:spLocks noGrp="1"/>
          </ns0:cNvSpPr>
          <ns0:nvPr/>
        </ns0:nvSpPr>
        <ns0:spPr>
          <a:xfrm>
            <a:off x="2571750" y="14001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BD97CA4-C424-41A5-8712-1DCA5523C030}"/>
              </a:ext>
            </a:extLst>
          </ns0:cNvPr>
          <ns0:cNvSpPr>
            <a:spLocks noGrp="1"/>
          </ns0:cNvSpPr>
          <ns0:nvPr/>
        </ns0:nvSpPr>
        <ns0:spPr>
          <a:xfrm>
            <a:off x="2571750" y="17811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9537C675-EC52-44EC-8B3A-F70BEEC631F9}"/>
              </a:ext>
            </a:extLst>
          </ns0:cNvPr>
          <ns0:cNvSpPr>
            <a:spLocks noGrp="1"/>
          </ns0:cNvSpPr>
          <ns0:nvPr/>
        </ns0:nvSpPr>
        <ns0:spPr>
          <a:xfrm>
            <a:off x="647700" y="23717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732FD83-0441-4715-8A69-B6E3D5AB7451}"/>
              </a:ext>
            </a:extLst>
          </ns0:cNvPr>
          <ns0:cNvSpPr>
            <a:spLocks noGrp="1"/>
          </ns0:cNvSpPr>
          <ns0:nvPr/>
        </ns0:nvSpPr>
        <ns0:spPr>
          <a:xfrm>
            <a:off x="647700" y="25431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2251EB9-8D72-4129-B5EB-CB28899F65A6}"/>
              </a:ext>
            </a:extLst>
          </ns0:cNvPr>
          <ns0:cNvSpPr>
            <a:spLocks noGrp="1"/>
          </ns0:cNvSpPr>
          <ns0:nvPr/>
        </ns0:nvSpPr>
        <ns0:spPr>
          <a:xfrm>
            <a:off x="2571750" y="25622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5C14ED1-2C5A-47A0-A73B-762DFAD8E107}"/>
              </a:ext>
            </a:extLst>
          </ns0:cNvPr>
          <ns0:cNvSpPr>
            <a:spLocks noGrp="1"/>
          </ns0:cNvSpPr>
          <ns0:nvPr/>
        </ns0:nvSpPr>
        <ns0:spPr>
          <a:xfrm>
            <a:off x="2571750" y="29432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673A059-B5AA-41BF-8C63-33D3FE4A5B1B}"/>
              </a:ext>
            </a:extLst>
          </ns0:cNvPr>
          <ns0:cNvSpPr>
            <a:spLocks noGrp="1"/>
          </ns0:cNvSpPr>
          <ns0:nvPr/>
        </ns0:nvSpPr>
        <ns0:spPr>
          <a:xfrm>
            <a:off x="647700" y="353377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981CCAD-285E-4E0C-AEDB-F9F45760B9F8}"/>
              </a:ext>
            </a:extLst>
          </ns0:cNvPr>
          <ns0:cNvSpPr>
            <a:spLocks noGrp="1"/>
          </ns0:cNvSpPr>
          <ns0:nvPr/>
        </ns0:nvSpPr>
        <ns0:spPr>
          <a:xfrm>
            <a:off x="647700" y="370522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DC9B8046-0476-4CD4-93CE-F363EF9B0B4F}"/>
              </a:ext>
            </a:extLst>
          </ns0:cNvPr>
          <ns0:cNvSpPr>
            <a:spLocks noGrp="1"/>
          </ns0:cNvSpPr>
          <ns0:nvPr/>
        </ns0:nvSpPr>
        <ns0:spPr>
          <a:xfrm>
            <a:off x="2571750" y="372427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04F5BF8-3507-4588-9110-2912081461C8}"/>
              </a:ext>
            </a:extLst>
          </ns0:cNvPr>
          <ns0:cNvSpPr>
            <a:spLocks noGrp="1"/>
          </ns0:cNvSpPr>
          <ns0:nvPr/>
        </ns0:nvSpPr>
        <ns0:spPr>
          <a:xfrm>
            <a:off x="2571750" y="410527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615A395-5D3C-4FA9-9405-4B74998C46AD}"/>
              </a:ext>
            </a:extLst>
          </ns0:cNvPr>
          <ns0:cNvSpPr>
            <a:spLocks noGrp="1"/>
          </ns0:cNvSpPr>
          <ns0:nvPr/>
        </ns0:nvSpPr>
        <ns0:spPr>
          <a:xfrm>
            <a:off x="647700" y="4695825"/>
            <a:ext cx="1032510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86874D36-E307-4F83-98A5-7113523C27CA}"/>
              </a:ext>
            </a:extLst>
          </ns0:cNvPr>
          <ns0:cNvSpPr>
            <a:spLocks noGrp="1"/>
          </ns0:cNvSpPr>
          <ns0:nvPr/>
        </ns0:nvSpPr>
        <ns0:spPr>
          <a:xfrm>
            <a:off x="647700" y="4867275"/>
            <a:ext cx="17621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8828FD1F-B5E7-4B2D-91C2-34F6D45DF2DC}"/>
              </a:ext>
            </a:extLst>
          </ns0:cNvPr>
          <ns0:cNvSpPr>
            <a:spLocks noGrp="1"/>
          </ns0:cNvSpPr>
          <ns0:nvPr/>
        </ns0:nvSpPr>
        <ns0:spPr>
          <a:xfrm>
            <a:off x="2571750" y="4886325"/>
            <a:ext cx="8382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FAC9420-160A-49A5-9824-4B84F5E1C67B}"/>
              </a:ext>
            </a:extLst>
          </ns0:cNvPr>
          <ns0:cNvSpPr>
            <a:spLocks noGrp="1"/>
          </ns0:cNvSpPr>
          <ns0:nvPr/>
        </ns0:nvSpPr>
        <ns0:spPr>
          <a:xfrm>
            <a:off x="2571750" y="5267325"/>
            <a:ext cx="8382000" cy="4191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ns0:txBody>
      </ns0:sp>
    </ns0:spTree>
    <ns0:extLst>
      <ns0:ext uri="{BB962C8B-B14F-4D97-AF65-F5344CB8AC3E}">
        <ns3:creationId val="1911925324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B2A1D4C4-F7BC-4776-8CFB-8491B707C6A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CDDDA64-FF8C-4639-A863-6051DE05874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0AF8DCF-3000-4ACA-A5B7-DDB38233CBB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68C198D-C8C1-4962-92C0-8DE14D2B900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9919F62-7135-49C5-83E1-BD2A455D304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8D07CE1-25A9-430A-AF2E-6AE616AE5C1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CF1CDEA-7B71-4FE5-83E3-573650F38FD4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2DB0AED-A700-4364-91D9-E42D602A8AE3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e70d704bf83e4f8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C9AAB8A-1FC4-4463-AC08-DFAAFD054337}"/>
              </a:ext>
            </a:extLst>
          </ns0:cNvPr>
          <ns0:cNvSpPr>
            <a:spLocks noGrp="1"/>
          </ns0:cNvSpPr>
          <ns0:nvPr/>
        </ns0:nvSpPr>
        <ns0:spPr>
          <a:xfrm>
            <a:off x="3476625" y="1676400"/>
            <a:ext cx="2095500" cy="41910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8ED548F-12D5-4ABD-87C5-45BE17CB1DF8}"/>
              </a:ext>
            </a:extLst>
          </ns0:cNvPr>
          <ns0:cNvSpPr>
            <a:spLocks noGrp="1"/>
          </ns0:cNvSpPr>
          <ns0:nvPr/>
        </ns0:nvSpPr>
        <ns0:spPr>
          <a:xfrm>
            <a:off x="3590925" y="1752600"/>
            <a:ext cx="18669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· R$ 821,0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F95FAD5-71A8-4102-A9B1-C1E4B52FECD2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75B1A4D-2677-400B-ADA5-73DA2AAA5DBB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23B4C46-D65F-442B-9216-68DFEC15B55B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6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6971aa07d2974e97"/>
          </a:graphicData>
        </a:graphic>
      </ns0:graphicFrame>
      <ns0:sp>
        <ns0:nvSpPr>
          <ns0:cNvPr id="16" name="">
            <a:extLst>
              <a:ext uri="{FF2B5EF4-FFF2-40B4-BE49-F238E27FC236}">
                <ns2:creationId id="{34AA6F13-0382-4D61-A6DD-805FC24A4142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545F6744-960D-4D8F-B97B-B59B14D7E4D1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9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0e5643000a054e1f"/>
          </a:graphicData>
        </a:graphic>
      </ns0:graphicFrame>
      <ns0:sp>
        <ns0:nvSpPr>
          <ns0:cNvPr id="19" name="">
            <a:extLst>
              <a:ext uri="{FF2B5EF4-FFF2-40B4-BE49-F238E27FC236}">
                <ns2:creationId id="{92F9E86D-9421-4A7D-95AE-4891A13C1A24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730E11F0-4DCE-40C6-94E2-90BABB9B4240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AF747A02-BECE-4AB4-85C3-0A056249F39B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872350500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C43C3AEE-1F7E-41F0-B7E6-BBFC905A81A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FFE60CF-46D2-4117-BF76-6085745F2C3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registrado; o nível de FIDCs em 2023 vem da ANBIMA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C92C3DA-C7EE-4056-8A69-59E47150A07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7F64547-8BFD-4122-967B-2F0F26F2DBD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7D928C4-0F76-4575-9FE1-F06CC5DB77B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 FIDCs 2023: valor encerrado ANBIMA.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5AD52DE-ABB6-4305-8774-9C4E061A6D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6055DC8-3339-4CFA-8485-0A01C0CAB637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9A6174E-0538-4893-B429-1069B1413BD5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4572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1524000"/>
          <a:ext cx="4572000" cy="1809750"/>
        </ns0:xfrm>
        <a:graphic>
          <a:graphicData uri="http://schemas.openxmlformats.org/drawingml/2006/chart">
            <c:chart ns4:id="R977d8e7bd0624ce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F1B7EEF-9C4A-41F7-8703-229925827B59}"/>
              </a:ext>
            </a:extLst>
          </ns0:cNvPr>
          <ns0:cNvSpPr>
            <a:spLocks noGrp="1"/>
          </ns0:cNvSpPr>
          <ns0:nvPr/>
        </ns0:nvSpPr>
        <ns0:spPr>
          <a:xfrm>
            <a:off x="5572125" y="1257300"/>
            <a:ext cx="6048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 EXECUTIVA DA TAXONOMIA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CFD63D5-3A5C-405C-8F07-3A69912B2A38}"/>
              </a:ext>
            </a:extLst>
          </ns0:cNvPr>
          <ns0:cNvSpPr>
            <a:spLocks noGrp="1"/>
          </ns0:cNvSpPr>
          <ns0:nvPr/>
        </ns0:nvSpPr>
        <ns0:spPr>
          <a:xfrm>
            <a:off x="5572125" y="1524000"/>
            <a:ext cx="6048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E26B1D2B-1E01-4F2E-BFFF-1B1FB1090F8C}"/>
              </a:ext>
            </a:extLst>
          </ns0:cNvPr>
          <ns0:cNvSpPr>
            <a:spLocks noGrp="1"/>
          </ns0:cNvSpPr>
          <ns0:nvPr/>
        </ns0:nvSpPr>
        <ns0:spPr>
          <a:xfrm>
            <a:off x="5572125" y="1524000"/>
            <a:ext cx="6048375" cy="18097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D96FF813-B17D-4185-A9DE-22AA6B1ECFC7}"/>
              </a:ext>
            </a:extLst>
          </ns0:cNvPr>
          <ns0:cNvSpPr>
            <a:spLocks noGrp="1"/>
          </ns0:cNvSpPr>
          <ns0:nvPr/>
        </ns0:nvSpPr>
        <ns0:spPr>
          <a:xfrm>
            <a:off x="5810250" y="1724025"/>
            <a:ext cx="557212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liderou o 1S26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9E00B2F-9770-4977-B2F3-15DDC1988D42}"/>
              </a:ext>
            </a:extLst>
          </ns0:cNvPr>
          <ns0:cNvSpPr>
            <a:spLocks noGrp="1"/>
          </ns0:cNvSpPr>
          <ns0:nvPr/>
        </ns0:nvSpPr>
        <ns0:spPr>
          <a:xfrm>
            <a:off x="5810250" y="2076450"/>
            <a:ext cx="5572125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R$ 39,3 bi emitidos · +R$ 18,2 bi versus jan–jun/25 · 62,7% dos quatro tipos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8B1A539-F06D-4D24-ADAE-F9FB1B821DE9}"/>
              </a:ext>
            </a:extLst>
          </ns0:cNvPr>
          <ns0:cNvSpPr>
            <a:spLocks noGrp="1"/>
          </ns0:cNvSpPr>
          <ns0:nvPr/>
        </ns0:nvSpPr>
        <ns0:spPr>
          <a:xfrm>
            <a:off x="5810250" y="2647950"/>
            <a:ext cx="5572125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Fomento Mercantil: +R$ 3,2 bi   ·   Outros: −R$ 1,5 bi   ·   Agro, Indústria e Comércio: −R$ 9,6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6559A8A-5C86-4D66-8BAD-57D1CADB8155}"/>
              </a:ext>
            </a:extLst>
          </ns0:cNvPr>
          <ns0:cNvSpPr>
            <a:spLocks noGrp="1"/>
          </ns0:cNvSpPr>
          <ns0:nvPr/>
        </ns0:nvSpPr>
        <ns0:spPr>
          <a:xfrm>
            <a:off x="5810250" y="3028950"/>
            <a:ext cx="55721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 usa o valor encerrado ANBIMA; o volume não observado na CVM recebe a composição do observado. FIC-FIDC aparece na ponte de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0FDA302-FBCD-40D3-8EF0-E820076B800E}"/>
              </a:ext>
            </a:extLst>
          </ns0:cNvPr>
          <ns0:cNvSpPr>
            <a:spLocks noGrp="1"/>
          </ns0:cNvSpPr>
          <ns0:nvPr/>
        </ns0:nvSpPr>
        <ns0:spPr>
          <a:xfrm>
            <a:off x="571500" y="3476625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98B3592-BB14-4E09-861F-A03B983E888C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"/>
          <ns0:cNvGraphicFramePr/>
          <ns0:nvPr/>
        </ns0:nvGraphicFramePr>
        <ns0:xfrm>
          <a:off x="571500" y="3705225"/>
          <a:ext cx="11049000" cy="23526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666750"/>
                <a:gridCol w="495300"/>
                <a:gridCol w="666750"/>
                <a:gridCol w="495300"/>
                <a:gridCol w="1095375"/>
                <a:gridCol w="666750"/>
                <a:gridCol w="495300"/>
                <a:gridCol w="1095375"/>
                <a:gridCol w="666750"/>
                <a:gridCol w="495300"/>
                <a:gridCol w="666750"/>
                <a:gridCol w="495300"/>
                <a:gridCol w="1095375"/>
              </a:tblGrid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23→24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24→25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1S25→1S26</a:t>
                      </a:r>
                    </a:p>
                    <a:p>
                      <a:pPr algn="r"/>
                      <a:r>
                        <a:rPr sz="45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9255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64777185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F0900F15-13DA-4234-8F5C-A32E344C4E7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2AE30D3-2E05-4EA3-9C50-114CEB6DBB8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E5177A-A1D0-4BE7-AD0B-23CB1BD7D0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583A84F-0A3A-48C2-914C-BC1238CA34E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DFA4A28-5EDA-4BA7-91F2-6DA8190E31B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C2AB23-9789-4F50-A878-B50615FEA99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28DE89-B063-4EAC-B6C6-100318D0DB25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6000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C4A915-C75F-4273-BB7A-C85225BD75E5}"/>
              </a:ext>
            </a:extLst>
          </ns0:cNvPr>
          <ns0:cNvSpPr>
            <a:spLocks noGrp="1"/>
          </ns0:cNvSpPr>
          <ns0:nvPr/>
        </ns0:nvSpPr>
        <ns0:spPr>
          <a:xfrm>
            <a:off x="571500" y="1562100"/>
            <a:ext cx="6000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571500" y="1657350"/>
          <a:ext cx="6000750" cy="3905250"/>
        </ns0:xfrm>
        <a:graphic>
          <a:graphicData uri="http://schemas.openxmlformats.org/drawingml/2006/chart">
            <c:chart ns4:id="R5a2723c21e334f8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673B28B-3D49-4467-A92F-474287F81FBD}"/>
              </a:ext>
            </a:extLst>
          </ns0:cNvPr>
          <ns0:cNvSpPr>
            <a:spLocks noGrp="1"/>
          </ns0:cNvSpPr>
          <ns0:nvPr/>
        </ns0:nvSpPr>
        <ns0:spPr>
          <a:xfrm>
            <a:off x="6953250" y="12954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E9FA89D-88D8-4F0C-A9F7-0C7A652B1D64}"/>
              </a:ext>
            </a:extLst>
          </ns0:cNvPr>
          <ns0:cNvSpPr>
            <a:spLocks noGrp="1"/>
          </ns0:cNvSpPr>
          <ns0:nvPr/>
        </ns0:nvSpPr>
        <ns0:spPr>
          <a:xfrm>
            <a:off x="6953250" y="1533525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D01BD69E-C8B5-4E68-88D0-2ADBC7B02DE5}"/>
              </a:ext>
            </a:extLst>
          </ns0:cNvPr>
          <ns0:cNvSpPr>
            <a:spLocks noGrp="1"/>
          </ns0:cNvSpPr>
          <ns0:nvPr/>
        </ns0:nvSpPr>
        <ns0:spPr>
          <a:xfrm>
            <a:off x="6953250" y="2343150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F2A945F4-87B7-4900-BE0F-F240E81A4E69}"/>
              </a:ext>
            </a:extLst>
          </ns0:cNvPr>
          <ns0:cNvSpPr>
            <a:spLocks noGrp="1"/>
          </ns0:cNvSpPr>
          <ns0:nvPr/>
        </ns0:nvSpPr>
        <ns0:spPr>
          <a:xfrm>
            <a:off x="6953250" y="2466975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393AA-78F2-4266-A464-6B3E859D8D11}"/>
              </a:ext>
            </a:extLst>
          </ns0:cNvPr>
          <ns0:cNvSpPr>
            <a:spLocks noGrp="1"/>
          </ns0:cNvSpPr>
          <ns0:nvPr/>
        </ns0:nvSpPr>
        <ns0:spPr>
          <a:xfrm>
            <a:off x="6953250" y="2705100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70D8E540-0A15-445C-B82A-D0773384FB40}"/>
              </a:ext>
            </a:extLst>
          </ns0:cNvPr>
          <ns0:cNvSpPr>
            <a:spLocks noGrp="1"/>
          </ns0:cNvSpPr>
          <ns0:nvPr/>
        </ns0:nvSpPr>
        <ns0:spPr>
          <a:xfrm>
            <a:off x="6953250" y="3514725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7CF035B-95AE-4CF9-91F7-EFA256E699AA}"/>
              </a:ext>
            </a:extLst>
          </ns0:cNvPr>
          <ns0:cNvSpPr>
            <a:spLocks noGrp="1"/>
          </ns0:cNvSpPr>
          <ns0:nvPr/>
        </ns0:nvSpPr>
        <ns0:spPr>
          <a:xfrm>
            <a:off x="6953250" y="3638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63019D3-8D21-4214-B631-6533C7C1B206}"/>
              </a:ext>
            </a:extLst>
          </ns0:cNvPr>
          <ns0:cNvSpPr>
            <a:spLocks noGrp="1"/>
          </ns0:cNvSpPr>
          <ns0:nvPr/>
        </ns0:nvSpPr>
        <ns0:spPr>
          <a:xfrm>
            <a:off x="6953250" y="3876675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9DAD55A-0495-43E7-90C8-3069D427B2F5}"/>
              </a:ext>
            </a:extLst>
          </ns0:cNvPr>
          <ns0:cNvSpPr>
            <a:spLocks noGrp="1"/>
          </ns0:cNvSpPr>
          <ns0:nvPr/>
        </ns0:nvSpPr>
        <ns0:spPr>
          <a:xfrm>
            <a:off x="6953250" y="4686300"/>
            <a:ext cx="4667250" cy="762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1B1AA7AF-5852-4774-9ADF-FBA4EEDAB262}"/>
              </a:ext>
            </a:extLst>
          </ns0:cNvPr>
          <ns0:cNvSpPr>
            <a:spLocks noGrp="1"/>
          </ns0:cNvSpPr>
          <ns0:nvPr/>
        </ns0:nvSpPr>
        <ns0:spPr>
          <a:xfrm>
            <a:off x="6953250" y="4810125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B741A708-8DC5-463C-8AB7-E46C67888204}"/>
              </a:ext>
            </a:extLst>
          </ns0:cNvPr>
          <ns0:cNvSpPr>
            <a:spLocks noGrp="1"/>
          </ns0:cNvSpPr>
          <ns0:nvPr/>
        </ns0:nvSpPr>
        <ns0:spPr>
          <a:xfrm>
            <a:off x="6953250" y="5048250"/>
            <a:ext cx="4667250" cy="723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C2F0F86-6906-408C-83C3-D50C66AB1E34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4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ns0:txBody>
      </ns0:sp>
    </ns0:spTree>
    <ns0:extLst>
      <ns0:ext uri="{BB962C8B-B14F-4D97-AF65-F5344CB8AC3E}">
        <ns5:creationId val="1209211792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C64EDAB-5536-4A02-BD42-ADFCBEA4AD9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688CBC9-94B4-4445-95AA-0F56488066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8606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498574F-85B3-4032-B60B-2081E36F757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3D2CACE-A92D-4571-A0D2-954589213F8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9FF3570-E06C-49F4-AA8E-93134246658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04E5642-38A8-4B72-9777-6AC6D21E51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C3C196-75C5-43BE-93EA-33BE1E615385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D16997A-37A1-4288-94ED-F603D96ABAAE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be0223537187485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5F974ED-3220-4810-97CC-7C75DC15F3CB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19DAE57-1732-4AF4-BF27-898C8679ACC0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53f74d11810c4249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906AE-BCD9-49FB-B255-D20273C7E340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4320FDF-87C4-46D2-B314-0B4B439FB062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29498a593bc54791"/>
          </a:graphicData>
        </a:graphic>
      </ns0:graphicFrame>
      <ns0:sp>
        <ns0:nvSpPr>
          <ns0:cNvPr id="16" name="">
            <a:extLst>
              <a:ext uri="{FF2B5EF4-FFF2-40B4-BE49-F238E27FC236}">
                <ns2:creationId id="{8C76C28B-9AFE-4F7A-8BA1-4D1EFD862723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399912167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A3F26DDB-10CC-471E-84CD-99A9578C028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8B88BDB-BC43-49F2-A3FA-34C61939BA5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FE435EE-4AD9-4424-B1FE-88D42C3778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AF4A0EB-FB7F-462B-AB61-7924C9CF4B7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58D2499-36C1-4199-B0B6-820C5A538CF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997BDA9-56B1-4813-B495-DDD735D15AB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3114b948352848f5"/>
          </a:graphicData>
        </a:graphic>
      </ns0:graphicFrame>
      <ns0:sp>
        <ns0:nvSpPr>
          <ns0:cNvPr id="8" name="">
            <a:extLst>
              <a:ext uri="{FF2B5EF4-FFF2-40B4-BE49-F238E27FC236}">
                <ns2:creationId id="{DD5D24AE-C2A6-474E-B699-C9808A2B38D9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D837A8A-9A78-4E4B-849F-85C2575A96DA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7064d4bd3b5647a8"/>
          </a:graphicData>
        </a:graphic>
      </ns0:graphicFrame>
      <ns0:sp>
        <ns0:nvSpPr>
          <ns0:cNvPr id="11" name="">
            <a:extLst>
              <a:ext uri="{FF2B5EF4-FFF2-40B4-BE49-F238E27FC236}">
                <ns2:creationId id="{E821E494-5C19-4C91-B647-0FCF377016B8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9CFB8B7-3A1C-4C08-9476-2F0B7CDE696F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42439b2033434482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62159B0-E7BB-4369-A961-B419DDA4C54B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CFB2161-92AA-448A-89A8-43683028E040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88a852991ef44022"/>
          </a:graphicData>
        </a:graphic>
      </ns0:graphicFrame>
      <ns0:sp>
        <ns0:nvSpPr>
          <ns0:cNvPr id="17" name="">
            <a:extLst>
              <a:ext uri="{FF2B5EF4-FFF2-40B4-BE49-F238E27FC236}">
                <ns2:creationId id="{B7D92501-12E3-4989-AB3A-776787074F28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3E92B068-91F9-4456-9F0B-6042C3328055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91C7943-570E-4DE9-B896-429C1B861545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125109fe4f3c4b03"/>
          </a:graphicData>
        </a:graphic>
      </ns0:graphicFrame>
      <ns0:sp>
        <ns0:nvSpPr>
          <ns0:cNvPr id="21" name="">
            <a:extLst>
              <a:ext uri="{FF2B5EF4-FFF2-40B4-BE49-F238E27FC236}">
                <ns2:creationId id="{991968A1-7268-4378-8749-BFF7BC00B42D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F40C667-4DC6-47A8-96E3-8B94C678F272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80740671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CCA9C2D6-2157-41D4-80AF-8238FCE715B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9DBBAC-BA64-4662-AF54-2F8E05BC899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60,2% do PL ex-FIC ·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A6F1B98-630B-4212-91E2-E1917090898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9F625C3-72AE-467F-BA92-7180E0C81CF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34C9F8A-201C-46AC-9DC3-C016F962B0A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F88B14-3564-4B55-BFFE-D6F377FF7AE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2EA76F3-1F02-47BE-B3D0-9E3819FBD354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29DE55E-A75B-4815-886C-8324FEBC746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2e9f21058d674eb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F436779-13B6-4857-A231-F967DFD8128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8510A2B-C4D2-4270-95A6-4CB55C671195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a56e37520e2d40d3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95500" y="5295900"/>
          <a:ext cx="8001000" cy="266700"/>
        </ns0:xfrm>
        <a:graphic>
          <a:graphicData uri="http://schemas.openxmlformats.org/drawingml/2006/chart">
            <c:chart ns4:id="Rf7e377b79554411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44F8E2D-6756-49D4-BEE3-7D2FB059914B}"/>
              </a:ext>
            </a:extLst>
          </ns0:cNvPr>
          <ns0:cNvSpPr>
            <a:spLocks noGrp="1"/>
          </ns0:cNvSpPr>
          <ns0:nvPr/>
        </ns0:nvSpPr>
        <ns0:spPr>
          <a:xfrm>
            <a:off x="1143000" y="56388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C6369FB-9D61-4281-B49F-A40BCE4F2467}"/>
              </a:ext>
            </a:extLst>
          </ns0:cNvPr>
          <ns0:cNvSpPr>
            <a:spLocks noGrp="1"/>
          </ns0:cNvSpPr>
          <ns0:nvPr/>
        </ns0:nvSpPr>
        <ns0:spPr>
          <a:xfrm>
            <a:off x="762000" y="5876925"/>
            <a:ext cx="10668000" cy="3333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ns0:txBody>
      </ns0:sp>
    </ns0:spTree>
    <ns0:extLst>
      <ns0:ext uri="{BB962C8B-B14F-4D97-AF65-F5344CB8AC3E}">
        <ns5:creationId val="1776672635"/>
      </ns0:ext>
    </ns0:extLst>
  </ns0:cSld>
</ns0:sld>
</file>

<file path=ppt/slides/slide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ABF8F7F-ADCA-47CA-A949-050BAACC5FB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OUTROS · ABERTURA ANALÍTICA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657C932-3A7A-43FB-9DA6-9E9518A59BC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Poder Público 50,9% · Multicarteira Outros 35,0% · Recuperação 13,2%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9521E8E-FAAA-496C-B4BA-129E38CCF04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23BEA6E-D47E-4687-951A-579CEB44277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46A87E-931A-4684-81ED-229188A678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Informe Mensal CVM e ledger documental aprovado. O foco analítico é exclusivo; a leitura Tabela II permanece separada.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D3DB42-E892-45D0-AD95-1391B8A8F08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1FFED5-8DA4-44AA-8EF9-02D0DA5A63BA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 BUCKET OUTROS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2F01288-F2E6-4750-9CF4-FD9E7F4DFB45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f06613a964c943f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8A91E5F1-A537-48E0-ACFD-85BD2DECB67C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BUCKET OUTROS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A852647-FDD3-4260-AC6E-7FCDF1DBFCCA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45f386a6823d4b09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952500" y="5191125"/>
          <a:ext cx="10287000" cy="400050"/>
        </ns0:xfrm>
        <a:graphic>
          <a:graphicData uri="http://schemas.openxmlformats.org/drawingml/2006/chart">
            <c:chart ns4:id="Rfcb6846bcb7e467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FB05B10-C0DB-41EE-91D0-429D498769E7}"/>
              </a:ext>
            </a:extLst>
          </ns0:cNvPr>
          <ns0:cNvSpPr>
            <a:spLocks noGrp="1"/>
          </ns0:cNvSpPr>
          <ns0:nvPr/>
        </ns0:nvSpPr>
        <ns0:spPr>
          <a:xfrm>
            <a:off x="857250" y="5638800"/>
            <a:ext cx="10477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7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7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categorias somam R$ 175,2 bi e fecham 100% do Tipo analítico Outros em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8C996A3-0B6F-46B6-93FD-20B66B8C225C}"/>
              </a:ext>
            </a:extLst>
          </ns0:cNvPr>
          <ns0:cNvSpPr>
            <a:spLocks noGrp="1"/>
          </ns0:cNvSpPr>
          <ns0:nvPr/>
        </ns0:nvSpPr>
        <ns0:spPr>
          <a:xfrm>
            <a:off x="762000" y="5895975"/>
            <a:ext cx="10668000" cy="3333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Leitura complementar da Tabela II no mesmo bucket: Ações judiciais R$ 87,1 bi · 49,7%; Setor público R$ 3,0 bi · 1,7%. As duas taxonomias se sobrepõem e não devem ser somadas.</a:t>
            </a:r>
          </a:p>
        </ns0:txBody>
      </ns0:sp>
    </ns0:spTree>
    <ns0:extLst>
      <ns0:ext uri="{BB962C8B-B14F-4D97-AF65-F5344CB8AC3E}">
        <ns5:creationId val="1535476076"/>
      </ns0:ext>
    </ns0:extLst>
  </ns0:cSld>
</ns0:sld>
</file>

<file path=ppt/slides/slide1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CBE5730D-38CB-4102-AC98-D48837DC332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0647431-F3C8-4A75-A0BC-EB66E01DEF6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21077D7-E8CD-4DF6-924E-FEB586A3BF3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9B52CFB-5324-4406-88E7-7645B9BF5D8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45D84E5-3B20-4763-A36F-D4286EBA6DD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1BE2309-59B3-4B46-AF09-D849DA6DE0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39695F-B055-42BD-993B-40347B341902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CD0D3B9-8F5D-4712-9C55-78F089C96AE7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3f0694419e48415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2CC99E2-1C76-4748-948C-14E8EB642CA6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0932FF6-EC06-4B3E-A66A-1B7D12370A23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65932ae32b394d54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ee02ddd4c5564d2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17B8D5B-5C4F-4C26-B651-527F3D87C098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809086980"/>
      </ns0:ext>
    </ns0:extLst>
  </ns0:cSld>
</ns0:sld>
</file>

<file path=ppt/slides/slide1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AE326D-FB22-43C8-BE66-09262D20EA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43A19C7-6FCF-4A1A-A1E3-DD6F4CAA56B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26CA149-EF4C-4CF9-A659-0B2FC3788B4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D52F8C-D024-41E0-BA0E-DEA1354E7E0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06C8215-0B65-485A-9B51-4A95C8245F1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420D05-D991-4FC0-A806-ED2A3D52F38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2CD3F6E-89D4-4D2A-B325-0E90D85A64B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ABDAB90-067E-44CC-9F57-7EF395BD0290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006bc8c9ec9b4bf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F76C71B-19D1-4099-B83B-9352A6681A00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A202B55-4897-46EE-A1D8-ECC70FB142D9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e24d5d2fe8bd4da4"/>
          </a:graphicData>
        </a:graphic>
      </ns0:graphicFrame>
      <ns0:sp>
        <ns0:nvSpPr>
          <ns0:cNvPr id="13" name="">
            <a:extLst>
              <a:ext uri="{FF2B5EF4-FFF2-40B4-BE49-F238E27FC236}">
                <ns2:creationId id="{E8204416-1FE0-4AAC-B119-6C573BA9C770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33909ED1-F0B9-424F-B872-80D576093072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07afc659a1974cb2"/>
          </a:graphicData>
        </a:graphic>
      </ns0:graphicFrame>
    </ns0:spTree>
    <ns0:extLst>
      <ns0:ext uri="{BB962C8B-B14F-4D97-AF65-F5344CB8AC3E}">
        <ns5:creationId val="53789393"/>
      </ns0:ext>
    </ns0:extLst>
  </ns0:cSld>
</ns0:sld>
</file>

<file path=ppt/slides/slide1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1" name="">
            <a:extLst>
              <a:ext uri="{FF2B5EF4-FFF2-40B4-BE49-F238E27FC236}">
                <ns2:creationId id="{2049E86D-015E-4780-9C84-9FD40B495B5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6A5723A-C364-41DC-84CF-BCD2A3B5AEB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4448036-47F2-42A5-8A9C-5F74E172AA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55A4EFF-0EFD-4EDA-8977-7589E878511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6B2FD04-D7D8-4CC8-9743-0B7F1CDC988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30E03BF-5FB5-4E93-8F31-6D7B504718E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F1FECF6-0F80-4AFE-AE15-91E4F839D66A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6762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B5D0D61-B4F4-4148-A207-7B68E59996A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6762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9" name="Chart"/>
          <ns0:cNvGraphicFramePr/>
          <ns0:nvPr/>
        </ns0:nvGraphicFramePr>
        <ns0:xfrm>
          <a:off x="571500" y="1857375"/>
          <a:ext cx="6762750" cy="3667125"/>
        </ns0:xfrm>
        <a:graphic>
          <a:graphicData uri="http://schemas.openxmlformats.org/drawingml/2006/chart">
            <c:chart ns4:id="R726033a36f5648b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D973118-D537-4EBC-AB51-339AE42FF730}"/>
              </a:ext>
            </a:extLst>
          </ns0:cNvPr>
          <ns0:cNvSpPr>
            <a:spLocks noGrp="1"/>
          </ns0:cNvSpPr>
          <ns0:nvPr/>
        </ns0:nvSpPr>
        <ns0:spPr>
          <a:xfrm>
            <a:off x="2095500" y="5219700"/>
            <a:ext cx="5334000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DB6A1148-DB9B-478D-98A3-6437C41F49AA}"/>
              </a:ext>
            </a:extLst>
          </ns0:cNvPr>
          <ns0:cNvSpPr>
            <a:spLocks noGrp="1"/>
          </ns0:cNvSpPr>
          <ns0:nvPr/>
        </ns0:nvSpPr>
        <ns0:spPr>
          <a:xfrm>
            <a:off x="7858125" y="1428750"/>
            <a:ext cx="3762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3BAE82A-C363-4BA5-81E1-D92E9FBBA94C}"/>
              </a:ext>
            </a:extLst>
          </ns0:cNvPr>
          <ns0:cNvSpPr>
            <a:spLocks noGrp="1"/>
          </ns0:cNvSpPr>
          <ns0:nvPr/>
        </ns0:nvSpPr>
        <ns0:spPr>
          <a:xfrm>
            <a:off x="7858125" y="1695450"/>
            <a:ext cx="3762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BD145A6A-FBEF-4205-AD1E-06F0D712530B}"/>
              </a:ext>
            </a:extLst>
          </ns0:cNvPr>
          <ns0:cNvSpPr>
            <a:spLocks noGrp="1"/>
          </ns0:cNvSpPr>
          <ns0:nvPr/>
        </ns0:nvSpPr>
        <ns0:spPr>
          <a:xfrm>
            <a:off x="7858125" y="1962150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FBED788-91B7-46CC-833B-FD810FFF9468}"/>
              </a:ext>
            </a:extLst>
          </ns0:cNvPr>
          <ns0:cNvSpPr>
            <a:spLocks noGrp="1"/>
          </ns0:cNvSpPr>
          <ns0:nvPr/>
        </ns0:nvSpPr>
        <ns0:spPr>
          <a:xfrm>
            <a:off x="9965055" y="1962150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CB34E1E-B54D-4A83-86FA-20B706BFC620}"/>
              </a:ext>
            </a:extLst>
          </ns0:cNvPr>
          <ns0:cNvSpPr>
            <a:spLocks noGrp="1"/>
          </ns0:cNvSpPr>
          <ns0:nvPr/>
        </ns0:nvSpPr>
        <ns0:spPr>
          <a:xfrm>
            <a:off x="7858125" y="2405063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63F6779-49BC-4759-B6B4-6198B09CBE31}"/>
              </a:ext>
            </a:extLst>
          </ns0:cNvPr>
          <ns0:cNvSpPr>
            <a:spLocks noGrp="1"/>
          </ns0:cNvSpPr>
          <ns0:nvPr/>
        </ns0:nvSpPr>
        <ns0:spPr>
          <a:xfrm>
            <a:off x="7858125" y="2462213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BB99942-66A0-4852-8DDF-BB07C99D8BA1}"/>
              </a:ext>
            </a:extLst>
          </ns0:cNvPr>
          <ns0:cNvSpPr>
            <a:spLocks noGrp="1"/>
          </ns0:cNvSpPr>
          <ns0:nvPr/>
        </ns0:nvSpPr>
        <ns0:spPr>
          <a:xfrm>
            <a:off x="9965055" y="2462213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5097BAE-B5FB-4FCB-A5BC-C2E6DF70DADD}"/>
              </a:ext>
            </a:extLst>
          </ns0:cNvPr>
          <ns0:cNvSpPr>
            <a:spLocks noGrp="1"/>
          </ns0:cNvSpPr>
          <ns0:nvPr/>
        </ns0:nvSpPr>
        <ns0:spPr>
          <a:xfrm>
            <a:off x="7858125" y="2905125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0BF4B6AF-A3AA-43E5-8730-96CBB67A07D8}"/>
              </a:ext>
            </a:extLst>
          </ns0:cNvPr>
          <ns0:cNvSpPr>
            <a:spLocks noGrp="1"/>
          </ns0:cNvSpPr>
          <ns0:nvPr/>
        </ns0:nvSpPr>
        <ns0:spPr>
          <a:xfrm>
            <a:off x="7858125" y="2962275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7EB86FD-468F-4535-8417-EFF16A4F3939}"/>
              </a:ext>
            </a:extLst>
          </ns0:cNvPr>
          <ns0:cNvSpPr>
            <a:spLocks noGrp="1"/>
          </ns0:cNvSpPr>
          <ns0:nvPr/>
        </ns0:nvSpPr>
        <ns0:spPr>
          <a:xfrm>
            <a:off x="9965055" y="2962275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28AD4BC-B9D9-4837-84B0-091E298F38D0}"/>
              </a:ext>
            </a:extLst>
          </ns0:cNvPr>
          <ns0:cNvSpPr>
            <a:spLocks noGrp="1"/>
          </ns0:cNvSpPr>
          <ns0:nvPr/>
        </ns0:nvSpPr>
        <ns0:spPr>
          <a:xfrm>
            <a:off x="7858125" y="3405188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FF715B36-1F5B-460A-89E7-9360EBFD87E4}"/>
              </a:ext>
            </a:extLst>
          </ns0:cNvPr>
          <ns0:cNvSpPr>
            <a:spLocks noGrp="1"/>
          </ns0:cNvSpPr>
          <ns0:nvPr/>
        </ns0:nvSpPr>
        <ns0:spPr>
          <a:xfrm>
            <a:off x="7858125" y="3462338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34EF2F5-99C1-43D9-9D27-6727B76F13CD}"/>
              </a:ext>
            </a:extLst>
          </ns0:cNvPr>
          <ns0:cNvSpPr>
            <a:spLocks noGrp="1"/>
          </ns0:cNvSpPr>
          <ns0:nvPr/>
        </ns0:nvSpPr>
        <ns0:spPr>
          <a:xfrm>
            <a:off x="9965055" y="3462338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9EC1BA3-DA43-4B75-9842-7AB166802A39}"/>
              </a:ext>
            </a:extLst>
          </ns0:cNvPr>
          <ns0:cNvSpPr>
            <a:spLocks noGrp="1"/>
          </ns0:cNvSpPr>
          <ns0:nvPr/>
        </ns0:nvSpPr>
        <ns0:spPr>
          <a:xfrm>
            <a:off x="7858125" y="3905250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DCF13705-DE50-48FF-96FB-EDEDD526C195}"/>
              </a:ext>
            </a:extLst>
          </ns0:cNvPr>
          <ns0:cNvSpPr>
            <a:spLocks noGrp="1"/>
          </ns0:cNvSpPr>
          <ns0:nvPr/>
        </ns0:nvSpPr>
        <ns0:spPr>
          <a:xfrm>
            <a:off x="7858125" y="3962400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57CC4780-D34C-47CC-87AA-DAA0D07D301C}"/>
              </a:ext>
            </a:extLst>
          </ns0:cNvPr>
          <ns0:cNvSpPr>
            <a:spLocks noGrp="1"/>
          </ns0:cNvSpPr>
          <ns0:nvPr/>
        </ns0:nvSpPr>
        <ns0:spPr>
          <a:xfrm>
            <a:off x="9965055" y="3962400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A981E0D-6996-49C7-A7B1-29F3D5E778B6}"/>
              </a:ext>
            </a:extLst>
          </ns0:cNvPr>
          <ns0:cNvSpPr>
            <a:spLocks noGrp="1"/>
          </ns0:cNvSpPr>
          <ns0:nvPr/>
        </ns0:nvSpPr>
        <ns0:spPr>
          <a:xfrm>
            <a:off x="7858125" y="4405313"/>
            <a:ext cx="3762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7D05B091-0230-43C3-96FB-0F062E86E90E}"/>
              </a:ext>
            </a:extLst>
          </ns0:cNvPr>
          <ns0:cNvSpPr>
            <a:spLocks noGrp="1"/>
          </ns0:cNvSpPr>
          <ns0:nvPr/>
        </ns0:nvSpPr>
        <ns0:spPr>
          <a:xfrm>
            <a:off x="7858125" y="4462463"/>
            <a:ext cx="1994059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7294B489-395B-4557-B3DE-7333E2CEAC5B}"/>
              </a:ext>
            </a:extLst>
          </ns0:cNvPr>
          <ns0:cNvSpPr>
            <a:spLocks noGrp="1"/>
          </ns0:cNvSpPr>
          <ns0:nvPr/>
        </ns0:nvSpPr>
        <ns0:spPr>
          <a:xfrm>
            <a:off x="9965055" y="4462463"/>
            <a:ext cx="1655445" cy="3857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3CC3CADD-6993-44B0-A634-3A5CA59352F8}"/>
              </a:ext>
            </a:extLst>
          </ns0:cNvPr>
          <ns0:cNvSpPr>
            <a:spLocks noGrp="1"/>
          </ns0:cNvSpPr>
          <ns0:nvPr/>
        </ns0:nvSpPr>
        <ns0:spPr>
          <a:xfrm>
            <a:off x="7858125" y="5238750"/>
            <a:ext cx="3762375" cy="523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ns0:txBody>
      </ns0:sp>
    </ns0:spTree>
    <ns0:extLst>
      <ns0:ext uri="{BB962C8B-B14F-4D97-AF65-F5344CB8AC3E}">
        <ns5:creationId val="1610929829"/>
      </ns0:ext>
    </ns0:extLst>
  </ns0:cSld>
</ns0:sld>
</file>

<file path=ppt/slides/slide1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D0A28EEB-EA1A-4493-BA9A-100D2418274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3A1123-C2FF-425F-AF37-46276D0FAED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0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864620A-56FF-45AF-9199-60C98ABA013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002AA22-50C8-4EDA-9CE5-82E08323F77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37981CE-B014-45B2-9ACC-0D4F7D619D6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181AB4F-BA29-4C97-956B-F39B0DC78E7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1B46028-FEA7-4FED-8971-F97DA34DF49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857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4620050-03A8-40D0-9A21-44B0824A96BC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857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57350"/>
          <a:ext cx="5857875" cy="3219450"/>
        </ns0:xfrm>
        <a:graphic>
          <a:graphicData uri="http://schemas.openxmlformats.org/drawingml/2006/chart">
            <c:chart ns4:id="Rdf67a03e32074211"/>
          </a:graphicData>
        </a:graphic>
      </ns0:graphicFrame>
      <ns0:graphicFrame>
        <ns0:nvGraphicFramePr>
          <ns0:cNvPr id="26" name="Chart"/>
          <ns0:cNvGraphicFramePr/>
          <ns0:nvPr/>
        </ns0:nvGraphicFramePr>
        <ns0:xfrm>
          <a:off x="1095375" y="4848225"/>
          <a:ext cx="4953000" cy="228600"/>
        </ns0:xfrm>
        <a:graphic>
          <a:graphicData uri="http://schemas.openxmlformats.org/drawingml/2006/chart">
            <c:chart ns4:id="R212360737bf94867"/>
          </a:graphicData>
        </a:graphic>
      </ns0:graphicFrame>
      <ns0:sp>
        <ns0:nvSpPr>
          <ns0:cNvPr id="11" name="">
            <a:extLst>
              <a:ext uri="{FF2B5EF4-FFF2-40B4-BE49-F238E27FC236}">
                <ns2:creationId id="{CA2F25BE-EED8-44CC-90EB-D2A9C01B22DC}"/>
              </a:ext>
            </a:extLst>
          </ns0:cNvPr>
          <ns0:cNvSpPr>
            <a:spLocks noGrp="1"/>
          </ns0:cNvSpPr>
          <ns0:nvPr/>
        </ns0:nvSpPr>
        <ns0:spPr>
          <a:xfrm>
            <a:off x="6762750" y="1323975"/>
            <a:ext cx="4857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A4828DF-DDBB-407A-B1FD-206FD8D241E5}"/>
              </a:ext>
            </a:extLst>
          </ns0:cNvPr>
          <ns0:cNvSpPr>
            <a:spLocks noGrp="1"/>
          </ns0:cNvSpPr>
          <ns0:nvPr/>
        </ns0:nvSpPr>
        <ns0:spPr>
          <a:xfrm>
            <a:off x="6762750" y="1590675"/>
            <a:ext cx="4857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"/>
          <ns0:cNvGraphicFramePr/>
          <ns0:nvPr/>
        </ns0:nvGraphicFramePr>
        <ns0:xfrm>
          <a:off x="6762750" y="1657350"/>
          <a:ext cx="4857750" cy="3429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F146C243-ABCA-4834-B70D-24064705A9F7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4C8CE4CD-E5B7-4799-B810-F993C881A3E2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F5054284-6DC1-419D-9D93-CA913EA39B6B}"/>
              </a:ext>
            </a:extLst>
          </ns0:cNvPr>
          <ns0:cNvSpPr>
            <a:spLocks noGrp="1"/>
          </ns0:cNvSpPr>
          <ns0:nvPr/>
        </ns0:nvSpPr>
        <ns0:spPr>
          <a:xfrm>
            <a:off x="571500" y="585787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ns0:txBody>
      </ns0:sp>
    </ns0:spTree>
    <ns0:extLst>
      <ns0:ext uri="{BB962C8B-B14F-4D97-AF65-F5344CB8AC3E}">
        <ns5:creationId val="1602042231"/>
      </ns0:ext>
    </ns0:extLst>
  </ns0:cSld>
</ns0:sld>
</file>

<file path=ppt/slides/slide1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B79FF741-8E50-4419-9F81-A2FC47970F6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8AF6001-05F7-440F-90E5-36E9A4F715B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A08A6C9-3881-45A2-A7A1-1333EBE97E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982D93E-0907-4C04-8A3D-4B104379A2E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789E92C-18A1-4311-8EF1-7BA3DD0A47B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E6A0808-925A-4FBB-8802-76AEF4A5F97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254F401-2E1B-413B-85D2-B29DDBEFC68A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857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15F9B4D-F23A-4993-A35F-C2CB14AA26B3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857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57350"/>
          <a:ext cx="5857875" cy="3219450"/>
        </ns0:xfrm>
        <a:graphic>
          <a:graphicData uri="http://schemas.openxmlformats.org/drawingml/2006/chart">
            <c:chart ns4:id="R60783d1399114995"/>
          </a:graphicData>
        </a:graphic>
      </ns0:graphicFrame>
      <ns0:graphicFrame>
        <ns0:nvGraphicFramePr>
          <ns0:cNvPr id="26" name="Chart"/>
          <ns0:cNvGraphicFramePr/>
          <ns0:nvPr/>
        </ns0:nvGraphicFramePr>
        <ns0:xfrm>
          <a:off x="1762125" y="4848225"/>
          <a:ext cx="3619500" cy="228600"/>
        </ns0:xfrm>
        <a:graphic>
          <a:graphicData uri="http://schemas.openxmlformats.org/drawingml/2006/chart">
            <c:chart ns4:id="R9be443a7ac114726"/>
          </a:graphicData>
        </a:graphic>
      </ns0:graphicFrame>
      <ns0:sp>
        <ns0:nvSpPr>
          <ns0:cNvPr id="11" name="">
            <a:extLst>
              <a:ext uri="{FF2B5EF4-FFF2-40B4-BE49-F238E27FC236}">
                <ns2:creationId id="{F164E3F8-61B3-44AC-BA0E-6DC5B96F9C59}"/>
              </a:ext>
            </a:extLst>
          </ns0:cNvPr>
          <ns0:cNvSpPr>
            <a:spLocks noGrp="1"/>
          </ns0:cNvSpPr>
          <ns0:nvPr/>
        </ns0:nvSpPr>
        <ns0:spPr>
          <a:xfrm>
            <a:off x="6762750" y="1323975"/>
            <a:ext cx="4857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5E2E464-8160-4FDD-BD32-444067F5E5A5}"/>
              </a:ext>
            </a:extLst>
          </ns0:cNvPr>
          <ns0:cNvSpPr>
            <a:spLocks noGrp="1"/>
          </ns0:cNvSpPr>
          <ns0:nvPr/>
        </ns0:nvSpPr>
        <ns0:spPr>
          <a:xfrm>
            <a:off x="6762750" y="1590675"/>
            <a:ext cx="4857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"/>
          <ns0:cNvGraphicFramePr/>
          <ns0:nvPr/>
        </ns0:nvGraphicFramePr>
        <ns0:xfrm>
          <a:off x="6762750" y="1657350"/>
          <a:ext cx="4857750" cy="3429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E22465A7-AB6C-4B60-9552-5CEA5C0EAA0C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7C691FF4-B1F3-4464-8565-6507F8A6CD38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9C9617E-B7E3-4EAE-9E13-27EC9BE3C900}"/>
              </a:ext>
            </a:extLst>
          </ns0:cNvPr>
          <ns0:cNvSpPr>
            <a:spLocks noGrp="1"/>
          </ns0:cNvSpPr>
          <ns0:nvPr/>
        </ns0:nvSpPr>
        <ns0:spPr>
          <a:xfrm>
            <a:off x="571500" y="585787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ns0:txBody>
      </ns0:sp>
    </ns0:spTree>
    <ns0:extLst>
      <ns0:ext uri="{BB962C8B-B14F-4D97-AF65-F5344CB8AC3E}">
        <ns5:creationId val="448842571"/>
      </ns0:ext>
    </ns0:extLst>
  </ns0:cSld>
</ns0:sld>
</file>

<file path=ppt/slides/slide1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CEC51847-6B8C-4321-A024-C41702F12BB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E68698B-E652-4BAF-821C-18F7A02FEEF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8E4C01C-64D4-4A10-BBAF-E39DC67367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EA40A01-1A6C-4C7F-9C74-B2701058F8B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C86815-E27E-458A-B7F4-7FE47C53A61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829BEB5-D2F7-45F3-925D-34026ACAD21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C30D0BA-FB43-432B-9109-42B82B550710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86A4E69-40F9-4C12-9B5C-27472FC8F35A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742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638300"/>
          <a:ext cx="7429500" cy="3667125"/>
        </ns0:xfrm>
        <a:graphic>
          <a:graphicData uri="http://schemas.openxmlformats.org/drawingml/2006/chart">
            <c:chart ns4:id="R246a605467804c7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68D91E1-E926-41E3-8E66-DF210D3E21A8}"/>
              </a:ext>
            </a:extLst>
          </ns0:cNvPr>
          <ns0:cNvSpPr>
            <a:spLocks noGrp="1"/>
          </ns0:cNvSpPr>
          <ns0:nvPr/>
        </ns0:nvSpPr>
        <ns0:spPr>
          <a:xfrm>
            <a:off x="8239125" y="1304925"/>
            <a:ext cx="3381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A35243E-1194-48F3-8E1D-B8B60768672C}"/>
              </a:ext>
            </a:extLst>
          </ns0:cNvPr>
          <ns0:cNvSpPr>
            <a:spLocks noGrp="1"/>
          </ns0:cNvSpPr>
          <ns0:nvPr/>
        </ns0:nvSpPr>
        <ns0:spPr>
          <a:xfrm>
            <a:off x="8239125" y="1571625"/>
            <a:ext cx="3381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"/>
          <ns0:cNvGraphicFramePr/>
          <ns0:nvPr/>
        </ns0:nvGraphicFramePr>
        <ns0:xfrm>
          <a:off x="8239125" y="1638300"/>
          <a:ext cx="3381375" cy="3667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571500" y="5429250"/>
          <a:ext cx="11049000" cy="495300"/>
        </ns0:xfrm>
        <a:graphic>
          <a:graphicData uri="http://schemas.openxmlformats.org/drawingml/2006/chart">
            <c:chart ns4:id="Re43b2385445748a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B6C9886-A14D-456C-B476-6AB57E91C354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ns0:txBody>
      </ns0:sp>
    </ns0:spTree>
    <ns0:extLst>
      <ns0:ext uri="{BB962C8B-B14F-4D97-AF65-F5344CB8AC3E}">
        <ns5:creationId val="712529119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0CFCF4BC-B898-4EDD-9600-B5821A7634C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0817ED1-5C68-4549-90D0-F1CD2D42B92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3D58605-69B0-44E1-BF1B-77E2533D681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008E98B-9370-4C45-ADE3-9342FDEE149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F723752-D350-4260-B5A5-2132D3921E2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6062FC3-4065-4D08-9F1B-B0F6A9F471F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352550"/>
          <a:ext cx="11049000" cy="47625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8" name="">
            <a:extLst>
              <a:ext uri="{FF2B5EF4-FFF2-40B4-BE49-F238E27FC236}">
                <ns2:creationId id="{5DD4378D-1A2F-460B-87F4-5B45EFF85D2A}"/>
              </a:ext>
            </a:extLst>
          </ns0:cNvPr>
          <ns0:cNvSpPr>
            <a:spLocks noGrp="1"/>
          </ns0:cNvSpPr>
          <ns0:nvPr/>
        </ns0:nvSpPr>
        <ns0:spPr>
          <a:xfrm>
            <a:off x="571500" y="6153150"/>
            <a:ext cx="11049000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ns0:txBody>
      </ns0:sp>
    </ns0:spTree>
    <ns0:extLst>
      <ns0:ext uri="{BB962C8B-B14F-4D97-AF65-F5344CB8AC3E}">
        <ns3:creationId val="419272089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3BA84891-D01F-4E3D-B177-ABCC6D46737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57D7783-C359-4AC1-AE1E-DB288321FD0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71A2E38-D99C-4CD9-B0B9-86B8D4E81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6C2DDB5-D1DD-4D69-82F8-2B689EC7974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D0C1635-0B50-40C5-BAA2-DF9BBB5E244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2A63E85-0FEB-474D-856E-F34CD2EF690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F6FE099-B391-43DA-A46D-432275EDDB19}"/>
              </a:ext>
            </a:extLst>
          </ns0:cNvPr>
          <ns0:cNvSpPr>
            <a:spLocks noGrp="1"/>
          </ns0:cNvSpPr>
          <ns0:nvPr/>
        </ns0:nvSpPr>
        <ns0:spPr>
          <a:xfrm>
            <a:off x="571500" y="1352550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8E49279-A872-42B5-8D58-2B55722DE9A3}"/>
              </a:ext>
            </a:extLst>
          </ns0:cNvPr>
          <ns0:cNvSpPr>
            <a:spLocks noGrp="1"/>
          </ns0:cNvSpPr>
          <ns0:nvPr/>
        </ns0:nvSpPr>
        <ns0:spPr>
          <a:xfrm>
            <a:off x="571500" y="16192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"/>
          <ns0:cNvGraphicFramePr/>
          <ns0:nvPr/>
        </ns0:nvGraphicFramePr>
        <ns0:xfrm>
          <a:off x="571500" y="1714500"/>
          <a:ext cx="11049000" cy="30956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6BA00CD-A18C-498B-BEA1-26ABD53F096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E5013AE-9942-4660-B324-0B4FFB7EE562}"/>
              </a:ext>
            </a:extLst>
          </ns0:cNvPr>
          <ns0:cNvSpPr>
            <a:spLocks noGrp="1"/>
          </ns0:cNvSpPr>
          <ns0:nvPr/>
        </ns0:nvSpPr>
        <ns0:spPr>
          <a:xfrm>
            <a:off x="571500" y="521970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E4C6F68-8598-4B9E-9EE3-638E5B99486E}"/>
              </a:ext>
            </a:extLst>
          </ns0:cNvPr>
          <ns0:cNvSpPr>
            <a:spLocks noGrp="1"/>
          </ns0:cNvSpPr>
          <ns0:nvPr/>
        </ns0:nvSpPr>
        <ns0:spPr>
          <a:xfrm>
            <a:off x="571500" y="57340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ns0:txBody>
      </ns0:sp>
    </ns0:spTree>
    <ns0:extLst>
      <ns0:ext uri="{BB962C8B-B14F-4D97-AF65-F5344CB8AC3E}">
        <ns3:creationId val="2096679220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67FEA015-CFD1-473F-98F6-90742EBC0CA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85741AF-6470-47F6-9A5C-D308CD97305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D928659-0193-410E-B2C3-54D6358484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9F91725-A0DB-4E75-B8F1-E52AE1902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3558277-59F2-4030-8EC0-EE76DBB854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EC7D9D5-BB66-448F-A502-A6CA9C89CEE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573A81B-91BA-49D5-841A-BE4BC8621D3D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E627308-520A-4850-A164-7CDED042A10C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a43140ecbcf4aaf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BBB2C23-07A7-4CDD-A59D-FAE3B31916ED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30849DE4-7FD6-49AD-A392-0185E092A2AD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7778903-B42C-4343-B5B9-EB0283911A81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7a085e155186461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1945099-2833-4252-A58C-DCDFACE670A9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D7D1E3AF-0F9A-4750-BFE1-D72A8C14CE48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CC4BE8-37E9-4D66-8E49-BD73F3DC5168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a5c2299790034c68"/>
          </a:graphicData>
        </a:graphic>
      </ns0:graphicFrame>
    </ns0:spTree>
    <ns0:extLst>
      <ns0:ext uri="{BB962C8B-B14F-4D97-AF65-F5344CB8AC3E}">
        <ns5:creationId val="1770688794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2196D9CB-1DFC-4798-BF17-38777E59B1D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479F95C-7631-4E3B-B19F-5CBB6CA6300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621853A-AC24-4B22-9AAF-5D6C3AC7C06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081FFB3-570B-4490-AD74-93B3BD16B51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F58A9E3-F097-433F-9749-46032CC781A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706B6B6-5C17-4CF2-B983-5A0FE5D1BD5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981263301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93EC2D07-241E-40B6-AA33-A3A3E34E1EE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AA057F-EB7C-486C-80CC-E068C6E53B9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R$ 48,4 bi · 43,5%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534F4C0-3A8B-4837-8181-A1850DAD819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8B2B58E-A171-4B28-AA77-C3D53B0E397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FEE279E-90C1-4888-B240-1097D1EC4E1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D29B120-D904-48BC-ACBF-7363C3D378A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1836279269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2E7669F0-D109-47AE-A766-963AEA8EF47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38C753E-B6AE-4C4B-BE8C-3F90798FB03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R$ 122,2 bi · 56,8%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87519F1-2A38-49F8-A127-C463CB9FCA6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D8DC6C-1FF9-45D6-9F76-3875B23726D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5EB9EA4-80CF-46AB-9D44-54564A003D4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5F7C6A-18C4-4AE3-813B-B23F5AAC5C2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nominal; o regulamento define cedentes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PORTOFINO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353657372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316346D4-9AD7-4CC1-9D9A-F5AEDF9BDCF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4BD667-22D0-4B65-8A14-8D7BF92711F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R$ 136,2 bi · 42,6%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1CA3C42-EADD-453C-9B5C-7D896C82D69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307648-3E8A-43D8-895C-510AC2C6EA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08F49F9-DC2D-42BC-A0C4-20A13E07C74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639D06-7FE3-4955-AA61-DCB4EC4AE2D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20818465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4EA0C063-7040-4AA3-BDD6-A4D03BCFA29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2DE4448-39C6-4AC3-A6AF-D74DB80D038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R$ 52,3 bi · 29,9% do bucket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D400EDE-94FC-4C2E-B800-F98F6DC0166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0686850-F26C-40C4-87C1-1D076597BD3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A3252B-7DFC-441F-BDAE-FF10BF2EB8C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C09A19B-3A2E-4CE1-8E8F-904B150E4CD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graphicFrame>
        <ns0:nvGraphicFramePr>
          <ns0:cNvPr id="14" name=""/>
          <ns0:cNvGraphicFramePr/>
          <ns0:nvPr/>
        </ns0:nvGraphicFramePr>
        <ns0:xfrm>
          <a:off x="571500" y="1352550"/>
          <a:ext cx="11049000" cy="4857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N O 13.321.819/0001-00 – VIGENTE EM 20.08.2025. 12 BANCO DEPOSITARIO – E O BANCO BRADESCO S.A., CONFORME ABAIXO QUALIFICADO, RESPONSAVEL POR ADMINISTRAR AS CONTAS VINCULADAS DAS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NEBRASKA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29: CNPJ NO 49.306.883/0001-51 BTG PACTUAL SAC: 0800 772 28 27 - OUVIDORIA: 0800 722 00 48 - BTGPACTUAL.COM 23 (IV) RISCOS RELACIONADOS AOS SETORES DE ATUACAO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 VerdeCard Instituição de Pagamento S.A. e instituições financeiras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HIGH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VCM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378619646"/>
      </ns0:ext>
    </ns0:extLst>
  </ns0:cSld>
</ns0:sld>
</file>

<file path=ppt/slides/slide2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23915D19-5947-4457-AA76-A4923DA1C69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E889840-19D4-463E-9F5B-EE51FBBF1F2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C5831C5-9E3E-4FCA-A0EE-9B507775225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F2FA94-6505-4EA3-BBE1-8CB2A62E96E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31A76-589A-4E04-8E2C-FD32C7577D9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05D56E4-EDFC-4166-8977-75FF6BC339F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F5D7ABE-9229-4D69-8799-26872F512A07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F9C9D4DF-9FB2-4592-B87C-813D406985E4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FD92D08-C17E-4725-89A9-09A226FFF113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95381F38-79B4-4988-A05E-749BADD161AF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EDFF1D4-0521-4F91-9A5F-0F4238712397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939EECD2-7A32-430F-9ABA-A98DF36F7745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4FA6807-B619-4A6E-8617-CBA16A0005AC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5AC4B2AA-4644-4444-9795-5D21271ABFF4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5A548F5-D7EB-42C8-9FE3-20FD1C122672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D576DE1-85A9-4A32-A846-4681BBAAE79F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B7F5532-F9A0-44C3-97FA-EC583F60FC96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8FCBE6A0-369A-40A8-B5B3-7C84B7202D20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D03793C-3273-470C-9214-8E572B0F834F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FFB1B73-CB42-470E-A1AA-90AA54388503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70823EF4-20D1-4F3E-95B3-68C0D4D71E38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D96A17C-F338-47C8-9797-28E2AA5F54C9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E656DAF-4142-4261-B7AC-F4FAB9AA5E7C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B17BEC5-992A-4152-8A37-858E0B700968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5236C765-491A-41FE-879C-CF762A49CEDC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CD174741-BC5A-4293-B940-C15CF052B050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18C9F95C-5760-48B6-8252-6F1266E7538B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2E3868F-AA39-4434-B3F8-3321420AEFA3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443F117F-BC93-4E88-8810-7A18747CF04A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1F65912F-6454-4E6B-9E51-322BC78FF816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43103FB7-D35A-4BD7-891C-691956482AF3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5BC55830-A0FB-4C74-B8A3-F006895CE97B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361FDC5C-D84B-4159-A5AA-E6F1331DA354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7F3AE6A-73EF-4C74-B0DC-B115315820E8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E72454C4-CB38-46D1-845A-F455D71DC49E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D20C0880-B336-4E1B-84C3-9FACE6C7A41F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7FAF0245-9D4C-4B3F-A590-6B09DE5B6CE0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EE3A6E48-1C9F-4874-8861-DA42504B68DC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1F4BFD18-2E1C-4AB5-9DEF-505E8760509B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69098529-484E-4F8D-BEE4-D49EC42732C7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61B3F0D8-B3E0-49A8-83E3-E749C55CC676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9F8762C4-1F69-4E67-A306-CE38E3B62F48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65F70C88-1FBF-4B55-A69E-93BD1CF77AAF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2E79968C-AE4D-4D92-A212-8EA06F632829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9D171172-92C7-4E37-86A5-8E0E9D27CA78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08FE5B53-5920-4188-8C6F-CC78820067DE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07C17A07-00A8-4BF1-999D-8665E204027C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39194310-C71C-4520-81D8-8E5FAF76D8E6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ACEE0BDE-03BB-473C-B10C-F8819A66A868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B270026F-0882-4D8A-9333-3B5A10268A50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1575D531-C004-47D6-BA4F-040F1ABF8B1F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59415799-7BFD-4B30-AE14-249744B68391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8DF50C5A-F212-4FC7-ACAB-BB4F620F38CF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8F84CF4A-D02D-4D42-8562-C07604CC73F9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FBA1B766-B8DA-4F17-8799-40954C328AE7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74719B45-A9F0-4FF6-842D-0CAE14F20D23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CFD54A89-7756-4DD7-9B61-1B75457C6F09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CAE427BA-AB18-4721-9B6D-DD60C2194043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B4413645-BD82-49DE-B33C-DC088EDD2334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92242C51-B018-4565-AFD7-BC2A7151F474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A1F923BB-FAFD-4F1A-A83F-29DF98F859A2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D62F10AC-7CB1-4D5E-A2F4-A46F73D5C344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F20AAEF8-17C8-45C0-8C88-DE911AB8D8F0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7AA46AFE-F7E1-4B11-B9E9-4E2128BA6CFA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5AF7B01A-F9F0-4066-B4C8-9E6957161ACD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DD3AB57A-F518-4458-9EAC-152C74E5D2DE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C3DE8E82-1233-47E2-9B47-157C573AB67F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C631C064-7B2E-4C74-ABF0-64C369C82485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743B0A86-05BC-4914-BB34-9059B78C824B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C259CD4F-4EAA-43A8-AE06-A4DFAA3C6E7D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2327E042-47E4-464B-B709-5C1F6A41C4F7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B4E085F0-426F-4856-B8A2-B372339B7D51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6B4F7249-D1DD-425D-9C06-5F8A2320FA81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9195043A-F6A6-4242-8769-E60B670B9339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140D6BC8-90B5-46C8-8E73-03AE5FF6897F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3F5D8856-8059-47FB-9773-CEB34B12B91C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9EEE2C14-B03E-4439-AD1C-407C39AAAC21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167BCB89-8303-4AEA-B0EC-3523860E3BE9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897F4ABC-A9EA-4187-B11B-76ECAB5029CB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3725DA50-2584-4BC4-9CFE-A2CA9E1BB3C2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AEC6C3D6-E798-4C39-93F6-3F424B78124D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C62AFC09-08C8-4BEB-B5AA-116B3D9CE5FB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9EABA821-2D5B-46DF-91D7-EA0CC3CE938C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9E46FF0B-3CCE-42E7-9C37-5EA0FCD69BCA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4256B31D-6E32-43DD-A446-7330D6D53C51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C23397C8-B73D-4146-835D-1ACEF0CC1E2F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CA80976D-1C72-49AB-9A6D-D2362F8C4725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5FCD9641-B683-45E7-9D21-C3F1A09C4AD6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9C355459-AC4A-4946-A692-A8B76FAD8C67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35172263-6F96-4AD4-82AC-17F2C9392044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D8BC950C-53DE-4AEB-BAAB-B072E46D0005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8A0B80FB-17ED-4755-99EB-0FD1851264AE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AD77A359-6759-4BC8-95DC-230BB44F513F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53122586-7D5F-4B8C-8F7A-E27B61768B67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5DB52AA4-A079-4D2E-977A-E87515F3069A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EAE5B0E6-D88B-493C-B319-58A1DD7C2B5A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362A9694-387A-42E3-AD6C-5432D2FB0780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8E4AB775-BED1-4001-9CD7-4D58FD29D9E0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E32409D7-0329-48A2-A5C0-64A95AF769B8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7E6AA7F8-80A9-438E-8B14-0CDDB9873FD5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EA527044-7311-495F-AD07-905C48C2E367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20BB00B2-4F64-4895-B0EF-61E0FF8F1968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48C0DAE1-8517-4740-9843-87669EBA4184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46C6354B-D0E4-4A70-8D6C-FF57608A5A98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3029CBC4-D6DB-4240-8F3C-1EB7BBA062B2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EE394AF2-CE56-4C3F-961E-4DE61BFEE5BE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C58D6A78-BEF2-4E97-92DB-50E2FA950234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4B1B49F4-F6B2-489D-BF8C-69AFB95E7970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8F252B32-3235-4E64-B8C6-0572DDBFB4FA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ECE4B18F-55FD-4DC6-93AA-578EF115CF5B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D14E9FBB-301E-45C2-9002-6E42EF73BEFE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85EC2CB9-0CE9-482A-974C-33067ACAABF4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B4B8B195-22EB-4BE6-8F61-F1790BE04995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E50BDF59-1C29-464E-8FD9-35643FC03E83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2D21A67C-F7E7-4F41-9D77-F04E44E9ECF9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102D4BBE-992E-475C-8522-454AB7AC28B9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B0079607-4F76-4C69-B26E-4D5B8BC38F73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F39AC3AB-2EAC-4B76-B0B5-C7AF0A9D9C64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2FB924FF-D08B-4E6C-B81F-B1DD738FA681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D612B3B3-D4EF-428B-B383-7C8660006FBF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F81DFC18-83D5-40CE-B7F2-513FA8A32BEB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A4296226-7766-4899-A498-9E214B33F5EE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4FC30095-B6B8-4B96-A180-FED06DA94E4F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C6C1D6B5-A46F-4F07-A7F2-448D7517A95E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4207EFD8-768E-448A-B7E3-E0EC72950AE9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FB54181E-2FC4-4931-B5D3-1EDE1ABB811A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CF385180-C47F-4D8C-AADB-4B2FCD73E559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3474F9A1-6ECA-4C6F-B022-A66E7149479F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B4C43115-22C4-4F12-8040-3EC43DC1133F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21612491-0738-472E-A185-BD803E1C90BC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1D7A18DD-6628-4A51-BA4C-BC434BA6389B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5AE5C7C8-C064-4B38-BE1E-3AA11FC56919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057CEF7A-407C-4DB6-BB62-58B3AA96F2F1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76399AD6-77C7-41C5-8946-37BDB3F76C4E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903935F7-81B9-49B6-A099-F8B941D637AE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2877BB8E-4C6D-4BC4-9E51-DAAE21B6A70B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0E2C69A1-B0EB-4A30-A83D-0E0BEA9FD130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84510C41-56A8-41E6-A9EA-5888FB758480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C3F83BF3-CE17-4D76-A5EB-C83B9707F57F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0E55DE81-E04C-442A-A143-0F595488E8D9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919805FA-1A36-405E-A84C-0769C45F14C5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35CC403A-49C8-4193-A05C-B879BF7CD9A2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948CD34D-3904-4CC4-8989-FA70DD6EFC46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33EA62F0-3AC5-4B43-A0DE-24EA1955B1D5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F8C15D04-917A-40F9-B18B-0C429F894089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4FD9077A-C005-4498-8C33-3A505B8671C4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DECF016C-BAB5-4FEA-8EB9-DC85B34733EB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2E96B7F2-D973-49B0-B91E-C91D1C053E3A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3A24BEE0-6CEF-4ED0-9519-B15D5C8B98DE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CB0363CC-593B-448B-8D32-3B0B57D3FC62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C12F342D-76BB-4A9A-8277-52DE6AC13354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6E740977-13A5-4874-B9DC-BB6E76A2EB6D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17D8163E-61E0-4E9F-90CF-2FF353E3ADD0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C2FB8F5C-3220-4ED8-81C4-4F1FB3A80D5A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2DB18B10-EBAC-46D1-95C1-9A79257A0512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C29B0014-865B-484C-ADEA-C4A2A903380E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A98BB087-DDA1-4FDF-AA96-7AB38CAD0629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ED30F2CA-60D8-408A-AFEB-18F349FF71B8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FE2FEE5B-882C-4EE3-892A-7550FAE295ED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BA67B589-63F2-4CC9-9AC0-306781AA8C7F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07FC10F2-4247-4BF9-A4EE-DDA504182664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8CB45CB3-6806-40FD-8ED7-473DD2768FA4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DB4D28DD-EB48-4F31-B384-180DAA69126B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FAC321D7-D094-4F59-9C8A-EB89E798ECD7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98CD7C8E-5843-4C29-8F7B-3F89DC0D93C3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36167085-9FE3-4829-90A5-7635780AC538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4F1E9D35-3763-4A92-8CEA-C30D98BFC15F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9BC103EC-A76E-46CE-BF5C-D0F12DCF933B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2D2B913A-08F0-4592-AE37-532B9FEC0EA7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1E783D1A-119C-4050-85B5-22AB690FAEE8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DE0BBE34-9FED-4A84-AE9E-A4FF981FDDDC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123258E6-4EB1-434F-9286-7C70FA43EC29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46FF7B51-6C1B-4187-A6E7-865E1D89A9E0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E94668E2-DA50-4AF2-AEF4-BAD3329C2BBF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671EAB3A-EF85-41CE-81A3-695A5CAE431A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6B8C3F34-643E-4FB3-B1D4-EE1A6045A64F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A26DA943-5D48-4581-BF9E-BDE2F0BED53E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9542500E-33AC-4746-9149-F3269EF1649E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F565F7C6-3535-4DDA-B8A0-C4F3BA0A35E6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F300920E-FC72-4D53-83FB-993A5C5972D7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350B2497-4115-4C4E-A304-DB3A7B55CB2A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A40B0BB5-16D6-4840-A792-C85536EAACE6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F5CAF6F7-D387-4D6B-B2AA-B28CE840E776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1D32257A-7481-4CE4-83B4-332E40FABBBE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168271B2-955C-4817-9D31-549754EC4083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EB709361-63F0-4BE9-A2BF-671FE0628070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C2689148-CD15-4304-8DD2-F857F6C0C7D7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B74D0BA8-2FD2-48F5-A58B-DE88DC26E848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4F0EAE92-FCCF-404B-9235-E3AEA330ACB1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BC450F4D-C4CB-4DAB-B3FD-8048010D66E4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47358082-91C0-4582-9E1C-372842144F0F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ABC53138-40BD-45F1-AFF3-EB89A39D7D0A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6A616373-1359-42C1-A251-ABDBDC2417D7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955541924"/>
      </ns0:ext>
    </ns0:extLst>
  </ns0:cSld>
</ns0:sld>
</file>

<file path=ppt/slides/slide2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8" name="">
            <a:extLst>
              <a:ext uri="{FF2B5EF4-FFF2-40B4-BE49-F238E27FC236}">
                <ns2:creationId id="{DE44206C-6AC6-49D7-8B2B-401D221F62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CARTEIRA 1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A01F970-6F5E-4141-8BE5-FFF5978619B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044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101 CNPJs transcritos · 68 com subordinação atual comparável · detalhe individual no workbook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73250F9-2C5C-4D9E-8EDF-61B44CA531C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22B7F2-E135-4AEF-97C5-98AC55F337C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FABEE8-5D29-4745-A79F-38047303093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FundosNet/B3 para documentos e emissões. Ausência permanece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C6797F5-4E28-4700-8A88-9B935A4898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75D876C-4F07-4778-95B3-32A4DB32144D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101 FUNDOS · CAIXAS INDIVIDUAIS ORDENADAS POR TIPO E PL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2520721-B1D4-43ED-A4D5-A335D3A17C01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A81BE1B4-1835-4F20-B553-616798161D1D}"/>
              </a:ext>
            </a:extLst>
          </ns0:cNvPr>
          <ns0:cNvSpPr>
            <a:spLocks noGrp="1"/>
          </ns0:cNvSpPr>
          <ns0:nvPr/>
        </ns0:nvSpPr>
        <ns0:spPr>
          <a:xfrm>
            <a:off x="70485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CE7F37ED-09BF-431C-8246-4DA4E444BE10}"/>
              </a:ext>
            </a:extLst>
          </ns0:cNvPr>
          <ns0:cNvSpPr>
            <a:spLocks noGrp="1"/>
          </ns0:cNvSpPr>
          <ns0:nvPr/>
        </ns0:nvSpPr>
        <ns0:spPr>
          <a:xfrm>
            <a:off x="1352550" y="1304925"/>
            <a:ext cx="95250" cy="95250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9E2DF13E-C424-4966-B9BB-A4AC6C816338}"/>
              </a:ext>
            </a:extLst>
          </ns0:cNvPr>
          <ns0:cNvSpPr>
            <a:spLocks noGrp="1"/>
          </ns0:cNvSpPr>
          <ns0:nvPr/>
        </ns0:nvSpPr>
        <ns0:spPr>
          <a:xfrm>
            <a:off x="1485900" y="1276350"/>
            <a:ext cx="78867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 / revenda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41861A4-CEC1-4E66-A1D1-0CD9EE96AA31}"/>
              </a:ext>
            </a:extLst>
          </ns0:cNvPr>
          <ns0:cNvSpPr>
            <a:spLocks noGrp="1"/>
          </ns0:cNvSpPr>
          <ns0:nvPr/>
        </ns0:nvSpPr>
        <ns0:spPr>
          <a:xfrm>
            <a:off x="2274570" y="1304925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F96706D-B453-437B-AD14-C56FD54B7C53}"/>
              </a:ext>
            </a:extLst>
          </ns0:cNvPr>
          <ns0:cNvSpPr>
            <a:spLocks noGrp="1"/>
          </ns0:cNvSpPr>
          <ns0:nvPr/>
        </ns0:nvSpPr>
        <ns0:spPr>
          <a:xfrm>
            <a:off x="240792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D89522E-1480-4F1E-91D6-F5BFD1D29B06}"/>
              </a:ext>
            </a:extLst>
          </ns0:cNvPr>
          <ns0:cNvSpPr>
            <a:spLocks noGrp="1"/>
          </ns0:cNvSpPr>
          <ns0:nvPr/>
        </ns0:nvSpPr>
        <ns0:spPr>
          <a:xfrm>
            <a:off x="3246120" y="1304925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66AA07A2-805D-4B8A-82CD-B2226FB78DE4}"/>
              </a:ext>
            </a:extLst>
          </ns0:cNvPr>
          <ns0:cNvSpPr>
            <a:spLocks noGrp="1"/>
          </ns0:cNvSpPr>
          <ns0:nvPr/>
        </ns0:nvSpPr>
        <ns0:spPr>
          <a:xfrm>
            <a:off x="3379470" y="1276350"/>
            <a:ext cx="8382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7932ED9-D2DE-45B2-946F-FFFB655949DA}"/>
              </a:ext>
            </a:extLst>
          </ns0:cNvPr>
          <ns0:cNvSpPr>
            <a:spLocks noGrp="1"/>
          </ns0:cNvSpPr>
          <ns0:nvPr/>
        </ns0:nvSpPr>
        <ns0:spPr>
          <a:xfrm>
            <a:off x="4217670" y="1304925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0C0BE6E4-FED3-4B38-B5F5-E06958DC2920}"/>
              </a:ext>
            </a:extLst>
          </ns0:cNvPr>
          <ns0:cNvSpPr>
            <a:spLocks noGrp="1"/>
          </ns0:cNvSpPr>
          <ns0:nvPr/>
        </ns0:nvSpPr>
        <ns0:spPr>
          <a:xfrm>
            <a:off x="43510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5F69643-11B8-4E78-8808-753580CA27A3}"/>
              </a:ext>
            </a:extLst>
          </ns0:cNvPr>
          <ns0:cNvSpPr>
            <a:spLocks noGrp="1"/>
          </ns0:cNvSpPr>
          <ns0:nvPr/>
        </ns0:nvSpPr>
        <ns0:spPr>
          <a:xfrm>
            <a:off x="4998720" y="1304925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B44B3ED-9A50-4677-B225-7CD5D038832E}"/>
              </a:ext>
            </a:extLst>
          </ns0:cNvPr>
          <ns0:cNvSpPr>
            <a:spLocks noGrp="1"/>
          </ns0:cNvSpPr>
          <ns0:nvPr/>
        </ns0:nvSpPr>
        <ns0:spPr>
          <a:xfrm>
            <a:off x="51320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8AC8E33-1D39-4A9C-8078-C7F086DC9EBC}"/>
              </a:ext>
            </a:extLst>
          </ns0:cNvPr>
          <ns0:cNvSpPr>
            <a:spLocks noGrp="1"/>
          </ns0:cNvSpPr>
          <ns0:nvPr/>
        </ns0:nvSpPr>
        <ns0:spPr>
          <a:xfrm>
            <a:off x="5779770" y="1304925"/>
            <a:ext cx="95250" cy="95250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16FEDD5B-2927-4989-B259-F07F824FD015}"/>
              </a:ext>
            </a:extLst>
          </ns0:cNvPr>
          <ns0:cNvSpPr>
            <a:spLocks noGrp="1"/>
          </ns0:cNvSpPr>
          <ns0:nvPr/>
        </ns0:nvSpPr>
        <ns0:spPr>
          <a:xfrm>
            <a:off x="591312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BC60C39-42B0-4FB5-830F-89B16328A987}"/>
              </a:ext>
            </a:extLst>
          </ns0:cNvPr>
          <ns0:cNvSpPr>
            <a:spLocks noGrp="1"/>
          </ns0:cNvSpPr>
          <ns0:nvPr/>
        </ns0:nvSpPr>
        <ns0:spPr>
          <a:xfrm>
            <a:off x="6560820" y="1304925"/>
            <a:ext cx="95250" cy="95250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6DD56E72-97C2-4566-AADC-1AD772C4A09C}"/>
              </a:ext>
            </a:extLst>
          </ns0:cNvPr>
          <ns0:cNvSpPr>
            <a:spLocks noGrp="1"/>
          </ns0:cNvSpPr>
          <ns0:nvPr/>
        </ns0:nvSpPr>
        <ns0:spPr>
          <a:xfrm>
            <a:off x="6694170" y="1276350"/>
            <a:ext cx="6477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02FEAB7-20B7-4F51-9607-900F811842D2}"/>
              </a:ext>
            </a:extLst>
          </ns0:cNvPr>
          <ns0:cNvSpPr>
            <a:spLocks noGrp="1"/>
          </ns0:cNvSpPr>
          <ns0:nvPr/>
        </ns0:nvSpPr>
        <ns0:spPr>
          <a:xfrm>
            <a:off x="57150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8A88DFD2-1FD3-42AE-876C-63A7F279C218}"/>
              </a:ext>
            </a:extLst>
          </ns0:cNvPr>
          <ns0:cNvSpPr>
            <a:spLocks noGrp="1"/>
          </ns0:cNvSpPr>
          <ns0:nvPr/>
        </ns0:nvSpPr>
        <ns0:spPr>
          <a:xfrm>
            <a:off x="61912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F484A0F-A42A-46F6-813F-642EACE79285}"/>
              </a:ext>
            </a:extLst>
          </ns0:cNvPr>
          <ns0:cNvSpPr>
            <a:spLocks noGrp="1"/>
          </ns0:cNvSpPr>
          <ns0:nvPr/>
        </ns0:nvSpPr>
        <ns0:spPr>
          <a:xfrm>
            <a:off x="61912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040665B-478A-42E1-9389-936B15CA02C9}"/>
              </a:ext>
            </a:extLst>
          </ns0:cNvPr>
          <ns0:cNvSpPr>
            <a:spLocks noGrp="1"/>
          </ns0:cNvSpPr>
          <ns0:nvPr/>
        </ns0:nvSpPr>
        <ns0:spPr>
          <a:xfrm>
            <a:off x="195738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CA1190FD-6F05-470B-AE0B-5AD9632579B1}"/>
              </a:ext>
            </a:extLst>
          </ns0:cNvPr>
          <ns0:cNvSpPr>
            <a:spLocks noGrp="1"/>
          </ns0:cNvSpPr>
          <ns0:nvPr/>
        </ns0:nvSpPr>
        <ns0:spPr>
          <a:xfrm>
            <a:off x="200501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FIDC SEGMENTO MEIOS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8F20B9C8-3258-4905-9474-194147939933}"/>
              </a:ext>
            </a:extLst>
          </ns0:cNvPr>
          <ns0:cNvSpPr>
            <a:spLocks noGrp="1"/>
          </ns0:cNvSpPr>
          <ns0:nvPr/>
        </ns0:nvSpPr>
        <ns0:spPr>
          <a:xfrm>
            <a:off x="200501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93906B11-3842-4FF4-9869-92E7B14594AF}"/>
              </a:ext>
            </a:extLst>
          </ns0:cNvPr>
          <ns0:cNvSpPr>
            <a:spLocks noGrp="1"/>
          </ns0:cNvSpPr>
          <ns0:nvPr/>
        </ns0:nvSpPr>
        <ns0:spPr>
          <a:xfrm>
            <a:off x="334327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C7317208-E6D0-4FCB-85C1-7E30F0756EB4}"/>
              </a:ext>
            </a:extLst>
          </ns0:cNvPr>
          <ns0:cNvSpPr>
            <a:spLocks noGrp="1"/>
          </ns0:cNvSpPr>
          <ns0:nvPr/>
        </ns0:nvSpPr>
        <ns0:spPr>
          <a:xfrm>
            <a:off x="339090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HOTFUND SEGMENTO MEIOS DE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50FA95A6-5FAC-4E0A-B150-13C3097B5BF8}"/>
              </a:ext>
            </a:extLst>
          </ns0:cNvPr>
          <ns0:cNvSpPr>
            <a:spLocks noGrp="1"/>
          </ns0:cNvSpPr>
          <ns0:nvPr/>
        </ns0:nvSpPr>
        <ns0:spPr>
          <a:xfrm>
            <a:off x="339090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R$ 1,7 bi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70F25D4C-F5F5-4D81-ACBC-E88E7D037E52}"/>
              </a:ext>
            </a:extLst>
          </ns0:cNvPr>
          <ns0:cNvSpPr>
            <a:spLocks noGrp="1"/>
          </ns0:cNvSpPr>
          <ns0:nvPr/>
        </ns0:nvSpPr>
        <ns0:spPr>
          <a:xfrm>
            <a:off x="4729163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BA85003B-1AB8-41C8-B2D3-DF6E23FADA7B}"/>
              </a:ext>
            </a:extLst>
          </ns0:cNvPr>
          <ns0:cNvSpPr>
            <a:spLocks noGrp="1"/>
          </ns0:cNvSpPr>
          <ns0:nvPr/>
        </ns0:nvSpPr>
        <ns0:spPr>
          <a:xfrm>
            <a:off x="477678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 SEGMENTO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041B1391-E1FC-49EF-A8FA-1C0BE9831068}"/>
              </a:ext>
            </a:extLst>
          </ns0:cNvPr>
          <ns0:cNvSpPr>
            <a:spLocks noGrp="1"/>
          </ns0:cNvSpPr>
          <ns0:nvPr/>
        </ns0:nvSpPr>
        <ns0:spPr>
          <a:xfrm>
            <a:off x="477678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R$ 308,2 mi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3DA9AF7A-BA8C-450E-A874-F0BD8766E6C2}"/>
              </a:ext>
            </a:extLst>
          </ns0:cNvPr>
          <ns0:cNvSpPr>
            <a:spLocks noGrp="1"/>
          </ns0:cNvSpPr>
          <ns0:nvPr/>
        </ns0:nvSpPr>
        <ns0:spPr>
          <a:xfrm>
            <a:off x="6115050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76573638-9D83-41D0-B639-BF9C7656EF2E}"/>
              </a:ext>
            </a:extLst>
          </ns0:cNvPr>
          <ns0:cNvSpPr>
            <a:spLocks noGrp="1"/>
          </ns0:cNvSpPr>
          <ns0:nvPr/>
        </ns0:nvSpPr>
        <ns0:spPr>
          <a:xfrm>
            <a:off x="6162675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AKIRA II FIDC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EC86A2AB-2599-42F2-BC90-AE11EF1DD786}"/>
              </a:ext>
            </a:extLst>
          </ns0:cNvPr>
          <ns0:cNvSpPr>
            <a:spLocks noGrp="1"/>
          </ns0:cNvSpPr>
          <ns0:nvPr/>
        </ns0:nvSpPr>
        <ns0:spPr>
          <a:xfrm>
            <a:off x="6162675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A0EC6B98-AA1B-4E2A-B82F-C6B7FD8AF624}"/>
              </a:ext>
            </a:extLst>
          </ns0:cNvPr>
          <ns0:cNvSpPr>
            <a:spLocks noGrp="1"/>
          </ns0:cNvSpPr>
          <ns0:nvPr/>
        </ns0:nvSpPr>
        <ns0:spPr>
          <a:xfrm>
            <a:off x="7500938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F8E5F902-B97E-4AB6-AC55-3EA6A6C31113}"/>
              </a:ext>
            </a:extLst>
          </ns0:cNvPr>
          <ns0:cNvSpPr>
            <a:spLocks noGrp="1"/>
          </ns0:cNvSpPr>
          <ns0:nvPr/>
        </ns0:nvSpPr>
        <ns0:spPr>
          <a:xfrm>
            <a:off x="7548563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4AB5E31A-7942-4E4F-84A4-8B57ABBEBD28}"/>
              </a:ext>
            </a:extLst>
          </ns0:cNvPr>
          <ns0:cNvSpPr>
            <a:spLocks noGrp="1"/>
          </ns0:cNvSpPr>
          <ns0:nvPr/>
        </ns0:nvSpPr>
        <ns0:spPr>
          <a:xfrm>
            <a:off x="7548563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5CFC6C92-8C60-4AFF-AA31-06B7DBF4A6E1}"/>
              </a:ext>
            </a:extLst>
          </ns0:cNvPr>
          <ns0:cNvSpPr>
            <a:spLocks noGrp="1"/>
          </ns0:cNvSpPr>
          <ns0:nvPr/>
        </ns0:nvSpPr>
        <ns0:spPr>
          <a:xfrm>
            <a:off x="8886825" y="1504950"/>
            <a:ext cx="1347788" cy="3333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33796473-5D70-45BD-BA8A-9681393C32C9}"/>
              </a:ext>
            </a:extLst>
          </ns0:cNvPr>
          <ns0:cNvSpPr>
            <a:spLocks noGrp="1"/>
          </ns0:cNvSpPr>
          <ns0:nvPr/>
        </ns0:nvSpPr>
        <ns0:spPr>
          <a:xfrm>
            <a:off x="8934450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KICK ASS II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CE827504-E617-4B76-86FE-51D694361A20}"/>
              </a:ext>
            </a:extLst>
          </ns0:cNvPr>
          <ns0:cNvSpPr>
            <a:spLocks noGrp="1"/>
          </ns0:cNvSpPr>
          <ns0:nvPr/>
        </ns0:nvSpPr>
        <ns0:spPr>
          <a:xfrm>
            <a:off x="8934450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D91380B0-AD89-40B6-8425-DBA8968C0976}"/>
              </a:ext>
            </a:extLst>
          </ns0:cNvPr>
          <ns0:cNvSpPr>
            <a:spLocks noGrp="1"/>
          </ns0:cNvSpPr>
          <ns0:nvPr/>
        </ns0:nvSpPr>
        <ns0:spPr>
          <a:xfrm>
            <a:off x="10272713" y="15049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7094F836-A84D-4EA7-B02F-2FF9719167B8}"/>
              </a:ext>
            </a:extLst>
          </ns0:cNvPr>
          <ns0:cNvSpPr>
            <a:spLocks noGrp="1"/>
          </ns0:cNvSpPr>
          <ns0:nvPr/>
        </ns0:nvSpPr>
        <ns0:spPr>
          <a:xfrm>
            <a:off x="10320338" y="15335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GAZIN MULTISSEGMENTOS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562F433E-5EA5-4C6F-9C6A-24CB3B0BF587}"/>
              </a:ext>
            </a:extLst>
          </ns0:cNvPr>
          <ns0:cNvSpPr>
            <a:spLocks noGrp="1"/>
          </ns0:cNvSpPr>
          <ns0:nvPr/>
        </ns0:nvSpPr>
        <ns0:spPr>
          <a:xfrm>
            <a:off x="10320338" y="17049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R$ 2,5 bi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AD6B3BF1-6EF9-4DFC-9DED-73D2ABF2BC59}"/>
              </a:ext>
            </a:extLst>
          </ns0:cNvPr>
          <ns0:cNvSpPr>
            <a:spLocks noGrp="1"/>
          </ns0:cNvSpPr>
          <ns0:nvPr/>
        </ns0:nvSpPr>
        <ns0:spPr>
          <a:xfrm>
            <a:off x="57150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D0033016-D0AC-42CE-974C-91E8B3F1DB81}"/>
              </a:ext>
            </a:extLst>
          </ns0:cNvPr>
          <ns0:cNvSpPr>
            <a:spLocks noGrp="1"/>
          </ns0:cNvSpPr>
          <ns0:nvPr/>
        </ns0:nvSpPr>
        <ns0:spPr>
          <a:xfrm>
            <a:off x="61912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ENDURANCE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0C5263CC-2878-4C49-8DB1-EBF182F95589}"/>
              </a:ext>
            </a:extLst>
          </ns0:cNvPr>
          <ns0:cNvSpPr>
            <a:spLocks noGrp="1"/>
          </ns0:cNvSpPr>
          <ns0:nvPr/>
        </ns0:nvSpPr>
        <ns0:spPr>
          <a:xfrm>
            <a:off x="61912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R$ 2,0 bi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C7178CC7-7178-4496-BC80-CCB482661AB2}"/>
              </a:ext>
            </a:extLst>
          </ns0:cNvPr>
          <ns0:cNvSpPr>
            <a:spLocks noGrp="1"/>
          </ns0:cNvSpPr>
          <ns0:nvPr/>
        </ns0:nvSpPr>
        <ns0:spPr>
          <a:xfrm>
            <a:off x="195738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23D0D580-A963-406C-9447-50C85E0C38DF}"/>
              </a:ext>
            </a:extLst>
          </ns0:cNvPr>
          <ns0:cNvSpPr>
            <a:spLocks noGrp="1"/>
          </ns0:cNvSpPr>
          <ns0:nvPr/>
        </ns0:nvSpPr>
        <ns0:spPr>
          <a:xfrm>
            <a:off x="200501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COBUCCIO DE RESPONS LIMITADA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497C919A-87B7-4177-8D99-96CC517D324E}"/>
              </a:ext>
            </a:extLst>
          </ns0:cNvPr>
          <ns0:cNvSpPr>
            <a:spLocks noGrp="1"/>
          </ns0:cNvSpPr>
          <ns0:nvPr/>
        </ns0:nvSpPr>
        <ns0:spPr>
          <a:xfrm>
            <a:off x="200501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R$ 1,8 bi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5F7C8262-CBFD-4798-A318-A6E7B432A61C}"/>
              </a:ext>
            </a:extLst>
          </ns0:cNvPr>
          <ns0:cNvSpPr>
            <a:spLocks noGrp="1"/>
          </ns0:cNvSpPr>
          <ns0:nvPr/>
        </ns0:nvSpPr>
        <ns0:spPr>
          <a:xfrm>
            <a:off x="334327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7A4EC6E3-6611-4999-8C49-F3A4242B7785}"/>
              </a:ext>
            </a:extLst>
          </ns0:cNvPr>
          <ns0:cNvSpPr>
            <a:spLocks noGrp="1"/>
          </ns0:cNvSpPr>
          <ns0:nvPr/>
        </ns0:nvSpPr>
        <ns0:spPr>
          <a:xfrm>
            <a:off x="339090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LF III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E5898B54-319D-4EA8-A9B2-E6490C645E10}"/>
              </a:ext>
            </a:extLst>
          </ns0:cNvPr>
          <ns0:cNvSpPr>
            <a:spLocks noGrp="1"/>
          </ns0:cNvSpPr>
          <ns0:nvPr/>
        </ns0:nvSpPr>
        <ns0:spPr>
          <a:xfrm>
            <a:off x="339090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R$ 1,4 bi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DF35EC05-47FB-4526-8E3E-0B819A36CDC1}"/>
              </a:ext>
            </a:extLst>
          </ns0:cNvPr>
          <ns0:cNvSpPr>
            <a:spLocks noGrp="1"/>
          </ns0:cNvSpPr>
          <ns0:nvPr/>
        </ns0:nvSpPr>
        <ns0:spPr>
          <a:xfrm>
            <a:off x="472916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58" name="">
            <a:extLst>
              <a:ext uri="{FF2B5EF4-FFF2-40B4-BE49-F238E27FC236}">
                <ns2:creationId id="{2E995674-D504-4BAA-8F13-A321A198F15D}"/>
              </a:ext>
            </a:extLst>
          </ns0:cNvPr>
          <ns0:cNvSpPr>
            <a:spLocks noGrp="1"/>
          </ns0:cNvSpPr>
          <ns0:nvPr/>
        </ns0:nvSpPr>
        <ns0:spPr>
          <a:xfrm>
            <a:off x="477678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INVESTCRED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9134DC06-5BF2-46C9-8185-ECD1B152F416}"/>
              </a:ext>
            </a:extLst>
          </ns0:cNvPr>
          <ns0:cNvSpPr>
            <a:spLocks noGrp="1"/>
          </ns0:cNvSpPr>
          <ns0:nvPr/>
        </ns0:nvSpPr>
        <ns0:spPr>
          <a:xfrm>
            <a:off x="477678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06D445C7-66DD-4594-BA9F-9C0F51995489}"/>
              </a:ext>
            </a:extLst>
          </ns0:cNvPr>
          <ns0:cNvSpPr>
            <a:spLocks noGrp="1"/>
          </ns0:cNvSpPr>
          <ns0:nvPr/>
        </ns0:nvSpPr>
        <ns0:spPr>
          <a:xfrm>
            <a:off x="6115050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9F5096D0-BF4D-48EB-A04E-69668883E331}"/>
              </a:ext>
            </a:extLst>
          </ns0:cNvPr>
          <ns0:cNvSpPr>
            <a:spLocks noGrp="1"/>
          </ns0:cNvSpPr>
          <ns0:nvPr/>
        </ns0:nvSpPr>
        <ns0:spPr>
          <a:xfrm>
            <a:off x="6162675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VOLKSWAGEN TERA RECEBÍVEIS</a:t>
            </a:r>
          </a:p>
        </ns0:txBody>
      </ns0:sp>
      <ns0:sp>
        <ns0:nvSpPr>
          <ns0:cNvPr id="62" name="">
            <a:extLst>
              <a:ext uri="{FF2B5EF4-FFF2-40B4-BE49-F238E27FC236}">
                <ns2:creationId id="{B8F8A326-1236-4599-B266-A35DA7933BC6}"/>
              </a:ext>
            </a:extLst>
          </ns0:cNvPr>
          <ns0:cNvSpPr>
            <a:spLocks noGrp="1"/>
          </ns0:cNvSpPr>
          <ns0:nvPr/>
        </ns0:nvSpPr>
        <ns0:spPr>
          <a:xfrm>
            <a:off x="6162675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04D09BB3-FAA1-4D55-813A-C94BA54EDE11}"/>
              </a:ext>
            </a:extLst>
          </ns0:cNvPr>
          <ns0:cNvSpPr>
            <a:spLocks noGrp="1"/>
          </ns0:cNvSpPr>
          <ns0:nvPr/>
        </ns0:nvSpPr>
        <ns0:spPr>
          <a:xfrm>
            <a:off x="7500938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4" name="">
            <a:extLst>
              <a:ext uri="{FF2B5EF4-FFF2-40B4-BE49-F238E27FC236}">
                <ns2:creationId id="{238E6243-1029-43C1-AEA3-F6A9275031A7}"/>
              </a:ext>
            </a:extLst>
          </ns0:cNvPr>
          <ns0:cNvSpPr>
            <a:spLocks noGrp="1"/>
          </ns0:cNvSpPr>
          <ns0:nvPr/>
        </ns0:nvSpPr>
        <ns0:spPr>
          <a:xfrm>
            <a:off x="7548563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TRADEPAY VAREJO I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93C56D2F-7D7A-47E0-91B9-601E620C1B00}"/>
              </a:ext>
            </a:extLst>
          </ns0:cNvPr>
          <ns0:cNvSpPr>
            <a:spLocks noGrp="1"/>
          </ns0:cNvSpPr>
          <ns0:nvPr/>
        </ns0:nvSpPr>
        <ns0:spPr>
          <a:xfrm>
            <a:off x="7548563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R$ 702,1 mi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6108E04F-6491-402A-A567-3BDA35DF3B61}"/>
              </a:ext>
            </a:extLst>
          </ns0:cNvPr>
          <ns0:cNvSpPr>
            <a:spLocks noGrp="1"/>
          </ns0:cNvSpPr>
          <ns0:nvPr/>
        </ns0:nvSpPr>
        <ns0:spPr>
          <a:xfrm>
            <a:off x="8886825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4338C433-B9A7-495D-9971-05EBB6AEE0C7}"/>
              </a:ext>
            </a:extLst>
          </ns0:cNvPr>
          <ns0:cNvSpPr>
            <a:spLocks noGrp="1"/>
          </ns0:cNvSpPr>
          <ns0:nvPr/>
        </ns0:nvSpPr>
        <ns0:spPr>
          <a:xfrm>
            <a:off x="8934450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AGRO CAPITAL FINANCE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A0BABEF8-4046-4787-B8E1-A39B4946E0F9}"/>
              </a:ext>
            </a:extLst>
          </ns0:cNvPr>
          <ns0:cNvSpPr>
            <a:spLocks noGrp="1"/>
          </ns0:cNvSpPr>
          <ns0:nvPr/>
        </ns0:nvSpPr>
        <ns0:spPr>
          <a:xfrm>
            <a:off x="8934450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R$ 522,1 mi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B4D75442-0BBE-4CCD-86B6-2974E2BF5482}"/>
              </a:ext>
            </a:extLst>
          </ns0:cNvPr>
          <ns0:cNvSpPr>
            <a:spLocks noGrp="1"/>
          </ns0:cNvSpPr>
          <ns0:nvPr/>
        </ns0:nvSpPr>
        <ns0:spPr>
          <a:xfrm>
            <a:off x="10272713" y="18669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0" name="">
            <a:extLst>
              <a:ext uri="{FF2B5EF4-FFF2-40B4-BE49-F238E27FC236}">
                <ns2:creationId id="{D53EF82D-0430-46EF-BBFF-CDBD29735B5D}"/>
              </a:ext>
            </a:extLst>
          </ns0:cNvPr>
          <ns0:cNvSpPr>
            <a:spLocks noGrp="1"/>
          </ns0:cNvSpPr>
          <ns0:nvPr/>
        </ns0:nvSpPr>
        <ns0:spPr>
          <a:xfrm>
            <a:off x="10320338" y="18954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UPL 02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7FF753D9-D673-4631-A5B3-02AC90C36784}"/>
              </a:ext>
            </a:extLst>
          </ns0:cNvPr>
          <ns0:cNvSpPr>
            <a:spLocks noGrp="1"/>
          </ns0:cNvSpPr>
          <ns0:nvPr/>
        </ns0:nvSpPr>
        <ns0:spPr>
          <a:xfrm>
            <a:off x="10320338" y="20669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R$ 482,9 mi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890AA913-3B26-4D51-B9CF-EC2CAD6E89AD}"/>
              </a:ext>
            </a:extLst>
          </ns0:cNvPr>
          <ns0:cNvSpPr>
            <a:spLocks noGrp="1"/>
          </ns0:cNvSpPr>
          <ns0:nvPr/>
        </ns0:nvSpPr>
        <ns0:spPr>
          <a:xfrm>
            <a:off x="57150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87851C39-4788-4FDF-A05D-26ABE4B20244}"/>
              </a:ext>
            </a:extLst>
          </ns0:cNvPr>
          <ns0:cNvSpPr>
            <a:spLocks noGrp="1"/>
          </ns0:cNvSpPr>
          <ns0:nvPr/>
        </ns0:nvSpPr>
        <ns0:spPr>
          <a:xfrm>
            <a:off x="61912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WORKCAP AGRO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0D4A6B9D-DD49-4847-8A05-7A9F011ADF56}"/>
              </a:ext>
            </a:extLst>
          </ns0:cNvPr>
          <ns0:cNvSpPr>
            <a:spLocks noGrp="1"/>
          </ns0:cNvSpPr>
          <ns0:nvPr/>
        </ns0:nvSpPr>
        <ns0:spPr>
          <a:xfrm>
            <a:off x="61912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R$ 443,2 mi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7AC89637-60B7-4349-AD5F-5EA734AF8888}"/>
              </a:ext>
            </a:extLst>
          </ns0:cNvPr>
          <ns0:cNvSpPr>
            <a:spLocks noGrp="1"/>
          </ns0:cNvSpPr>
          <ns0:nvPr/>
        </ns0:nvSpPr>
        <ns0:spPr>
          <a:xfrm>
            <a:off x="195738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6" name="">
            <a:extLst>
              <a:ext uri="{FF2B5EF4-FFF2-40B4-BE49-F238E27FC236}">
                <ns2:creationId id="{F2EBAE29-7777-4C7F-8EA0-DFC31F03A440}"/>
              </a:ext>
            </a:extLst>
          </ns0:cNvPr>
          <ns0:cNvSpPr>
            <a:spLocks noGrp="1"/>
          </ns0:cNvSpPr>
          <ns0:nvPr/>
        </ns0:nvSpPr>
        <ns0:spPr>
          <a:xfrm>
            <a:off x="200501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SOLO SEGMENTO MEIOS DE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8FDCB8DF-43CC-44E6-A530-42E04039F2E2}"/>
              </a:ext>
            </a:extLst>
          </ns0:cNvPr>
          <ns0:cNvSpPr>
            <a:spLocks noGrp="1"/>
          </ns0:cNvSpPr>
          <ns0:nvPr/>
        </ns0:nvSpPr>
        <ns0:spPr>
          <a:xfrm>
            <a:off x="200501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R$ 378,1 mi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5C43E9A9-C3A5-44E6-B5FC-0A677CEC08BB}"/>
              </a:ext>
            </a:extLst>
          </ns0:cNvPr>
          <ns0:cNvSpPr>
            <a:spLocks noGrp="1"/>
          </ns0:cNvSpPr>
          <ns0:nvPr/>
        </ns0:nvSpPr>
        <ns0:spPr>
          <a:xfrm>
            <a:off x="334327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8B6361A3-F86F-4DC0-814F-0971A34FDA0F}"/>
              </a:ext>
            </a:extLst>
          </ns0:cNvPr>
          <ns0:cNvSpPr>
            <a:spLocks noGrp="1"/>
          </ns0:cNvSpPr>
          <ns0:nvPr/>
        </ns0:nvSpPr>
        <ns0:spPr>
          <a:xfrm>
            <a:off x="339090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FRIMESA</a:t>
            </a:r>
          </a:p>
        </ns0:txBody>
      </ns0:sp>
      <ns0:sp>
        <ns0:nvSpPr>
          <ns0:cNvPr id="80" name="">
            <a:extLst>
              <a:ext uri="{FF2B5EF4-FFF2-40B4-BE49-F238E27FC236}">
                <ns2:creationId id="{550D769D-F41C-4A29-8B0A-86C93C262931}"/>
              </a:ext>
            </a:extLst>
          </ns0:cNvPr>
          <ns0:cNvSpPr>
            <a:spLocks noGrp="1"/>
          </ns0:cNvSpPr>
          <ns0:nvPr/>
        </ns0:nvSpPr>
        <ns0:spPr>
          <a:xfrm>
            <a:off x="339090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R$ 357,7 mi</a:t>
            </a:r>
          </a:p>
        </ns0:txBody>
      </ns0:sp>
      <ns0:sp>
        <ns0:nvSpPr>
          <ns0:cNvPr id="81" name="">
            <a:extLst>
              <a:ext uri="{FF2B5EF4-FFF2-40B4-BE49-F238E27FC236}">
                <ns2:creationId id="{6B6A4D32-4340-42E4-A774-F46D14D8640D}"/>
              </a:ext>
            </a:extLst>
          </ns0:cNvPr>
          <ns0:cNvSpPr>
            <a:spLocks noGrp="1"/>
          </ns0:cNvSpPr>
          <ns0:nvPr/>
        </ns0:nvSpPr>
        <ns0:spPr>
          <a:xfrm>
            <a:off x="472916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2" name="">
            <a:extLst>
              <a:ext uri="{FF2B5EF4-FFF2-40B4-BE49-F238E27FC236}">
                <ns2:creationId id="{77951B4A-DD85-49B2-A2E0-F7B9C41C5D04}"/>
              </a:ext>
            </a:extLst>
          </ns0:cNvPr>
          <ns0:cNvSpPr>
            <a:spLocks noGrp="1"/>
          </ns0:cNvSpPr>
          <ns0:nvPr/>
        </ns0:nvSpPr>
        <ns0:spPr>
          <a:xfrm>
            <a:off x="477678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SUMUP SMART IV FIDC SEGMENTO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4F9AE819-F9D3-48D4-8D30-55FA8BE62A73}"/>
              </a:ext>
            </a:extLst>
          </ns0:cNvPr>
          <ns0:cNvSpPr>
            <a:spLocks noGrp="1"/>
          </ns0:cNvSpPr>
          <ns0:nvPr/>
        </ns0:nvSpPr>
        <ns0:spPr>
          <a:xfrm>
            <a:off x="477678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R$ 356,8 mi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25628359-B90C-49F5-874A-5DD0E217A502}"/>
              </a:ext>
            </a:extLst>
          </ns0:cNvPr>
          <ns0:cNvSpPr>
            <a:spLocks noGrp="1"/>
          </ns0:cNvSpPr>
          <ns0:nvPr/>
        </ns0:nvSpPr>
        <ns0:spPr>
          <a:xfrm>
            <a:off x="6115050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AA2BD0C4-5FA7-4359-B69D-E87CA81E4E35}"/>
              </a:ext>
            </a:extLst>
          </ns0:cNvPr>
          <ns0:cNvSpPr>
            <a:spLocks noGrp="1"/>
          </ns0:cNvSpPr>
          <ns0:nvPr/>
        </ns0:nvSpPr>
        <ns0:spPr>
          <a:xfrm>
            <a:off x="6162675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KIWIFY SEGMENTO MEIOS DE</a:t>
            </a:r>
          </a:p>
        </ns0:txBody>
      </ns0:sp>
      <ns0:sp>
        <ns0:nvSpPr>
          <ns0:cNvPr id="86" name="">
            <a:extLst>
              <a:ext uri="{FF2B5EF4-FFF2-40B4-BE49-F238E27FC236}">
                <ns2:creationId id="{4AA87DF1-CB63-4068-B4C5-596E2A315ED4}"/>
              </a:ext>
            </a:extLst>
          </ns0:cNvPr>
          <ns0:cNvSpPr>
            <a:spLocks noGrp="1"/>
          </ns0:cNvSpPr>
          <ns0:nvPr/>
        </ns0:nvSpPr>
        <ns0:spPr>
          <a:xfrm>
            <a:off x="6162675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R$ 347,3 mi</a:t>
            </a:r>
          </a:p>
        </ns0:txBody>
      </ns0:sp>
      <ns0:sp>
        <ns0:nvSpPr>
          <ns0:cNvPr id="87" name="">
            <a:extLst>
              <a:ext uri="{FF2B5EF4-FFF2-40B4-BE49-F238E27FC236}">
                <ns2:creationId id="{9517D3F6-E0D0-414E-B3B7-84BF0EB9E5D9}"/>
              </a:ext>
            </a:extLst>
          </ns0:cNvPr>
          <ns0:cNvSpPr>
            <a:spLocks noGrp="1"/>
          </ns0:cNvSpPr>
          <ns0:nvPr/>
        </ns0:nvSpPr>
        <ns0:spPr>
          <a:xfrm>
            <a:off x="7500938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88" name="">
            <a:extLst>
              <a:ext uri="{FF2B5EF4-FFF2-40B4-BE49-F238E27FC236}">
                <ns2:creationId id="{D46EB3F1-4293-4D29-B5DB-C23CB6F62B77}"/>
              </a:ext>
            </a:extLst>
          </ns0:cNvPr>
          <ns0:cNvSpPr>
            <a:spLocks noGrp="1"/>
          </ns0:cNvSpPr>
          <ns0:nvPr/>
        </ns0:nvSpPr>
        <ns0:spPr>
          <a:xfrm>
            <a:off x="7548563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DESBRAVA UNO ARTIGOS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55A6FBD3-DCBD-4CC5-A5FF-228DCB5A56E1}"/>
              </a:ext>
            </a:extLst>
          </ns0:cNvPr>
          <ns0:cNvSpPr>
            <a:spLocks noGrp="1"/>
          </ns0:cNvSpPr>
          <ns0:nvPr/>
        </ns0:nvSpPr>
        <ns0:spPr>
          <a:xfrm>
            <a:off x="7548563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R$ 343,6 mi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92511C44-ACC1-4A81-806C-20CAE9546D31}"/>
              </a:ext>
            </a:extLst>
          </ns0:cNvPr>
          <ns0:cNvSpPr>
            <a:spLocks noGrp="1"/>
          </ns0:cNvSpPr>
          <ns0:nvPr/>
        </ns0:nvSpPr>
        <ns0:spPr>
          <a:xfrm>
            <a:off x="8886825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457CD8E3-EF03-4880-A851-7C708816A1DE}"/>
              </a:ext>
            </a:extLst>
          </ns0:cNvPr>
          <ns0:cNvSpPr>
            <a:spLocks noGrp="1"/>
          </ns0:cNvSpPr>
          <ns0:nvPr/>
        </ns0:nvSpPr>
        <ns0:spPr>
          <a:xfrm>
            <a:off x="8934450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MSV3 RECEBÍVEIS COMERCIAIS</a:t>
            </a:r>
          </a:p>
        </ns0:txBody>
      </ns0:sp>
      <ns0:sp>
        <ns0:nvSpPr>
          <ns0:cNvPr id="92" name="">
            <a:extLst>
              <a:ext uri="{FF2B5EF4-FFF2-40B4-BE49-F238E27FC236}">
                <ns2:creationId id="{C391242C-71B8-43A2-AFB4-0FEA3C46AF61}"/>
              </a:ext>
            </a:extLst>
          </ns0:cNvPr>
          <ns0:cNvSpPr>
            <a:spLocks noGrp="1"/>
          </ns0:cNvSpPr>
          <ns0:nvPr/>
        </ns0:nvSpPr>
        <ns0:spPr>
          <a:xfrm>
            <a:off x="8934450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R$ 311,5 mi</a:t>
            </a:r>
          </a:p>
        </ns0:txBody>
      </ns0:sp>
      <ns0:sp>
        <ns0:nvSpPr>
          <ns0:cNvPr id="93" name="">
            <a:extLst>
              <a:ext uri="{FF2B5EF4-FFF2-40B4-BE49-F238E27FC236}">
                <ns2:creationId id="{6F04E83B-B5C1-4D3D-860A-31920A5838AF}"/>
              </a:ext>
            </a:extLst>
          </ns0:cNvPr>
          <ns0:cNvSpPr>
            <a:spLocks noGrp="1"/>
          </ns0:cNvSpPr>
          <ns0:nvPr/>
        </ns0:nvSpPr>
        <ns0:spPr>
          <a:xfrm>
            <a:off x="10272713" y="22288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4" name="">
            <a:extLst>
              <a:ext uri="{FF2B5EF4-FFF2-40B4-BE49-F238E27FC236}">
                <ns2:creationId id="{74C4C74D-E65E-4A23-A8A6-B3F28791D05D}"/>
              </a:ext>
            </a:extLst>
          </ns0:cNvPr>
          <ns0:cNvSpPr>
            <a:spLocks noGrp="1"/>
          </ns0:cNvSpPr>
          <ns0:nvPr/>
        </ns0:nvSpPr>
        <ns0:spPr>
          <a:xfrm>
            <a:off x="10320338" y="22574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CD CASH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9C336531-4D3F-4E4F-BC4B-78EB0D98FF8C}"/>
              </a:ext>
            </a:extLst>
          </ns0:cNvPr>
          <ns0:cNvSpPr>
            <a:spLocks noGrp="1"/>
          </ns0:cNvSpPr>
          <ns0:nvPr/>
        </ns0:nvSpPr>
        <ns0:spPr>
          <a:xfrm>
            <a:off x="10320338" y="24288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R$ 291,8 mi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06750451-DCF2-4069-A006-034542908D89}"/>
              </a:ext>
            </a:extLst>
          </ns0:cNvPr>
          <ns0:cNvSpPr>
            <a:spLocks noGrp="1"/>
          </ns0:cNvSpPr>
          <ns0:nvPr/>
        </ns0:nvSpPr>
        <ns0:spPr>
          <a:xfrm>
            <a:off x="57150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7007A1F0-4B87-439C-9A7F-305D7E34A0CB}"/>
              </a:ext>
            </a:extLst>
          </ns0:cNvPr>
          <ns0:cNvSpPr>
            <a:spLocks noGrp="1"/>
          </ns0:cNvSpPr>
          <ns0:nvPr/>
        </ns0:nvSpPr>
        <ns0:spPr>
          <a:xfrm>
            <a:off x="61912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RECARGAPAY I</a:t>
            </a:r>
          </a:p>
        </ns0:txBody>
      </ns0:sp>
      <ns0:sp>
        <ns0:nvSpPr>
          <ns0:cNvPr id="98" name="">
            <a:extLst>
              <a:ext uri="{FF2B5EF4-FFF2-40B4-BE49-F238E27FC236}">
                <ns2:creationId id="{3D5FB462-D5DD-4CA6-9206-8B22499B09E9}"/>
              </a:ext>
            </a:extLst>
          </ns0:cNvPr>
          <ns0:cNvSpPr>
            <a:spLocks noGrp="1"/>
          </ns0:cNvSpPr>
          <ns0:nvPr/>
        </ns0:nvSpPr>
        <ns0:spPr>
          <a:xfrm>
            <a:off x="61912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R$ 281,5 mi</a:t>
            </a:r>
          </a:p>
        </ns0:txBody>
      </ns0:sp>
      <ns0:sp>
        <ns0:nvSpPr>
          <ns0:cNvPr id="99" name="">
            <a:extLst>
              <a:ext uri="{FF2B5EF4-FFF2-40B4-BE49-F238E27FC236}">
                <ns2:creationId id="{BB64740C-61F3-4A9E-A0A7-41CDA9831938}"/>
              </a:ext>
            </a:extLst>
          </ns0:cNvPr>
          <ns0:cNvSpPr>
            <a:spLocks noGrp="1"/>
          </ns0:cNvSpPr>
          <ns0:nvPr/>
        </ns0:nvSpPr>
        <ns0:spPr>
          <a:xfrm>
            <a:off x="195738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0" name="">
            <a:extLst>
              <a:ext uri="{FF2B5EF4-FFF2-40B4-BE49-F238E27FC236}">
                <ns2:creationId id="{E431B8A1-9BB8-4E63-A286-70ADC9778B89}"/>
              </a:ext>
            </a:extLst>
          </ns0:cNvPr>
          <ns0:cNvSpPr>
            <a:spLocks noGrp="1"/>
          </ns0:cNvSpPr>
          <ns0:nvPr/>
        </ns0:nvSpPr>
        <ns0:spPr>
          <a:xfrm>
            <a:off x="200501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OPEA AGRO SUMITOMO CHEMICAL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2BD0FBE3-2EE1-4430-A31D-3A8724982D74}"/>
              </a:ext>
            </a:extLst>
          </ns0:cNvPr>
          <ns0:cNvSpPr>
            <a:spLocks noGrp="1"/>
          </ns0:cNvSpPr>
          <ns0:nvPr/>
        </ns0:nvSpPr>
        <ns0:spPr>
          <a:xfrm>
            <a:off x="200501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R$ 256,0 mi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23BF4DF3-F384-48B3-8369-BCBEBE57F0DD}"/>
              </a:ext>
            </a:extLst>
          </ns0:cNvPr>
          <ns0:cNvSpPr>
            <a:spLocks noGrp="1"/>
          </ns0:cNvSpPr>
          <ns0:nvPr/>
        </ns0:nvSpPr>
        <ns0:spPr>
          <a:xfrm>
            <a:off x="334327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D1523A28-1D43-42F7-B613-7D13756773E1}"/>
              </a:ext>
            </a:extLst>
          </ns0:cNvPr>
          <ns0:cNvSpPr>
            <a:spLocks noGrp="1"/>
          </ns0:cNvSpPr>
          <ns0:nvPr/>
        </ns0:nvSpPr>
        <ns0:spPr>
          <a:xfrm>
            <a:off x="339090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VIXTRA</a:t>
            </a:r>
          </a:p>
        </ns0:txBody>
      </ns0:sp>
      <ns0:sp>
        <ns0:nvSpPr>
          <ns0:cNvPr id="104" name="">
            <a:extLst>
              <a:ext uri="{FF2B5EF4-FFF2-40B4-BE49-F238E27FC236}">
                <ns2:creationId id="{1A12A5A9-70C7-40AD-B063-4F8024D1486D}"/>
              </a:ext>
            </a:extLst>
          </ns0:cNvPr>
          <ns0:cNvSpPr>
            <a:spLocks noGrp="1"/>
          </ns0:cNvSpPr>
          <ns0:nvPr/>
        </ns0:nvSpPr>
        <ns0:spPr>
          <a:xfrm>
            <a:off x="339090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R$ 233,6 mi</a:t>
            </a:r>
          </a:p>
        </ns0:txBody>
      </ns0:sp>
      <ns0:sp>
        <ns0:nvSpPr>
          <ns0:cNvPr id="105" name="">
            <a:extLst>
              <a:ext uri="{FF2B5EF4-FFF2-40B4-BE49-F238E27FC236}">
                <ns2:creationId id="{1A6BB9B4-198A-48AC-90B5-DC6A9556286F}"/>
              </a:ext>
            </a:extLst>
          </ns0:cNvPr>
          <ns0:cNvSpPr>
            <a:spLocks noGrp="1"/>
          </ns0:cNvSpPr>
          <ns0:nvPr/>
        </ns0:nvSpPr>
        <ns0:spPr>
          <a:xfrm>
            <a:off x="472916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6" name="">
            <a:extLst>
              <a:ext uri="{FF2B5EF4-FFF2-40B4-BE49-F238E27FC236}">
                <ns2:creationId id="{FCE44E0F-A354-4BB8-A228-5CD78BE47C6F}"/>
              </a:ext>
            </a:extLst>
          </ns0:cNvPr>
          <ns0:cNvSpPr>
            <a:spLocks noGrp="1"/>
          </ns0:cNvSpPr>
          <ns0:nvPr/>
        </ns0:nvSpPr>
        <ns0:spPr>
          <a:xfrm>
            <a:off x="477678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PERNAMBUCANAS FIDC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F6354460-8DF2-4799-9DE7-BD5372478BE4}"/>
              </a:ext>
            </a:extLst>
          </ns0:cNvPr>
          <ns0:cNvSpPr>
            <a:spLocks noGrp="1"/>
          </ns0:cNvSpPr>
          <ns0:nvPr/>
        </ns0:nvSpPr>
        <ns0:spPr>
          <a:xfrm>
            <a:off x="477678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R$ 226,6 mi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A8B6FEB2-D909-499D-8AD8-3A0073012F5F}"/>
              </a:ext>
            </a:extLst>
          </ns0:cNvPr>
          <ns0:cNvSpPr>
            <a:spLocks noGrp="1"/>
          </ns0:cNvSpPr>
          <ns0:nvPr/>
        </ns0:nvSpPr>
        <ns0:spPr>
          <a:xfrm>
            <a:off x="6115050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F3706126-C393-4CA3-981E-D75B0E8A6AF6}"/>
              </a:ext>
            </a:extLst>
          </ns0:cNvPr>
          <ns0:cNvSpPr>
            <a:spLocks noGrp="1"/>
          </ns0:cNvSpPr>
          <ns0:nvPr/>
        </ns0:nvSpPr>
        <ns0:spPr>
          <a:xfrm>
            <a:off x="6162675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CEREALIS</a:t>
            </a:r>
          </a:p>
        </ns0:txBody>
      </ns0:sp>
      <ns0:sp>
        <ns0:nvSpPr>
          <ns0:cNvPr id="110" name="">
            <a:extLst>
              <a:ext uri="{FF2B5EF4-FFF2-40B4-BE49-F238E27FC236}">
                <ns2:creationId id="{6467FCFE-EBBC-489E-8423-5ECEA9527D70}"/>
              </a:ext>
            </a:extLst>
          </ns0:cNvPr>
          <ns0:cNvSpPr>
            <a:spLocks noGrp="1"/>
          </ns0:cNvSpPr>
          <ns0:nvPr/>
        </ns0:nvSpPr>
        <ns0:spPr>
          <a:xfrm>
            <a:off x="6162675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R$ 215,3 mi</a:t>
            </a:r>
          </a:p>
        </ns0:txBody>
      </ns0:sp>
      <ns0:sp>
        <ns0:nvSpPr>
          <ns0:cNvPr id="111" name="">
            <a:extLst>
              <a:ext uri="{FF2B5EF4-FFF2-40B4-BE49-F238E27FC236}">
                <ns2:creationId id="{571CA418-4649-4F07-B3B7-DC4C37DE3C7F}"/>
              </a:ext>
            </a:extLst>
          </ns0:cNvPr>
          <ns0:cNvSpPr>
            <a:spLocks noGrp="1"/>
          </ns0:cNvSpPr>
          <ns0:nvPr/>
        </ns0:nvSpPr>
        <ns0:spPr>
          <a:xfrm>
            <a:off x="7500938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2" name="">
            <a:extLst>
              <a:ext uri="{FF2B5EF4-FFF2-40B4-BE49-F238E27FC236}">
                <ns2:creationId id="{1E5705D3-8BEF-4CB3-BBF1-C50D4B5F42F3}"/>
              </a:ext>
            </a:extLst>
          </ns0:cNvPr>
          <ns0:cNvSpPr>
            <a:spLocks noGrp="1"/>
          </ns0:cNvSpPr>
          <ns0:nvPr/>
        </ns0:nvSpPr>
        <ns0:spPr>
          <a:xfrm>
            <a:off x="7548563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FORNECEDORES MADEIRA MADEIRA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4A7BDDEC-CFE1-4A0B-979C-1BE65C12C121}"/>
              </a:ext>
            </a:extLst>
          </ns0:cNvPr>
          <ns0:cNvSpPr>
            <a:spLocks noGrp="1"/>
          </ns0:cNvSpPr>
          <ns0:nvPr/>
        </ns0:nvSpPr>
        <ns0:spPr>
          <a:xfrm>
            <a:off x="7548563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R$ 196,7 mi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10206C07-935F-46EA-9174-C1AE0E0D0432}"/>
              </a:ext>
            </a:extLst>
          </ns0:cNvPr>
          <ns0:cNvSpPr>
            <a:spLocks noGrp="1"/>
          </ns0:cNvSpPr>
          <ns0:nvPr/>
        </ns0:nvSpPr>
        <ns0:spPr>
          <a:xfrm>
            <a:off x="8886825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1379C7FC-C7F2-4D80-8D57-0CB70011B86E}"/>
              </a:ext>
            </a:extLst>
          </ns0:cNvPr>
          <ns0:cNvSpPr>
            <a:spLocks noGrp="1"/>
          </ns0:cNvSpPr>
          <ns0:nvPr/>
        </ns0:nvSpPr>
        <ns0:spPr>
          <a:xfrm>
            <a:off x="8934450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LEO MADEIRAS FIDC SEGMENTO</a:t>
            </a:r>
          </a:p>
        </ns0:txBody>
      </ns0:sp>
      <ns0:sp>
        <ns0:nvSpPr>
          <ns0:cNvPr id="116" name="">
            <a:extLst>
              <a:ext uri="{FF2B5EF4-FFF2-40B4-BE49-F238E27FC236}">
                <ns2:creationId id="{676E2413-667C-4E4B-A01A-FB9D2344E69D}"/>
              </a:ext>
            </a:extLst>
          </ns0:cNvPr>
          <ns0:cNvSpPr>
            <a:spLocks noGrp="1"/>
          </ns0:cNvSpPr>
          <ns0:nvPr/>
        </ns0:nvSpPr>
        <ns0:spPr>
          <a:xfrm>
            <a:off x="8934450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R$ 177,0 mi</a:t>
            </a:r>
          </a:p>
        </ns0:txBody>
      </ns0:sp>
      <ns0:sp>
        <ns0:nvSpPr>
          <ns0:cNvPr id="117" name="">
            <a:extLst>
              <a:ext uri="{FF2B5EF4-FFF2-40B4-BE49-F238E27FC236}">
                <ns2:creationId id="{82EFE12E-D66D-4D86-BAAA-8D031C2DEE30}"/>
              </a:ext>
            </a:extLst>
          </ns0:cNvPr>
          <ns0:cNvSpPr>
            <a:spLocks noGrp="1"/>
          </ns0:cNvSpPr>
          <ns0:nvPr/>
        </ns0:nvSpPr>
        <ns0:spPr>
          <a:xfrm>
            <a:off x="10272713" y="25908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18" name="">
            <a:extLst>
              <a:ext uri="{FF2B5EF4-FFF2-40B4-BE49-F238E27FC236}">
                <ns2:creationId id="{CCE99278-1292-4325-8606-CAB91F2F2620}"/>
              </a:ext>
            </a:extLst>
          </ns0:cNvPr>
          <ns0:cNvSpPr>
            <a:spLocks noGrp="1"/>
          </ns0:cNvSpPr>
          <ns0:nvPr/>
        </ns0:nvSpPr>
        <ns0:spPr>
          <a:xfrm>
            <a:off x="10320338" y="26193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SAGA CRÉDITO PRIVADO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0A98210A-1FC2-41ED-8E61-1FDBDCBEC9D5}"/>
              </a:ext>
            </a:extLst>
          </ns0:cNvPr>
          <ns0:cNvSpPr>
            <a:spLocks noGrp="1"/>
          </ns0:cNvSpPr>
          <ns0:nvPr/>
        </ns0:nvSpPr>
        <ns0:spPr>
          <a:xfrm>
            <a:off x="10320338" y="27908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R$ 167,6 mi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7B9FB6EE-600B-45FB-B496-19DC8882E340}"/>
              </a:ext>
            </a:extLst>
          </ns0:cNvPr>
          <ns0:cNvSpPr>
            <a:spLocks noGrp="1"/>
          </ns0:cNvSpPr>
          <ns0:nvPr/>
        </ns0:nvSpPr>
        <ns0:spPr>
          <a:xfrm>
            <a:off x="57150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5528F7E5-5C13-4394-8700-79424F986D72}"/>
              </a:ext>
            </a:extLst>
          </ns0:cNvPr>
          <ns0:cNvSpPr>
            <a:spLocks noGrp="1"/>
          </ns0:cNvSpPr>
          <ns0:nvPr/>
        </ns0:nvSpPr>
        <ns0:spPr>
          <a:xfrm>
            <a:off x="61912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ARCELORMITTAL VÉRTICE</a:t>
            </a:r>
          </a:p>
        </ns0:txBody>
      </ns0:sp>
      <ns0:sp>
        <ns0:nvSpPr>
          <ns0:cNvPr id="122" name="">
            <a:extLst>
              <a:ext uri="{FF2B5EF4-FFF2-40B4-BE49-F238E27FC236}">
                <ns2:creationId id="{416BE40B-8377-40C5-B862-A639F7E09DEC}"/>
              </a:ext>
            </a:extLst>
          </ns0:cNvPr>
          <ns0:cNvSpPr>
            <a:spLocks noGrp="1"/>
          </ns0:cNvSpPr>
          <ns0:nvPr/>
        </ns0:nvSpPr>
        <ns0:spPr>
          <a:xfrm>
            <a:off x="61912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R$ 162,6 mi</a:t>
            </a:r>
          </a:p>
        </ns0:txBody>
      </ns0:sp>
      <ns0:sp>
        <ns0:nvSpPr>
          <ns0:cNvPr id="123" name="">
            <a:extLst>
              <a:ext uri="{FF2B5EF4-FFF2-40B4-BE49-F238E27FC236}">
                <ns2:creationId id="{5729D033-19B5-49F4-BE80-872EB81C2A4A}"/>
              </a:ext>
            </a:extLst>
          </ns0:cNvPr>
          <ns0:cNvSpPr>
            <a:spLocks noGrp="1"/>
          </ns0:cNvSpPr>
          <ns0:nvPr/>
        </ns0:nvSpPr>
        <ns0:spPr>
          <a:xfrm>
            <a:off x="195738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4" name="">
            <a:extLst>
              <a:ext uri="{FF2B5EF4-FFF2-40B4-BE49-F238E27FC236}">
                <ns2:creationId id="{640A2723-D04F-403C-B576-AAA1A04305C6}"/>
              </a:ext>
            </a:extLst>
          </ns0:cNvPr>
          <ns0:cNvSpPr>
            <a:spLocks noGrp="1"/>
          </ns0:cNvSpPr>
          <ns0:nvPr/>
        </ns0:nvSpPr>
        <ns0:spPr>
          <a:xfrm>
            <a:off x="200501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HEALTH FIDC RECEBÍVEIS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80BFDF95-54E4-4591-AA81-FE36C3B2ED79}"/>
              </a:ext>
            </a:extLst>
          </ns0:cNvPr>
          <ns0:cNvSpPr>
            <a:spLocks noGrp="1"/>
          </ns0:cNvSpPr>
          <ns0:nvPr/>
        </ns0:nvSpPr>
        <ns0:spPr>
          <a:xfrm>
            <a:off x="200501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R$ 142,2 mi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50212C1E-AD74-4CBE-BA97-E5B44ADC195F}"/>
              </a:ext>
            </a:extLst>
          </ns0:cNvPr>
          <ns0:cNvSpPr>
            <a:spLocks noGrp="1"/>
          </ns0:cNvSpPr>
          <ns0:nvPr/>
        </ns0:nvSpPr>
        <ns0:spPr>
          <a:xfrm>
            <a:off x="334327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E409C7E0-B0F8-4C77-9644-1C85F03FFF1C}"/>
              </a:ext>
            </a:extLst>
          </ns0:cNvPr>
          <ns0:cNvSpPr>
            <a:spLocks noGrp="1"/>
          </ns0:cNvSpPr>
          <ns0:nvPr/>
        </ns0:nvSpPr>
        <ns0:spPr>
          <a:xfrm>
            <a:off x="339090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INDIE MERX RAIZ I CRÉDITO</a:t>
            </a:r>
          </a:p>
        </ns0:txBody>
      </ns0:sp>
      <ns0:sp>
        <ns0:nvSpPr>
          <ns0:cNvPr id="128" name="">
            <a:extLst>
              <a:ext uri="{FF2B5EF4-FFF2-40B4-BE49-F238E27FC236}">
                <ns2:creationId id="{6391478A-3F40-41E4-A6D6-72EB009B675E}"/>
              </a:ext>
            </a:extLst>
          </ns0:cNvPr>
          <ns0:cNvSpPr>
            <a:spLocks noGrp="1"/>
          </ns0:cNvSpPr>
          <ns0:nvPr/>
        </ns0:nvSpPr>
        <ns0:spPr>
          <a:xfrm>
            <a:off x="339090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R$ 104,2 mi</a:t>
            </a:r>
          </a:p>
        </ns0:txBody>
      </ns0:sp>
      <ns0:sp>
        <ns0:nvSpPr>
          <ns0:cNvPr id="129" name="">
            <a:extLst>
              <a:ext uri="{FF2B5EF4-FFF2-40B4-BE49-F238E27FC236}">
                <ns2:creationId id="{C8C2C17E-6AA7-41F0-892F-A4AC0896D8A5}"/>
              </a:ext>
            </a:extLst>
          </ns0:cNvPr>
          <ns0:cNvSpPr>
            <a:spLocks noGrp="1"/>
          </ns0:cNvSpPr>
          <ns0:nvPr/>
        </ns0:nvSpPr>
        <ns0:spPr>
          <a:xfrm>
            <a:off x="472916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0" name="">
            <a:extLst>
              <a:ext uri="{FF2B5EF4-FFF2-40B4-BE49-F238E27FC236}">
                <ns2:creationId id="{DC39D9EB-8C90-4FC3-B3F4-61E36776B784}"/>
              </a:ext>
            </a:extLst>
          </ns0:cNvPr>
          <ns0:cNvSpPr>
            <a:spLocks noGrp="1"/>
          </ns0:cNvSpPr>
          <ns0:nvPr/>
        </ns0:nvSpPr>
        <ns0:spPr>
          <a:xfrm>
            <a:off x="477678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MAQNELSON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580E22C9-FDF1-4C9E-ABF7-3441A7D6AE03}"/>
              </a:ext>
            </a:extLst>
          </ns0:cNvPr>
          <ns0:cNvSpPr>
            <a:spLocks noGrp="1"/>
          </ns0:cNvSpPr>
          <ns0:nvPr/>
        </ns0:nvSpPr>
        <ns0:spPr>
          <a:xfrm>
            <a:off x="477678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R$ 100,0 mi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B59CECD8-11D9-4324-B3AF-F74C0439226D}"/>
              </a:ext>
            </a:extLst>
          </ns0:cNvPr>
          <ns0:cNvSpPr>
            <a:spLocks noGrp="1"/>
          </ns0:cNvSpPr>
          <ns0:nvPr/>
        </ns0:nvSpPr>
        <ns0:spPr>
          <a:xfrm>
            <a:off x="6115050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B8F8572A-71EC-417A-AADB-DC6797C44E61}"/>
              </a:ext>
            </a:extLst>
          </ns0:cNvPr>
          <ns0:cNvSpPr>
            <a:spLocks noGrp="1"/>
          </ns0:cNvSpPr>
          <ns0:nvPr/>
        </ns0:nvSpPr>
        <ns0:spPr>
          <a:xfrm>
            <a:off x="6162675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ALTOMAX SEGMENTO RECEBÍVEIS</a:t>
            </a:r>
          </a:p>
        </ns0:txBody>
      </ns0:sp>
      <ns0:sp>
        <ns0:nvSpPr>
          <ns0:cNvPr id="134" name="">
            <a:extLst>
              <a:ext uri="{FF2B5EF4-FFF2-40B4-BE49-F238E27FC236}">
                <ns2:creationId id="{192DE507-E569-425E-A1B4-F8DB3DC24897}"/>
              </a:ext>
            </a:extLst>
          </ns0:cNvPr>
          <ns0:cNvSpPr>
            <a:spLocks noGrp="1"/>
          </ns0:cNvSpPr>
          <ns0:nvPr/>
        </ns0:nvSpPr>
        <ns0:spPr>
          <a:xfrm>
            <a:off x="6162675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R$ 89,9 mi</a:t>
            </a:r>
          </a:p>
        </ns0:txBody>
      </ns0:sp>
      <ns0:sp>
        <ns0:nvSpPr>
          <ns0:cNvPr id="135" name="">
            <a:extLst>
              <a:ext uri="{FF2B5EF4-FFF2-40B4-BE49-F238E27FC236}">
                <ns2:creationId id="{F93BDD5F-BC0C-4625-B55F-ABB7734A58A5}"/>
              </a:ext>
            </a:extLst>
          </ns0:cNvPr>
          <ns0:cNvSpPr>
            <a:spLocks noGrp="1"/>
          </ns0:cNvSpPr>
          <ns0:nvPr/>
        </ns0:nvSpPr>
        <ns0:spPr>
          <a:xfrm>
            <a:off x="7500938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6" name="">
            <a:extLst>
              <a:ext uri="{FF2B5EF4-FFF2-40B4-BE49-F238E27FC236}">
                <ns2:creationId id="{CDB9C376-555A-4E39-B552-92268EE0347A}"/>
              </a:ext>
            </a:extLst>
          </ns0:cNvPr>
          <ns0:cNvSpPr>
            <a:spLocks noGrp="1"/>
          </ns0:cNvSpPr>
          <ns0:nvPr/>
        </ns0:nvSpPr>
        <ns0:spPr>
          <a:xfrm>
            <a:off x="7548563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INOVA CREDTECH III FIDC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B14C5EEB-A972-4FEA-9F22-235468EC8BB5}"/>
              </a:ext>
            </a:extLst>
          </ns0:cNvPr>
          <ns0:cNvSpPr>
            <a:spLocks noGrp="1"/>
          </ns0:cNvSpPr>
          <ns0:nvPr/>
        </ns0:nvSpPr>
        <ns0:spPr>
          <a:xfrm>
            <a:off x="7548563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R$ 86,1 mi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A7964B7A-B401-4F6C-AED9-C108C5CC08E2}"/>
              </a:ext>
            </a:extLst>
          </ns0:cNvPr>
          <ns0:cNvSpPr>
            <a:spLocks noGrp="1"/>
          </ns0:cNvSpPr>
          <ns0:nvPr/>
        </ns0:nvSpPr>
        <ns0:spPr>
          <a:xfrm>
            <a:off x="8886825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35735521-7FA5-4760-938F-BDE711931D0D}"/>
              </a:ext>
            </a:extLst>
          </ns0:cNvPr>
          <ns0:cNvSpPr>
            <a:spLocks noGrp="1"/>
          </ns0:cNvSpPr>
          <ns0:nvPr/>
        </ns0:nvSpPr>
        <ns0:spPr>
          <a:xfrm>
            <a:off x="8934450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SOULPAY</a:t>
            </a:r>
          </a:p>
        </ns0:txBody>
      </ns0:sp>
      <ns0:sp>
        <ns0:nvSpPr>
          <ns0:cNvPr id="140" name="">
            <a:extLst>
              <a:ext uri="{FF2B5EF4-FFF2-40B4-BE49-F238E27FC236}">
                <ns2:creationId id="{A1D1CB45-CA0E-47B0-AD8C-C914F538158A}"/>
              </a:ext>
            </a:extLst>
          </ns0:cNvPr>
          <ns0:cNvSpPr>
            <a:spLocks noGrp="1"/>
          </ns0:cNvSpPr>
          <ns0:nvPr/>
        </ns0:nvSpPr>
        <ns0:spPr>
          <a:xfrm>
            <a:off x="8934450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R$ 78,4 mi</a:t>
            </a:r>
          </a:p>
        </ns0:txBody>
      </ns0:sp>
      <ns0:sp>
        <ns0:nvSpPr>
          <ns0:cNvPr id="141" name="">
            <a:extLst>
              <a:ext uri="{FF2B5EF4-FFF2-40B4-BE49-F238E27FC236}">
                <ns2:creationId id="{942A847B-67CD-4FE6-B065-C24C28618E2F}"/>
              </a:ext>
            </a:extLst>
          </ns0:cNvPr>
          <ns0:cNvSpPr>
            <a:spLocks noGrp="1"/>
          </ns0:cNvSpPr>
          <ns0:nvPr/>
        </ns0:nvSpPr>
        <ns0:spPr>
          <a:xfrm>
            <a:off x="10272713" y="29527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2" name="">
            <a:extLst>
              <a:ext uri="{FF2B5EF4-FFF2-40B4-BE49-F238E27FC236}">
                <ns2:creationId id="{10D33DDE-48AA-4BA7-AE24-08DDFCB87D16}"/>
              </a:ext>
            </a:extLst>
          </ns0:cNvPr>
          <ns0:cNvSpPr>
            <a:spLocks noGrp="1"/>
          </ns0:cNvSpPr>
          <ns0:nvPr/>
        </ns0:nvSpPr>
        <ns0:spPr>
          <a:xfrm>
            <a:off x="10320338" y="29813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AGROMERCANTIL CRÉDITO AGRO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136360DB-E3F7-4074-984B-41BEA208F440}"/>
              </a:ext>
            </a:extLst>
          </ns0:cNvPr>
          <ns0:cNvSpPr>
            <a:spLocks noGrp="1"/>
          </ns0:cNvSpPr>
          <ns0:nvPr/>
        </ns0:nvSpPr>
        <ns0:spPr>
          <a:xfrm>
            <a:off x="10320338" y="31527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R$ 68,7 mi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D72A8A79-E8B9-4237-BB83-4C7B0DA672EF}"/>
              </a:ext>
            </a:extLst>
          </ns0:cNvPr>
          <ns0:cNvSpPr>
            <a:spLocks noGrp="1"/>
          </ns0:cNvSpPr>
          <ns0:nvPr/>
        </ns0:nvSpPr>
        <ns0:spPr>
          <a:xfrm>
            <a:off x="57150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6A8FDEB3-E850-4318-842D-9DEF613B7BA0}"/>
              </a:ext>
            </a:extLst>
          </ns0:cNvPr>
          <ns0:cNvSpPr>
            <a:spLocks noGrp="1"/>
          </ns0:cNvSpPr>
          <ns0:nvPr/>
        </ns0:nvSpPr>
        <ns0:spPr>
          <a:xfrm>
            <a:off x="61912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ÚNICA DO FIDC CRÉDITO</a:t>
            </a:r>
          </a:p>
        </ns0:txBody>
      </ns0:sp>
      <ns0:sp>
        <ns0:nvSpPr>
          <ns0:cNvPr id="146" name="">
            <a:extLst>
              <a:ext uri="{FF2B5EF4-FFF2-40B4-BE49-F238E27FC236}">
                <ns2:creationId id="{6870A75A-AC17-4F22-953A-1D5F5B896D51}"/>
              </a:ext>
            </a:extLst>
          </ns0:cNvPr>
          <ns0:cNvSpPr>
            <a:spLocks noGrp="1"/>
          </ns0:cNvSpPr>
          <ns0:nvPr/>
        </ns0:nvSpPr>
        <ns0:spPr>
          <a:xfrm>
            <a:off x="61912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R$ 64,5 mi</a:t>
            </a:r>
          </a:p>
        </ns0:txBody>
      </ns0:sp>
      <ns0:sp>
        <ns0:nvSpPr>
          <ns0:cNvPr id="147" name="">
            <a:extLst>
              <a:ext uri="{FF2B5EF4-FFF2-40B4-BE49-F238E27FC236}">
                <ns2:creationId id="{4B379CA3-8D6A-47F9-B6FC-BC8419B696AE}"/>
              </a:ext>
            </a:extLst>
          </ns0:cNvPr>
          <ns0:cNvSpPr>
            <a:spLocks noGrp="1"/>
          </ns0:cNvSpPr>
          <ns0:nvPr/>
        </ns0:nvSpPr>
        <ns0:spPr>
          <a:xfrm>
            <a:off x="195738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48" name="">
            <a:extLst>
              <a:ext uri="{FF2B5EF4-FFF2-40B4-BE49-F238E27FC236}">
                <ns2:creationId id="{0DC48AB5-7E7B-44AA-B6B1-690415832889}"/>
              </a:ext>
            </a:extLst>
          </ns0:cNvPr>
          <ns0:cNvSpPr>
            <a:spLocks noGrp="1"/>
          </ns0:cNvSpPr>
          <ns0:nvPr/>
        </ns0:nvSpPr>
        <ns0:spPr>
          <a:xfrm>
            <a:off x="200501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MOBILITAS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8D07885A-2201-4B1D-A8E2-B5A1D464D9C5}"/>
              </a:ext>
            </a:extLst>
          </ns0:cNvPr>
          <ns0:cNvSpPr>
            <a:spLocks noGrp="1"/>
          </ns0:cNvSpPr>
          <ns0:nvPr/>
        </ns0:nvSpPr>
        <ns0:spPr>
          <a:xfrm>
            <a:off x="200501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R$ 53,0 mi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72D37BC8-E472-42A6-BF9F-DF2A545CB7F7}"/>
              </a:ext>
            </a:extLst>
          </ns0:cNvPr>
          <ns0:cNvSpPr>
            <a:spLocks noGrp="1"/>
          </ns0:cNvSpPr>
          <ns0:nvPr/>
        </ns0:nvSpPr>
        <ns0:spPr>
          <a:xfrm>
            <a:off x="334327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57CF0887-E8EF-4979-A939-4DC38FC39CCD}"/>
              </a:ext>
            </a:extLst>
          </ns0:cNvPr>
          <ns0:cNvSpPr>
            <a:spLocks noGrp="1"/>
          </ns0:cNvSpPr>
          <ns0:nvPr/>
        </ns0:nvSpPr>
        <ns0:spPr>
          <a:xfrm>
            <a:off x="339090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BLUE II SEGMENTO CRÉDITO</a:t>
            </a:r>
          </a:p>
        </ns0:txBody>
      </ns0:sp>
      <ns0:sp>
        <ns0:nvSpPr>
          <ns0:cNvPr id="152" name="">
            <a:extLst>
              <a:ext uri="{FF2B5EF4-FFF2-40B4-BE49-F238E27FC236}">
                <ns2:creationId id="{F382BCBA-2094-474F-B8CA-997565CE2FD2}"/>
              </a:ext>
            </a:extLst>
          </ns0:cNvPr>
          <ns0:cNvSpPr>
            <a:spLocks noGrp="1"/>
          </ns0:cNvSpPr>
          <ns0:nvPr/>
        </ns0:nvSpPr>
        <ns0:spPr>
          <a:xfrm>
            <a:off x="339090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R$ 44,0 mi</a:t>
            </a:r>
          </a:p>
        </ns0:txBody>
      </ns0:sp>
      <ns0:sp>
        <ns0:nvSpPr>
          <ns0:cNvPr id="153" name="">
            <a:extLst>
              <a:ext uri="{FF2B5EF4-FFF2-40B4-BE49-F238E27FC236}">
                <ns2:creationId id="{C083984F-EDE0-4D2D-81D6-22A5A5C078C1}"/>
              </a:ext>
            </a:extLst>
          </ns0:cNvPr>
          <ns0:cNvSpPr>
            <a:spLocks noGrp="1"/>
          </ns0:cNvSpPr>
          <ns0:nvPr/>
        </ns0:nvSpPr>
        <ns0:spPr>
          <a:xfrm>
            <a:off x="472916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4" name="">
            <a:extLst>
              <a:ext uri="{FF2B5EF4-FFF2-40B4-BE49-F238E27FC236}">
                <ns2:creationId id="{0E873197-C1E6-4250-A7C6-7B1745D44474}"/>
              </a:ext>
            </a:extLst>
          </ns0:cNvPr>
          <ns0:cNvSpPr>
            <a:spLocks noGrp="1"/>
          </ns0:cNvSpPr>
          <ns0:nvPr/>
        </ns0:nvSpPr>
        <ns0:spPr>
          <a:xfrm>
            <a:off x="477678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 TECH IBBA I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092AF7A6-85CF-4E86-A4DC-583440965B7E}"/>
              </a:ext>
            </a:extLst>
          </ns0:cNvPr>
          <ns0:cNvSpPr>
            <a:spLocks noGrp="1"/>
          </ns0:cNvSpPr>
          <ns0:nvPr/>
        </ns0:nvSpPr>
        <ns0:spPr>
          <a:xfrm>
            <a:off x="477678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R$ 9,4 mi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8419F85F-04C3-4DDF-B9DC-6B97A9786A5C}"/>
              </a:ext>
            </a:extLst>
          </ns0:cNvPr>
          <ns0:cNvSpPr>
            <a:spLocks noGrp="1"/>
          </ns0:cNvSpPr>
          <ns0:nvPr/>
        </ns0:nvSpPr>
        <ns0:spPr>
          <a:xfrm>
            <a:off x="6115050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C92044D0-792B-4483-BB4A-53562E8D5C99}"/>
              </a:ext>
            </a:extLst>
          </ns0:cNvPr>
          <ns0:cNvSpPr>
            <a:spLocks noGrp="1"/>
          </ns0:cNvSpPr>
          <ns0:nvPr/>
        </ns0:nvSpPr>
        <ns0:spPr>
          <a:xfrm>
            <a:off x="6162675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TALÓ 1</a:t>
            </a:r>
          </a:p>
        </ns0:txBody>
      </ns0:sp>
      <ns0:sp>
        <ns0:nvSpPr>
          <ns0:cNvPr id="158" name="">
            <a:extLst>
              <a:ext uri="{FF2B5EF4-FFF2-40B4-BE49-F238E27FC236}">
                <ns2:creationId id="{864701DD-7529-432A-ACFB-795A1E765941}"/>
              </a:ext>
            </a:extLst>
          </ns0:cNvPr>
          <ns0:cNvSpPr>
            <a:spLocks noGrp="1"/>
          </ns0:cNvSpPr>
          <ns0:nvPr/>
        </ns0:nvSpPr>
        <ns0:spPr>
          <a:xfrm>
            <a:off x="6162675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R$ 7,0 mi</a:t>
            </a:r>
          </a:p>
        </ns0:txBody>
      </ns0:sp>
      <ns0:sp>
        <ns0:nvSpPr>
          <ns0:cNvPr id="159" name="">
            <a:extLst>
              <a:ext uri="{FF2B5EF4-FFF2-40B4-BE49-F238E27FC236}">
                <ns2:creationId id="{832AC5DC-F46E-4E93-ACC6-42AC1B3B381F}"/>
              </a:ext>
            </a:extLst>
          </ns0:cNvPr>
          <ns0:cNvSpPr>
            <a:spLocks noGrp="1"/>
          </ns0:cNvSpPr>
          <ns0:nvPr/>
        </ns0:nvSpPr>
        <ns0:spPr>
          <a:xfrm>
            <a:off x="7500938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0" name="">
            <a:extLst>
              <a:ext uri="{FF2B5EF4-FFF2-40B4-BE49-F238E27FC236}">
                <ns2:creationId id="{8A89D43F-D4E5-4269-B1C9-503DAB3D8A02}"/>
              </a:ext>
            </a:extLst>
          </ns0:cNvPr>
          <ns0:cNvSpPr>
            <a:spLocks noGrp="1"/>
          </ns0:cNvSpPr>
          <ns0:nvPr/>
        </ns0:nvSpPr>
        <ns0:spPr>
          <a:xfrm>
            <a:off x="7548563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AGRO BR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4025C189-89E5-4350-8DB2-7A6FCF5B1EDF}"/>
              </a:ext>
            </a:extLst>
          </ns0:cNvPr>
          <ns0:cNvSpPr>
            <a:spLocks noGrp="1"/>
          </ns0:cNvSpPr>
          <ns0:nvPr/>
        </ns0:nvSpPr>
        <ns0:spPr>
          <a:xfrm>
            <a:off x="7548563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R$ 0,6 mi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36A48A06-0FDF-4805-9E38-91597276FC31}"/>
              </a:ext>
            </a:extLst>
          </ns0:cNvPr>
          <ns0:cNvSpPr>
            <a:spLocks noGrp="1"/>
          </ns0:cNvSpPr>
          <ns0:nvPr/>
        </ns0:nvSpPr>
        <ns0:spPr>
          <a:xfrm>
            <a:off x="8886825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3F024E20-FF7A-4410-AE8B-0F00E487AFDD}"/>
              </a:ext>
            </a:extLst>
          </ns0:cNvPr>
          <ns0:cNvSpPr>
            <a:spLocks noGrp="1"/>
          </ns0:cNvSpPr>
          <ns0:nvPr/>
        </ns0:nvSpPr>
        <ns0:spPr>
          <a:xfrm>
            <a:off x="8934450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AGRICONNECTION FIAGRO</a:t>
            </a:r>
          </a:p>
        </ns0:txBody>
      </ns0:sp>
      <ns0:sp>
        <ns0:nvSpPr>
          <ns0:cNvPr id="164" name="">
            <a:extLst>
              <a:ext uri="{FF2B5EF4-FFF2-40B4-BE49-F238E27FC236}">
                <ns2:creationId id="{E83F1997-B55B-46D0-9E70-99CC53B18E22}"/>
              </a:ext>
            </a:extLst>
          </ns0:cNvPr>
          <ns0:cNvSpPr>
            <a:spLocks noGrp="1"/>
          </ns0:cNvSpPr>
          <ns0:nvPr/>
        </ns0:nvSpPr>
        <ns0:spPr>
          <a:xfrm>
            <a:off x="8934450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5" name="">
            <a:extLst>
              <a:ext uri="{FF2B5EF4-FFF2-40B4-BE49-F238E27FC236}">
                <ns2:creationId id="{2EE3F1CB-D2B0-4234-8498-414F23916686}"/>
              </a:ext>
            </a:extLst>
          </ns0:cNvPr>
          <ns0:cNvSpPr>
            <a:spLocks noGrp="1"/>
          </ns0:cNvSpPr>
          <ns0:nvPr/>
        </ns0:nvSpPr>
        <ns0:spPr>
          <a:xfrm>
            <a:off x="10272713" y="33147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6" name="">
            <a:extLst>
              <a:ext uri="{FF2B5EF4-FFF2-40B4-BE49-F238E27FC236}">
                <ns2:creationId id="{F04D07D4-29B4-47F6-87E2-DD80C19C3BC5}"/>
              </a:ext>
            </a:extLst>
          </ns0:cNvPr>
          <ns0:cNvSpPr>
            <a:spLocks noGrp="1"/>
          </ns0:cNvSpPr>
          <ns0:nvPr/>
        </ns0:nvSpPr>
        <ns0:spPr>
          <a:xfrm>
            <a:off x="10320338" y="33432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BOASAFRA DO AGRONEGÓCIO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C4CC2B66-74FE-45A9-8B3C-3C6F5CDEC208}"/>
              </a:ext>
            </a:extLst>
          </ns0:cNvPr>
          <ns0:cNvSpPr>
            <a:spLocks noGrp="1"/>
          </ns0:cNvSpPr>
          <ns0:nvPr/>
        </ns0:nvSpPr>
        <ns0:spPr>
          <a:xfrm>
            <a:off x="10320338" y="35147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9A29228D-F59A-4150-A8FD-E1ED0E963C40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FF202010-CCC1-4437-B76E-80AC2BC0CB47}"/>
              </a:ext>
            </a:extLst>
          </ns0:cNvPr>
          <ns0:cNvSpPr>
            <a:spLocks noGrp="1"/>
          </ns0:cNvSpPr>
          <ns0:nvPr/>
        </ns0:nvSpPr>
        <ns0:spPr>
          <a:xfrm>
            <a:off x="61912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CHEMICAL XIII - - INDÚSTRIA</a:t>
            </a:r>
          </a:p>
        </ns0:txBody>
      </ns0:sp>
      <ns0:sp>
        <ns0:nvSpPr>
          <ns0:cNvPr id="170" name="">
            <a:extLst>
              <a:ext uri="{FF2B5EF4-FFF2-40B4-BE49-F238E27FC236}">
                <ns2:creationId id="{7D735B57-E705-4AC9-9A54-C19DEF35ADE8}"/>
              </a:ext>
            </a:extLst>
          </ns0:cNvPr>
          <ns0:cNvSpPr>
            <a:spLocks noGrp="1"/>
          </ns0:cNvSpPr>
          <ns0:nvPr/>
        </ns0:nvSpPr>
        <ns0:spPr>
          <a:xfrm>
            <a:off x="61912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1" name="">
            <a:extLst>
              <a:ext uri="{FF2B5EF4-FFF2-40B4-BE49-F238E27FC236}">
                <ns2:creationId id="{B2C6DD2A-82CC-450D-91A2-B7A450559303}"/>
              </a:ext>
            </a:extLst>
          </ns0:cNvPr>
          <ns0:cNvSpPr>
            <a:spLocks noGrp="1"/>
          </ns0:cNvSpPr>
          <ns0:nvPr/>
        </ns0:nvSpPr>
        <ns0:spPr>
          <a:xfrm>
            <a:off x="195738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2" name="">
            <a:extLst>
              <a:ext uri="{FF2B5EF4-FFF2-40B4-BE49-F238E27FC236}">
                <ns2:creationId id="{40E675F9-7370-4403-B762-0C6DCE05F64C}"/>
              </a:ext>
            </a:extLst>
          </ns0:cNvPr>
          <ns0:cNvSpPr>
            <a:spLocks noGrp="1"/>
          </ns0:cNvSpPr>
          <ns0:nvPr/>
        </ns0:nvSpPr>
        <ns0:spPr>
          <a:xfrm>
            <a:off x="200501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EDUCACIONAL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67FB0C61-8F0A-46F6-85AE-0DD89E156699}"/>
              </a:ext>
            </a:extLst>
          </ns0:cNvPr>
          <ns0:cNvSpPr>
            <a:spLocks noGrp="1"/>
          </ns0:cNvSpPr>
          <ns0:nvPr/>
        </ns0:nvSpPr>
        <ns0:spPr>
          <a:xfrm>
            <a:off x="200501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349F620C-3104-421F-8137-8FFF24C49B3B}"/>
              </a:ext>
            </a:extLst>
          </ns0:cNvPr>
          <ns0:cNvSpPr>
            <a:spLocks noGrp="1"/>
          </ns0:cNvSpPr>
          <ns0:nvPr/>
        </ns0:nvSpPr>
        <ns0:spPr>
          <a:xfrm>
            <a:off x="334327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2DC1E91D-2019-4B17-B52C-EDF9DD1A69CD}"/>
              </a:ext>
            </a:extLst>
          </ns0:cNvPr>
          <ns0:cNvSpPr>
            <a:spLocks noGrp="1"/>
          </ns0:cNvSpPr>
          <ns0:nvPr/>
        </ns0:nvSpPr>
        <ns0:spPr>
          <a:xfrm>
            <a:off x="339090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FARMTECH SYNGENTA</a:t>
            </a:r>
          </a:p>
        </ns0:txBody>
      </ns0:sp>
      <ns0:sp>
        <ns0:nvSpPr>
          <ns0:cNvPr id="176" name="">
            <a:extLst>
              <a:ext uri="{FF2B5EF4-FFF2-40B4-BE49-F238E27FC236}">
                <ns2:creationId id="{D233063A-8C63-44E8-803B-E1F435AD7B86}"/>
              </a:ext>
            </a:extLst>
          </ns0:cNvPr>
          <ns0:cNvSpPr>
            <a:spLocks noGrp="1"/>
          </ns0:cNvSpPr>
          <ns0:nvPr/>
        </ns0:nvSpPr>
        <ns0:spPr>
          <a:xfrm>
            <a:off x="339090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77" name="">
            <a:extLst>
              <a:ext uri="{FF2B5EF4-FFF2-40B4-BE49-F238E27FC236}">
                <ns2:creationId id="{C3E84107-A41C-4783-85A7-2B191BE825B6}"/>
              </a:ext>
            </a:extLst>
          </ns0:cNvPr>
          <ns0:cNvSpPr>
            <a:spLocks noGrp="1"/>
          </ns0:cNvSpPr>
          <ns0:nvPr/>
        </ns0:nvSpPr>
        <ns0:spPr>
          <a:xfrm>
            <a:off x="472916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78" name="">
            <a:extLst>
              <a:ext uri="{FF2B5EF4-FFF2-40B4-BE49-F238E27FC236}">
                <ns2:creationId id="{BAFCEF00-02EB-4A5D-9085-5D9AB55F8291}"/>
              </a:ext>
            </a:extLst>
          </ns0:cNvPr>
          <ns0:cNvSpPr>
            <a:spLocks noGrp="1"/>
          </ns0:cNvSpPr>
          <ns0:nvPr/>
        </ns0:nvSpPr>
        <ns0:spPr>
          <a:xfrm>
            <a:off x="477678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FATOR TARKEN FIAGRO</a:t>
            </a:r>
          </a:p>
        </ns0:txBody>
      </ns0:sp>
      <ns0:sp>
        <ns0:nvSpPr>
          <ns0:cNvPr id="179" name="">
            <a:extLst>
              <a:ext uri="{FF2B5EF4-FFF2-40B4-BE49-F238E27FC236}">
                <ns2:creationId id="{4E50B02B-C193-421A-B70B-AF69626DDD32}"/>
              </a:ext>
            </a:extLst>
          </ns0:cNvPr>
          <ns0:cNvSpPr>
            <a:spLocks noGrp="1"/>
          </ns0:cNvSpPr>
          <ns0:nvPr/>
        </ns0:nvSpPr>
        <ns0:spPr>
          <a:xfrm>
            <a:off x="477678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8CBAF543-69C8-4CEE-8CA0-626467E25F06}"/>
              </a:ext>
            </a:extLst>
          </ns0:cNvPr>
          <ns0:cNvSpPr>
            <a:spLocks noGrp="1"/>
          </ns0:cNvSpPr>
          <ns0:nvPr/>
        </ns0:nvSpPr>
        <ns0:spPr>
          <a:xfrm>
            <a:off x="6115050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5E093A72-8675-48E5-929B-7DA280BA4F47}"/>
              </a:ext>
            </a:extLst>
          </ns0:cNvPr>
          <ns0:cNvSpPr>
            <a:spLocks noGrp="1"/>
          </ns0:cNvSpPr>
          <ns0:nvPr/>
        </ns0:nvSpPr>
        <ns0:spPr>
          <a:xfrm>
            <a:off x="6162675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ASAAS II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AF660D14-4B06-4958-9DBA-47AB4D388D34}"/>
              </a:ext>
            </a:extLst>
          </ns0:cNvPr>
          <ns0:cNvSpPr>
            <a:spLocks noGrp="1"/>
          </ns0:cNvSpPr>
          <ns0:nvPr/>
        </ns0:nvSpPr>
        <ns0:spPr>
          <a:xfrm>
            <a:off x="6162675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3" name="">
            <a:extLst>
              <a:ext uri="{FF2B5EF4-FFF2-40B4-BE49-F238E27FC236}">
                <ns2:creationId id="{C67E3D99-C7CB-4284-8480-6294DBF6EDDA}"/>
              </a:ext>
            </a:extLst>
          </ns0:cNvPr>
          <ns0:cNvSpPr>
            <a:spLocks noGrp="1"/>
          </ns0:cNvSpPr>
          <ns0:nvPr/>
        </ns0:nvSpPr>
        <ns0:spPr>
          <a:xfrm>
            <a:off x="7500938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4" name="">
            <a:extLst>
              <a:ext uri="{FF2B5EF4-FFF2-40B4-BE49-F238E27FC236}">
                <ns2:creationId id="{5D3521D9-C6C6-446B-8078-42DCD0CAFE11}"/>
              </a:ext>
            </a:extLst>
          </ns0:cNvPr>
          <ns0:cNvSpPr>
            <a:spLocks noGrp="1"/>
          </ns0:cNvSpPr>
          <ns0:nvPr/>
        </ns0:nvSpPr>
        <ns0:spPr>
          <a:xfrm>
            <a:off x="7548563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LIVERPOOL</a:t>
            </a:r>
          </a:p>
        </ns0:txBody>
      </ns0:sp>
      <ns0:sp>
        <ns0:nvSpPr>
          <ns0:cNvPr id="185" name="">
            <a:extLst>
              <a:ext uri="{FF2B5EF4-FFF2-40B4-BE49-F238E27FC236}">
                <ns2:creationId id="{29A5D985-B9DC-4A63-B8FC-8E5CFDCC2330}"/>
              </a:ext>
            </a:extLst>
          </ns0:cNvPr>
          <ns0:cNvSpPr>
            <a:spLocks noGrp="1"/>
          </ns0:cNvSpPr>
          <ns0:nvPr/>
        </ns0:nvSpPr>
        <ns0:spPr>
          <a:xfrm>
            <a:off x="7548563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D9327C26-64BA-4BF4-8E38-82EB3001D4FB}"/>
              </a:ext>
            </a:extLst>
          </ns0:cNvPr>
          <ns0:cNvSpPr>
            <a:spLocks noGrp="1"/>
          </ns0:cNvSpPr>
          <ns0:nvPr/>
        </ns0:nvSpPr>
        <ns0:spPr>
          <a:xfrm>
            <a:off x="8886825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B2BCE9E1-060D-402D-BAC6-D62FDEF56C5F}"/>
              </a:ext>
            </a:extLst>
          </ns0:cNvPr>
          <ns0:cNvSpPr>
            <a:spLocks noGrp="1"/>
          </ns0:cNvSpPr>
          <ns0:nvPr/>
        </ns0:nvSpPr>
        <ns0:spPr>
          <a:xfrm>
            <a:off x="8934450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 DE INVESTIMENTO NAS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0BAB758A-9609-4B7B-8461-5B66002F116C}"/>
              </a:ext>
            </a:extLst>
          </ns0:cNvPr>
          <ns0:cNvSpPr>
            <a:spLocks noGrp="1"/>
          </ns0:cNvSpPr>
          <ns0:nvPr/>
        </ns0:nvSpPr>
        <ns0:spPr>
          <a:xfrm>
            <a:off x="8934450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89" name="">
            <a:extLst>
              <a:ext uri="{FF2B5EF4-FFF2-40B4-BE49-F238E27FC236}">
                <ns2:creationId id="{9484EF25-4D05-4196-8F53-5BBAEFC7C28C}"/>
              </a:ext>
            </a:extLst>
          </ns0:cNvPr>
          <ns0:cNvSpPr>
            <a:spLocks noGrp="1"/>
          </ns0:cNvSpPr>
          <ns0:nvPr/>
        </ns0:nvSpPr>
        <ns0:spPr>
          <a:xfrm>
            <a:off x="10272713" y="367665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0" name="">
            <a:extLst>
              <a:ext uri="{FF2B5EF4-FFF2-40B4-BE49-F238E27FC236}">
                <ns2:creationId id="{A3951A22-16E5-4492-AE61-4E1BEDFCFC50}"/>
              </a:ext>
            </a:extLst>
          </ns0:cNvPr>
          <ns0:cNvSpPr>
            <a:spLocks noGrp="1"/>
          </ns0:cNvSpPr>
          <ns0:nvPr/>
        </ns0:nvSpPr>
        <ns0:spPr>
          <a:xfrm>
            <a:off x="10320338" y="37052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HELM FUNDO DE INVESTIMENTO</a:t>
            </a:r>
          </a:p>
        </ns0:txBody>
      </ns0:sp>
      <ns0:sp>
        <ns0:nvSpPr>
          <ns0:cNvPr id="191" name="">
            <a:extLst>
              <a:ext uri="{FF2B5EF4-FFF2-40B4-BE49-F238E27FC236}">
                <ns2:creationId id="{DFF52D9E-B67C-4CFF-9849-42FC072AC4B9}"/>
              </a:ext>
            </a:extLst>
          </ns0:cNvPr>
          <ns0:cNvSpPr>
            <a:spLocks noGrp="1"/>
          </ns0:cNvSpPr>
          <ns0:nvPr/>
        </ns0:nvSpPr>
        <ns0:spPr>
          <a:xfrm>
            <a:off x="10320338" y="38766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A6F2F567-5129-459B-BA40-D79AC25147F5}"/>
              </a:ext>
            </a:extLst>
          </ns0:cNvPr>
          <ns0:cNvSpPr>
            <a:spLocks noGrp="1"/>
          </ns0:cNvSpPr>
          <ns0:nvPr/>
        </ns0:nvSpPr>
        <ns0:spPr>
          <a:xfrm>
            <a:off x="57150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B6394450-CEC0-4617-8C32-CD66D3EEA382}"/>
              </a:ext>
            </a:extLst>
          </ns0:cNvPr>
          <ns0:cNvSpPr>
            <a:spLocks noGrp="1"/>
          </ns0:cNvSpPr>
          <ns0:nvPr/>
        </ns0:nvSpPr>
        <ns0:spPr>
          <a:xfrm>
            <a:off x="61912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FIAGRO -</a:t>
            </a:r>
          </a:p>
        </ns0:txBody>
      </ns0:sp>
      <ns0:sp>
        <ns0:nvSpPr>
          <ns0:cNvPr id="194" name="">
            <a:extLst>
              <a:ext uri="{FF2B5EF4-FFF2-40B4-BE49-F238E27FC236}">
                <ns2:creationId id="{F0A8DAA4-D0C0-4B53-96FF-B77A2D7B41AA}"/>
              </a:ext>
            </a:extLst>
          </ns0:cNvPr>
          <ns0:cNvSpPr>
            <a:spLocks noGrp="1"/>
          </ns0:cNvSpPr>
          <ns0:nvPr/>
        </ns0:nvSpPr>
        <ns0:spPr>
          <a:xfrm>
            <a:off x="61912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5" name="">
            <a:extLst>
              <a:ext uri="{FF2B5EF4-FFF2-40B4-BE49-F238E27FC236}">
                <ns2:creationId id="{DC15F593-20A3-454F-BA9D-F4D43DC91D4E}"/>
              </a:ext>
            </a:extLst>
          </ns0:cNvPr>
          <ns0:cNvSpPr>
            <a:spLocks noGrp="1"/>
          </ns0:cNvSpPr>
          <ns0:nvPr/>
        </ns0:nvSpPr>
        <ns0:spPr>
          <a:xfrm>
            <a:off x="195738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6" name="">
            <a:extLst>
              <a:ext uri="{FF2B5EF4-FFF2-40B4-BE49-F238E27FC236}">
                <ns2:creationId id="{BE01A726-ACCD-4F43-99E2-8AEE4597F125}"/>
              </a:ext>
            </a:extLst>
          </ns0:cNvPr>
          <ns0:cNvSpPr>
            <a:spLocks noGrp="1"/>
          </ns0:cNvSpPr>
          <ns0:nvPr/>
        </ns0:nvSpPr>
        <ns0:spPr>
          <a:xfrm>
            <a:off x="200501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LAVORO AGRO II FIAGRO -</a:t>
            </a:r>
          </a:p>
        </ns0:txBody>
      </ns0:sp>
      <ns0:sp>
        <ns0:nvSpPr>
          <ns0:cNvPr id="197" name="">
            <a:extLst>
              <a:ext uri="{FF2B5EF4-FFF2-40B4-BE49-F238E27FC236}">
                <ns2:creationId id="{7031D641-E7E7-48C8-A1E6-5459099B1E4F}"/>
              </a:ext>
            </a:extLst>
          </ns0:cNvPr>
          <ns0:cNvSpPr>
            <a:spLocks noGrp="1"/>
          </ns0:cNvSpPr>
          <ns0:nvPr/>
        </ns0:nvSpPr>
        <ns0:spPr>
          <a:xfrm>
            <a:off x="200501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198" name="">
            <a:extLst>
              <a:ext uri="{FF2B5EF4-FFF2-40B4-BE49-F238E27FC236}">
                <ns2:creationId id="{EDF13443-AE4B-4016-9464-CC855EB65BED}"/>
              </a:ext>
            </a:extLst>
          </ns0:cNvPr>
          <ns0:cNvSpPr>
            <a:spLocks noGrp="1"/>
          </ns0:cNvSpPr>
          <ns0:nvPr/>
        </ns0:nvSpPr>
        <ns0:spPr>
          <a:xfrm>
            <a:off x="334327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99" name="">
            <a:extLst>
              <a:ext uri="{FF2B5EF4-FFF2-40B4-BE49-F238E27FC236}">
                <ns2:creationId id="{0B97BD0F-A5C1-41BE-B964-F32C11E022A7}"/>
              </a:ext>
            </a:extLst>
          </ns0:cNvPr>
          <ns0:cNvSpPr>
            <a:spLocks noGrp="1"/>
          </ns0:cNvSpPr>
          <ns0:nvPr/>
        </ns0:nvSpPr>
        <ns0:spPr>
          <a:xfrm>
            <a:off x="339090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NAGRO OIKOS FUNDO DE</a:t>
            </a:r>
          </a:p>
        </ns0:txBody>
      </ns0:sp>
      <ns0:sp>
        <ns0:nvSpPr>
          <ns0:cNvPr id="200" name="">
            <a:extLst>
              <a:ext uri="{FF2B5EF4-FFF2-40B4-BE49-F238E27FC236}">
                <ns2:creationId id="{4CA9FFEB-1BF0-4B9B-8DE9-2460F701A0A1}"/>
              </a:ext>
            </a:extLst>
          </ns0:cNvPr>
          <ns0:cNvSpPr>
            <a:spLocks noGrp="1"/>
          </ns0:cNvSpPr>
          <ns0:nvPr/>
        </ns0:nvSpPr>
        <ns0:spPr>
          <a:xfrm>
            <a:off x="339090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1" name="">
            <a:extLst>
              <a:ext uri="{FF2B5EF4-FFF2-40B4-BE49-F238E27FC236}">
                <ns2:creationId id="{EFC0C47B-2E81-4F79-BB6F-B16A5A1AB1AA}"/>
              </a:ext>
            </a:extLst>
          </ns0:cNvPr>
          <ns0:cNvSpPr>
            <a:spLocks noGrp="1"/>
          </ns0:cNvSpPr>
          <ns0:nvPr/>
        </ns0:nvSpPr>
        <ns0:spPr>
          <a:xfrm>
            <a:off x="4729163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2" name="">
            <a:extLst>
              <a:ext uri="{FF2B5EF4-FFF2-40B4-BE49-F238E27FC236}">
                <ns2:creationId id="{422863FE-6BC5-4169-81BA-353D28D09B59}"/>
              </a:ext>
            </a:extLst>
          </ns0:cNvPr>
          <ns0:cNvSpPr>
            <a:spLocks noGrp="1"/>
          </ns0:cNvSpPr>
          <ns0:nvPr/>
        </ns0:nvSpPr>
        <ns0:spPr>
          <a:xfrm>
            <a:off x="477678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PONTO RURAL FIAGRO</a:t>
            </a:r>
          </a:p>
        </ns0:txBody>
      </ns0:sp>
      <ns0:sp>
        <ns0:nvSpPr>
          <ns0:cNvPr id="203" name="">
            <a:extLst>
              <a:ext uri="{FF2B5EF4-FFF2-40B4-BE49-F238E27FC236}">
                <ns2:creationId id="{50C886B5-FFE0-47FE-9BC5-84CA76F25286}"/>
              </a:ext>
            </a:extLst>
          </ns0:cNvPr>
          <ns0:cNvSpPr>
            <a:spLocks noGrp="1"/>
          </ns0:cNvSpPr>
          <ns0:nvPr/>
        </ns0:nvSpPr>
        <ns0:spPr>
          <a:xfrm>
            <a:off x="477678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4" name="">
            <a:extLst>
              <a:ext uri="{FF2B5EF4-FFF2-40B4-BE49-F238E27FC236}">
                <ns2:creationId id="{941AB649-4D19-458E-A649-FB2D5FAAA99B}"/>
              </a:ext>
            </a:extLst>
          </ns0:cNvPr>
          <ns0:cNvSpPr>
            <a:spLocks noGrp="1"/>
          </ns0:cNvSpPr>
          <ns0:nvPr/>
        </ns0:nvSpPr>
        <ns0:spPr>
          <a:xfrm>
            <a:off x="6115050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5" name="">
            <a:extLst>
              <a:ext uri="{FF2B5EF4-FFF2-40B4-BE49-F238E27FC236}">
                <ns2:creationId id="{9E16BB0C-CF2C-48BB-A8AA-DE99BA9C1FE0}"/>
              </a:ext>
            </a:extLst>
          </ns0:cNvPr>
          <ns0:cNvSpPr>
            <a:spLocks noGrp="1"/>
          </ns0:cNvSpPr>
          <ns0:nvPr/>
        </ns0:nvSpPr>
        <ns0:spPr>
          <a:xfrm>
            <a:off x="6162675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TMAQ 21 DE ARRANJOS DE</a:t>
            </a:r>
          </a:p>
        </ns0:txBody>
      </ns0:sp>
      <ns0:sp>
        <ns0:nvSpPr>
          <ns0:cNvPr id="206" name="">
            <a:extLst>
              <a:ext uri="{FF2B5EF4-FFF2-40B4-BE49-F238E27FC236}">
                <ns2:creationId id="{CCEDD489-BB12-4496-90F0-5D123903D474}"/>
              </a:ext>
            </a:extLst>
          </ns0:cNvPr>
          <ns0:cNvSpPr>
            <a:spLocks noGrp="1"/>
          </ns0:cNvSpPr>
          <ns0:nvPr/>
        </ns0:nvSpPr>
        <ns0:spPr>
          <a:xfrm>
            <a:off x="6162675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07" name="">
            <a:extLst>
              <a:ext uri="{FF2B5EF4-FFF2-40B4-BE49-F238E27FC236}">
                <ns2:creationId id="{EB8814E7-65D1-4CA0-B868-C1355FF6E4EF}"/>
              </a:ext>
            </a:extLst>
          </ns0:cNvPr>
          <ns0:cNvSpPr>
            <a:spLocks noGrp="1"/>
          </ns0:cNvSpPr>
          <ns0:nvPr/>
        </ns0:nvSpPr>
        <ns0:spPr>
          <a:xfrm>
            <a:off x="7500938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08" name="">
            <a:extLst>
              <a:ext uri="{FF2B5EF4-FFF2-40B4-BE49-F238E27FC236}">
                <ns2:creationId id="{D1ACA455-9465-4A8A-A0E6-9D65A2A26B6A}"/>
              </a:ext>
            </a:extLst>
          </ns0:cNvPr>
          <ns0:cNvSpPr>
            <a:spLocks noGrp="1"/>
          </ns0:cNvSpPr>
          <ns0:nvPr/>
        </ns0:nvSpPr>
        <ns0:spPr>
          <a:xfrm>
            <a:off x="7548563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TRÊS TENTOS FIAGRO</a:t>
            </a:r>
          </a:p>
        </ns0:txBody>
      </ns0:sp>
      <ns0:sp>
        <ns0:nvSpPr>
          <ns0:cNvPr id="209" name="">
            <a:extLst>
              <a:ext uri="{FF2B5EF4-FFF2-40B4-BE49-F238E27FC236}">
                <ns2:creationId id="{DDCBE19D-28FF-489C-B1AB-0283C6351B82}"/>
              </a:ext>
            </a:extLst>
          </ns0:cNvPr>
          <ns0:cNvSpPr>
            <a:spLocks noGrp="1"/>
          </ns0:cNvSpPr>
          <ns0:nvPr/>
        </ns0:nvSpPr>
        <ns0:spPr>
          <a:xfrm>
            <a:off x="7548563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0" name="">
            <a:extLst>
              <a:ext uri="{FF2B5EF4-FFF2-40B4-BE49-F238E27FC236}">
                <ns2:creationId id="{8AEAD7E2-E118-4602-BED9-10A23755C1E6}"/>
              </a:ext>
            </a:extLst>
          </ns0:cNvPr>
          <ns0:cNvSpPr>
            <a:spLocks noGrp="1"/>
          </ns0:cNvSpPr>
          <ns0:nvPr/>
        </ns0:nvSpPr>
        <ns0:spPr>
          <a:xfrm>
            <a:off x="8886825" y="4038600"/>
            <a:ext cx="1347788" cy="3333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211" name="">
            <a:extLst>
              <a:ext uri="{FF2B5EF4-FFF2-40B4-BE49-F238E27FC236}">
                <ns2:creationId id="{8F034D66-06F8-4265-BE02-82066710B2AF}"/>
              </a:ext>
            </a:extLst>
          </ns0:cNvPr>
          <ns0:cNvSpPr>
            <a:spLocks noGrp="1"/>
          </ns0:cNvSpPr>
          <ns0:nvPr/>
        </ns0:nvSpPr>
        <ns0:spPr>
          <a:xfrm>
            <a:off x="8934450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UBYFOL AGRO III FUNDO DE</a:t>
            </a:r>
          </a:p>
        </ns0:txBody>
      </ns0:sp>
      <ns0:sp>
        <ns0:nvSpPr>
          <ns0:cNvPr id="212" name="">
            <a:extLst>
              <a:ext uri="{FF2B5EF4-FFF2-40B4-BE49-F238E27FC236}">
                <ns2:creationId id="{1EA8EC68-0011-467B-8E5B-8E2236B0743D}"/>
              </a:ext>
            </a:extLst>
          </ns0:cNvPr>
          <ns0:cNvSpPr>
            <a:spLocks noGrp="1"/>
          </ns0:cNvSpPr>
          <ns0:nvPr/>
        </ns0:nvSpPr>
        <ns0:spPr>
          <a:xfrm>
            <a:off x="8934450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13" name="">
            <a:extLst>
              <a:ext uri="{FF2B5EF4-FFF2-40B4-BE49-F238E27FC236}">
                <ns2:creationId id="{1005A3F4-C2D2-4FEF-886D-545B4449054A}"/>
              </a:ext>
            </a:extLst>
          </ns0:cNvPr>
          <ns0:cNvSpPr>
            <a:spLocks noGrp="1"/>
          </ns0:cNvSpPr>
          <ns0:nvPr/>
        </ns0:nvSpPr>
        <ns0:spPr>
          <a:xfrm>
            <a:off x="10272713" y="403860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4" name="">
            <a:extLst>
              <a:ext uri="{FF2B5EF4-FFF2-40B4-BE49-F238E27FC236}">
                <ns2:creationId id="{255D8818-52AB-4DD9-B936-332C0119C719}"/>
              </a:ext>
            </a:extLst>
          </ns0:cNvPr>
          <ns0:cNvSpPr>
            <a:spLocks noGrp="1"/>
          </ns0:cNvSpPr>
          <ns0:nvPr/>
        </ns0:nvSpPr>
        <ns0:spPr>
          <a:xfrm>
            <a:off x="10320338" y="40671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VTK</a:t>
            </a:r>
          </a:p>
        </ns0:txBody>
      </ns0:sp>
      <ns0:sp>
        <ns0:nvSpPr>
          <ns0:cNvPr id="215" name="">
            <a:extLst>
              <a:ext uri="{FF2B5EF4-FFF2-40B4-BE49-F238E27FC236}">
                <ns2:creationId id="{D985E246-C25C-440B-84C1-E18307732E5A}"/>
              </a:ext>
            </a:extLst>
          </ns0:cNvPr>
          <ns0:cNvSpPr>
            <a:spLocks noGrp="1"/>
          </ns0:cNvSpPr>
          <ns0:nvPr/>
        </ns0:nvSpPr>
        <ns0:spPr>
          <a:xfrm>
            <a:off x="10320338" y="42386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16" name="">
            <a:extLst>
              <a:ext uri="{FF2B5EF4-FFF2-40B4-BE49-F238E27FC236}">
                <ns2:creationId id="{97402BB8-E535-4F36-95FF-8582F4202F9E}"/>
              </a:ext>
            </a:extLst>
          </ns0:cNvPr>
          <ns0:cNvSpPr>
            <a:spLocks noGrp="1"/>
          </ns0:cNvSpPr>
          <ns0:nvPr/>
        </ns0:nvSpPr>
        <ns0:spPr>
          <a:xfrm>
            <a:off x="571500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17" name="">
            <a:extLst>
              <a:ext uri="{FF2B5EF4-FFF2-40B4-BE49-F238E27FC236}">
                <ns2:creationId id="{7DD4989A-8445-4DA0-8761-187D40E9220A}"/>
              </a:ext>
            </a:extLst>
          </ns0:cNvPr>
          <ns0:cNvSpPr>
            <a:spLocks noGrp="1"/>
          </ns0:cNvSpPr>
          <ns0:nvPr/>
        </ns0:nvSpPr>
        <ns0:spPr>
          <a:xfrm>
            <a:off x="61912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AGIBANK II</a:t>
            </a:r>
          </a:p>
        </ns0:txBody>
      </ns0:sp>
      <ns0:sp>
        <ns0:nvSpPr>
          <ns0:cNvPr id="218" name="">
            <a:extLst>
              <a:ext uri="{FF2B5EF4-FFF2-40B4-BE49-F238E27FC236}">
                <ns2:creationId id="{2892FAC8-072E-4A31-A549-28415591C74F}"/>
              </a:ext>
            </a:extLst>
          </ns0:cNvPr>
          <ns0:cNvSpPr>
            <a:spLocks noGrp="1"/>
          </ns0:cNvSpPr>
          <ns0:nvPr/>
        </ns0:nvSpPr>
        <ns0:spPr>
          <a:xfrm>
            <a:off x="61912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R$ 3,0 bi</a:t>
            </a:r>
          </a:p>
        </ns0:txBody>
      </ns0:sp>
      <ns0:sp>
        <ns0:nvSpPr>
          <ns0:cNvPr id="219" name="">
            <a:extLst>
              <a:ext uri="{FF2B5EF4-FFF2-40B4-BE49-F238E27FC236}">
                <ns2:creationId id="{37B7D644-F089-4382-91C9-AB7CF36B3703}"/>
              </a:ext>
            </a:extLst>
          </ns0:cNvPr>
          <ns0:cNvSpPr>
            <a:spLocks noGrp="1"/>
          </ns0:cNvSpPr>
          <ns0:nvPr/>
        </ns0:nvSpPr>
        <ns0:spPr>
          <a:xfrm>
            <a:off x="1957388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0" name="">
            <a:extLst>
              <a:ext uri="{FF2B5EF4-FFF2-40B4-BE49-F238E27FC236}">
                <ns2:creationId id="{D9143853-2476-4F5F-A8FB-0511A851EE03}"/>
              </a:ext>
            </a:extLst>
          </ns0:cNvPr>
          <ns0:cNvSpPr>
            <a:spLocks noGrp="1"/>
          </ns0:cNvSpPr>
          <ns0:nvPr/>
        </ns0:nvSpPr>
        <ns0:spPr>
          <a:xfrm>
            <a:off x="200501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III</a:t>
            </a:r>
          </a:p>
        </ns0:txBody>
      </ns0:sp>
      <ns0:sp>
        <ns0:nvSpPr>
          <ns0:cNvPr id="221" name="">
            <a:extLst>
              <a:ext uri="{FF2B5EF4-FFF2-40B4-BE49-F238E27FC236}">
                <ns2:creationId id="{B61981CC-AEBE-471D-9231-BD5BBCF4F88A}"/>
              </a:ext>
            </a:extLst>
          </ns0:cNvPr>
          <ns0:cNvSpPr>
            <a:spLocks noGrp="1"/>
          </ns0:cNvSpPr>
          <ns0:nvPr/>
        </ns0:nvSpPr>
        <ns0:spPr>
          <a:xfrm>
            <a:off x="200501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R$ 1,2 bi</a:t>
            </a:r>
          </a:p>
        </ns0:txBody>
      </ns0:sp>
      <ns0:sp>
        <ns0:nvSpPr>
          <ns0:cNvPr id="222" name="">
            <a:extLst>
              <a:ext uri="{FF2B5EF4-FFF2-40B4-BE49-F238E27FC236}">
                <ns2:creationId id="{6FAEDF71-4AD1-481D-B1FD-3EC259A39017}"/>
              </a:ext>
            </a:extLst>
          </ns0:cNvPr>
          <ns0:cNvSpPr>
            <a:spLocks noGrp="1"/>
          </ns0:cNvSpPr>
          <ns0:nvPr/>
        </ns0:nvSpPr>
        <ns0:spPr>
          <a:xfrm>
            <a:off x="3343275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3" name="">
            <a:extLst>
              <a:ext uri="{FF2B5EF4-FFF2-40B4-BE49-F238E27FC236}">
                <ns2:creationId id="{8E83B278-1896-4FE4-A468-E43D59711768}"/>
              </a:ext>
            </a:extLst>
          </ns0:cNvPr>
          <ns0:cNvSpPr>
            <a:spLocks noGrp="1"/>
          </ns0:cNvSpPr>
          <ns0:nvPr/>
        </ns0:nvSpPr>
        <ns0:spPr>
          <a:xfrm>
            <a:off x="339090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INSS III</a:t>
            </a:r>
          </a:p>
        </ns0:txBody>
      </ns0:sp>
      <ns0:sp>
        <ns0:nvSpPr>
          <ns0:cNvPr id="224" name="">
            <a:extLst>
              <a:ext uri="{FF2B5EF4-FFF2-40B4-BE49-F238E27FC236}">
                <ns2:creationId id="{AFD16FDB-155A-41C7-8F59-055488768AB3}"/>
              </a:ext>
            </a:extLst>
          </ns0:cNvPr>
          <ns0:cNvSpPr>
            <a:spLocks noGrp="1"/>
          </ns0:cNvSpPr>
          <ns0:nvPr/>
        </ns0:nvSpPr>
        <ns0:spPr>
          <a:xfrm>
            <a:off x="339090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R$ 664,8 mi</a:t>
            </a:r>
          </a:p>
        </ns0:txBody>
      </ns0:sp>
      <ns0:sp>
        <ns0:nvSpPr>
          <ns0:cNvPr id="225" name="">
            <a:extLst>
              <a:ext uri="{FF2B5EF4-FFF2-40B4-BE49-F238E27FC236}">
                <ns2:creationId id="{0C61DEBD-98CC-4632-BADC-B876F153E199}"/>
              </a:ext>
            </a:extLst>
          </ns0:cNvPr>
          <ns0:cNvSpPr>
            <a:spLocks noGrp="1"/>
          </ns0:cNvSpPr>
          <ns0:nvPr/>
        </ns0:nvSpPr>
        <ns0:spPr>
          <a:xfrm>
            <a:off x="4729163" y="4400550"/>
            <a:ext cx="1347788" cy="3333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26" name="">
            <a:extLst>
              <a:ext uri="{FF2B5EF4-FFF2-40B4-BE49-F238E27FC236}">
                <ns2:creationId id="{E5F6E16F-6929-4995-A327-3C9E61359080}"/>
              </a:ext>
            </a:extLst>
          </ns0:cNvPr>
          <ns0:cNvSpPr>
            <a:spLocks noGrp="1"/>
          </ns0:cNvSpPr>
          <ns0:nvPr/>
        </ns0:nvSpPr>
        <ns0:spPr>
          <a:xfrm>
            <a:off x="477678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III</a:t>
            </a:r>
          </a:p>
        </ns0:txBody>
      </ns0:sp>
      <ns0:sp>
        <ns0:nvSpPr>
          <ns0:cNvPr id="227" name="">
            <a:extLst>
              <a:ext uri="{FF2B5EF4-FFF2-40B4-BE49-F238E27FC236}">
                <ns2:creationId id="{87E6D9FF-F700-4350-A8D8-A73006BAE6D7}"/>
              </a:ext>
            </a:extLst>
          </ns0:cNvPr>
          <ns0:cNvSpPr>
            <a:spLocks noGrp="1"/>
          </ns0:cNvSpPr>
          <ns0:nvPr/>
        </ns0:nvSpPr>
        <ns0:spPr>
          <a:xfrm>
            <a:off x="477678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R$ 33,3 mi</a:t>
            </a:r>
          </a:p>
        </ns0:txBody>
      </ns0:sp>
      <ns0:sp>
        <ns0:nvSpPr>
          <ns0:cNvPr id="228" name="">
            <a:extLst>
              <a:ext uri="{FF2B5EF4-FFF2-40B4-BE49-F238E27FC236}">
                <ns2:creationId id="{CAF9BCAB-39E4-4F0A-A7EE-C3A8B80BD146}"/>
              </a:ext>
            </a:extLst>
          </ns0:cNvPr>
          <ns0:cNvSpPr>
            <a:spLocks noGrp="1"/>
          </ns0:cNvSpPr>
          <ns0:nvPr/>
        </ns0:nvSpPr>
        <ns0:spPr>
          <a:xfrm>
            <a:off x="6115050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29" name="">
            <a:extLst>
              <a:ext uri="{FF2B5EF4-FFF2-40B4-BE49-F238E27FC236}">
                <ns2:creationId id="{13949035-DC88-4594-8C91-672016BAA374}"/>
              </a:ext>
            </a:extLst>
          </ns0:cNvPr>
          <ns0:cNvSpPr>
            <a:spLocks noGrp="1"/>
          </ns0:cNvSpPr>
          <ns0:nvPr/>
        </ns0:nvSpPr>
        <ns0:spPr>
          <a:xfrm>
            <a:off x="6162675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III</a:t>
            </a:r>
          </a:p>
        </ns0:txBody>
      </ns0:sp>
      <ns0:sp>
        <ns0:nvSpPr>
          <ns0:cNvPr id="230" name="">
            <a:extLst>
              <a:ext uri="{FF2B5EF4-FFF2-40B4-BE49-F238E27FC236}">
                <ns2:creationId id="{9E36F4AE-6DF4-4AB1-8ADF-B6634E73544D}"/>
              </a:ext>
            </a:extLst>
          </ns0:cNvPr>
          <ns0:cNvSpPr>
            <a:spLocks noGrp="1"/>
          </ns0:cNvSpPr>
          <ns0:nvPr/>
        </ns0:nvSpPr>
        <ns0:spPr>
          <a:xfrm>
            <a:off x="6162675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R$ 965,3 mi</a:t>
            </a:r>
          </a:p>
        </ns0:txBody>
      </ns0:sp>
      <ns0:sp>
        <ns0:nvSpPr>
          <ns0:cNvPr id="231" name="">
            <a:extLst>
              <a:ext uri="{FF2B5EF4-FFF2-40B4-BE49-F238E27FC236}">
                <ns2:creationId id="{31D6FAFF-2307-4E99-8D95-F166D6413215}"/>
              </a:ext>
            </a:extLst>
          </ns0:cNvPr>
          <ns0:cNvSpPr>
            <a:spLocks noGrp="1"/>
          </ns0:cNvSpPr>
          <ns0:nvPr/>
        </ns0:nvSpPr>
        <ns0:spPr>
          <a:xfrm>
            <a:off x="7500938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2" name="">
            <a:extLst>
              <a:ext uri="{FF2B5EF4-FFF2-40B4-BE49-F238E27FC236}">
                <ns2:creationId id="{55864944-10AA-42C8-BB2B-1415FF75EB2A}"/>
              </a:ext>
            </a:extLst>
          </ns0:cNvPr>
          <ns0:cNvSpPr>
            <a:spLocks noGrp="1"/>
          </ns0:cNvSpPr>
          <ns0:nvPr/>
        </ns0:nvSpPr>
        <ns0:spPr>
          <a:xfrm>
            <a:off x="7548563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RECEIVABLES II</a:t>
            </a:r>
          </a:p>
        </ns0:txBody>
      </ns0:sp>
      <ns0:sp>
        <ns0:nvSpPr>
          <ns0:cNvPr id="233" name="">
            <a:extLst>
              <a:ext uri="{FF2B5EF4-FFF2-40B4-BE49-F238E27FC236}">
                <ns2:creationId id="{AA5A4516-70CE-45D6-89EC-6BD44F4C7897}"/>
              </a:ext>
            </a:extLst>
          </ns0:cNvPr>
          <ns0:cNvSpPr>
            <a:spLocks noGrp="1"/>
          </ns0:cNvSpPr>
          <ns0:nvPr/>
        </ns0:nvSpPr>
        <ns0:spPr>
          <a:xfrm>
            <a:off x="7548563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R$ 697,5 mi</a:t>
            </a:r>
          </a:p>
        </ns0:txBody>
      </ns0:sp>
      <ns0:sp>
        <ns0:nvSpPr>
          <ns0:cNvPr id="234" name="">
            <a:extLst>
              <a:ext uri="{FF2B5EF4-FFF2-40B4-BE49-F238E27FC236}">
                <ns2:creationId id="{862FC9F3-EC4C-4372-A999-997125054CA5}"/>
              </a:ext>
            </a:extLst>
          </ns0:cNvPr>
          <ns0:cNvSpPr>
            <a:spLocks noGrp="1"/>
          </ns0:cNvSpPr>
          <ns0:nvPr/>
        </ns0:nvSpPr>
        <ns0:spPr>
          <a:xfrm>
            <a:off x="8886825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5" name="">
            <a:extLst>
              <a:ext uri="{FF2B5EF4-FFF2-40B4-BE49-F238E27FC236}">
                <ns2:creationId id="{AC6C319D-8B89-4442-BFE7-66C2D446C578}"/>
              </a:ext>
            </a:extLst>
          </ns0:cNvPr>
          <ns0:cNvSpPr>
            <a:spLocks noGrp="1"/>
          </ns0:cNvSpPr>
          <ns0:nvPr/>
        </ns0:nvSpPr>
        <ns0:spPr>
          <a:xfrm>
            <a:off x="8934450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II</a:t>
            </a:r>
          </a:p>
        </ns0:txBody>
      </ns0:sp>
      <ns0:sp>
        <ns0:nvSpPr>
          <ns0:cNvPr id="236" name="">
            <a:extLst>
              <a:ext uri="{FF2B5EF4-FFF2-40B4-BE49-F238E27FC236}">
                <ns2:creationId id="{15EC6819-55EF-4F36-B67A-BAA0B8E1D641}"/>
              </a:ext>
            </a:extLst>
          </ns0:cNvPr>
          <ns0:cNvSpPr>
            <a:spLocks noGrp="1"/>
          </ns0:cNvSpPr>
          <ns0:nvPr/>
        </ns0:nvSpPr>
        <ns0:spPr>
          <a:xfrm>
            <a:off x="8934450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R$ 249,7 mi</a:t>
            </a:r>
          </a:p>
        </ns0:txBody>
      </ns0:sp>
      <ns0:sp>
        <ns0:nvSpPr>
          <ns0:cNvPr id="237" name="">
            <a:extLst>
              <a:ext uri="{FF2B5EF4-FFF2-40B4-BE49-F238E27FC236}">
                <ns2:creationId id="{DAB8E159-885A-434A-AEF3-D34B9EAE55B1}"/>
              </a:ext>
            </a:extLst>
          </ns0:cNvPr>
          <ns0:cNvSpPr>
            <a:spLocks noGrp="1"/>
          </ns0:cNvSpPr>
          <ns0:nvPr/>
        </ns0:nvSpPr>
        <ns0:spPr>
          <a:xfrm>
            <a:off x="10272713" y="440055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38" name="">
            <a:extLst>
              <a:ext uri="{FF2B5EF4-FFF2-40B4-BE49-F238E27FC236}">
                <ns2:creationId id="{F0D366A4-C85F-497E-9160-E45243F759F5}"/>
              </a:ext>
            </a:extLst>
          </ns0:cNvPr>
          <ns0:cNvSpPr>
            <a:spLocks noGrp="1"/>
          </ns0:cNvSpPr>
          <ns0:nvPr/>
        </ns0:nvSpPr>
        <ns0:spPr>
          <a:xfrm>
            <a:off x="10320338" y="44291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QUATÁ FDC FGTS</a:t>
            </a:r>
          </a:p>
        </ns0:txBody>
      </ns0:sp>
      <ns0:sp>
        <ns0:nvSpPr>
          <ns0:cNvPr id="239" name="">
            <a:extLst>
              <a:ext uri="{FF2B5EF4-FFF2-40B4-BE49-F238E27FC236}">
                <ns2:creationId id="{12ECEFB0-B3D6-4B73-87E6-CC793E66A7BB}"/>
              </a:ext>
            </a:extLst>
          </ns0:cNvPr>
          <ns0:cNvSpPr>
            <a:spLocks noGrp="1"/>
          </ns0:cNvSpPr>
          <ns0:nvPr/>
        </ns0:nvSpPr>
        <ns0:spPr>
          <a:xfrm>
            <a:off x="10320338" y="46005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R$ 225,0 mi</a:t>
            </a:r>
          </a:p>
        </ns0:txBody>
      </ns0:sp>
      <ns0:sp>
        <ns0:nvSpPr>
          <ns0:cNvPr id="240" name="">
            <a:extLst>
              <a:ext uri="{FF2B5EF4-FFF2-40B4-BE49-F238E27FC236}">
                <ns2:creationId id="{5F8756FF-28EB-4673-9978-D5C115012018}"/>
              </a:ext>
            </a:extLst>
          </ns0:cNvPr>
          <ns0:cNvSpPr>
            <a:spLocks noGrp="1"/>
          </ns0:cNvSpPr>
          <ns0:nvPr/>
        </ns0:nvSpPr>
        <ns0:spPr>
          <a:xfrm>
            <a:off x="571500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1" name="">
            <a:extLst>
              <a:ext uri="{FF2B5EF4-FFF2-40B4-BE49-F238E27FC236}">
                <ns2:creationId id="{D5B1A27F-D713-451E-B61A-17308F8AFD16}"/>
              </a:ext>
            </a:extLst>
          </ns0:cNvPr>
          <ns0:cNvSpPr>
            <a:spLocks noGrp="1"/>
          </ns0:cNvSpPr>
          <ns0:nvPr/>
        </ns0:nvSpPr>
        <ns0:spPr>
          <a:xfrm>
            <a:off x="61912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J17 FGTS FINANCEIRO</a:t>
            </a:r>
          </a:p>
        </ns0:txBody>
      </ns0:sp>
      <ns0:sp>
        <ns0:nvSpPr>
          <ns0:cNvPr id="242" name="">
            <a:extLst>
              <a:ext uri="{FF2B5EF4-FFF2-40B4-BE49-F238E27FC236}">
                <ns2:creationId id="{98F1E608-0529-4D3F-87EE-EC72A1CD4228}"/>
              </a:ext>
            </a:extLst>
          </ns0:cNvPr>
          <ns0:cNvSpPr>
            <a:spLocks noGrp="1"/>
          </ns0:cNvSpPr>
          <ns0:nvPr/>
        </ns0:nvSpPr>
        <ns0:spPr>
          <a:xfrm>
            <a:off x="61912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R$ 213,6 mi</a:t>
            </a:r>
          </a:p>
        </ns0:txBody>
      </ns0:sp>
      <ns0:sp>
        <ns0:nvSpPr>
          <ns0:cNvPr id="243" name="">
            <a:extLst>
              <a:ext uri="{FF2B5EF4-FFF2-40B4-BE49-F238E27FC236}">
                <ns2:creationId id="{A93C7777-D42F-4B93-B7A4-3A90D7147991}"/>
              </a:ext>
            </a:extLst>
          </ns0:cNvPr>
          <ns0:cNvSpPr>
            <a:spLocks noGrp="1"/>
          </ns0:cNvSpPr>
          <ns0:nvPr/>
        </ns0:nvSpPr>
        <ns0:spPr>
          <a:xfrm>
            <a:off x="1957388" y="4762500"/>
            <a:ext cx="1347788" cy="3333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44" name="">
            <a:extLst>
              <a:ext uri="{FF2B5EF4-FFF2-40B4-BE49-F238E27FC236}">
                <ns2:creationId id="{711809AD-C131-443B-A1BB-D0C74BFE2514}"/>
              </a:ext>
            </a:extLst>
          </ns0:cNvPr>
          <ns0:cNvSpPr>
            <a:spLocks noGrp="1"/>
          </ns0:cNvSpPr>
          <ns0:nvPr/>
        </ns0:nvSpPr>
        <ns0:spPr>
          <a:xfrm>
            <a:off x="200501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ANGÁ FGTS +AG</a:t>
            </a:r>
          </a:p>
        </ns0:txBody>
      </ns0:sp>
      <ns0:sp>
        <ns0:nvSpPr>
          <ns0:cNvPr id="245" name="">
            <a:extLst>
              <a:ext uri="{FF2B5EF4-FFF2-40B4-BE49-F238E27FC236}">
                <ns2:creationId id="{C7916EBC-6F3F-4D08-9DA4-644F48A23B7F}"/>
              </a:ext>
            </a:extLst>
          </ns0:cNvPr>
          <ns0:cNvSpPr>
            <a:spLocks noGrp="1"/>
          </ns0:cNvSpPr>
          <ns0:nvPr/>
        </ns0:nvSpPr>
        <ns0:spPr>
          <a:xfrm>
            <a:off x="200501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R$ 71,1 mi</a:t>
            </a:r>
          </a:p>
        </ns0:txBody>
      </ns0:sp>
      <ns0:sp>
        <ns0:nvSpPr>
          <ns0:cNvPr id="246" name="">
            <a:extLst>
              <a:ext uri="{FF2B5EF4-FFF2-40B4-BE49-F238E27FC236}">
                <ns2:creationId id="{899B01C6-033C-40EB-81B2-35E66508C813}"/>
              </a:ext>
            </a:extLst>
          </ns0:cNvPr>
          <ns0:cNvSpPr>
            <a:spLocks noGrp="1"/>
          </ns0:cNvSpPr>
          <ns0:nvPr/>
        </ns0:nvSpPr>
        <ns0:spPr>
          <a:xfrm>
            <a:off x="3343275" y="4762500"/>
            <a:ext cx="1347788" cy="3333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247" name="">
            <a:extLst>
              <a:ext uri="{FF2B5EF4-FFF2-40B4-BE49-F238E27FC236}">
                <ns2:creationId id="{E4581DA2-AEE9-4FFD-9DE7-663D931E3A59}"/>
              </a:ext>
            </a:extLst>
          </ns0:cNvPr>
          <ns0:cNvSpPr>
            <a:spLocks noGrp="1"/>
          </ns0:cNvSpPr>
          <ns0:nvPr/>
        </ns0:nvSpPr>
        <ns0:spPr>
          <a:xfrm>
            <a:off x="339090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- CRÉDITO DE VEÍCULOS</a:t>
            </a:r>
          </a:p>
        </ns0:txBody>
      </ns0:sp>
      <ns0:sp>
        <ns0:nvSpPr>
          <ns0:cNvPr id="248" name="">
            <a:extLst>
              <a:ext uri="{FF2B5EF4-FFF2-40B4-BE49-F238E27FC236}">
                <ns2:creationId id="{B190B809-EA30-4AFE-B538-EEA1A40F7490}"/>
              </a:ext>
            </a:extLst>
          </ns0:cNvPr>
          <ns0:cNvSpPr>
            <a:spLocks noGrp="1"/>
          </ns0:cNvSpPr>
          <ns0:nvPr/>
        </ns0:nvSpPr>
        <ns0:spPr>
          <a:xfrm>
            <a:off x="339090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249" name="">
            <a:extLst>
              <a:ext uri="{FF2B5EF4-FFF2-40B4-BE49-F238E27FC236}">
                <ns2:creationId id="{C182260A-2F0F-4906-AFBC-6371849E33E6}"/>
              </a:ext>
            </a:extLst>
          </ns0:cNvPr>
          <ns0:cNvSpPr>
            <a:spLocks noGrp="1"/>
          </ns0:cNvSpPr>
          <ns0:nvPr/>
        </ns0:nvSpPr>
        <ns0:spPr>
          <a:xfrm>
            <a:off x="472916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0" name="">
            <a:extLst>
              <a:ext uri="{FF2B5EF4-FFF2-40B4-BE49-F238E27FC236}">
                <ns2:creationId id="{D70FA802-0FB0-4C36-BA3D-75615A1E5EDB}"/>
              </a:ext>
            </a:extLst>
          </ns0:cNvPr>
          <ns0:cNvSpPr>
            <a:spLocks noGrp="1"/>
          </ns0:cNvSpPr>
          <ns0:nvPr/>
        </ns0:nvSpPr>
        <ns0:spPr>
          <a:xfrm>
            <a:off x="477678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COMERCIAIS MEDICI I</a:t>
            </a:r>
          </a:p>
        </ns0:txBody>
      </ns0:sp>
      <ns0:sp>
        <ns0:nvSpPr>
          <ns0:cNvPr id="251" name="">
            <a:extLst>
              <a:ext uri="{FF2B5EF4-FFF2-40B4-BE49-F238E27FC236}">
                <ns2:creationId id="{BB624585-D7A2-45DF-969C-D95B4145757E}"/>
              </a:ext>
            </a:extLst>
          </ns0:cNvPr>
          <ns0:cNvSpPr>
            <a:spLocks noGrp="1"/>
          </ns0:cNvSpPr>
          <ns0:nvPr/>
        </ns0:nvSpPr>
        <ns0:spPr>
          <a:xfrm>
            <a:off x="477678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2" name="">
            <a:extLst>
              <a:ext uri="{FF2B5EF4-FFF2-40B4-BE49-F238E27FC236}">
                <ns2:creationId id="{84B49ADE-51A0-404D-8230-A693B1B285C1}"/>
              </a:ext>
            </a:extLst>
          </ns0:cNvPr>
          <ns0:cNvSpPr>
            <a:spLocks noGrp="1"/>
          </ns0:cNvSpPr>
          <ns0:nvPr/>
        </ns0:nvSpPr>
        <ns0:spPr>
          <a:xfrm>
            <a:off x="6115050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3" name="">
            <a:extLst>
              <a:ext uri="{FF2B5EF4-FFF2-40B4-BE49-F238E27FC236}">
                <ns2:creationId id="{D6AACB16-3E2D-4F3A-B0B6-953501CB74CF}"/>
              </a:ext>
            </a:extLst>
          </ns0:cNvPr>
          <ns0:cNvSpPr>
            <a:spLocks noGrp="1"/>
          </ns0:cNvSpPr>
          <ns0:nvPr/>
        </ns0:nvSpPr>
        <ns0:spPr>
          <a:xfrm>
            <a:off x="6162675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ATLANTA</a:t>
            </a:r>
          </a:p>
        </ns0:txBody>
      </ns0:sp>
      <ns0:sp>
        <ns0:nvSpPr>
          <ns0:cNvPr id="254" name="">
            <a:extLst>
              <a:ext uri="{FF2B5EF4-FFF2-40B4-BE49-F238E27FC236}">
                <ns2:creationId id="{720E138A-032B-447A-B2C0-DE934FA4B5D8}"/>
              </a:ext>
            </a:extLst>
          </ns0:cNvPr>
          <ns0:cNvSpPr>
            <a:spLocks noGrp="1"/>
          </ns0:cNvSpPr>
          <ns0:nvPr/>
        </ns0:nvSpPr>
        <ns0:spPr>
          <a:xfrm>
            <a:off x="6162675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R$ 3,1 bi</a:t>
            </a:r>
          </a:p>
        </ns0:txBody>
      </ns0:sp>
      <ns0:sp>
        <ns0:nvSpPr>
          <ns0:cNvPr id="255" name="">
            <a:extLst>
              <a:ext uri="{FF2B5EF4-FFF2-40B4-BE49-F238E27FC236}">
                <ns2:creationId id="{E7B4AC10-DE28-4FCB-A2F5-E6721A3F6830}"/>
              </a:ext>
            </a:extLst>
          </ns0:cNvPr>
          <ns0:cNvSpPr>
            <a:spLocks noGrp="1"/>
          </ns0:cNvSpPr>
          <ns0:nvPr/>
        </ns0:nvSpPr>
        <ns0:spPr>
          <a:xfrm>
            <a:off x="7500938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6" name="">
            <a:extLst>
              <a:ext uri="{FF2B5EF4-FFF2-40B4-BE49-F238E27FC236}">
                <ns2:creationId id="{26654B87-DAA2-4509-B19E-C4A8CB5A9B76}"/>
              </a:ext>
            </a:extLst>
          </ns0:cNvPr>
          <ns0:cNvSpPr>
            <a:spLocks noGrp="1"/>
          </ns0:cNvSpPr>
          <ns0:nvPr/>
        </ns0:nvSpPr>
        <ns0:spPr>
          <a:xfrm>
            <a:off x="7548563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MULTIPLIKE PLUS</a:t>
            </a:r>
          </a:p>
        </ns0:txBody>
      </ns0:sp>
      <ns0:sp>
        <ns0:nvSpPr>
          <ns0:cNvPr id="257" name="">
            <a:extLst>
              <a:ext uri="{FF2B5EF4-FFF2-40B4-BE49-F238E27FC236}">
                <ns2:creationId id="{8A552F8E-1402-4155-9A1E-F17368BA73E9}"/>
              </a:ext>
            </a:extLst>
          </ns0:cNvPr>
          <ns0:cNvSpPr>
            <a:spLocks noGrp="1"/>
          </ns0:cNvSpPr>
          <ns0:nvPr/>
        </ns0:nvSpPr>
        <ns0:spPr>
          <a:xfrm>
            <a:off x="7548563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R$ 2,1 bi</a:t>
            </a:r>
          </a:p>
        </ns0:txBody>
      </ns0:sp>
      <ns0:sp>
        <ns0:nvSpPr>
          <ns0:cNvPr id="258" name="">
            <a:extLst>
              <a:ext uri="{FF2B5EF4-FFF2-40B4-BE49-F238E27FC236}">
                <ns2:creationId id="{065AC149-162D-4F55-AD20-E61F24489713}"/>
              </a:ext>
            </a:extLst>
          </ns0:cNvPr>
          <ns0:cNvSpPr>
            <a:spLocks noGrp="1"/>
          </ns0:cNvSpPr>
          <ns0:nvPr/>
        </ns0:nvSpPr>
        <ns0:spPr>
          <a:xfrm>
            <a:off x="8886825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59" name="">
            <a:extLst>
              <a:ext uri="{FF2B5EF4-FFF2-40B4-BE49-F238E27FC236}">
                <ns2:creationId id="{4EDBA5A5-A789-4330-BC5C-7BF19A10B72B}"/>
              </a:ext>
            </a:extLst>
          </ns0:cNvPr>
          <ns0:cNvSpPr>
            <a:spLocks noGrp="1"/>
          </ns0:cNvSpPr>
          <ns0:nvPr/>
        </ns0:nvSpPr>
        <ns0:spPr>
          <a:xfrm>
            <a:off x="8934450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GAVEA SUL MULTISSETORIAL LP</a:t>
            </a:r>
          </a:p>
        </ns0:txBody>
      </ns0:sp>
      <ns0:sp>
        <ns0:nvSpPr>
          <ns0:cNvPr id="260" name="">
            <a:extLst>
              <a:ext uri="{FF2B5EF4-FFF2-40B4-BE49-F238E27FC236}">
                <ns2:creationId id="{FFD0F08F-2028-4B91-9D2B-CC8CC32E7C14}"/>
              </a:ext>
            </a:extLst>
          </ns0:cNvPr>
          <ns0:cNvSpPr>
            <a:spLocks noGrp="1"/>
          </ns0:cNvSpPr>
          <ns0:nvPr/>
        </ns0:nvSpPr>
        <ns0:spPr>
          <a:xfrm>
            <a:off x="8934450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R$ 562,0 mi</a:t>
            </a:r>
          </a:p>
        </ns0:txBody>
      </ns0:sp>
      <ns0:sp>
        <ns0:nvSpPr>
          <ns0:cNvPr id="261" name="">
            <a:extLst>
              <a:ext uri="{FF2B5EF4-FFF2-40B4-BE49-F238E27FC236}">
                <ns2:creationId id="{8F880C5B-417A-4B58-82FD-B11082412313}"/>
              </a:ext>
            </a:extLst>
          </ns0:cNvPr>
          <ns0:cNvSpPr>
            <a:spLocks noGrp="1"/>
          </ns0:cNvSpPr>
          <ns0:nvPr/>
        </ns0:nvSpPr>
        <ns0:spPr>
          <a:xfrm>
            <a:off x="10272713" y="476250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2" name="">
            <a:extLst>
              <a:ext uri="{FF2B5EF4-FFF2-40B4-BE49-F238E27FC236}">
                <ns2:creationId id="{4BBFE1CF-A567-4678-A4FE-B793B8CAD3C3}"/>
              </a:ext>
            </a:extLst>
          </ns0:cNvPr>
          <ns0:cNvSpPr>
            <a:spLocks noGrp="1"/>
          </ns0:cNvSpPr>
          <ns0:nvPr/>
        </ns0:nvSpPr>
        <ns0:spPr>
          <a:xfrm>
            <a:off x="10320338" y="47910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VALOREM MULTISETORIAL</a:t>
            </a:r>
          </a:p>
        </ns0:txBody>
      </ns0:sp>
      <ns0:sp>
        <ns0:nvSpPr>
          <ns0:cNvPr id="263" name="">
            <a:extLst>
              <a:ext uri="{FF2B5EF4-FFF2-40B4-BE49-F238E27FC236}">
                <ns2:creationId id="{F8D6E24A-5A05-468C-8DAA-4EF115715410}"/>
              </a:ext>
            </a:extLst>
          </ns0:cNvPr>
          <ns0:cNvSpPr>
            <a:spLocks noGrp="1"/>
          </ns0:cNvSpPr>
          <ns0:nvPr/>
        </ns0:nvSpPr>
        <ns0:spPr>
          <a:xfrm>
            <a:off x="10320338" y="49625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R$ 511,8 mi</a:t>
            </a:r>
          </a:p>
        </ns0:txBody>
      </ns0:sp>
      <ns0:sp>
        <ns0:nvSpPr>
          <ns0:cNvPr id="264" name="">
            <a:extLst>
              <a:ext uri="{FF2B5EF4-FFF2-40B4-BE49-F238E27FC236}">
                <ns2:creationId id="{6F69762A-24B2-4E70-9738-F1BD578E2BD4}"/>
              </a:ext>
            </a:extLst>
          </ns0:cNvPr>
          <ns0:cNvSpPr>
            <a:spLocks noGrp="1"/>
          </ns0:cNvSpPr>
          <ns0:nvPr/>
        </ns0:nvSpPr>
        <ns0:spPr>
          <a:xfrm>
            <a:off x="571500" y="5124450"/>
            <a:ext cx="1347788" cy="3333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265" name="">
            <a:extLst>
              <a:ext uri="{FF2B5EF4-FFF2-40B4-BE49-F238E27FC236}">
                <ns2:creationId id="{7D9CED66-CAF8-460D-918D-A3F9C4D93905}"/>
              </a:ext>
            </a:extLst>
          </ns0:cNvPr>
          <ns0:cNvSpPr>
            <a:spLocks noGrp="1"/>
          </ns0:cNvSpPr>
          <ns0:nvPr/>
        </ns0:nvSpPr>
        <ns0:spPr>
          <a:xfrm>
            <a:off x="61912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</a:t>
            </a:r>
          </a:p>
        </ns0:txBody>
      </ns0:sp>
      <ns0:sp>
        <ns0:nvSpPr>
          <ns0:cNvPr id="266" name="">
            <a:extLst>
              <a:ext uri="{FF2B5EF4-FFF2-40B4-BE49-F238E27FC236}">
                <ns2:creationId id="{E420F342-33D5-40FF-88A5-2EE4B4EF1F4B}"/>
              </a:ext>
            </a:extLst>
          </ns0:cNvPr>
          <ns0:cNvSpPr>
            <a:spLocks noGrp="1"/>
          </ns0:cNvSpPr>
          <ns0:nvPr/>
        </ns0:nvSpPr>
        <ns0:spPr>
          <a:xfrm>
            <a:off x="61912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R$ 270,3 mi</a:t>
            </a:r>
          </a:p>
        </ns0:txBody>
      </ns0:sp>
      <ns0:sp>
        <ns0:nvSpPr>
          <ns0:cNvPr id="267" name="">
            <a:extLst>
              <a:ext uri="{FF2B5EF4-FFF2-40B4-BE49-F238E27FC236}">
                <ns2:creationId id="{AB3A7ECF-530A-4B0D-966E-09CDB96E2A94}"/>
              </a:ext>
            </a:extLst>
          </ns0:cNvPr>
          <ns0:cNvSpPr>
            <a:spLocks noGrp="1"/>
          </ns0:cNvSpPr>
          <ns0:nvPr/>
        </ns0:nvSpPr>
        <ns0:spPr>
          <a:xfrm>
            <a:off x="195738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68" name="">
            <a:extLst>
              <a:ext uri="{FF2B5EF4-FFF2-40B4-BE49-F238E27FC236}">
                <ns2:creationId id="{FE5638A4-4256-4749-8CED-04816E9DEF5C}"/>
              </a:ext>
            </a:extLst>
          </ns0:cNvPr>
          <ns0:cNvSpPr>
            <a:spLocks noGrp="1"/>
          </ns0:cNvSpPr>
          <ns0:nvPr/>
        </ns0:nvSpPr>
        <ns0:spPr>
          <a:xfrm>
            <a:off x="200501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NATURA PAY CRÉDITO PESSOAL</a:t>
            </a:r>
          </a:p>
        </ns0:txBody>
      </ns0:sp>
      <ns0:sp>
        <ns0:nvSpPr>
          <ns0:cNvPr id="269" name="">
            <a:extLst>
              <a:ext uri="{FF2B5EF4-FFF2-40B4-BE49-F238E27FC236}">
                <ns2:creationId id="{243C972F-1439-4DD4-82E1-4BF5C83E9B70}"/>
              </a:ext>
            </a:extLst>
          </ns0:cNvPr>
          <ns0:cNvSpPr>
            <a:spLocks noGrp="1"/>
          </ns0:cNvSpPr>
          <ns0:nvPr/>
        </ns0:nvSpPr>
        <ns0:spPr>
          <a:xfrm>
            <a:off x="200501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R$ 1,0 bi</a:t>
            </a:r>
          </a:p>
        </ns0:txBody>
      </ns0:sp>
      <ns0:sp>
        <ns0:nvSpPr>
          <ns0:cNvPr id="270" name="">
            <a:extLst>
              <a:ext uri="{FF2B5EF4-FFF2-40B4-BE49-F238E27FC236}">
                <ns2:creationId id="{BFCAADF8-3D0E-462A-88A6-C2D64773E435}"/>
              </a:ext>
            </a:extLst>
          </ns0:cNvPr>
          <ns0:cNvSpPr>
            <a:spLocks noGrp="1"/>
          </ns0:cNvSpPr>
          <ns0:nvPr/>
        </ns0:nvSpPr>
        <ns0:spPr>
          <a:xfrm>
            <a:off x="334327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1" name="">
            <a:extLst>
              <a:ext uri="{FF2B5EF4-FFF2-40B4-BE49-F238E27FC236}">
                <ns2:creationId id="{71DE3C54-A362-4CE0-A9C3-53CC2DFE1179}"/>
              </a:ext>
            </a:extLst>
          </ns0:cNvPr>
          <ns0:cNvSpPr>
            <a:spLocks noGrp="1"/>
          </ns0:cNvSpPr>
          <ns0:nvPr/>
        </ns0:nvSpPr>
        <ns0:spPr>
          <a:xfrm>
            <a:off x="339090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III</a:t>
            </a:r>
          </a:p>
        </ns0:txBody>
      </ns0:sp>
      <ns0:sp>
        <ns0:nvSpPr>
          <ns0:cNvPr id="272" name="">
            <a:extLst>
              <a:ext uri="{FF2B5EF4-FFF2-40B4-BE49-F238E27FC236}">
                <ns2:creationId id="{48397FF3-C161-4EB0-9AEC-FCB91BACE827}"/>
              </a:ext>
            </a:extLst>
          </ns0:cNvPr>
          <ns0:cNvSpPr>
            <a:spLocks noGrp="1"/>
          </ns0:cNvSpPr>
          <ns0:nvPr/>
        </ns0:nvSpPr>
        <ns0:spPr>
          <a:xfrm>
            <a:off x="339090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R$ 722,5 mi</a:t>
            </a:r>
          </a:p>
        </ns0:txBody>
      </ns0:sp>
      <ns0:sp>
        <ns0:nvSpPr>
          <ns0:cNvPr id="273" name="">
            <a:extLst>
              <a:ext uri="{FF2B5EF4-FFF2-40B4-BE49-F238E27FC236}">
                <ns2:creationId id="{9509DDEA-9298-4815-B549-0C1C5596F36F}"/>
              </a:ext>
            </a:extLst>
          </ns0:cNvPr>
          <ns0:cNvSpPr>
            <a:spLocks noGrp="1"/>
          </ns0:cNvSpPr>
          <ns0:nvPr/>
        </ns0:nvSpPr>
        <ns0:spPr>
          <a:xfrm>
            <a:off x="472916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4" name="">
            <a:extLst>
              <a:ext uri="{FF2B5EF4-FFF2-40B4-BE49-F238E27FC236}">
                <ns2:creationId id="{7B140B8E-8C77-4691-9A52-8013DC6567C4}"/>
              </a:ext>
            </a:extLst>
          </ns0:cNvPr>
          <ns0:cNvSpPr>
            <a:spLocks noGrp="1"/>
          </ns0:cNvSpPr>
          <ns0:nvPr/>
        </ns0:nvSpPr>
        <ns0:spPr>
          <a:xfrm>
            <a:off x="477678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IFOOD PAGO CRÉDITO I</a:t>
            </a:r>
          </a:p>
        </ns0:txBody>
      </ns0:sp>
      <ns0:sp>
        <ns0:nvSpPr>
          <ns0:cNvPr id="275" name="">
            <a:extLst>
              <a:ext uri="{FF2B5EF4-FFF2-40B4-BE49-F238E27FC236}">
                <ns2:creationId id="{0E0198E9-AFEA-4566-B2B6-A957EEC8360A}"/>
              </a:ext>
            </a:extLst>
          </ns0:cNvPr>
          <ns0:cNvSpPr>
            <a:spLocks noGrp="1"/>
          </ns0:cNvSpPr>
          <ns0:nvPr/>
        </ns0:nvSpPr>
        <ns0:spPr>
          <a:xfrm>
            <a:off x="477678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R$ 657,1 mi</a:t>
            </a:r>
          </a:p>
        </ns0:txBody>
      </ns0:sp>
      <ns0:sp>
        <ns0:nvSpPr>
          <ns0:cNvPr id="276" name="">
            <a:extLst>
              <a:ext uri="{FF2B5EF4-FFF2-40B4-BE49-F238E27FC236}">
                <ns2:creationId id="{55ED3277-66D3-4D02-B91C-585A6240CE74}"/>
              </a:ext>
            </a:extLst>
          </ns0:cNvPr>
          <ns0:cNvSpPr>
            <a:spLocks noGrp="1"/>
          </ns0:cNvSpPr>
          <ns0:nvPr/>
        </ns0:nvSpPr>
        <ns0:spPr>
          <a:xfrm>
            <a:off x="6115050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77" name="">
            <a:extLst>
              <a:ext uri="{FF2B5EF4-FFF2-40B4-BE49-F238E27FC236}">
                <ns2:creationId id="{D856E378-E9E2-4C5E-8059-53B1AF8F5DD4}"/>
              </a:ext>
            </a:extLst>
          </ns0:cNvPr>
          <ns0:cNvSpPr>
            <a:spLocks noGrp="1"/>
          </ns0:cNvSpPr>
          <ns0:nvPr/>
        </ns0:nvSpPr>
        <ns0:spPr>
          <a:xfrm>
            <a:off x="6162675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GALLERIA HOME EQUITY FIDC</a:t>
            </a:r>
          </a:p>
        </ns0:txBody>
      </ns0:sp>
      <ns0:sp>
        <ns0:nvSpPr>
          <ns0:cNvPr id="278" name="">
            <a:extLst>
              <a:ext uri="{FF2B5EF4-FFF2-40B4-BE49-F238E27FC236}">
                <ns2:creationId id="{468EE0CA-DD1E-4079-89CF-09E1B74A30EA}"/>
              </a:ext>
            </a:extLst>
          </ns0:cNvPr>
          <ns0:cNvSpPr>
            <a:spLocks noGrp="1"/>
          </ns0:cNvSpPr>
          <ns0:nvPr/>
        </ns0:nvSpPr>
        <ns0:spPr>
          <a:xfrm>
            <a:off x="6162675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R$ 513,2 mi</a:t>
            </a:r>
          </a:p>
        </ns0:txBody>
      </ns0:sp>
      <ns0:sp>
        <ns0:nvSpPr>
          <ns0:cNvPr id="279" name="">
            <a:extLst>
              <a:ext uri="{FF2B5EF4-FFF2-40B4-BE49-F238E27FC236}">
                <ns2:creationId id="{05F0D8C5-C7E8-417F-8E4B-3EB1A59A8C1A}"/>
              </a:ext>
            </a:extLst>
          </ns0:cNvPr>
          <ns0:cNvSpPr>
            <a:spLocks noGrp="1"/>
          </ns0:cNvSpPr>
          <ns0:nvPr/>
        </ns0:nvSpPr>
        <ns0:spPr>
          <a:xfrm>
            <a:off x="7500938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0" name="">
            <a:extLst>
              <a:ext uri="{FF2B5EF4-FFF2-40B4-BE49-F238E27FC236}">
                <ns2:creationId id="{58A1972A-FB23-4617-8930-F21F11D89945}"/>
              </a:ext>
            </a:extLst>
          </ns0:cNvPr>
          <ns0:cNvSpPr>
            <a:spLocks noGrp="1"/>
          </ns0:cNvSpPr>
          <ns0:nvPr/>
        </ns0:nvSpPr>
        <ns0:spPr>
          <a:xfrm>
            <a:off x="7548563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MONEE II SEGMENTO FINANCEIRO</a:t>
            </a:r>
          </a:p>
        </ns0:txBody>
      </ns0:sp>
      <ns0:sp>
        <ns0:nvSpPr>
          <ns0:cNvPr id="281" name="">
            <a:extLst>
              <a:ext uri="{FF2B5EF4-FFF2-40B4-BE49-F238E27FC236}">
                <ns2:creationId id="{493C7520-B881-4096-8499-06E7D5142813}"/>
              </a:ext>
            </a:extLst>
          </ns0:cNvPr>
          <ns0:cNvSpPr>
            <a:spLocks noGrp="1"/>
          </ns0:cNvSpPr>
          <ns0:nvPr/>
        </ns0:nvSpPr>
        <ns0:spPr>
          <a:xfrm>
            <a:off x="7548563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R$ 442,2 mi</a:t>
            </a:r>
          </a:p>
        </ns0:txBody>
      </ns0:sp>
      <ns0:sp>
        <ns0:nvSpPr>
          <ns0:cNvPr id="282" name="">
            <a:extLst>
              <a:ext uri="{FF2B5EF4-FFF2-40B4-BE49-F238E27FC236}">
                <ns2:creationId id="{2A59097A-5E26-4A2A-A92C-850E36DC7637}"/>
              </a:ext>
            </a:extLst>
          </ns0:cNvPr>
          <ns0:cNvSpPr>
            <a:spLocks noGrp="1"/>
          </ns0:cNvSpPr>
          <ns0:nvPr/>
        </ns0:nvSpPr>
        <ns0:spPr>
          <a:xfrm>
            <a:off x="8886825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3" name="">
            <a:extLst>
              <a:ext uri="{FF2B5EF4-FFF2-40B4-BE49-F238E27FC236}">
                <ns2:creationId id="{ED43F880-1A99-4E9B-8E9F-765DF715B093}"/>
              </a:ext>
            </a:extLst>
          </ns0:cNvPr>
          <ns0:cNvSpPr>
            <a:spLocks noGrp="1"/>
          </ns0:cNvSpPr>
          <ns0:nvPr/>
        </ns0:nvSpPr>
        <ns0:spPr>
          <a:xfrm>
            <a:off x="8934450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VI</a:t>
            </a:r>
          </a:p>
        </ns0:txBody>
      </ns0:sp>
      <ns0:sp>
        <ns0:nvSpPr>
          <ns0:cNvPr id="284" name="">
            <a:extLst>
              <a:ext uri="{FF2B5EF4-FFF2-40B4-BE49-F238E27FC236}">
                <ns2:creationId id="{30A22F28-C0A5-4A8F-BDE8-04462E0DFC10}"/>
              </a:ext>
            </a:extLst>
          </ns0:cNvPr>
          <ns0:cNvSpPr>
            <a:spLocks noGrp="1"/>
          </ns0:cNvSpPr>
          <ns0:nvPr/>
        </ns0:nvSpPr>
        <ns0:spPr>
          <a:xfrm>
            <a:off x="8934450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R$ 437,4 mi</a:t>
            </a:r>
          </a:p>
        </ns0:txBody>
      </ns0:sp>
      <ns0:sp>
        <ns0:nvSpPr>
          <ns0:cNvPr id="285" name="">
            <a:extLst>
              <a:ext uri="{FF2B5EF4-FFF2-40B4-BE49-F238E27FC236}">
                <ns2:creationId id="{96CB6A6C-F0C5-458B-AE67-C1E540C63A6A}"/>
              </a:ext>
            </a:extLst>
          </ns0:cNvPr>
          <ns0:cNvSpPr>
            <a:spLocks noGrp="1"/>
          </ns0:cNvSpPr>
          <ns0:nvPr/>
        </ns0:nvSpPr>
        <ns0:spPr>
          <a:xfrm>
            <a:off x="10272713" y="51244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6" name="">
            <a:extLst>
              <a:ext uri="{FF2B5EF4-FFF2-40B4-BE49-F238E27FC236}">
                <ns2:creationId id="{B300AB92-D139-4BA4-B583-2C8D51AEAE0A}"/>
              </a:ext>
            </a:extLst>
          </ns0:cNvPr>
          <ns0:cNvSpPr>
            <a:spLocks noGrp="1"/>
          </ns0:cNvSpPr>
          <ns0:nvPr/>
        </ns0:nvSpPr>
        <ns0:spPr>
          <a:xfrm>
            <a:off x="10320338" y="51530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RESIDENCE CLUB</a:t>
            </a:r>
          </a:p>
        </ns0:txBody>
      </ns0:sp>
      <ns0:sp>
        <ns0:nvSpPr>
          <ns0:cNvPr id="287" name="">
            <a:extLst>
              <a:ext uri="{FF2B5EF4-FFF2-40B4-BE49-F238E27FC236}">
                <ns2:creationId id="{86E01C7F-A3A8-4E2E-9B46-9FCFD5725741}"/>
              </a:ext>
            </a:extLst>
          </ns0:cNvPr>
          <ns0:cNvSpPr>
            <a:spLocks noGrp="1"/>
          </ns0:cNvSpPr>
          <ns0:nvPr/>
        </ns0:nvSpPr>
        <ns0:spPr>
          <a:xfrm>
            <a:off x="10320338" y="53244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R$ 403,4 mi</a:t>
            </a:r>
          </a:p>
        </ns0:txBody>
      </ns0:sp>
      <ns0:sp>
        <ns0:nvSpPr>
          <ns0:cNvPr id="288" name="">
            <a:extLst>
              <a:ext uri="{FF2B5EF4-FFF2-40B4-BE49-F238E27FC236}">
                <ns2:creationId id="{B8AF8237-6DAC-4BE8-866D-450DFCC1E65A}"/>
              </a:ext>
            </a:extLst>
          </ns0:cNvPr>
          <ns0:cNvSpPr>
            <a:spLocks noGrp="1"/>
          </ns0:cNvSpPr>
          <ns0:nvPr/>
        </ns0:nvSpPr>
        <ns0:spPr>
          <a:xfrm>
            <a:off x="57150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89" name="">
            <a:extLst>
              <a:ext uri="{FF2B5EF4-FFF2-40B4-BE49-F238E27FC236}">
                <ns2:creationId id="{D4933E39-900E-447E-9D50-2B75EDCA3A86}"/>
              </a:ext>
            </a:extLst>
          </ns0:cNvPr>
          <ns0:cNvSpPr>
            <a:spLocks noGrp="1"/>
          </ns0:cNvSpPr>
          <ns0:nvPr/>
        </ns0:nvSpPr>
        <ns0:spPr>
          <a:xfrm>
            <a:off x="61912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PRAVALER CRÉDITO</a:t>
            </a:r>
          </a:p>
        </ns0:txBody>
      </ns0:sp>
      <ns0:sp>
        <ns0:nvSpPr>
          <ns0:cNvPr id="290" name="">
            <a:extLst>
              <a:ext uri="{FF2B5EF4-FFF2-40B4-BE49-F238E27FC236}">
                <ns2:creationId id="{EB242885-30C0-4593-8EF7-5DF8983CEBE1}"/>
              </a:ext>
            </a:extLst>
          </ns0:cNvPr>
          <ns0:cNvSpPr>
            <a:spLocks noGrp="1"/>
          </ns0:cNvSpPr>
          <ns0:nvPr/>
        </ns0:nvSpPr>
        <ns0:spPr>
          <a:xfrm>
            <a:off x="61912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R$ 392,9 mi</a:t>
            </a:r>
          </a:p>
        </ns0:txBody>
      </ns0:sp>
      <ns0:sp>
        <ns0:nvSpPr>
          <ns0:cNvPr id="291" name="">
            <a:extLst>
              <a:ext uri="{FF2B5EF4-FFF2-40B4-BE49-F238E27FC236}">
                <ns2:creationId id="{9C072100-E7A3-47BC-8935-E4CAD95FB551}"/>
              </a:ext>
            </a:extLst>
          </ns0:cNvPr>
          <ns0:cNvSpPr>
            <a:spLocks noGrp="1"/>
          </ns0:cNvSpPr>
          <ns0:nvPr/>
        </ns0:nvSpPr>
        <ns0:spPr>
          <a:xfrm>
            <a:off x="195738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2" name="">
            <a:extLst>
              <a:ext uri="{FF2B5EF4-FFF2-40B4-BE49-F238E27FC236}">
                <ns2:creationId id="{56259F00-E585-42FE-A6E1-170315051967}"/>
              </a:ext>
            </a:extLst>
          </ns0:cNvPr>
          <ns0:cNvSpPr>
            <a:spLocks noGrp="1"/>
          </ns0:cNvSpPr>
          <ns0:nvPr/>
        </ns0:nvSpPr>
        <ns0:spPr>
          <a:xfrm>
            <a:off x="200501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SOL AGORA GREEN ESG FIDC IS</a:t>
            </a:r>
          </a:p>
        </ns0:txBody>
      </ns0:sp>
      <ns0:sp>
        <ns0:nvSpPr>
          <ns0:cNvPr id="293" name="">
            <a:extLst>
              <a:ext uri="{FF2B5EF4-FFF2-40B4-BE49-F238E27FC236}">
                <ns2:creationId id="{6C2714B8-E239-41E1-A49F-7949B5C2FD51}"/>
              </a:ext>
            </a:extLst>
          </ns0:cNvPr>
          <ns0:cNvSpPr>
            <a:spLocks noGrp="1"/>
          </ns0:cNvSpPr>
          <ns0:nvPr/>
        </ns0:nvSpPr>
        <ns0:spPr>
          <a:xfrm>
            <a:off x="200501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R$ 285,1 mi</a:t>
            </a:r>
          </a:p>
        </ns0:txBody>
      </ns0:sp>
      <ns0:sp>
        <ns0:nvSpPr>
          <ns0:cNvPr id="294" name="">
            <a:extLst>
              <a:ext uri="{FF2B5EF4-FFF2-40B4-BE49-F238E27FC236}">
                <ns2:creationId id="{8A536204-35B3-458E-BC69-DD3711CE891C}"/>
              </a:ext>
            </a:extLst>
          </ns0:cNvPr>
          <ns0:cNvSpPr>
            <a:spLocks noGrp="1"/>
          </ns0:cNvSpPr>
          <ns0:nvPr/>
        </ns0:nvSpPr>
        <ns0:spPr>
          <a:xfrm>
            <a:off x="334327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5" name="">
            <a:extLst>
              <a:ext uri="{FF2B5EF4-FFF2-40B4-BE49-F238E27FC236}">
                <ns2:creationId id="{E6C3AF2F-A86A-4930-A6EB-E30A1C57BA5E}"/>
              </a:ext>
            </a:extLst>
          </ns0:cNvPr>
          <ns0:cNvSpPr>
            <a:spLocks noGrp="1"/>
          </ns0:cNvSpPr>
          <ns0:nvPr/>
        </ns0:nvSpPr>
        <ns0:spPr>
          <a:xfrm>
            <a:off x="339090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SOTREQ</a:t>
            </a:r>
          </a:p>
        </ns0:txBody>
      </ns0:sp>
      <ns0:sp>
        <ns0:nvSpPr>
          <ns0:cNvPr id="296" name="">
            <a:extLst>
              <a:ext uri="{FF2B5EF4-FFF2-40B4-BE49-F238E27FC236}">
                <ns2:creationId id="{2E0D65A6-E4F2-4DAE-AB82-C1C27EF70B6C}"/>
              </a:ext>
            </a:extLst>
          </ns0:cNvPr>
          <ns0:cNvSpPr>
            <a:spLocks noGrp="1"/>
          </ns0:cNvSpPr>
          <ns0:nvPr/>
        </ns0:nvSpPr>
        <ns0:spPr>
          <a:xfrm>
            <a:off x="339090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R$ 205,2 mi</a:t>
            </a:r>
          </a:p>
        </ns0:txBody>
      </ns0:sp>
      <ns0:sp>
        <ns0:nvSpPr>
          <ns0:cNvPr id="297" name="">
            <a:extLst>
              <a:ext uri="{FF2B5EF4-FFF2-40B4-BE49-F238E27FC236}">
                <ns2:creationId id="{8346C537-9070-4036-B35C-33D4AE414414}"/>
              </a:ext>
            </a:extLst>
          </ns0:cNvPr>
          <ns0:cNvSpPr>
            <a:spLocks noGrp="1"/>
          </ns0:cNvSpPr>
          <ns0:nvPr/>
        </ns0:nvSpPr>
        <ns0:spPr>
          <a:xfrm>
            <a:off x="472916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298" name="">
            <a:extLst>
              <a:ext uri="{FF2B5EF4-FFF2-40B4-BE49-F238E27FC236}">
                <ns2:creationId id="{B02460AB-C390-4838-9D67-42173EDA980D}"/>
              </a:ext>
            </a:extLst>
          </ns0:cNvPr>
          <ns0:cNvSpPr>
            <a:spLocks noGrp="1"/>
          </ns0:cNvSpPr>
          <ns0:nvPr/>
        </ns0:nvSpPr>
        <ns0:spPr>
          <a:xfrm>
            <a:off x="477678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VIA INVEST II</a:t>
            </a:r>
          </a:p>
        </ns0:txBody>
      </ns0:sp>
      <ns0:sp>
        <ns0:nvSpPr>
          <ns0:cNvPr id="299" name="">
            <a:extLst>
              <a:ext uri="{FF2B5EF4-FFF2-40B4-BE49-F238E27FC236}">
                <ns2:creationId id="{CB320343-2F30-4601-AA80-E1778EF6B65E}"/>
              </a:ext>
            </a:extLst>
          </ns0:cNvPr>
          <ns0:cNvSpPr>
            <a:spLocks noGrp="1"/>
          </ns0:cNvSpPr>
          <ns0:nvPr/>
        </ns0:nvSpPr>
        <ns0:spPr>
          <a:xfrm>
            <a:off x="477678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R$ 202,9 mi</a:t>
            </a:r>
          </a:p>
        </ns0:txBody>
      </ns0:sp>
      <ns0:sp>
        <ns0:nvSpPr>
          <ns0:cNvPr id="300" name="">
            <a:extLst>
              <a:ext uri="{FF2B5EF4-FFF2-40B4-BE49-F238E27FC236}">
                <ns2:creationId id="{00EC9C38-7AFA-4170-8ED0-7D8984C35E14}"/>
              </a:ext>
            </a:extLst>
          </ns0:cNvPr>
          <ns0:cNvSpPr>
            <a:spLocks noGrp="1"/>
          </ns0:cNvSpPr>
          <ns0:nvPr/>
        </ns0:nvSpPr>
        <ns0:spPr>
          <a:xfrm>
            <a:off x="6115050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1" name="">
            <a:extLst>
              <a:ext uri="{FF2B5EF4-FFF2-40B4-BE49-F238E27FC236}">
                <ns2:creationId id="{E0367CB7-B598-44E0-9E33-914C0AFAB1CD}"/>
              </a:ext>
            </a:extLst>
          </ns0:cNvPr>
          <ns0:cNvSpPr>
            <a:spLocks noGrp="1"/>
          </ns0:cNvSpPr>
          <ns0:nvPr/>
        </ns0:nvSpPr>
        <ns0:spPr>
          <a:xfrm>
            <a:off x="6162675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CARTÃO DE COMPRA SUPPLIER</a:t>
            </a:r>
          </a:p>
        </ns0:txBody>
      </ns0:sp>
      <ns0:sp>
        <ns0:nvSpPr>
          <ns0:cNvPr id="302" name="">
            <a:extLst>
              <a:ext uri="{FF2B5EF4-FFF2-40B4-BE49-F238E27FC236}">
                <ns2:creationId id="{CBC6B84F-5E55-4573-85B0-A41EFFC94CF7}"/>
              </a:ext>
            </a:extLst>
          </ns0:cNvPr>
          <ns0:cNvSpPr>
            <a:spLocks noGrp="1"/>
          </ns0:cNvSpPr>
          <ns0:nvPr/>
        </ns0:nvSpPr>
        <ns0:spPr>
          <a:xfrm>
            <a:off x="6162675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R$ 193,6 mi</a:t>
            </a:r>
          </a:p>
        </ns0:txBody>
      </ns0:sp>
      <ns0:sp>
        <ns0:nvSpPr>
          <ns0:cNvPr id="303" name="">
            <a:extLst>
              <a:ext uri="{FF2B5EF4-FFF2-40B4-BE49-F238E27FC236}">
                <ns2:creationId id="{86926DF6-E926-445F-B27F-D72479B9EF5A}"/>
              </a:ext>
            </a:extLst>
          </ns0:cNvPr>
          <ns0:cNvSpPr>
            <a:spLocks noGrp="1"/>
          </ns0:cNvSpPr>
          <ns0:nvPr/>
        </ns0:nvSpPr>
        <ns0:spPr>
          <a:xfrm>
            <a:off x="7500938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4" name="">
            <a:extLst>
              <a:ext uri="{FF2B5EF4-FFF2-40B4-BE49-F238E27FC236}">
                <ns2:creationId id="{CF5D0315-EA72-4384-91E1-A598D435420C}"/>
              </a:ext>
            </a:extLst>
          </ns0:cNvPr>
          <ns0:cNvSpPr>
            <a:spLocks noGrp="1"/>
          </ns0:cNvSpPr>
          <ns0:nvPr/>
        </ns0:nvSpPr>
        <ns0:spPr>
          <a:xfrm>
            <a:off x="7548563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INCLUSÃO CREDIÁRIA</a:t>
            </a:r>
          </a:p>
        </ns0:txBody>
      </ns0:sp>
      <ns0:sp>
        <ns0:nvSpPr>
          <ns0:cNvPr id="305" name="">
            <a:extLst>
              <a:ext uri="{FF2B5EF4-FFF2-40B4-BE49-F238E27FC236}">
                <ns2:creationId id="{2BC3241A-E7B6-4AA8-B612-921011DBA3A6}"/>
              </a:ext>
            </a:extLst>
          </ns0:cNvPr>
          <ns0:cNvSpPr>
            <a:spLocks noGrp="1"/>
          </ns0:cNvSpPr>
          <ns0:nvPr/>
        </ns0:nvSpPr>
        <ns0:spPr>
          <a:xfrm>
            <a:off x="7548563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R$ 156,4 mi</a:t>
            </a:r>
          </a:p>
        </ns0:txBody>
      </ns0:sp>
      <ns0:sp>
        <ns0:nvSpPr>
          <ns0:cNvPr id="306" name="">
            <a:extLst>
              <a:ext uri="{FF2B5EF4-FFF2-40B4-BE49-F238E27FC236}">
                <ns2:creationId id="{0D9F6098-50BC-4B74-8A5E-B547772BCC17}"/>
              </a:ext>
            </a:extLst>
          </ns0:cNvPr>
          <ns0:cNvSpPr>
            <a:spLocks noGrp="1"/>
          </ns0:cNvSpPr>
          <ns0:nvPr/>
        </ns0:nvSpPr>
        <ns0:spPr>
          <a:xfrm>
            <a:off x="8886825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07" name="">
            <a:extLst>
              <a:ext uri="{FF2B5EF4-FFF2-40B4-BE49-F238E27FC236}">
                <ns2:creationId id="{EEF1CFE6-FE79-4C06-98A4-84A1F1CFACAD}"/>
              </a:ext>
            </a:extLst>
          </ns0:cNvPr>
          <ns0:cNvSpPr>
            <a:spLocks noGrp="1"/>
          </ns0:cNvSpPr>
          <ns0:nvPr/>
        </ns0:nvSpPr>
        <ns0:spPr>
          <a:xfrm>
            <a:off x="8934450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PNEUCASH II</a:t>
            </a:r>
          </a:p>
        </ns0:txBody>
      </ns0:sp>
      <ns0:sp>
        <ns0:nvSpPr>
          <ns0:cNvPr id="308" name="">
            <a:extLst>
              <a:ext uri="{FF2B5EF4-FFF2-40B4-BE49-F238E27FC236}">
                <ns2:creationId id="{234B7DAC-39EE-471B-8EC0-C1641166AB05}"/>
              </a:ext>
            </a:extLst>
          </ns0:cNvPr>
          <ns0:cNvSpPr>
            <a:spLocks noGrp="1"/>
          </ns0:cNvSpPr>
          <ns0:nvPr/>
        </ns0:nvSpPr>
        <ns0:spPr>
          <a:xfrm>
            <a:off x="8934450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R$ 154,3 mi</a:t>
            </a:r>
          </a:p>
        </ns0:txBody>
      </ns0:sp>
      <ns0:sp>
        <ns0:nvSpPr>
          <ns0:cNvPr id="309" name="">
            <a:extLst>
              <a:ext uri="{FF2B5EF4-FFF2-40B4-BE49-F238E27FC236}">
                <ns2:creationId id="{0CE9D4C9-5384-436D-8C4B-C80FD256E99C}"/>
              </a:ext>
            </a:extLst>
          </ns0:cNvPr>
          <ns0:cNvSpPr>
            <a:spLocks noGrp="1"/>
          </ns0:cNvSpPr>
          <ns0:nvPr/>
        </ns0:nvSpPr>
        <ns0:spPr>
          <a:xfrm>
            <a:off x="10272713" y="548640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0" name="">
            <a:extLst>
              <a:ext uri="{FF2B5EF4-FFF2-40B4-BE49-F238E27FC236}">
                <ns2:creationId id="{65272AB7-36DE-49D1-A52A-4271B79E246B}"/>
              </a:ext>
            </a:extLst>
          </ns0:cNvPr>
          <ns0:cNvSpPr>
            <a:spLocks noGrp="1"/>
          </ns0:cNvSpPr>
          <ns0:nvPr/>
        </ns0:nvSpPr>
        <ns0:spPr>
          <a:xfrm>
            <a:off x="10320338" y="551497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MCPO</a:t>
            </a:r>
          </a:p>
        </ns0:txBody>
      </ns0:sp>
      <ns0:sp>
        <ns0:nvSpPr>
          <ns0:cNvPr id="311" name="">
            <a:extLst>
              <a:ext uri="{FF2B5EF4-FFF2-40B4-BE49-F238E27FC236}">
                <ns2:creationId id="{DF003DEF-B1DE-4664-BE45-63EC3424D5EF}"/>
              </a:ext>
            </a:extLst>
          </ns0:cNvPr>
          <ns0:cNvSpPr>
            <a:spLocks noGrp="1"/>
          </ns0:cNvSpPr>
          <ns0:nvPr/>
        </ns0:nvSpPr>
        <ns0:spPr>
          <a:xfrm>
            <a:off x="10320338" y="568642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R$ 113,3 mi</a:t>
            </a:r>
          </a:p>
        </ns0:txBody>
      </ns0:sp>
      <ns0:sp>
        <ns0:nvSpPr>
          <ns0:cNvPr id="312" name="">
            <a:extLst>
              <a:ext uri="{FF2B5EF4-FFF2-40B4-BE49-F238E27FC236}">
                <ns2:creationId id="{DFD2FA7B-1877-4EAC-B224-FB99DB3DC5BA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3" name="">
            <a:extLst>
              <a:ext uri="{FF2B5EF4-FFF2-40B4-BE49-F238E27FC236}">
                <ns2:creationId id="{B24212BA-9011-4B5F-AA9D-A33914E568E5}"/>
              </a:ext>
            </a:extLst>
          </ns0:cNvPr>
          <ns0:cNvSpPr>
            <a:spLocks noGrp="1"/>
          </ns0:cNvSpPr>
          <ns0:nvPr/>
        </ns0:nvSpPr>
        <ns0:spPr>
          <a:xfrm>
            <a:off x="61912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CAP</a:t>
            </a:r>
          </a:p>
        </ns0:txBody>
      </ns0:sp>
      <ns0:sp>
        <ns0:nvSpPr>
          <ns0:cNvPr id="314" name="">
            <a:extLst>
              <a:ext uri="{FF2B5EF4-FFF2-40B4-BE49-F238E27FC236}">
                <ns2:creationId id="{59000FDA-DB3A-4AF4-97E1-0091241E3CAD}"/>
              </a:ext>
            </a:extLst>
          </ns0:cNvPr>
          <ns0:cNvSpPr>
            <a:spLocks noGrp="1"/>
          </ns0:cNvSpPr>
          <ns0:nvPr/>
        </ns0:nvSpPr>
        <ns0:spPr>
          <a:xfrm>
            <a:off x="61912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R$ 99,3 mi</a:t>
            </a:r>
          </a:p>
        </ns0:txBody>
      </ns0:sp>
      <ns0:sp>
        <ns0:nvSpPr>
          <ns0:cNvPr id="315" name="">
            <a:extLst>
              <a:ext uri="{FF2B5EF4-FFF2-40B4-BE49-F238E27FC236}">
                <ns2:creationId id="{5BF7172F-6116-47F9-A940-ED9A4C161F40}"/>
              </a:ext>
            </a:extLst>
          </ns0:cNvPr>
          <ns0:cNvSpPr>
            <a:spLocks noGrp="1"/>
          </ns0:cNvSpPr>
          <ns0:nvPr/>
        </ns0:nvSpPr>
        <ns0:spPr>
          <a:xfrm>
            <a:off x="1957388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6" name="">
            <a:extLst>
              <a:ext uri="{FF2B5EF4-FFF2-40B4-BE49-F238E27FC236}">
                <ns2:creationId id="{8B24236C-5CA8-4BC0-B5C6-4B734A24395C}"/>
              </a:ext>
            </a:extLst>
          </ns0:cNvPr>
          <ns0:cNvSpPr>
            <a:spLocks noGrp="1"/>
          </ns0:cNvSpPr>
          <ns0:nvPr/>
        </ns0:nvSpPr>
        <ns0:spPr>
          <a:xfrm>
            <a:off x="2005013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</a:t>
            </a:r>
          </a:p>
        </ns0:txBody>
      </ns0:sp>
      <ns0:sp>
        <ns0:nvSpPr>
          <ns0:cNvPr id="317" name="">
            <a:extLst>
              <a:ext uri="{FF2B5EF4-FFF2-40B4-BE49-F238E27FC236}">
                <ns2:creationId id="{3F683203-A8D0-4DA4-80BF-9A6F06706A47}"/>
              </a:ext>
            </a:extLst>
          </ns0:cNvPr>
          <ns0:cNvSpPr>
            <a:spLocks noGrp="1"/>
          </ns0:cNvSpPr>
          <ns0:nvPr/>
        </ns0:nvSpPr>
        <ns0:spPr>
          <a:xfrm>
            <a:off x="2005013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R$ 98,0 mi</a:t>
            </a:r>
          </a:p>
        </ns0:txBody>
      </ns0:sp>
      <ns0:sp>
        <ns0:nvSpPr>
          <ns0:cNvPr id="318" name="">
            <a:extLst>
              <a:ext uri="{FF2B5EF4-FFF2-40B4-BE49-F238E27FC236}">
                <ns2:creationId id="{804EB8EA-B04E-47AA-BACE-EF5DBE128E06}"/>
              </a:ext>
            </a:extLst>
          </ns0:cNvPr>
          <ns0:cNvSpPr>
            <a:spLocks noGrp="1"/>
          </ns0:cNvSpPr>
          <ns0:nvPr/>
        </ns0:nvSpPr>
        <ns0:spPr>
          <a:xfrm>
            <a:off x="3343275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19" name="">
            <a:extLst>
              <a:ext uri="{FF2B5EF4-FFF2-40B4-BE49-F238E27FC236}">
                <ns2:creationId id="{5093AA21-58AF-4475-B058-0C0D3CE1D981}"/>
              </a:ext>
            </a:extLst>
          </ns0:cNvPr>
          <ns0:cNvSpPr>
            <a:spLocks noGrp="1"/>
          </ns0:cNvSpPr>
          <ns0:nvPr/>
        </ns0:nvSpPr>
        <ns0:spPr>
          <a:xfrm>
            <a:off x="3390900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IS GREEN SOLFÁCIL II</a:t>
            </a:r>
          </a:p>
        </ns0:txBody>
      </ns0:sp>
      <ns0:sp>
        <ns0:nvSpPr>
          <ns0:cNvPr id="320" name="">
            <a:extLst>
              <a:ext uri="{FF2B5EF4-FFF2-40B4-BE49-F238E27FC236}">
                <ns2:creationId id="{C8D9A206-1357-44AC-B39E-60E968F7E40B}"/>
              </a:ext>
            </a:extLst>
          </ns0:cNvPr>
          <ns0:cNvSpPr>
            <a:spLocks noGrp="1"/>
          </ns0:cNvSpPr>
          <ns0:nvPr/>
        </ns0:nvSpPr>
        <ns0:spPr>
          <a:xfrm>
            <a:off x="3390900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R$ 96,1 mi</a:t>
            </a:r>
          </a:p>
        </ns0:txBody>
      </ns0:sp>
      <ns0:sp>
        <ns0:nvSpPr>
          <ns0:cNvPr id="321" name="">
            <a:extLst>
              <a:ext uri="{FF2B5EF4-FFF2-40B4-BE49-F238E27FC236}">
                <ns2:creationId id="{D0DC71B4-C7BB-421C-A618-744B863424A2}"/>
              </a:ext>
            </a:extLst>
          </ns0:cNvPr>
          <ns0:cNvSpPr>
            <a:spLocks noGrp="1"/>
          </ns0:cNvSpPr>
          <ns0:nvPr/>
        </ns0:nvSpPr>
        <ns0:spPr>
          <a:xfrm>
            <a:off x="4729163" y="5848350"/>
            <a:ext cx="1347788" cy="3333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22" name="">
            <a:extLst>
              <a:ext uri="{FF2B5EF4-FFF2-40B4-BE49-F238E27FC236}">
                <ns2:creationId id="{B15696E2-5505-42B0-9EEF-ED42589C0505}"/>
              </a:ext>
            </a:extLst>
          </ns0:cNvPr>
          <ns0:cNvSpPr>
            <a:spLocks noGrp="1"/>
          </ns0:cNvSpPr>
          <ns0:nvPr/>
        </ns0:nvSpPr>
        <ns0:spPr>
          <a:xfrm>
            <a:off x="4776788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ESTRATÉGIA VINCULADA II</a:t>
            </a:r>
          </a:p>
        </ns0:txBody>
      </ns0:sp>
      <ns0:sp>
        <ns0:nvSpPr>
          <ns0:cNvPr id="323" name="">
            <a:extLst>
              <a:ext uri="{FF2B5EF4-FFF2-40B4-BE49-F238E27FC236}">
                <ns2:creationId id="{43A357FE-DD92-43B4-B2E0-2F3CDD4E34BA}"/>
              </a:ext>
            </a:extLst>
          </ns0:cNvPr>
          <ns0:cNvSpPr>
            <a:spLocks noGrp="1"/>
          </ns0:cNvSpPr>
          <ns0:nvPr/>
        </ns0:nvSpPr>
        <ns0:spPr>
          <a:xfrm>
            <a:off x="4776788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4" name="">
            <a:extLst>
              <a:ext uri="{FF2B5EF4-FFF2-40B4-BE49-F238E27FC236}">
                <ns2:creationId id="{E97E075A-4621-4A39-8074-76C07AA26A2D}"/>
              </a:ext>
            </a:extLst>
          </ns0:cNvPr>
          <ns0:cNvSpPr>
            <a:spLocks noGrp="1"/>
          </ns0:cNvSpPr>
          <ns0:nvPr/>
        </ns0:nvSpPr>
        <ns0:spPr>
          <a:xfrm>
            <a:off x="6115050" y="5848350"/>
            <a:ext cx="1347788" cy="333375"/>
          </a:xfrm>
          <a:prstGeom prst="rect">
            <a:avLst/>
          </a:prstGeom>
          <a:solidFill>
            <a:srgbClr val="F1F2F3"/>
          </a:solidFill>
          <a:ln w="0">
            <a:noFill/>
            <a:prstDash val="solid"/>
          </a:ln>
        </ns0:spPr>
      </ns0:sp>
      <ns0:sp>
        <ns0:nvSpPr>
          <ns0:cNvPr id="325" name="">
            <a:extLst>
              <a:ext uri="{FF2B5EF4-FFF2-40B4-BE49-F238E27FC236}">
                <ns2:creationId id="{A53A05D1-90D4-4F14-A968-B2D4D2FDA6E1}"/>
              </a:ext>
            </a:extLst>
          </ns0:cNvPr>
          <ns0:cNvSpPr>
            <a:spLocks noGrp="1"/>
          </ns0:cNvSpPr>
          <ns0:nvPr/>
        </ns0:nvSpPr>
        <ns0:spPr>
          <a:xfrm>
            <a:off x="6162675" y="5876925"/>
            <a:ext cx="1252538" cy="1619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42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CLASSE I DO CANAA FUNDO DE</a:t>
            </a:r>
          </a:p>
        </ns0:txBody>
      </ns0:sp>
      <ns0:sp>
        <ns0:nvSpPr>
          <ns0:cNvPr id="326" name="">
            <a:extLst>
              <a:ext uri="{FF2B5EF4-FFF2-40B4-BE49-F238E27FC236}">
                <ns2:creationId id="{9191F4B6-4886-42EF-896F-3ED191C55DD1}"/>
              </a:ext>
            </a:extLst>
          </ns0:cNvPr>
          <ns0:cNvSpPr>
            <a:spLocks noGrp="1"/>
          </ns0:cNvSpPr>
          <ns0:nvPr/>
        </ns0:nvSpPr>
        <ns0:spPr>
          <a:xfrm>
            <a:off x="6162675" y="6048375"/>
            <a:ext cx="1252538" cy="1047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N/D</a:t>
            </a:r>
          </a:p>
        </ns0:txBody>
      </ns0:sp>
      <ns0:sp>
        <ns0:nvSpPr>
          <ns0:cNvPr id="327" name="">
            <a:extLst>
              <a:ext uri="{FF2B5EF4-FFF2-40B4-BE49-F238E27FC236}">
                <ns2:creationId id="{8BBF9B1E-10B6-4B18-B4B0-3763190CD7D2}"/>
              </a:ext>
            </a:extLst>
          </ns0:cNvPr>
          <ns0:cNvSpPr>
            <a:spLocks noGrp="1"/>
          </ns0:cNvSpPr>
          <ns0:nvPr/>
        </ns0:nvSpPr>
        <ns0:spPr>
          <a:xfrm>
            <a:off x="571500" y="6162675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50/101 com mínimo júnior · 97/101 com data de emissão · 21/101 com família flagship</a:t>
            </a:r>
          </a:p>
        </ns0:txBody>
      </ns0:sp>
    </ns0:spTree>
    <ns0:extLst>
      <ns0:ext uri="{BB962C8B-B14F-4D97-AF65-F5344CB8AC3E}">
        <ns3:creationId val="1537607402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7FF0C4C2-C7F9-41F4-9C39-FBD5D1FBC81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· TAXONOMIA ANALÍTICA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E4985AF-0508-4AC9-8108-1CFE02ABAD9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0044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PL observado chegou a R$ 55,3 bi; composição e crescimento usam o mesmo critério reclassificado do mercado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6426895-A1DA-4C65-893F-3794E59B5CD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030220-2CB1-4365-8271-C34C8B7B800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6E00831-6214-478F-A113-C0CF32150D6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FIDC, e ledger aprovado. 60 CNPJs observados em dez/23 e 78 em jun/26; ausências não recebem PL imputado.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3F72431-E6FB-4EBA-B2DC-DFC52249C16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9ECB31A-05C2-40C8-B5EC-C7EE74849F0C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EVOLUÇÃO DO PL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77636C3-84FB-4CFE-898D-CC54E190467A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171f308b83e14f0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1F3D5EB-8A83-4D70-9B82-9DD5BDDF228D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OBSERVADO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44175E-DEB3-4B39-9163-6BEB3BBF3116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739b2cd678b44393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00250" y="5181600"/>
          <a:ext cx="8191500" cy="247650"/>
        </ns0:xfrm>
        <a:graphic>
          <a:graphicData uri="http://schemas.openxmlformats.org/drawingml/2006/chart">
            <c:chart ns4:id="R6ff42bc82b814ff9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4DCA9A3-2537-474A-BEE6-5A438918F8E0}"/>
              </a:ext>
            </a:extLst>
          </ns0:cNvPr>
          <ns0:cNvSpPr>
            <a:spLocks noGrp="1"/>
          </ns0:cNvSpPr>
          <ns0:nvPr/>
        </ns0:nvSpPr>
        <ns0:spPr>
          <a:xfrm>
            <a:off x="571500" y="55340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DEZ/23 → JUN/26 · Fomento Mercantil: carteira +209,1% · mercado +94,3%   |   Agro/Ind./Com.: carteira +100,7% · mercado +76,1%   |   Financeiro: carteira +74,3% · mercado +106,0%   |   Outros: carteira N/D · mercado +48,8%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D591508-EAD4-45CC-BBDB-6B0D6A22FF13}"/>
              </a:ext>
            </a:extLst>
          </ns0:cNvPr>
          <ns0:cNvSpPr>
            <a:spLocks noGrp="1"/>
          </ns0:cNvSpPr>
          <ns0:nvPr/>
        </ns0:nvSpPr>
        <ns0:spPr>
          <a:xfrm>
            <a:off x="666750" y="588645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CNPJs salvos da Carteira 1, ex-FIC, com classificação analítica aprovada retroaplicada às competências observadas. CNPJ ausente em uma competência permanece ausente e não recebe PL imputado. O mercado usa o mesmo Tipo ANBIMA reclassificado e o denominador ex-FIC.</a:t>
            </a:r>
          </a:p>
        </ns0:txBody>
      </ns0:sp>
    </ns0:spTree>
    <ns0:extLst>
      <ns0:ext uri="{BB962C8B-B14F-4D97-AF65-F5344CB8AC3E}">
        <ns5:creationId val="763573149"/>
      </ns0:ext>
    </ns0:extLst>
  </ns0:cSld>
</ns0:sld>
</file>

<file path=ppt/slides/slide2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9" name="">
            <a:extLst>
              <a:ext uri="{FF2B5EF4-FFF2-40B4-BE49-F238E27FC236}">
                <ns2:creationId id="{305CE435-2426-4D0C-B058-217C5740FAC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C03B908-1FB1-479D-BB38-AFF3A3852DF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ECF40D9-3A19-4DA6-A603-E677218AAEF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61A34D2-C31D-4734-8301-EB8C1D9377A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1080D4C-7925-46E3-BB47-1D89D5B5A7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BA73165-45B5-4E87-9729-6ACD048AF3B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571500" y="1476375"/>
          <a:ext cx="7048500" cy="4191000"/>
        </ns0:xfrm>
        <a:graphic>
          <a:graphicData uri="http://schemas.openxmlformats.org/drawingml/2006/chart">
            <c:chart ns4:id="R33546ef3e4ac4c80"/>
          </a:graphicData>
        </a:graphic>
      </ns0:graphicFrame>
      <ns0:sp>
        <ns0:nvSpPr>
          <ns0:cNvPr id="8" name="">
            <a:extLst>
              <a:ext uri="{FF2B5EF4-FFF2-40B4-BE49-F238E27FC236}">
                <ns2:creationId id="{1CF403A7-5ADD-4620-9D1C-52091590F2A1}"/>
              </a:ext>
            </a:extLst>
          </ns0:cNvPr>
          <ns0:cNvSpPr>
            <a:spLocks noGrp="1"/>
          </ns0:cNvSpPr>
          <ns0:nvPr/>
        </ns0:nvSpPr>
        <ns0:spPr>
          <a:xfrm>
            <a:off x="1524000" y="5057775"/>
            <a:ext cx="6000750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AD395198-D64A-42CF-8619-EEC3D97623D5}"/>
              </a:ext>
            </a:extLst>
          </ns0:cNvPr>
          <ns0:cNvSpPr>
            <a:spLocks noGrp="1"/>
          </ns0:cNvSpPr>
          <ns0:nvPr/>
        </ns0:nvSpPr>
        <ns0:spPr>
          <a:xfrm>
            <a:off x="8096250" y="1476375"/>
            <a:ext cx="3524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90A7CF5-EEEF-4DF0-8A6B-E964E3A71621}"/>
              </a:ext>
            </a:extLst>
          </ns0:cNvPr>
          <ns0:cNvSpPr>
            <a:spLocks noGrp="1"/>
          </ns0:cNvSpPr>
          <ns0:nvPr/>
        </ns0:nvSpPr>
        <ns0:spPr>
          <a:xfrm>
            <a:off x="8096250" y="1743075"/>
            <a:ext cx="3524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18AE25D-816B-4CCE-8DE7-FB36B92986EA}"/>
              </a:ext>
            </a:extLst>
          </ns0:cNvPr>
          <ns0:cNvSpPr>
            <a:spLocks noGrp="1"/>
          </ns0:cNvSpPr>
          <ns0:nvPr/>
        </ns0:nvSpPr>
        <ns0:spPr>
          <a:xfrm>
            <a:off x="8096250" y="196215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7ACD1A2-2944-43EF-BBA6-44E94208AE89}"/>
              </a:ext>
            </a:extLst>
          </ns0:cNvPr>
          <ns0:cNvSpPr>
            <a:spLocks noGrp="1"/>
          </ns0:cNvSpPr>
          <ns0:nvPr/>
        </ns0:nvSpPr>
        <ns0:spPr>
          <a:xfrm>
            <a:off x="10069830" y="196215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DBD3E78-07C0-4551-BB01-8DB00C92C875}"/>
              </a:ext>
            </a:extLst>
          </ns0:cNvPr>
          <ns0:cNvSpPr>
            <a:spLocks noGrp="1"/>
          </ns0:cNvSpPr>
          <ns0:nvPr/>
        </ns0:nvSpPr>
        <ns0:spPr>
          <a:xfrm>
            <a:off x="8096250" y="246856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24066F3D-A02D-4401-A3EC-9D9013086F5A}"/>
              </a:ext>
            </a:extLst>
          </ns0:cNvPr>
          <ns0:cNvSpPr>
            <a:spLocks noGrp="1"/>
          </ns0:cNvSpPr>
          <ns0:nvPr/>
        </ns0:nvSpPr>
        <ns0:spPr>
          <a:xfrm>
            <a:off x="8096250" y="252571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C18DF8D-4C9C-4B15-8489-1AFB879ED9DA}"/>
              </a:ext>
            </a:extLst>
          </ns0:cNvPr>
          <ns0:cNvSpPr>
            <a:spLocks noGrp="1"/>
          </ns0:cNvSpPr>
          <ns0:nvPr/>
        </ns0:nvSpPr>
        <ns0:spPr>
          <a:xfrm>
            <a:off x="10069830" y="252571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5A1927D-26E0-46FF-89FF-C2FCDE0643DF}"/>
              </a:ext>
            </a:extLst>
          </ns0:cNvPr>
          <ns0:cNvSpPr>
            <a:spLocks noGrp="1"/>
          </ns0:cNvSpPr>
          <ns0:nvPr/>
        </ns0:nvSpPr>
        <ns0:spPr>
          <a:xfrm>
            <a:off x="8096250" y="3032125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239E19EC-BD40-4ED0-85E0-1A57414011CD}"/>
              </a:ext>
            </a:extLst>
          </ns0:cNvPr>
          <ns0:cNvSpPr>
            <a:spLocks noGrp="1"/>
          </ns0:cNvSpPr>
          <ns0:nvPr/>
        </ns0:nvSpPr>
        <ns0:spPr>
          <a:xfrm>
            <a:off x="8096250" y="3089275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CEB1CD37-D546-4D5E-B172-E92F88E06CB9}"/>
              </a:ext>
            </a:extLst>
          </ns0:cNvPr>
          <ns0:cNvSpPr>
            <a:spLocks noGrp="1"/>
          </ns0:cNvSpPr>
          <ns0:nvPr/>
        </ns0:nvSpPr>
        <ns0:spPr>
          <a:xfrm>
            <a:off x="10069830" y="3089275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4460440-97C3-429F-99B1-433916616F85}"/>
              </a:ext>
            </a:extLst>
          </ns0:cNvPr>
          <ns0:cNvSpPr>
            <a:spLocks noGrp="1"/>
          </ns0:cNvSpPr>
          <ns0:nvPr/>
        </ns0:nvSpPr>
        <ns0:spPr>
          <a:xfrm>
            <a:off x="8096250" y="3595688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78953096-D160-448A-8F5E-62282A05558E}"/>
              </a:ext>
            </a:extLst>
          </ns0:cNvPr>
          <ns0:cNvSpPr>
            <a:spLocks noGrp="1"/>
          </ns0:cNvSpPr>
          <ns0:nvPr/>
        </ns0:nvSpPr>
        <ns0:spPr>
          <a:xfrm>
            <a:off x="8096250" y="3652838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F1E2A9D-2D6B-43F3-892A-80CFB17C8B00}"/>
              </a:ext>
            </a:extLst>
          </ns0:cNvPr>
          <ns0:cNvSpPr>
            <a:spLocks noGrp="1"/>
          </ns0:cNvSpPr>
          <ns0:nvPr/>
        </ns0:nvSpPr>
        <ns0:spPr>
          <a:xfrm>
            <a:off x="10069830" y="3652838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1496D76-7216-4E5F-8D62-6C2E8A0E2B8C}"/>
              </a:ext>
            </a:extLst>
          </ns0:cNvPr>
          <ns0:cNvSpPr>
            <a:spLocks noGrp="1"/>
          </ns0:cNvSpPr>
          <ns0:nvPr/>
        </ns0:nvSpPr>
        <ns0:spPr>
          <a:xfrm>
            <a:off x="8096250" y="4159250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E6A5C28E-A0F2-47CD-8824-1B402E3CC57E}"/>
              </a:ext>
            </a:extLst>
          </ns0:cNvPr>
          <ns0:cNvSpPr>
            <a:spLocks noGrp="1"/>
          </ns0:cNvSpPr>
          <ns0:nvPr/>
        </ns0:nvSpPr>
        <ns0:spPr>
          <a:xfrm>
            <a:off x="8096250" y="4216400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92395BA6-6E48-4F37-8108-1770DC4C0E01}"/>
              </a:ext>
            </a:extLst>
          </ns0:cNvPr>
          <ns0:cNvSpPr>
            <a:spLocks noGrp="1"/>
          </ns0:cNvSpPr>
          <ns0:nvPr/>
        </ns0:nvSpPr>
        <ns0:spPr>
          <a:xfrm>
            <a:off x="10069830" y="4216400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D5139D7-98BB-4061-AC6F-942795BDAD6A}"/>
              </a:ext>
            </a:extLst>
          </ns0:cNvPr>
          <ns0:cNvSpPr>
            <a:spLocks noGrp="1"/>
          </ns0:cNvSpPr>
          <ns0:nvPr/>
        </ns0:nvSpPr>
        <ns0:spPr>
          <a:xfrm>
            <a:off x="8096250" y="4722813"/>
            <a:ext cx="3524250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92132813-B65C-4563-AEF5-2D7ECE190725}"/>
              </a:ext>
            </a:extLst>
          </ns0:cNvPr>
          <ns0:cNvSpPr>
            <a:spLocks noGrp="1"/>
          </ns0:cNvSpPr>
          <ns0:nvPr/>
        </ns0:nvSpPr>
        <ns0:spPr>
          <a:xfrm>
            <a:off x="8096250" y="4779963"/>
            <a:ext cx="1867853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84D771B-2476-4E1D-BA1A-8EC69E7BD40E}"/>
              </a:ext>
            </a:extLst>
          </ns0:cNvPr>
          <ns0:cNvSpPr>
            <a:spLocks noGrp="1"/>
          </ns0:cNvSpPr>
          <ns0:nvPr/>
        </ns0:nvSpPr>
        <ns0:spPr>
          <a:xfrm>
            <a:off x="10069830" y="4779963"/>
            <a:ext cx="1550670" cy="449263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A924E89B-4B5C-42FD-A516-0D0F7343DA0A}"/>
              </a:ext>
            </a:extLst>
          </ns0:cNvPr>
          <ns0:cNvSpPr>
            <a:spLocks noGrp="1"/>
          </ns0:cNvSpPr>
          <ns0:nvPr/>
        </ns0:nvSpPr>
        <ns0:spPr>
          <a:xfrm>
            <a:off x="571500" y="592455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ns0:txBody>
      </ns0:sp>
    </ns0:spTree>
    <ns0:extLst>
      <ns0:ext uri="{BB962C8B-B14F-4D97-AF65-F5344CB8AC3E}">
        <ns5:creationId val="1887756300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0" name="">
            <a:extLst>
              <a:ext uri="{FF2B5EF4-FFF2-40B4-BE49-F238E27FC236}">
                <ns2:creationId id="{49580084-E01B-4768-80E3-8E448812847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19EFB45-6F51-4BFA-9575-1FAF6566926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97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A9DD0B0-6142-4E4E-9AE0-993A3777428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6F4665A-239D-424C-889F-FA0F4498F0E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275217D-7A51-40C1-8B44-39678D7E107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20BAADA-A5F3-4A66-9958-AD798B876A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B93C30A-F817-4299-ACAD-2E8D44BDBC8D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70008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F1E261E1-AA24-4ED3-8F02-36CF690B6743}"/>
              </a:ext>
            </a:extLst>
          </ns0:cNvPr>
          <ns0:cNvSpPr>
            <a:spLocks noGrp="1"/>
          </ns0:cNvSpPr>
          <ns0:nvPr/>
        </ns0:nvSpPr>
        <ns0:spPr>
          <a:xfrm>
            <a:off x="628650" y="1504950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AD16C43-D14B-4BDE-BA27-4F087D618779}"/>
              </a:ext>
            </a:extLst>
          </ns0:cNvPr>
          <ns0:cNvSpPr>
            <a:spLocks noGrp="1"/>
          </ns0:cNvSpPr>
          <ns0:nvPr/>
        </ns0:nvSpPr>
        <ns0:spPr>
          <a:xfrm>
            <a:off x="1771650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7AD80BD-B639-476F-81BF-CC007078ECCB}"/>
              </a:ext>
            </a:extLst>
          </ns0:cNvPr>
          <ns0:cNvSpPr>
            <a:spLocks noGrp="1"/>
          </ns0:cNvSpPr>
          <ns0:nvPr/>
        </ns0:nvSpPr>
        <ns0:spPr>
          <a:xfrm>
            <a:off x="2628900" y="1504950"/>
            <a:ext cx="4095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CA06159-A7D5-49B6-9AF0-3B67B3F18023}"/>
              </a:ext>
            </a:extLst>
          </ns0:cNvPr>
          <ns0:cNvSpPr>
            <a:spLocks noGrp="1"/>
          </ns0:cNvSpPr>
          <ns0:nvPr/>
        </ns0:nvSpPr>
        <ns0:spPr>
          <a:xfrm>
            <a:off x="3152775" y="1504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882AD42-E069-4010-9D47-37B57DD33DC8}"/>
              </a:ext>
            </a:extLst>
          </ns0:cNvPr>
          <ns0:cNvSpPr>
            <a:spLocks noGrp="1"/>
          </ns0:cNvSpPr>
          <ns0:nvPr/>
        </ns0:nvSpPr>
        <ns0:spPr>
          <a:xfrm>
            <a:off x="5248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926D442C-AA54-4DF2-A5DC-FC8548394E26}"/>
              </a:ext>
            </a:extLst>
          </ns0:cNvPr>
          <ns0:cNvSpPr>
            <a:spLocks noGrp="1"/>
          </ns0:cNvSpPr>
          <ns0:nvPr/>
        </ns0:nvSpPr>
        <ns0:spPr>
          <a:xfrm>
            <a:off x="6010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A278567-7606-4421-A868-82AD31353B63}"/>
              </a:ext>
            </a:extLst>
          </ns0:cNvPr>
          <ns0:cNvSpPr>
            <a:spLocks noGrp="1"/>
          </ns0:cNvSpPr>
          <ns0:nvPr/>
        </ns0:nvSpPr>
        <ns0:spPr>
          <a:xfrm>
            <a:off x="6772275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635D204-FA19-4D7F-9112-D01555BA8230}"/>
              </a:ext>
            </a:extLst>
          </ns0:cNvPr>
          <ns0:cNvSpPr>
            <a:spLocks noGrp="1"/>
          </ns0:cNvSpPr>
          <ns0:nvPr/>
        </ns0:nvSpPr>
        <ns0:spPr>
          <a:xfrm>
            <a:off x="571500" y="18002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46FA446-1C39-485D-8AAF-5165C8EBD34F}"/>
              </a:ext>
            </a:extLst>
          </ns0:cNvPr>
          <ns0:cNvSpPr>
            <a:spLocks noGrp="1"/>
          </ns0:cNvSpPr>
          <ns0:nvPr/>
        </ns0:nvSpPr>
        <ns0:spPr>
          <a:xfrm>
            <a:off x="571500" y="24193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61FEA42C-BABE-4129-BE77-3F709C0576AC}"/>
              </a:ext>
            </a:extLst>
          </ns0:cNvPr>
          <ns0:cNvSpPr>
            <a:spLocks noGrp="1"/>
          </ns0:cNvSpPr>
          <ns0:nvPr/>
        </ns0:nvSpPr>
        <ns0:spPr>
          <a:xfrm>
            <a:off x="628650" y="18288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5DF5A172-CC4C-49A1-9675-12B2B1204680}"/>
              </a:ext>
            </a:extLst>
          </ns0:cNvPr>
          <ns0:cNvSpPr>
            <a:spLocks noGrp="1"/>
          </ns0:cNvSpPr>
          <ns0:nvPr/>
        </ns0:nvSpPr>
        <ns0:spPr>
          <a:xfrm>
            <a:off x="1771650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4F7D4CE5-22AE-495A-BFB3-74BB047B74DB}"/>
              </a:ext>
            </a:extLst>
          </ns0:cNvPr>
          <ns0:cNvSpPr>
            <a:spLocks noGrp="1"/>
          </ns0:cNvSpPr>
          <ns0:nvPr/>
        </ns0:nvSpPr>
        <ns0:spPr>
          <a:xfrm>
            <a:off x="2628900" y="18288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C4122AFA-D9A6-446F-89D8-4F722E543A59}"/>
              </a:ext>
            </a:extLst>
          </ns0:cNvPr>
          <ns0:cNvSpPr>
            <a:spLocks noGrp="1"/>
          </ns0:cNvSpPr>
          <ns0:nvPr/>
        </ns0:nvSpPr>
        <ns0:spPr>
          <a:xfrm>
            <a:off x="3152775" y="18288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E1712AD-5FE9-4B5A-B8A0-A5F0A73C04F7}"/>
              </a:ext>
            </a:extLst>
          </ns0:cNvPr>
          <ns0:cNvSpPr>
            <a:spLocks noGrp="1"/>
          </ns0:cNvSpPr>
          <ns0:nvPr/>
        </ns0:nvSpPr>
        <ns0:spPr>
          <a:xfrm>
            <a:off x="5248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62BCCC8-0FDA-4F23-A407-B53EC117E4E9}"/>
              </a:ext>
            </a:extLst>
          </ns0:cNvPr>
          <ns0:cNvSpPr>
            <a:spLocks noGrp="1"/>
          </ns0:cNvSpPr>
          <ns0:nvPr/>
        </ns0:nvSpPr>
        <ns0:spPr>
          <a:xfrm>
            <a:off x="6010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1D8B711-480D-474E-9A79-21680BD2DC75}"/>
              </a:ext>
            </a:extLst>
          </ns0:cNvPr>
          <ns0:cNvSpPr>
            <a:spLocks noGrp="1"/>
          </ns0:cNvSpPr>
          <ns0:nvPr/>
        </ns0:nvSpPr>
        <ns0:spPr>
          <a:xfrm>
            <a:off x="6772275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3A36606-BC0F-43E0-A980-763CB03C50CC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45AEE9A2-6BFD-430A-B68D-DAC2B2410D28}"/>
              </a:ext>
            </a:extLst>
          </ns0:cNvPr>
          <ns0:cNvSpPr>
            <a:spLocks noGrp="1"/>
          </ns0:cNvSpPr>
          <ns0:nvPr/>
        </ns0:nvSpPr>
        <ns0:spPr>
          <a:xfrm>
            <a:off x="571500" y="30480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DA1B13A2-B5EF-41D3-97B5-CAD5C2499FC1}"/>
              </a:ext>
            </a:extLst>
          </ns0:cNvPr>
          <ns0:cNvSpPr>
            <a:spLocks noGrp="1"/>
          </ns0:cNvSpPr>
          <ns0:nvPr/>
        </ns0:nvSpPr>
        <ns0:spPr>
          <a:xfrm>
            <a:off x="628650" y="24574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F2B0C4F9-1221-42FF-80DE-1EFC5E52485D}"/>
              </a:ext>
            </a:extLst>
          </ns0:cNvPr>
          <ns0:cNvSpPr>
            <a:spLocks noGrp="1"/>
          </ns0:cNvSpPr>
          <ns0:nvPr/>
        </ns0:nvSpPr>
        <ns0:spPr>
          <a:xfrm>
            <a:off x="1771650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8CEC234-46CB-4DD5-B8F5-04F614464E88}"/>
              </a:ext>
            </a:extLst>
          </ns0:cNvPr>
          <ns0:cNvSpPr>
            <a:spLocks noGrp="1"/>
          </ns0:cNvSpPr>
          <ns0:nvPr/>
        </ns0:nvSpPr>
        <ns0:spPr>
          <a:xfrm>
            <a:off x="2628900" y="24574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5EF7D8BD-2CC2-4805-89C1-AA06EA810831}"/>
              </a:ext>
            </a:extLst>
          </ns0:cNvPr>
          <ns0:cNvSpPr>
            <a:spLocks noGrp="1"/>
          </ns0:cNvSpPr>
          <ns0:nvPr/>
        </ns0:nvSpPr>
        <ns0:spPr>
          <a:xfrm>
            <a:off x="3152775" y="24574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CC228E65-805B-427D-AF4C-75EC6632B640}"/>
              </a:ext>
            </a:extLst>
          </ns0:cNvPr>
          <ns0:cNvSpPr>
            <a:spLocks noGrp="1"/>
          </ns0:cNvSpPr>
          <ns0:nvPr/>
        </ns0:nvSpPr>
        <ns0:spPr>
          <a:xfrm>
            <a:off x="5248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7092D55D-A786-4D9D-86E9-766DF0F2E39B}"/>
              </a:ext>
            </a:extLst>
          </ns0:cNvPr>
          <ns0:cNvSpPr>
            <a:spLocks noGrp="1"/>
          </ns0:cNvSpPr>
          <ns0:nvPr/>
        </ns0:nvSpPr>
        <ns0:spPr>
          <a:xfrm>
            <a:off x="6010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6D50480A-120E-4227-9C9E-8259B24B9092}"/>
              </a:ext>
            </a:extLst>
          </ns0:cNvPr>
          <ns0:cNvSpPr>
            <a:spLocks noGrp="1"/>
          </ns0:cNvSpPr>
          <ns0:nvPr/>
        </ns0:nvSpPr>
        <ns0:spPr>
          <a:xfrm>
            <a:off x="6772275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47B8EA16-E840-4616-ADE7-023823F4CAF7}"/>
              </a:ext>
            </a:extLst>
          </ns0:cNvPr>
          <ns0:cNvSpPr>
            <a:spLocks noGrp="1"/>
          </ns0:cNvSpPr>
          <ns0:nvPr/>
        </ns0:nvSpPr>
        <ns0:spPr>
          <a:xfrm>
            <a:off x="571500" y="305752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F1781007-2A43-464D-B745-14AB3A48A075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5" name="">
            <a:extLst>
              <a:ext uri="{FF2B5EF4-FFF2-40B4-BE49-F238E27FC236}">
                <ns2:creationId id="{2E7D5D9F-24A9-4571-A375-F5A216572F41}"/>
              </a:ext>
            </a:extLst>
          </ns0:cNvPr>
          <ns0:cNvSpPr>
            <a:spLocks noGrp="1"/>
          </ns0:cNvSpPr>
          <ns0:nvPr/>
        </ns0:nvSpPr>
        <ns0:spPr>
          <a:xfrm>
            <a:off x="628650" y="30861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84B0C282-C568-4297-9DA6-8437DA2389F3}"/>
              </a:ext>
            </a:extLst>
          </ns0:cNvPr>
          <ns0:cNvSpPr>
            <a:spLocks noGrp="1"/>
          </ns0:cNvSpPr>
          <ns0:nvPr/>
        </ns0:nvSpPr>
        <ns0:spPr>
          <a:xfrm>
            <a:off x="1771650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B6CCA447-0163-4E7C-9460-E684C1F9D48A}"/>
              </a:ext>
            </a:extLst>
          </ns0:cNvPr>
          <ns0:cNvSpPr>
            <a:spLocks noGrp="1"/>
          </ns0:cNvSpPr>
          <ns0:nvPr/>
        </ns0:nvSpPr>
        <ns0:spPr>
          <a:xfrm>
            <a:off x="2628900" y="30861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92E5711B-E4DC-4729-AFCE-87EDAB05EA82}"/>
              </a:ext>
            </a:extLst>
          </ns0:cNvPr>
          <ns0:cNvSpPr>
            <a:spLocks noGrp="1"/>
          </ns0:cNvSpPr>
          <ns0:nvPr/>
        </ns0:nvSpPr>
        <ns0:spPr>
          <a:xfrm>
            <a:off x="3152775" y="30861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63C5FCD0-C0C1-4AA2-AA0F-5585987C9B91}"/>
              </a:ext>
            </a:extLst>
          </ns0:cNvPr>
          <ns0:cNvSpPr>
            <a:spLocks noGrp="1"/>
          </ns0:cNvSpPr>
          <ns0:nvPr/>
        </ns0:nvSpPr>
        <ns0:spPr>
          <a:xfrm>
            <a:off x="5248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B2C332E4-DBD2-4EB7-9C48-E6B21E331512}"/>
              </a:ext>
            </a:extLst>
          </ns0:cNvPr>
          <ns0:cNvSpPr>
            <a:spLocks noGrp="1"/>
          </ns0:cNvSpPr>
          <ns0:nvPr/>
        </ns0:nvSpPr>
        <ns0:spPr>
          <a:xfrm>
            <a:off x="6010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CC3961BA-20D1-4EF9-B206-48C3B58A0347}"/>
              </a:ext>
            </a:extLst>
          </ns0:cNvPr>
          <ns0:cNvSpPr>
            <a:spLocks noGrp="1"/>
          </ns0:cNvSpPr>
          <ns0:nvPr/>
        </ns0:nvSpPr>
        <ns0:spPr>
          <a:xfrm>
            <a:off x="6772275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8ACFF126-8A8A-4543-9D8A-14293ED67468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1B6988A2-403B-4EED-BDF0-4A99276E0C8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9216D1D6-E17A-4083-A3C0-16DC72EC0204}"/>
              </a:ext>
            </a:extLst>
          </ns0:cNvPr>
          <ns0:cNvSpPr>
            <a:spLocks noGrp="1"/>
          </ns0:cNvSpPr>
          <ns0:nvPr/>
        </ns0:nvSpPr>
        <ns0:spPr>
          <a:xfrm>
            <a:off x="628650" y="37147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FBBC10A7-433D-4244-BFAE-26D89DECFDC2}"/>
              </a:ext>
            </a:extLst>
          </ns0:cNvPr>
          <ns0:cNvSpPr>
            <a:spLocks noGrp="1"/>
          </ns0:cNvSpPr>
          <ns0:nvPr/>
        </ns0:nvSpPr>
        <ns0:spPr>
          <a:xfrm>
            <a:off x="1771650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5CC0B556-BDC0-4BBD-823C-E65F4DE80C42}"/>
              </a:ext>
            </a:extLst>
          </ns0:cNvPr>
          <ns0:cNvSpPr>
            <a:spLocks noGrp="1"/>
          </ns0:cNvSpPr>
          <ns0:nvPr/>
        </ns0:nvSpPr>
        <ns0:spPr>
          <a:xfrm>
            <a:off x="2628900" y="37147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1E7CAF55-E4EF-484A-A7C3-6CC35B206F1B}"/>
              </a:ext>
            </a:extLst>
          </ns0:cNvPr>
          <ns0:cNvSpPr>
            <a:spLocks noGrp="1"/>
          </ns0:cNvSpPr>
          <ns0:nvPr/>
        </ns0:nvSpPr>
        <ns0:spPr>
          <a:xfrm>
            <a:off x="3152775" y="37147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12BA95FF-DCF2-4FEA-BE89-32E3D050E187}"/>
              </a:ext>
            </a:extLst>
          </ns0:cNvPr>
          <ns0:cNvSpPr>
            <a:spLocks noGrp="1"/>
          </ns0:cNvSpPr>
          <ns0:nvPr/>
        </ns0:nvSpPr>
        <ns0:spPr>
          <a:xfrm>
            <a:off x="5248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A32DC761-4A82-438F-A259-987E6E20E960}"/>
              </a:ext>
            </a:extLst>
          </ns0:cNvPr>
          <ns0:cNvSpPr>
            <a:spLocks noGrp="1"/>
          </ns0:cNvSpPr>
          <ns0:nvPr/>
        </ns0:nvSpPr>
        <ns0:spPr>
          <a:xfrm>
            <a:off x="6010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7A4F695F-E7D1-43CB-87E0-1879387632B9}"/>
              </a:ext>
            </a:extLst>
          </ns0:cNvPr>
          <ns0:cNvSpPr>
            <a:spLocks noGrp="1"/>
          </ns0:cNvSpPr>
          <ns0:nvPr/>
        </ns0:nvSpPr>
        <ns0:spPr>
          <a:xfrm>
            <a:off x="6772275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9EBB31A5-822B-44CB-9F57-6E23BBC1E61B}"/>
              </a:ext>
            </a:extLst>
          </ns0:cNvPr>
          <ns0:cNvSpPr>
            <a:spLocks noGrp="1"/>
          </ns0:cNvSpPr>
          <ns0:nvPr/>
        </ns0:nvSpPr>
        <ns0:spPr>
          <a:xfrm>
            <a:off x="571500" y="43148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09F2FFDA-D253-4E52-B54D-1A27A42FD6F5}"/>
              </a:ext>
            </a:extLst>
          </ns0:cNvPr>
          <ns0:cNvSpPr>
            <a:spLocks noGrp="1"/>
          </ns0:cNvSpPr>
          <ns0:nvPr/>
        </ns0:nvSpPr>
        <ns0:spPr>
          <a:xfrm>
            <a:off x="571500" y="49339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3" name="">
            <a:extLst>
              <a:ext uri="{FF2B5EF4-FFF2-40B4-BE49-F238E27FC236}">
                <ns2:creationId id="{BEB34C28-2A8C-411C-80E2-44AD6801787C}"/>
              </a:ext>
            </a:extLst>
          </ns0:cNvPr>
          <ns0:cNvSpPr>
            <a:spLocks noGrp="1"/>
          </ns0:cNvSpPr>
          <ns0:nvPr/>
        </ns0:nvSpPr>
        <ns0:spPr>
          <a:xfrm>
            <a:off x="628650" y="43434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CF479958-D224-4CAC-A9EF-373E5433A3A2}"/>
              </a:ext>
            </a:extLst>
          </ns0:cNvPr>
          <ns0:cNvSpPr>
            <a:spLocks noGrp="1"/>
          </ns0:cNvSpPr>
          <ns0:nvPr/>
        </ns0:nvSpPr>
        <ns0:spPr>
          <a:xfrm>
            <a:off x="1771650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ns0:txBody>
      </ns0:sp>
      <ns0:sp>
        <ns0:nvSpPr>
          <ns0:cNvPr id="55" name="">
            <a:extLst>
              <a:ext uri="{FF2B5EF4-FFF2-40B4-BE49-F238E27FC236}">
                <ns2:creationId id="{89FF7DAF-22FA-40D9-BAE4-866B05F09486}"/>
              </a:ext>
            </a:extLst>
          </ns0:cNvPr>
          <ns0:cNvSpPr>
            <a:spLocks noGrp="1"/>
          </ns0:cNvSpPr>
          <ns0:nvPr/>
        </ns0:nvSpPr>
        <ns0:spPr>
          <a:xfrm>
            <a:off x="2628900" y="43434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4EF862AC-24EA-4753-BAAA-977C72193F32}"/>
              </a:ext>
            </a:extLst>
          </ns0:cNvPr>
          <ns0:cNvSpPr>
            <a:spLocks noGrp="1"/>
          </ns0:cNvSpPr>
          <ns0:nvPr/>
        </ns0:nvSpPr>
        <ns0:spPr>
          <a:xfrm>
            <a:off x="3152775" y="43434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E14B324A-6EDF-43AC-BFF0-CC886D5B5BF8}"/>
              </a:ext>
            </a:extLst>
          </ns0:cNvPr>
          <ns0:cNvSpPr>
            <a:spLocks noGrp="1"/>
          </ns0:cNvSpPr>
          <ns0:nvPr/>
        </ns0:nvSpPr>
        <ns0:spPr>
          <a:xfrm>
            <a:off x="5248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BC83F65C-41D6-4BF6-9E5E-48939E512620}"/>
              </a:ext>
            </a:extLst>
          </ns0:cNvPr>
          <ns0:cNvSpPr>
            <a:spLocks noGrp="1"/>
          </ns0:cNvSpPr>
          <ns0:nvPr/>
        </ns0:nvSpPr>
        <ns0:spPr>
          <a:xfrm>
            <a:off x="6010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70C29698-A3DD-44CD-9191-A4354679D9EC}"/>
              </a:ext>
            </a:extLst>
          </ns0:cNvPr>
          <ns0:cNvSpPr>
            <a:spLocks noGrp="1"/>
          </ns0:cNvSpPr>
          <ns0:nvPr/>
        </ns0:nvSpPr>
        <ns0:spPr>
          <a:xfrm>
            <a:off x="6772275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8B3773EF-D15B-4C8C-AECA-6802FF2E0D6C}"/>
              </a:ext>
            </a:extLst>
          </ns0:cNvPr>
          <ns0:cNvSpPr>
            <a:spLocks noGrp="1"/>
          </ns0:cNvSpPr>
          <ns0:nvPr/>
        </ns0:nvSpPr>
        <ns0:spPr>
          <a:xfrm>
            <a:off x="571500" y="49434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E8B7C60C-DAD1-4D86-9C3A-69ADB6C7CF0E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F1DB9D44-3345-48E5-955A-01B8ED200C38}"/>
              </a:ext>
            </a:extLst>
          </ns0:cNvPr>
          <ns0:cNvSpPr>
            <a:spLocks noGrp="1"/>
          </ns0:cNvSpPr>
          <ns0:nvPr/>
        </ns0:nvSpPr>
        <ns0:spPr>
          <a:xfrm>
            <a:off x="628650" y="49720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C80C26A4-8DA7-4D32-BBDB-1C9511EB7CD3}"/>
              </a:ext>
            </a:extLst>
          </ns0:cNvPr>
          <ns0:cNvSpPr>
            <a:spLocks noGrp="1"/>
          </ns0:cNvSpPr>
          <ns0:nvPr/>
        </ns0:nvSpPr>
        <ns0:spPr>
          <a:xfrm>
            <a:off x="1771650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C3008FA8-01F9-49D3-BB66-D55F1C5C93F6}"/>
              </a:ext>
            </a:extLst>
          </ns0:cNvPr>
          <ns0:cNvSpPr>
            <a:spLocks noGrp="1"/>
          </ns0:cNvSpPr>
          <ns0:nvPr/>
        </ns0:nvSpPr>
        <ns0:spPr>
          <a:xfrm>
            <a:off x="2628900" y="49720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D0136F4D-E768-4C11-8C59-1A77067684D5}"/>
              </a:ext>
            </a:extLst>
          </ns0:cNvPr>
          <ns0:cNvSpPr>
            <a:spLocks noGrp="1"/>
          </ns0:cNvSpPr>
          <ns0:nvPr/>
        </ns0:nvSpPr>
        <ns0:spPr>
          <a:xfrm>
            <a:off x="3152775" y="49720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B0C5A190-C444-40B6-940A-7CAF9F462DE0}"/>
              </a:ext>
            </a:extLst>
          </ns0:cNvPr>
          <ns0:cNvSpPr>
            <a:spLocks noGrp="1"/>
          </ns0:cNvSpPr>
          <ns0:nvPr/>
        </ns0:nvSpPr>
        <ns0:spPr>
          <a:xfrm>
            <a:off x="5248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ns0:txBody>
      </ns0:sp>
      <ns0:sp>
        <ns0:nvSpPr>
          <ns0:cNvPr id="67" name="">
            <a:extLst>
              <a:ext uri="{FF2B5EF4-FFF2-40B4-BE49-F238E27FC236}">
                <ns2:creationId id="{EF858FE2-EB76-4994-9317-C66026AEB633}"/>
              </a:ext>
            </a:extLst>
          </ns0:cNvPr>
          <ns0:cNvSpPr>
            <a:spLocks noGrp="1"/>
          </ns0:cNvSpPr>
          <ns0:nvPr/>
        </ns0:nvSpPr>
        <ns0:spPr>
          <a:xfrm>
            <a:off x="6010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68CE195B-C81E-48E6-95BE-0AAB24BF402D}"/>
              </a:ext>
            </a:extLst>
          </ns0:cNvPr>
          <ns0:cNvSpPr>
            <a:spLocks noGrp="1"/>
          </ns0:cNvSpPr>
          <ns0:nvPr/>
        </ns0:nvSpPr>
        <ns0:spPr>
          <a:xfrm>
            <a:off x="6772275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B12C85D9-D288-4563-ABE9-F7C8CC59009A}"/>
              </a:ext>
            </a:extLst>
          </ns0:cNvPr>
          <ns0:cNvSpPr>
            <a:spLocks noGrp="1"/>
          </ns0:cNvSpPr>
          <ns0:nvPr/>
        </ns0:nvSpPr>
        <ns0:spPr>
          <a:xfrm>
            <a:off x="571500" y="5657850"/>
            <a:ext cx="7000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A4BA11E7-0C58-46DC-95DF-AA2A087DCB4C}"/>
              </a:ext>
            </a:extLst>
          </ns0:cNvPr>
          <ns0:cNvSpPr>
            <a:spLocks noGrp="1"/>
          </ns0:cNvSpPr>
          <ns0:nvPr/>
        </ns0:nvSpPr>
        <ns0:spPr>
          <a:xfrm>
            <a:off x="8048625" y="1476375"/>
            <a:ext cx="3571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3BAF76FF-561C-47F2-A790-F68B0DA44662}"/>
              </a:ext>
            </a:extLst>
          </ns0:cNvPr>
          <ns0:cNvSpPr>
            <a:spLocks noGrp="1"/>
          </ns0:cNvSpPr>
          <ns0:nvPr/>
        </ns0:nvSpPr>
        <ns0:spPr>
          <a:xfrm>
            <a:off x="8048625" y="1743075"/>
            <a:ext cx="3571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2" name="">
            <a:extLst>
              <a:ext uri="{FF2B5EF4-FFF2-40B4-BE49-F238E27FC236}">
                <ns2:creationId id="{901A2F31-856A-4591-BFAB-01DEB44FDCC7}"/>
              </a:ext>
            </a:extLst>
          </ns0:cNvPr>
          <ns0:cNvSpPr>
            <a:spLocks noGrp="1"/>
          </ns0:cNvSpPr>
          <ns0:nvPr/>
        </ns0:nvSpPr>
        <ns0:spPr>
          <a:xfrm>
            <a:off x="8048625" y="20002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73" name="">
            <a:extLst>
              <a:ext uri="{FF2B5EF4-FFF2-40B4-BE49-F238E27FC236}">
                <ns2:creationId id="{0EBC57AE-DE69-478D-81EF-AB8A486326A6}"/>
              </a:ext>
            </a:extLst>
          </ns0:cNvPr>
          <ns0:cNvSpPr>
            <a:spLocks noGrp="1"/>
          </ns0:cNvSpPr>
          <ns0:nvPr/>
        </ns0:nvSpPr>
        <ns0:spPr>
          <a:xfrm>
            <a:off x="8048625" y="22860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D1659087-C5EB-444C-ABB5-04BB44EC1EE2}"/>
              </a:ext>
            </a:extLst>
          </ns0:cNvPr>
          <ns0:cNvSpPr>
            <a:spLocks noGrp="1"/>
          </ns0:cNvSpPr>
          <ns0:nvPr/>
        </ns0:nvSpPr>
        <ns0:spPr>
          <a:xfrm>
            <a:off x="8048625" y="26670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12B65655-A2E5-4E05-BBB5-823805E04A36}"/>
              </a:ext>
            </a:extLst>
          </ns0:cNvPr>
          <ns0:cNvSpPr>
            <a:spLocks noGrp="1"/>
          </ns0:cNvSpPr>
          <ns0:nvPr/>
        </ns0:nvSpPr>
        <ns0:spPr>
          <a:xfrm>
            <a:off x="8048625" y="30861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E2599359-F9A3-4A39-9835-13A81D9CA74D}"/>
              </a:ext>
            </a:extLst>
          </ns0:cNvPr>
          <ns0:cNvSpPr>
            <a:spLocks noGrp="1"/>
          </ns0:cNvSpPr>
          <ns0:nvPr/>
        </ns0:nvSpPr>
        <ns0:spPr>
          <a:xfrm>
            <a:off x="8048625" y="37147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E7DD3AB9-0A9A-4DF1-8A1E-9BE03AA28CDB}"/>
              </a:ext>
            </a:extLst>
          </ns0:cNvPr>
          <ns0:cNvSpPr>
            <a:spLocks noGrp="1"/>
          </ns0:cNvSpPr>
          <ns0:nvPr/>
        </ns0:nvSpPr>
        <ns0:spPr>
          <a:xfrm>
            <a:off x="8048625" y="40005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6A2524A8-2EFF-477C-8A24-70E287B49B68}"/>
              </a:ext>
            </a:extLst>
          </ns0:cNvPr>
          <ns0:cNvSpPr>
            <a:spLocks noGrp="1"/>
          </ns0:cNvSpPr>
          <ns0:nvPr/>
        </ns0:nvSpPr>
        <ns0:spPr>
          <a:xfrm>
            <a:off x="8048625" y="43815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ns0:txBody>
      </ns0:sp>
      <ns0:sp>
        <ns0:nvSpPr>
          <ns0:cNvPr id="79" name="">
            <a:extLst>
              <a:ext uri="{FF2B5EF4-FFF2-40B4-BE49-F238E27FC236}">
                <ns2:creationId id="{7090841F-B6B8-4231-9BEB-1C579ADBF478}"/>
              </a:ext>
            </a:extLst>
          </ns0:cNvPr>
          <ns0:cNvSpPr>
            <a:spLocks noGrp="1"/>
          </ns0:cNvSpPr>
          <ns0:nvPr/>
        </ns0:nvSpPr>
        <ns0:spPr>
          <a:xfrm>
            <a:off x="8048625" y="48006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ns0:txBody>
      </ns0:sp>
    </ns0:spTree>
    <ns0:extLst>
      <ns0:ext uri="{BB962C8B-B14F-4D97-AF65-F5344CB8AC3E}">
        <ns3:creationId val="978952654"/>
      </ns0:ext>
    </ns0:extLst>
  </ns0:cSld>
</ns0:sld>
</file>

<file path=ppt/slides/slide2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09F47B73-4754-41DA-8604-4942F2A1B64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8359830-D961-4718-A23A-77E9F62C10B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902B8C6-923E-494C-96F3-C2D23AC1338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CBE1E66-3636-498F-8D5C-E83235C61A4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0BF3C21-B09D-4E4E-8D2B-00F4D160BB4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06BAF17-5AAE-4325-A5B3-C47BEC29A3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52B17D9-6EF5-4A37-8C73-50C114D72F3E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C1C0335-B3F5-4C96-888A-B235659230D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503b6393f14249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C21EAFA-C9AD-44D6-9389-0C3538725D03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B6727F-42A7-4570-939F-D677A954D6F0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14704c674cb24199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2402275391294ea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722AE0AE-2D00-4A27-BE66-CDD56AC84EE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744FC60D-F0FC-4F46-B446-CF5BF3731480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758237903"/>
      </ns0:ext>
    </ns0:extLst>
  </ns0:cSld>
</ns0:sld>
</file>

<file path=ppt/slides/slide3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8D87CD1D-DB76-4A9A-8E65-45354E598B3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07D5165-EE1B-4AAC-A91E-CCA68754C5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745669E-D222-4267-BD04-95E601069DF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B64932-82A0-418E-94F6-4E76C8D4ED8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F69E479-6E33-4991-AD21-B189930974A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E510E4-701B-46F7-B707-BF657A321DE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4B2CB1F-BA55-4E8C-A3D3-DF08FA28A00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78282C8-1ED8-4562-9E69-A5731A1170C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ae83f2b298a54dcb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859C216-844A-45E3-ACC7-0FA4E50C63F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FFECC40-AB0E-4A83-8B37-E2677D8E7FDF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f5d6a79570e0488e"/>
          </a:graphicData>
        </a:graphic>
      </ns0:graphicFrame>
      <ns0:sp>
        <ns0:nvSpPr>
          <ns0:cNvPr id="13" name="">
            <a:extLst>
              <a:ext uri="{FF2B5EF4-FFF2-40B4-BE49-F238E27FC236}">
                <ns2:creationId id="{06FF7302-5B25-4747-9516-915E5A5C6445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B2AAA8C-76CF-42FC-B0F9-DE1ADD2EBFC5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c4931263c5364394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f4d54e609154876"/>
          </a:graphicData>
        </a:graphic>
      </ns0:graphicFrame>
      <ns0:sp>
        <ns0:nvSpPr>
          <ns0:cNvPr id="17" name="">
            <a:extLst>
              <a:ext uri="{FF2B5EF4-FFF2-40B4-BE49-F238E27FC236}">
                <ns2:creationId id="{5D50BC48-7AF9-415F-AB0C-D22C909D01BF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457D54B-81F5-4531-8AA0-7D5BB8545646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C33A848-0A71-4E73-AC3B-04E576BF050F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7C8244CE-770D-4885-9E86-8E4BA24D4B3C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652AF515-68CB-4EE0-AEAE-500E8F10CD4F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5379E0A-EB22-4CD6-8B84-6C0E29F9846D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8C0F2AB-3938-4201-967C-C7A90F72408D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F5460E12-4C6B-4C2E-9463-24181C7630DF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0A53295-F745-4848-85B1-392D3BE95559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902118091"/>
      </ns0:ext>
    </ns0:extLst>
  </ns0:cSld>
</ns0:sld>
</file>

<file path=ppt/slides/slide3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52D2C2EF-0C4E-4A56-AEEA-B60B3AE37C1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87CDF8-CDAD-43B4-B1BA-82DD3CEA022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374C991-C6B9-45E1-A6E0-4FF30EF2243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64B527-05D0-4C2B-80FF-66E632DA00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27AA0CA-8942-41A4-A318-11B5BD5100E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1E35A55-A129-4698-81F7-FE5E6EBE9F4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FAADE73-C246-497F-9E8A-F6E18BC816CB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C52E16C-0F0C-4725-88E7-E30700F81EF2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d727a8d97ced470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0CC446A-EF60-4C2B-8BEC-A91CB33F0C4F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150AFC9-C89C-4FE8-8BA5-B4AFB7AEF117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bcba640813ca4ff4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52da18645be3418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F264A68-40FC-407F-BC1B-170306D24E80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1A90011-8B00-456A-9079-0FDFD4B418F1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72F65A7-2990-4555-A5DA-E44FAEC6C3C8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4796372cf1ab47e2"/>
          </a:graphicData>
        </a:graphic>
      </ns0:graphicFrame>
      <ns0:sp>
        <ns0:nvSpPr>
          <ns0:cNvPr id="18" name="">
            <a:extLst>
              <a:ext uri="{FF2B5EF4-FFF2-40B4-BE49-F238E27FC236}">
                <ns2:creationId id="{CAFCF42F-FEFE-4812-A606-0CC698D7AA30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926C6A9-9040-48E4-AB02-42650D4EF6B7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06eaec56eb19460f"/>
          </a:graphicData>
        </a:graphic>
      </ns0:graphicFrame>
    </ns0:spTree>
    <ns0:extLst>
      <ns0:ext uri="{BB962C8B-B14F-4D97-AF65-F5344CB8AC3E}">
        <ns5:creationId val="1746167655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59F050C5-B801-4782-9FA2-C72D3EC3B9A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7B6E7A-45DD-4FA1-AB26-D41C11542CA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321D1A1-19FE-4DF8-B372-D8574FCC336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53A7572-EFFA-4184-947A-CCB998D040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739E509-D93D-4B6E-90B7-E776E3D3841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4778FB2-D32A-45B1-A383-0CAB048ED57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CA218C-982E-4EA7-B85B-8320EA269773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B097927-9A19-4AD4-9CD8-5D2B9C69CA27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754DF38-854F-4C06-A5A4-6E0696E5B691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F231919-69E9-455B-8A75-36A345165C35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142656F3-FA7A-46E1-844E-9FC6E81DA6F9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1E6607F-3540-4448-BF80-CA366AF6FA94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4A87ABE-FA52-4286-98B1-5EB05FA9B2F4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ns0:txBody>
      </ns0:sp>
    </ns0:spTree>
    <ns0:extLst>
      <ns0:ext uri="{BB962C8B-B14F-4D97-AF65-F5344CB8AC3E}">
        <ns3:creationId val="1852965357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43FD0924-46C0-4363-9304-6EBB878709D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44246C5-FFA7-4A8F-9AB0-76328471D4C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C57936-CDBE-4819-A965-D0701499E5C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7F6645B-50A6-402E-9BFB-D631C2826B8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9FB5C55-AC28-4ADA-9356-C8DFA8FAE94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5FE62BE-28B0-4697-86CF-58FD4C8F21B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D20E25F-5E66-4418-9A7D-862411A33D0A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12DFA74-31E6-4692-917C-ECEFA398FB88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1CDD9D34-ADB7-46E6-B88E-3CB0E2EDF14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532B02A-AC69-4620-889A-B3718C62CC1E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DA8A0FC-B01E-4C8E-B858-C47AAF1E36E0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C956D2FD-0E65-4634-8284-4FA6D07C68BC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4D19C1C-8C8A-4080-ADA9-F863944D7C33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ns0:txBody>
      </ns0:sp>
    </ns0:spTree>
    <ns0:extLst>
      <ns0:ext uri="{BB962C8B-B14F-4D97-AF65-F5344CB8AC3E}">
        <ns3:creationId val="1342531500"/>
      </ns0:ext>
    </ns0:extLst>
  </ns0:cSld>
</ns0:sld>
</file>

<file path=ppt/slides/slide3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AC39FB0-97C8-4EA0-8894-BC217BAC681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FC96345-D6CC-41CE-85D3-B53107AE811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6125C2-1F24-42DF-B62A-61B6EB2640B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6D8334C-535B-47A1-BBC9-D13AA601163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6C4C05E-C594-4AD5-893E-5C517B13FB1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F4D6BD0-2633-4AC0-94DD-D75966E009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3974F08-8ADC-4BB8-8DB3-DCCF37D4D92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66ACFE9-C5F6-4B74-890B-8808B957DA9A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C2764A4-4241-4B5B-BE4A-6E5E96B250E2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6AB0A7A-48F0-4F8D-9490-4915EED36357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6A2153B-3650-4F25-A8E0-1C8C497FF01E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AA85C85-7250-48DB-952C-C06D75111377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B5F78B1-4FCA-439B-BD38-720E1E52B5F6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0305550-2DA7-4962-9D33-0FB2A59EA211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692D91B3-3CEB-47F0-B77C-40185C98EF9A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0524B6D-E219-48D1-8843-E89E71714100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063AD4C-7D39-40E1-B756-336AD5818DAD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3AA7F0F-D592-4999-878F-C254D9A5C8C9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91B0324D-FFC2-4703-B265-BE8A48070220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44AB1FC-63E2-4AF6-B419-2C83D6B1A771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B6A1C0F-1E75-46B4-9BC8-018672A16FBA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2BC97D70-3200-49BE-B712-B770A8E93A34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1027C55-6D69-4CBE-A31E-4997E6B68351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0888DE61-BE14-49B0-8177-3F01A6F05DCC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38213C33-C207-48C3-B316-DB81161E50D1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A1CCC9E-D9AD-46F5-9ECB-98E0A872B6AF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E08403C-3AF5-4DAE-A656-D564B52B6661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683885101"/>
      </ns0:ext>
    </ns0:extLst>
  </ns0:cSld>
</ns0:sld>
</file>

<file path=ppt/slides/slide3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DB9BB00F-F5D2-45DD-AC85-6084089FEE0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238058E-437C-4A87-92AE-07B5BDA63E6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AA47BBE-CA7E-4888-A9AD-931CC0A40C2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396F74D-A719-4BA4-8CAC-96C57E7EC37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E9FDF2B-766F-4B12-B5B8-36388939F44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C33BF66-6CF1-4A62-BCF9-036FC5950B7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912F78-E750-4FF6-8675-E5E6E3855449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E180094-37E2-45B1-9573-E0C6A9E5F6E5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9FABCB0-F59D-459B-9EE4-4460BF52ABC0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601F780-3023-40ED-BE9C-2DFEACE4608E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2DF7808-12EC-4173-837B-1C875EC320C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F9AE5EF-D685-404B-A140-D2A1E105AE5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29078B5E-B181-4A0E-AD09-7E75AC3A7283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A18AC52-ADDF-43C1-8BF6-304BF101FA48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B737691-7148-4CD4-AEFF-FC4A3E3A4377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B985D79-3C7A-4A8A-9424-3B08706B412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C5C25DD-78CC-4081-9D3B-B3D2E93FD48A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60C855A-3936-4FAE-AA82-4A07672AB8A9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0B3ED2C-7066-4B6F-A3B2-61BE70C9E7E3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DE279215-9E55-46BE-8715-B01BEC64B64B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8DF0A15-7DBB-455E-BD61-C60CB0FE1CF8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D5CA0740-F93A-42A7-8BA0-7C05B584268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7B14621-0BE7-457E-AA37-62715C9CA31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92A5F28C-3786-4592-96E1-76BF5F72AA58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3FDD1142-36CA-4595-A610-26985303CF02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C33A9A18-FB11-4047-9F81-E104359ADA27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728E3213-458B-47D6-A4F7-9C21E08F2ABE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1E0E0F98-2A4E-4ACB-9B90-69E066AD92A5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CBC6A91A-5492-4015-B301-1D1017EAE688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ns0:txBody>
      </ns0:sp>
    </ns0:spTree>
    <ns0:extLst>
      <ns0:ext uri="{BB962C8B-B14F-4D97-AF65-F5344CB8AC3E}">
        <ns3:creationId val="493556427"/>
      </ns0:ext>
    </ns0:extLst>
  </ns0:cSld>
</ns0:sld>
</file>

<file path=ppt/slides/slide3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281A7AC3-8D63-4E5F-810C-6510D908BC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D8F26D7-306F-4FD9-991A-72AD1C4DD10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13C1981-6D13-4672-998B-1C230095466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F19AA83-6A5D-4EFA-83CA-F93FBFACA98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E1481D8-8D52-4CB1-B530-4A54C3FAF5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E90C98A-69F1-4FBC-BED9-DFAAAB495DB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871B75-AF2E-4EE2-B500-DE2AE139646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4462550-C6A4-4727-8D32-D60C56226724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1BBCF03-8EFC-4936-A72C-4BA4D977D189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5EC72386-18A5-42F1-BAF6-1F04233BF3B7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BA827F7-ED37-478C-A089-92C0354C80C3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2749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EAF2A65-46F1-4828-BF5C-CD33ACEB843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F91783B-28AD-457F-A3BA-7F9BAC7E625E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A66E0CE-C9BE-45DF-8A32-4E633C76104C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CA81197-F90B-44AE-AC33-9B8BD0907982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D4220F7-EA94-47AF-BB3A-6BAB2F821B6D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B216DDD-13DD-482C-B43F-6F0561323DC6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3F2182B7-BF9F-4687-9165-DC27031ADFB2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AAEA87A-078C-4BA6-BE4F-EC14F3228F53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CF49E5C-44C0-4D79-99B3-3CA4FD905E7F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8E9126B-91BB-4B9B-ADDD-CEEC22112C8B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548FE80-35CB-4368-A320-373377BE730F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C9092FF2-A4AF-478B-8201-358DF466CE5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8022A6C-DFC6-4593-B56D-180475B897FB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54F47C79-C293-48F0-9FD9-1B03C9E61ADA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251AF83E-8820-492D-9F33-FEC6E044379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F9621FEF-A486-4100-A0AC-702DB208A9F1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60009DE-4559-4C5C-B621-09E2B8906D4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1747EC9A-BAA4-494D-B98F-B40E48F2B227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ns0:txBody>
      </ns0:sp>
    </ns0:spTree>
    <ns0:extLst>
      <ns0:ext uri="{BB962C8B-B14F-4D97-AF65-F5344CB8AC3E}">
        <ns3:creationId val="468153692"/>
      </ns0:ext>
    </ns0:extLst>
  </ns0:cSld>
</ns0:sld>
</file>

<file path=ppt/slides/slide3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4B2808F-8877-4B13-A10C-59AEFB1A70A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E3A5600-6BCB-4B28-A1A9-B1F66987C0D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9F48898-80B4-429D-8800-BA22C2E696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450F4DD-4E33-4E28-9160-A9A7DBD7F08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56B172A-8F8D-4229-A294-22959AC82E0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EE51D82-277C-42D3-8DD4-4B66A1E73B2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2A89593-0A2B-495C-929F-5239588A69E9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BF5A3B5-B053-43CD-BAB8-032715E3E735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CB1BFC2-A01D-4168-B1BA-C56C835C44B6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525166C-F4A6-4CB4-8A48-F90E14CF45B9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B14955F-B3BC-4E86-AC6E-77C6C2FD7D1D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CECF956-B56E-4F4D-8C9B-96D8633D3E55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8510B5D-A39F-4A5B-841E-AD30388AE7A2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8261989-0AED-454C-82BF-CC861D417B72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EA45132-34FD-4FAF-8C1E-5426E91EFA6D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8667E87-5594-4CE2-B5B7-7C0BEDE3917F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676A4F4-6439-4446-A9A5-455542312C46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E231C71-76B6-43F1-A672-598A3EA11E6B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4134786-2EBF-4E26-90BB-0234EBC27D36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1F11ECF-10E8-4F6A-A48D-1393A218E49F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E3D0535-545A-4DE1-946D-B1564BF2BF4F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465CF69-1D4D-4323-A9E1-5E292C955A6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8002ABC-057F-43D3-B2A6-BB10513C2B2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5BACF37-61C0-497F-854F-3186CC1A9265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54C44C6C-978A-4FAA-8D53-EC2B715F5F34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11ACEFE8-F44A-4CA1-BB03-89394328F2C6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55555A3-7CC3-43B3-8415-D0A4C4E756C5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B4D0729-3FE7-4A1C-9430-AF369F36FCE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F3228ADF-19DA-42AD-9034-7BCC28619A22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ns0:txBody>
      </ns0:sp>
    </ns0:spTree>
    <ns0:extLst>
      <ns0:ext uri="{BB962C8B-B14F-4D97-AF65-F5344CB8AC3E}">
        <ns3:creationId val="2083810292"/>
      </ns0:ext>
    </ns0:extLst>
  </ns0:cSld>
</ns0:sld>
</file>

<file path=ppt/slides/slide3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92A94DAF-CF34-4122-982A-2FA8A292E5E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FDBC155-A2F6-44AC-921B-7B502EE103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B72E6B6-F4ED-4DA5-84E9-0FC0D9EE127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4D806DF-4ED6-4282-B2FF-EDC8144F06B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DB4402-9E5B-463D-9DE9-50A3F523B05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EE402A3-0D73-4293-AEDB-BFCCDC173D1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8589DD2-CF18-4A58-8A80-6BF0E2725E74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6BA5B15-2EC7-4B37-8B5C-A25BAD7EE0D2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16D1DE6-0308-4CCC-B729-1CD696B03CF2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032CCB2-8D74-4E4D-B45F-5B3AE7F5B9A4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D1E3910-167D-4AAC-A42A-39A97D1D821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F2715D7-303E-42ED-B86F-3BCE971947C4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C3B89C3-49BE-4464-95C7-BEFF20F663AB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13F81AE-25AE-4819-9E7D-F992655404F2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1834FF7-C7C4-44A4-9000-6DFE63C25B3B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47EF548-15A0-4C3E-9C92-6C32A069547C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D07AE94E-BB02-425A-8A5C-E4C23402C072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F2D15B5-3D3E-40BD-9E59-AB199CF6C2CA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A597028-991B-45AD-A193-CCCED990336A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0179D4D-84DF-4454-9D4A-8740FC28FED8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496064CE-5918-464A-A8B7-CFD2278AC3E0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F9F233E-656F-4141-8FFA-6B6EF3A66F3B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9C31BDC-BCA8-4771-9292-AEEE7CD7CF55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D4D7B78-E246-4181-8F4F-EF8E9CFA571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4E18354-CF96-44F5-962A-C5E4A86E5DF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59E08937-720B-426C-8CAA-934FF4260BD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9926178-BD8A-483C-AA88-677CECBE2FDE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88976668-C157-452B-8B8E-D82CE06294BB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0BC46E5C-D92D-4341-9065-A6B5EE911393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ns0:txBody>
      </ns0:sp>
    </ns0:spTree>
    <ns0:extLst>
      <ns0:ext uri="{BB962C8B-B14F-4D97-AF65-F5344CB8AC3E}">
        <ns3:creationId val="1012033462"/>
      </ns0:ext>
    </ns0:extLst>
  </ns0:cSld>
</ns0:sld>
</file>

<file path=ppt/slides/slide3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0FA113A5-64A6-469E-8C87-78B1041266E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F5D196B-4A0E-4483-A0F5-3580AF3F2FC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3660B16-4EE2-4446-95FB-FBD5E0E7CF4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35CA3A7-833B-42EE-B895-D0D64B84C21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2CDF857-49A7-4A26-A8C7-6DF3CE6015E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8CD8A9-938B-42C0-98E9-4FF07C1BE67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E5B3F87-BAE2-4F3B-A69C-2C7DD6CDCA6D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A49C11C-85FB-45D0-B0CC-325306C3436A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CC3FE08-2092-42E2-84A8-1D8E23004ED8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CAAA94C-04BF-4AB7-A19E-B3A868F6D60D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35E6EBB-8A11-41E5-A894-DA37CF967B89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6F4D01B-31CF-4A91-8985-9C02F48A37D0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66D44E3-A1AE-472E-AE0D-7CF3391B3FD5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3775C3E-03FB-4644-8D9A-EFDEED6A5F0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A33BB9D-A187-4588-83ED-7ECDC0F2FAF9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34BE6AB-D9D5-45F3-B707-7C3922EAB78D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A49FEB0-3227-4B97-9C9C-643BD803B4C7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01A7AEC-8941-40CF-9072-3961655C8C28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AC51566-5728-4671-8E8E-1F8E57F17045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D2CAAF0A-6464-4F02-9EB2-CB751ACA9480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AF27C10D-4CC4-403D-BB85-A858B4E6C658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6036F283-0224-42C7-AF88-B0F22A16BA0C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B12854E-A38E-4B9B-BF79-781A25064954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61C2A0B-0D47-45F1-BA2B-6E3358B04C80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2D8ECFE0-7D1F-4CD8-BF64-E3CB8F007162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04B17B1-07FC-4872-9A10-1C3F08D05564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A37B9787-46B1-4FBB-BDC8-1DE9CDB3DDFA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EA23168-5BA7-44A8-BF44-03C6DD08AFAB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C7262882-2C2B-4F19-8B36-D220840243F9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ns0:txBody>
      </ns0:sp>
    </ns0:spTree>
    <ns0:extLst>
      <ns0:ext uri="{BB962C8B-B14F-4D97-AF65-F5344CB8AC3E}">
        <ns3:creationId val="791673566"/>
      </ns0:ext>
    </ns0:extLst>
  </ns0:cSld>
</ns0:sld>
</file>

<file path=ppt/slides/slide4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B0D28BE-08E1-4C3A-9AF7-A6B415154B6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BD29422-CDA4-4145-ADC3-3E75C866686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E99A77-FAB3-4526-A6EC-3B164AE2C11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C6E06BD-2283-4DF7-811F-02388F84D3B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56E637F-6817-45FB-868A-435E0AC97E7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9980259-650D-4046-941D-D2F1973516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D2FA50A-0141-4F57-AB8F-ADA46F039D3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FF0E5A-910E-4B90-9549-DA9B57D43D0F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9BEB1C3-A9B9-4B5E-8B80-68C35D45FB05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AABD52D-532E-409F-AB1D-5C386C48505C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E3BD73F-14ED-471D-941D-36F4689F26E1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52B0A61-71B8-48F4-86E0-AA572D77FA8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7ADD6BF-22EF-46AE-8AFC-281F1B8FE332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BFA8E5B-6F2C-427E-BE77-4B641DB07FA8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29495EC-A08C-409E-95CC-C66787EEC81B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378EC247-67B0-4981-A528-41DBDBAD424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2469C88-698F-40DD-B8A5-F45C385A64DD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C21578F4-EE88-4DF2-8C86-FEB3D6F64122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A158BA6-281D-44F1-8462-25F4899950C0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ACDB5D7C-420A-4722-9CFB-AF16006F6DF0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F01F9698-B416-4707-A23E-7F02BAE52762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A57497ED-35FE-4F32-90A8-0203A326149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1AE5FD5A-0896-4A4F-95B5-C5ECFD8F6DA1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7940BF6-A911-4BED-AD68-811ED3357313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115BC2C-C335-4E9A-B9C4-61CE2F93FB91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918055-ED91-4714-B359-65A92A6A973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FCBBDA6-98A7-4687-A57A-9FF1A40E073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CB2516B-E4EF-4AF7-9B26-1E3E932F6395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2AF3EC88-6CE3-42FE-B283-4D8BA85CF2DC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ns0:txBody>
      </ns0:sp>
    </ns0:spTree>
    <ns0:extLst>
      <ns0:ext uri="{BB962C8B-B14F-4D97-AF65-F5344CB8AC3E}">
        <ns3:creationId val="1719894251"/>
      </ns0:ext>
    </ns0:extLst>
  </ns0:cSld>
</ns0:sld>
</file>

<file path=ppt/slides/slide4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6007A6A8-1D58-4729-908F-9F441CE6109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13AC59-3250-4BEA-BA66-8939756F313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CD4BC59-A7EE-4C7D-9590-2716E6432C9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3744768-6131-4DC2-8BA9-2A9552C236D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BF78CF4-C653-46FA-A26D-B818DAE6807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286CA20-4BCA-4C8F-85BE-D0C7B38F51D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DD691C3-1D46-4FAD-9155-C541692DE09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B9F7AC3-694A-4281-89BD-E21CA8172E4C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584FA97-CDAA-482A-9218-B2CD8A96BD9D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E226AE2-4849-417B-A4F5-492FE4454CE0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B9A1D57-5149-4543-AAF3-EF8AC2B77C80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B3C8F10-170E-40F9-A648-33907C22CB01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FDBDA858-4DD0-439F-A8BA-450E63789220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26430EC-2764-4DFA-8A14-C6E23B87F12D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B2AAA98-AF6D-4213-A485-E436796A0C1D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493D1441-4DDC-4ADB-9E08-0394B3BE7F99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CD60921-A534-4033-83FF-E7B277E3E97A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5946E39-ECB2-4583-8B6B-919EDFAA8180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589B3A5-B435-4306-9C2B-2711577D094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D593BE5E-BA43-460C-9485-DB3F0C930F03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F5ED3D09-3522-4B46-A724-9F565F139D73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C0A52354-F583-4DC2-B889-5657F07C4204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CCE2588-2DFE-4A9D-9D1B-FD9358F5CF78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B6407FC9-AB8D-4092-81B3-349737CD178B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4E9ED95-605D-44D8-918E-21B8D1606B0E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1462425-C083-4599-8936-BB279C56CED6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36E2EB8-B7F5-43BE-9AB0-132220979A25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56E553FD-F13B-4352-9222-1CC4ED2DC09C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4AD52F41-6081-4534-931A-05E029A6C2CE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ns0:txBody>
      </ns0:sp>
    </ns0:spTree>
    <ns0:extLst>
      <ns0:ext uri="{BB962C8B-B14F-4D97-AF65-F5344CB8AC3E}">
        <ns3:creationId val="765924039"/>
      </ns0:ext>
    </ns0:extLst>
  </ns0:cSld>
</ns0:sld>
</file>

<file path=ppt/slides/slide4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07B86FB-6E82-47BF-B999-884713620E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B14DC0F-6C09-4FB5-AC8C-5C9240D033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318D09F-7710-4B5E-857E-B254F5C5EAF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6A7E392-023B-4EDC-A0D7-B8696D7E22E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A601414-1C26-4913-A043-8D42F88ED3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F5D747A-5506-4EE5-846C-34D22E0E358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02379DB-02CE-4DA9-9D4A-783E7E78B42A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9FD798-22AF-4DA4-B0E9-898A6C0C856E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5CCC9E1-623D-4A12-ADAD-E7FC8F25608E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29C646D-3BD9-4C0A-93CF-868DC444E26A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9973339-E727-4702-9B10-B4F3DACF5077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9176215-54F7-4769-9CF3-AA04585438AE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38794E2-5B81-4AB2-BBC0-41A7CC70926F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35B3599-0024-43BE-9EB5-511CABE79160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55F5A40-0415-4C99-889D-EF3E345F9AAB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E7D8FCE6-D8ED-4EC2-A943-6E981D5538F2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7478578-FA80-4CC9-A17D-E6A25BD7624C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27C653E-E830-413D-87F9-128073576318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A9AD8CF-F19E-4886-BB30-6B99A397099E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4C1C1C93-3DB0-4D1D-8193-3FAFA8FAB5BF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D349D73-0E42-4A44-B138-0C2CF68D0648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F3C41B87-590E-4211-A9C0-4FCFA7C19227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11C30F2-F2DD-440D-8FC0-FF4E84CDB009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2224E38-335B-412C-AAA5-A34173F36028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83547EC-5B78-4046-A8C7-E20172CA32D9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72D8FCC-5B6B-4534-9247-BD54A0442F96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9B4B4B43-736C-490F-9BE5-28DEA1C80569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27596F62-C3AB-409B-8B46-0E02BE90AC2B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65914813-E2A5-4CF0-B7D9-4CD3D91ED7C1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ns0:txBody>
      </ns0:sp>
    </ns0:spTree>
    <ns0:extLst>
      <ns0:ext uri="{BB962C8B-B14F-4D97-AF65-F5344CB8AC3E}">
        <ns3:creationId val="1662100303"/>
      </ns0:ext>
    </ns0:extLst>
  </ns0:cSld>
</ns0:sld>
</file>

<file path=ppt/slides/slide4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1878CE1D-0996-4A09-8361-BED4CD6788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CDCE803-90F2-4C53-803E-765AFE2BAE1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0CC5998-8F86-4AE7-910F-58F946827C6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FAEAF8-5268-40F0-9153-AA117F77FF7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04BDDD7-E8B9-419A-8FF5-1140E1D9CF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3FF2B6-DCF4-4CD3-9771-5D48F34E9AD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D807753-442C-4926-9A93-3CBA1EBDC507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0641ACD-1FEF-4EAA-BF89-7A07C752F56C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33FB07FA-977E-4E6F-8205-60999F640D2B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C3A7665-1797-47EE-9E35-15FE8329DA5A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BC71F72-1163-4885-A083-8A581D09E7D3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0C69E50-D36A-4068-A324-B883E5518BEC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C356015-78DC-448D-82C5-F9AAEA16B11C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5ACC62C-3131-40A9-9D03-D7BA49D54D25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5AA9ECB-1865-45EC-AEA3-0A8C020C6E23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4AAA337-7FDB-43D1-96C4-7BC2026C374B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27101AB-9B53-41ED-B02F-33EC0958AAF6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CB7AB2EB-9CDC-41A0-972C-082E97500134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173BE9A-2766-4A5A-9838-64AAF7A642C8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A6608311-2B54-424C-9FEF-60DD47F146BF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E34DE3E-5D3C-411C-A533-BBCC06545C9E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D4B3CD3-A17C-48DA-8004-27BADE3E6795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E3558518-207A-472D-991D-C0139FDCA0E4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180A0BF3-160C-4E5D-ABCB-D323757730D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C538DCD7-8421-4428-BD57-99ADF0CF9826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11E5296-49A2-4CA3-BA1E-861E409CD32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4D5A3B59-E0F8-401A-8875-7C16DA671E22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CEF7180E-BF0E-4918-8D6B-E4B692D7EFFC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4B4E1BCB-1C57-4684-B407-DB9EB1EF815D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ns0:txBody>
      </ns0:sp>
    </ns0:spTree>
    <ns0:extLst>
      <ns0:ext uri="{BB962C8B-B14F-4D97-AF65-F5344CB8AC3E}">
        <ns3:creationId val="69037205"/>
      </ns0:ext>
    </ns0:extLst>
  </ns0:cSld>
</ns0:sld>
</file>

<file path=ppt/slides/slide4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EC527F5-23C7-4278-B745-59260F0E234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B7C3544-4621-4599-A104-3B7467C5511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6E78DBF-561F-434B-9D19-BA851C2BCE1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00CC25-47A0-4F4A-BCDE-2CDA2DE0B58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274896D-4A8E-4152-A415-E1C694FF682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B9D64A-5EA6-4126-B0D7-E92B5DBACDA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4B0438-2F18-4980-82B7-E2434A073A2E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14474B2-4CBC-4213-A819-16945A10665E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7F5ADA2-0B49-408B-9661-CB2B779D8BB2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DA07DD19-30B0-4C47-B860-25BF8AC14987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1DF1EE9-C738-4FC0-9FB5-215722217DEE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85EA9E2-136D-4526-AFEC-4F3B5ADBDF67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1892E4D-F2AC-4C4C-BE16-364BBBA2D42F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5B296229-3E42-4C05-B59A-3E267C143D47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6579E25-C40D-4A2B-9D63-9CA95039D58D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5AD0AB1-5CBE-4A56-A98B-6435428521FB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937E94-6400-4F53-9F94-9A82C2863EEC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0BD90B9-9266-4CC8-8E54-3187C0EFF5F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35F7414-834D-4786-AAE5-CEC63E3FA72F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CDEF5D8-5DA7-4EF4-AA0E-7DBC02D4309B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D4A10406-B55E-4A8E-8B2C-76BF2493E0F0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466801E-5870-4CFB-B51C-60C5719F0796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D089357-D5C0-468C-A93F-4028E49CAAE1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0DD8A12-903B-4207-BBB5-913F6E045686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F1B8E064-685C-4FB6-8F8A-179E89D33CE8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7076FE3-8878-410E-9E83-D71756DC74E1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9CA4826-0F5E-41CC-B719-5526E0E70A04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5D409892-ADB5-4D9B-BE00-48DB5CB3134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DA17B8A5-7949-4C9C-BDE6-57408A55244E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ns0:txBody>
      </ns0:sp>
    </ns0:spTree>
    <ns0:extLst>
      <ns0:ext uri="{BB962C8B-B14F-4D97-AF65-F5344CB8AC3E}">
        <ns3:creationId val="367284197"/>
      </ns0:ext>
    </ns0:extLst>
  </ns0:cSld>
</ns0:sld>
</file>

<file path=ppt/slides/slide4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3E3CF26C-A6F3-4E81-89AC-CB70AD8B72C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37E85AF-0AEB-4BED-AC11-31F5D1026C4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73F4BD6-421B-4B81-93C4-9A35C66BC9A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2B711E9-22ED-431D-B847-9659FB8523D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957F1CC-A837-4FAB-8D99-900CDDF0A9B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CD2347B-9568-472F-877D-AA98F77D72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889125-9472-44BE-BCEB-EE85EDE2705C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6F15E5A-FF0C-4EB3-BED2-B9C155B49930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7D9E88D-B2E7-43D4-91F5-988BD662CCE4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B258A68-0590-437C-9E2F-0A7673D3DFB9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8CDBD1E-0BFB-4620-B728-1237523B0B0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7029D525-5F45-489B-BC18-7BABA922BD7E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4BDE0BD-CC68-4521-9F5E-BC18B00FBF60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7F12589-6CD0-42E2-A0C3-C8B72CF88CF5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F311E88-0268-4653-9AF5-AB45536957A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C6011191-B8E9-42B6-9A80-10590797521A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55AF3D10-FB31-42C8-898A-246E4E0BD80D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13646237-9546-4C4F-ABF1-264F13E83166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DE5EC17-011B-46DC-B46E-9685B75ACF8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1FF4D0A5-EA05-4315-85F5-F060F8ACAA96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2FEB983-EF01-490A-83F1-660C1D1DFBB2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7F460A71-8800-4ABA-B383-239F234C11DE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53C4250B-CB59-46AB-B532-E53DDC8DCE69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E9DDF8ED-DD4D-4B60-A0A7-97ABA8EB3B0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2CAFC7A-66AA-4100-A82F-91AB783485A4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F5B5556-5AC8-49EB-B93A-6EE1C8FA51F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09F9C12A-C2F9-485B-B6F0-707F3A8177CC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1EF9011F-273F-4CB4-99C3-D46BB37ECBF9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93776949-95EE-4131-A775-2B32A2CB6DAF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ns0:txBody>
      </ns0:sp>
    </ns0:spTree>
    <ns0:extLst>
      <ns0:ext uri="{BB962C8B-B14F-4D97-AF65-F5344CB8AC3E}">
        <ns3:creationId val="1925269957"/>
      </ns0:ext>
    </ns0:extLst>
  </ns0:cSld>
</ns0:sld>
</file>

<file path=ppt/slides/slide4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206814FB-8F57-4BE8-97E8-CC199228788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56D710C-5200-44E8-B82A-5DC3577B97A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A91799-4474-447D-92B0-363F3FCDB20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194DCA3-963B-4F58-AD26-6D0B19AA062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150B6-CC0A-4B33-9717-50DD3BD5E60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2FC13B1-4E4B-49CE-87C8-7ED59361E47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C6DE3E7-B7DD-43AA-B7DC-C6DDEB8C3CA9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C2B6C38-8F92-4097-840E-09856E788915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D343F9F-A55C-420C-8F3C-468ED4A8F95A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0437B8E-3273-4CB2-9FAA-90B08B1FE1A5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FE2FAEE-264C-45C0-8979-3F67A6411111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8BF501D-106C-4C93-A58E-F403AD46888F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6CCA31D7-58CD-4313-9551-6092DF9A1E66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9EFA1E8C-BDDC-4722-9757-8A6A5D9D9F40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4340AE4-7930-4716-B962-16BC247EDE97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174FD3DD-F6EE-4734-A3F3-E9BBDCFB04EB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4B4FB98-83BE-4C49-BC8D-E0FDBA8899F5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091B251-FAE6-4320-87B0-14050A9DC372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C648E8D-1D24-426F-BCE0-B6C5AE8F2306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7E468C88-BB1E-4FAE-9989-6AA6F656A4A7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F1AD129-353C-45E3-AAD7-5775ED88986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4C3FAC9-2E71-429A-9FC9-5738676B65C3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C8BFB26E-02F0-47D3-9D8C-4AA1635B9749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02BD2D99-7AF4-40C9-AA67-527F22937A71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8157ED0-C09D-4DBF-AEA0-D9E25C24B80E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23427632-66A4-4442-83C4-357A190CD26F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EBBCD4D7-18E5-41A2-B203-150082DA09DF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B4034F95-26D2-40B4-B5AE-74B01F60FE20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F78091A4-B942-4E46-A757-5B1F2A0497A9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ns0:txBody>
      </ns0:sp>
    </ns0:spTree>
    <ns0:extLst>
      <ns0:ext uri="{BB962C8B-B14F-4D97-AF65-F5344CB8AC3E}">
        <ns3:creationId val="1755637278"/>
      </ns0:ext>
    </ns0:extLst>
  </ns0:cSld>
</ns0:sld>
</file>

<file path=ppt/slides/slide4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CE415B42-DCF0-4741-A106-2CF72C5C5EC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50529A4-372D-4B60-AC62-2854C2A53B7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351AEEE-255A-4D90-8A8C-3B0A884A5B0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F6011-C587-4A97-B417-B95CE559FA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95B8683-BA48-42C6-A25A-68F7A89812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BD26A39-3046-4EF6-B101-DA063DC862D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1C1DB23-DD79-4ED6-91D0-9B62E082D3B7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21BF725-1D55-42F9-8634-BBF73464020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8ECEB53-8615-4BEA-B0AC-AE4C0C613394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11BE6661-CE1C-4FA2-AF31-4BED56E7AFBB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9CE8BC7-17AF-4338-9A9F-352965CC8BC8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A9FE54F-D25A-450A-B9E8-2D4E75BF408F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1EF450A2-E1FA-415B-90B7-671EEBCC901D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DB073F6-EE03-4CDA-B03D-4E78F5F9C626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DC37AED-04A7-47BE-BD74-899100D84CEC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B430C43-87E6-4AE2-8BFB-E8ADE9170A36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8F8A673-B3F0-4A69-9292-5499D92611FE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3818F229-66F2-4370-83CA-35C8F84D4957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9104987-1390-4709-B72F-B6C29C296AD0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0CCC02C-7D5B-46A7-A995-B81E0720E1EB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940B42BF-4CA5-4139-99EA-E561CED71C4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AE2EBA3-70AC-4854-B3D7-3D9963993544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AC3E30C-1CCC-4F6E-90E9-A941FE85EC51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390D1F87-E52B-4A9B-B08D-D571429EA34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C34E2D87-4932-4A89-B691-46EBB4496CD1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146607E9-B331-4D0D-BEF0-704CB811C8F7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4295DA1-1B88-4E39-9A94-0346C573752F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98D082E-48CD-4DB6-A28F-854216D5892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34EB5598-7112-4532-BBF0-8BA6CE10CDB3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ns0:txBody>
      </ns0:sp>
    </ns0:spTree>
    <ns0:extLst>
      <ns0:ext uri="{BB962C8B-B14F-4D97-AF65-F5344CB8AC3E}">
        <ns3:creationId val="1291670444"/>
      </ns0:ext>
    </ns0:extLst>
  </ns0:cSld>
</ns0:sld>
</file>

<file path=ppt/slides/slide4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5BE040C6-092D-4E5F-B563-71A94EF9943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73BBDCA-8427-46DB-BC95-2AB9ADC044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1FA78CD-ACE3-48BE-AAA4-76143D57CBE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59E24-12DD-4198-8E96-12D30441C74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1946C6-0B80-4023-9CDE-7A4D58E2118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0D603AE-FC1B-4139-8503-D75478BD35A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2077D70-58DB-4A5B-991D-A17738EECD7D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764EBBE-0BA4-4275-85A0-47EB9015CC0E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2F09C34-0954-4CD6-A996-35E2D5C30EF1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496B802-91F5-4A5C-A535-F6A1100DB85F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62DBE97-102C-4B57-8551-43278094B918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2749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EE912E4-E3E0-4DDD-8084-3152589760E8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BDB895F-3529-43AC-8C2B-A3E05C0B0204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1EEE5F6-53CE-46FE-9584-3D0F6288C36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218903E-6EEA-496F-9718-BE9D3001E1BA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9B4E1EF7-834D-4F72-8C0D-371AEFE5CE7B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C07299E-7933-4B19-84E7-BD299647B6A5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4A25471-2942-4A9F-A061-53F1213A95E7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66751D3-46D6-4997-908C-1A5D014788B8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46DE852-D199-40B9-AB44-FDDB236DA5F0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10FE92F-499C-4FFF-9BAC-B57526A53D67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D109FC0-1D4C-4227-9540-723CE7F4020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909BD14-C394-4241-907C-B5D527C5419A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D1F678D6-2A29-44BD-A050-F3DC72758B5A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1A1EA70-69BA-4F3C-9577-9ED19F65FCBA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77902149-F757-4CF1-986F-A9108598E56A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C23CF4E-13ED-434B-8690-56D7C7480296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36FA5971-9EE2-4252-8DBE-71E82FE23BC7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6FE5D904-E9C6-4643-AC63-158BAECFAC1B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ns0:txBody>
      </ns0:sp>
    </ns0:spTree>
    <ns0:extLst>
      <ns0:ext uri="{BB962C8B-B14F-4D97-AF65-F5344CB8AC3E}">
        <ns3:creationId val="346426465"/>
      </ns0:ext>
    </ns0:extLst>
  </ns0:cSld>
</ns0:sld>
</file>

<file path=ppt/slides/slide4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5F3D4FA1-B7E0-4CCB-9231-411E16E85E0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9CEB5E1-9ACE-41BF-99AE-54D97A79C09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3C18FCD-73CA-4D83-AE01-06C9272EFEE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3C6DB1-5168-47AF-AC24-0C552A61850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8724A8B-71AE-406D-98D5-4B3EF848DC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AB0ED10-E56A-4CFF-B35D-3E779CC15FE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A71270C-48B4-4F96-9C4E-396583E7C022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7759F0C-65C6-41A7-ADF7-266D2C528800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70BD0589-97B4-4FE2-B456-02D14B17BA0D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CE13D8F-07EA-419E-AC77-148FE131C2B0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F822A37-2FB7-4379-B136-719098E372E0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BE2C37A-59CD-4FC7-BBD5-DB8DB25BC25E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B465643-94D3-4264-9BCD-DA75E282A174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9426D60-05E1-4FAA-A766-D7ABEFE4B158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F5C249B-B29B-4CEB-A46F-801EEB26337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A6AE52FD-3DE9-4449-B3D8-D928B6887F63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7DF2757-B4CC-49F1-86FD-D03AD7673ECB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52BF180F-0518-45D0-9312-90E7F4CCEDBD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22EFAD78-5822-444E-AF40-5086F5311826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5EE5E62C-9804-412A-ADAB-7DBC83B3676B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CA5A789-C811-4449-B091-C8303ACD4536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320DC6E-59D6-4450-A69B-F6A62C7E19F3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8683BA1-F020-435D-8594-4995D05E065E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EC14239-B0B3-4E63-9FF9-2B5EBCC758C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171FCE4-17D8-476D-B5B0-30BE9B1F295D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1CEFACB-6E09-4D0A-A13F-240547B3956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75491BD-C975-48D2-A2B0-F02B9B18D79B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0A8ABD5-2D2E-47C1-BB76-B3C3828328AA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E338683C-D584-4854-8425-D5DE1A8F8304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ns0:txBody>
      </ns0:sp>
    </ns0:spTree>
    <ns0:extLst>
      <ns0:ext uri="{BB962C8B-B14F-4D97-AF65-F5344CB8AC3E}">
        <ns3:creationId val="1073664462"/>
      </ns0:ext>
    </ns0:extLst>
  </ns0:cSld>
</ns0:sld>
</file>

<file path=ppt/slides/slide5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862CE3AD-A53D-40ED-8631-7F3E7AA12AD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8EEEA38-B693-4730-8829-186F4D241A6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0B0CF80-DF06-4EEA-A221-FFE16EF22A0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D8FDFE6-8059-4C60-B8C9-B63B078B661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CF78176-F82A-4675-B5B2-FCBB9EE6EBD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BC1F286-DBC3-444B-B972-A0B6AF0E83C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525EF3C-7633-43E8-8D37-1FE9B8655424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4077E78-B02E-47FE-BB59-6F271CFCB343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65E02E8-9031-4167-8AEB-14090566DEE0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C3BB723-C587-4697-9A42-58581DEF3D95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F57E6E2-8339-46AC-B071-7001E0EDCC7E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A0D97D5-158F-4F27-8EE0-C34D4CC8C73D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87E7C70C-5234-4F77-ADC6-1EBB1122E1FA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734C98F-A6CC-4805-B9A8-14098CF05407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EB2FA39-7393-40AA-BB65-1525C6EAC536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6877394-CE06-486A-A3B0-ACAFD8A9197A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EE0E356D-68B9-4829-B45C-CDD5F55BF997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CBEFC9D-0F06-4074-AE8D-289FEBF5D8D9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D4A3DD6-DA10-4C66-94A5-0F0FFC4866C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FB8DEEFD-05D5-4AA7-BE10-874D61CAE111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87784218-0336-4E88-AE90-4E9D89660B6A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14607FC-853E-4D0D-B7A0-B4BF0EB03CB4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27EBEAFE-7ECA-494E-BB88-EE745FEDF02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47C78722-9333-49C9-A47A-6013400739BA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BF171CB1-EB39-4299-B018-39B07D9174F3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508508F-D898-46D2-9A7C-B1BD0F60D81C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950FF9C-4720-403B-8970-196A605DC966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757DE911-6ABE-403E-83E7-0026ABCDD3F3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B6D8E875-5E66-49FA-B473-EC76F5E516B4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ns0:txBody>
      </ns0:sp>
    </ns0:spTree>
    <ns0:extLst>
      <ns0:ext uri="{BB962C8B-B14F-4D97-AF65-F5344CB8AC3E}">
        <ns3:creationId val="2002098359"/>
      </ns0:ext>
    </ns0:extLst>
  </ns0:cSld>
</ns0:sld>
</file>

<file path=ppt/slides/slide5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38DFE91E-76ED-409A-BF47-E3B1FC77525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5F9009B-528A-475E-983F-6D7A9703E83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5CA670B-7D00-4369-8237-5F9D476CD03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C45564-F4ED-4596-9E26-2E871E97D35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ACA54B8-21F5-4D3F-BCC6-AFFB9DBF33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6FDB2CE-7949-4006-86D7-F7BBE99A149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302EA93-5EC7-4A67-95B6-FB18784D1E62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D669ABA-618A-470B-B492-E2FE052AED81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160B99F-1DB3-4244-A6BF-0F15A6B85E94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CFC4EDF9-9193-4AF4-91DB-1B48AD322793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1F0EE37-F16B-43C9-AA80-D843A24B3E6A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FCAE938-A3B4-469A-B430-4E11175AD4FC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52D6A59E-5760-4862-AA2D-3BA165C9B177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93ED153-E1E6-4118-95E0-23C052DF7B05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CE407F5-1016-4F52-AE57-CC2DB71D284C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459F777D-1C01-44BD-8137-7215F94F2258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0C1C9FA-A4D6-452F-A7DC-009FBFFA646F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2FFDC577-E756-4520-8045-ECB3D9D30AA8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4BC4826-A0E6-44FD-AE1D-035F7C7FDA46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6F0EA6ED-F182-4DFC-9D9C-CEFB64D08424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C155384-7590-4564-9721-DBC0BEC85E77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346F398-4BEB-4ED1-B9FC-A9AEADDD655F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B2694CB-7154-4679-B3C0-91DF793190D3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2E08F2B3-0123-46F8-89AA-81E006F3199E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D3AD265-1B48-4A70-BC6B-5009AD27A66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7558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BE61B35-A90C-4A82-AB41-A78CA0AC69E2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0DB281E6-C70F-4FAA-9B6D-4243C3D16A89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55A8E15E-72DC-4468-8E18-360A0669C145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A24F5BC4-0703-4E65-A6C1-1896ECC4608E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ns0:txBody>
      </ns0:sp>
    </ns0:spTree>
    <ns0:extLst>
      <ns0:ext uri="{BB962C8B-B14F-4D97-AF65-F5344CB8AC3E}">
        <ns3:creationId val="1977615225"/>
      </ns0:ext>
    </ns0:extLst>
  </ns0:cSld>
</ns0:sld>
</file>

<file path=ppt/slides/slide5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F4612896-00CA-4463-9F71-C8ADA1EC7F4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AE8FB7D-46F1-4C1F-A3E5-C803159AA38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26838F1-E124-4CC8-9FD7-F4ADD7B4668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37AE22-F038-4747-AA9F-0D23F7AFCF5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093D4C2-686B-4F93-B073-8FAAD659B98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BC6B57-DEE6-42E4-806B-BDEE6C7D752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BA801BA-0614-44EB-962D-F77074591692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6FB0771-415F-43A1-BDFD-FDFA0378787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7580F3B1-4016-4A4B-96BD-194F627344FB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0CFD424A-18C3-492B-A1F6-7F22752EC7A4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5B2A2A-8EA4-4324-8832-DA6B0FF495A6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E283EEC-6C37-4A0F-8378-91B8215D2EC9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6C57CC3-95FA-4969-86C8-87C9FB09A655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2CD791A-97F1-43CB-B35C-3D88E38BD988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63111D3-0461-464B-A440-9C3A9076A9C6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408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E6EF7F5-9B82-40CB-8926-4732C18F6C31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BE99E44-6781-48F9-9AB9-83B51BCF7512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B2CDCD12-64F4-4767-B4DB-DEAA156B1759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DE038C68-15F5-41ED-A42C-4401C1091417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0690CB47-69CA-428C-9FB5-E5DA5DE18637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BE45C3AD-9D9A-47B6-8537-589EA71343E7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104FBD4-7BEF-488D-B477-7CE7B88EC21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1ADCD97-BFF6-409B-B855-0A330639DF2F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3D84D1B-8091-4783-BB02-DBA6B61AA59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8E604D1-C664-4303-BD0E-116EA9DE08BB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649BD6F4-A6CA-4F2E-9F7A-03E91DF537EA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2558CC5E-65D4-4790-9818-E04EDC4F1FDA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660545D5-7FDA-4D83-A900-A58D70B43F1D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91EE3511-6E05-43FF-802B-25618AB70389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ns0:txBody>
      </ns0:sp>
    </ns0:spTree>
    <ns0:extLst>
      <ns0:ext uri="{BB962C8B-B14F-4D97-AF65-F5344CB8AC3E}">
        <ns3:creationId val="686777684"/>
      </ns0:ext>
    </ns0:extLst>
  </ns0:cSld>
</ns0:sld>
</file>

<file path=ppt/slides/slide5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E9FEE80D-B402-4932-AEBA-0123C171A14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33E0CB4-15D5-450A-A54D-79A4B2FACF9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BF99B8C-EDB4-4342-B0DC-F1D6FA78CEA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C33C4B9-D68A-4D87-8D8F-2DBCBE56E9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AFACD2C-DE2F-4BD6-A9A2-8551607DCEE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9EE4C11-AD97-489A-BD3B-FEFC2439006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BAB4231-DC19-4393-9236-A4FC6C139186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DA55676-5C3D-46F0-BA9F-322E168400B6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B120DFC0-A259-422D-B7A9-DF536A22D568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0D8C72E-3658-4B00-938F-45FDD0626654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8F47279-5BBB-4339-B5C6-988D42BCF624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81F3435B-C3AF-45F3-A2BE-46FDA4185933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7586160-3A45-4ECE-BFA5-CC968F77A01A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4EDD268-1F94-4F2D-BC2D-CAFF52794CF0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CFAFBC6-F0CE-4155-8CCE-46DBCCFD0DC0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5962D86F-7808-4D01-AC35-9E8715546CCB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F2E8185-9FE6-4C67-A562-61FEA0AD8085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2219CD17-EB88-4A0A-8A03-4682C8D6FEDF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0EB60EB-27C8-4CE4-98D8-74E47767668D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F92E5B1-4004-4F5B-8064-B478B8D275F5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89A3D92-721B-4403-81CC-6CF190854A75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61D404C-3D1C-4D91-9FE6-F872F76B97E9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C1D1AA7-26E0-434E-A2E6-32DE8C1BDFF8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C30B055C-BEC4-43FE-A9BA-D546CD02EFB2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E6DC2025-5F89-4E49-9D40-DBA7B60E0B35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3C8BDF60-FC86-416F-8DCE-5E95B2757403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2AA2DE4C-55BF-4C40-A4C2-F7A508A1E931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2688E89-4C95-42A7-B9CB-DB53349F4D85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D4C41EA1-0FA3-47D0-AE3F-B9743074CD18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ns0:txBody>
      </ns0:sp>
    </ns0:spTree>
    <ns0:extLst>
      <ns0:ext uri="{BB962C8B-B14F-4D97-AF65-F5344CB8AC3E}">
        <ns3:creationId val="1679506801"/>
      </ns0:ext>
    </ns0:extLst>
  </ns0:cSld>
</ns0:sld>
</file>

<file path=ppt/slides/slide5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0" name="">
            <a:extLst>
              <a:ext uri="{FF2B5EF4-FFF2-40B4-BE49-F238E27FC236}">
                <ns2:creationId id="{F6293218-5F4D-4F3E-9CD4-59C3415EF71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D388C37-DFBA-49E4-B32E-157F1AFE80D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F9BA64D-46B3-466F-B46B-0A3668DE019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0FC348E-7D8A-4BFC-8FCC-987C59BAC1C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2BED226-143E-4C98-AEE9-CDFED0F7857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79E8FEE-FF48-4F0A-8507-ED7193D7829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0ABF528-7039-4513-885D-8D91AD040234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AECFFC1-138D-40CC-81B5-A7830F8085BC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7D7BD606-BC2A-4024-8B61-38E712F05A0A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22393AF2-86AB-47B4-982A-CE02E217900E}"/>
              </a:ext>
            </a:extLst>
          </ns0:cNvPr>
          <ns0:cNvSpPr>
            <a:spLocks noGrp="1"/>
          </ns0:cNvSpPr>
          <ns0:nvPr/>
        </ns0:nvSpPr>
        <ns0:spPr>
          <a:xfrm>
            <a:off x="571500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AAB895F-3680-40C0-8BC3-667EC4839B70}"/>
              </a:ext>
            </a:extLst>
          </ns0:cNvPr>
          <ns0:cNvSpPr>
            <a:spLocks noGrp="1"/>
          </ns0:cNvSpPr>
          <ns0:nvPr/>
        </ns0:nvSpPr>
        <ns0:spPr>
          <a:xfrm>
            <a:off x="571500" y="22669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3079B40-38F4-4F64-8469-D3376E12DABC}"/>
              </a:ext>
            </a:extLst>
          </ns0:cNvPr>
          <ns0:cNvSpPr>
            <a:spLocks noGrp="1"/>
          </ns0:cNvSpPr>
          <ns0:nvPr/>
        </ns0:nvSpPr>
        <ns0:spPr>
          <a:xfrm>
            <a:off x="571500" y="2781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085B672-D21E-43B5-A90F-4D29E89FE15D}"/>
              </a:ext>
            </a:extLst>
          </ns0:cNvPr>
          <ns0:cNvSpPr>
            <a:spLocks noGrp="1"/>
          </ns0:cNvSpPr>
          <ns0:nvPr/>
        </ns0:nvSpPr>
        <ns0:spPr>
          <a:xfrm>
            <a:off x="571500" y="2990850"/>
            <a:ext cx="5286375" cy="438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C0F9B9EA-5953-4137-B399-63C1EC700483}"/>
              </a:ext>
            </a:extLst>
          </ns0:cNvPr>
          <ns0:cNvSpPr>
            <a:spLocks noGrp="1"/>
          </ns0:cNvSpPr>
          <ns0:nvPr/>
        </ns0:nvSpPr>
        <ns0:spPr>
          <a:xfrm>
            <a:off x="571500" y="3505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5C4EEB9-957D-495E-A0D8-B0F20D8EC435}"/>
              </a:ext>
            </a:extLst>
          </ns0:cNvPr>
          <ns0:cNvSpPr>
            <a:spLocks noGrp="1"/>
          </ns0:cNvSpPr>
          <ns0:nvPr/>
        </ns0:nvSpPr>
        <ns0:spPr>
          <a:xfrm>
            <a:off x="571500" y="3714750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D3ECAA80-EDF2-4AC6-80A5-0FF131B0DEF1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E66B90C-882B-4661-B860-C956C425B1E6}"/>
              </a:ext>
            </a:extLst>
          </ns0:cNvPr>
          <ns0:cNvSpPr>
            <a:spLocks noGrp="1"/>
          </ns0:cNvSpPr>
          <ns0:nvPr/>
        </ns0:nvSpPr>
        <ns0:spPr>
          <a:xfrm>
            <a:off x="571500" y="4514850"/>
            <a:ext cx="5286375" cy="8572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6E84F3E1-B74E-476D-B7B4-469B934742DB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1191D8A-CC5E-4A70-9826-371A3AE0C0A2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384472F3-B146-4446-8E5E-6CC03ADFF05D}"/>
              </a:ext>
            </a:extLst>
          </ns0:cNvPr>
          <ns0:cNvSpPr>
            <a:spLocks noGrp="1"/>
          </ns0:cNvSpPr>
          <ns0:nvPr/>
        </ns0:nvSpPr>
        <ns0:spPr>
          <a:xfrm>
            <a:off x="6334125" y="20574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5AA30CA6-7213-4CCF-B8D6-D0A0C632682E}"/>
              </a:ext>
            </a:extLst>
          </ns0:cNvPr>
          <ns0:cNvSpPr>
            <a:spLocks noGrp="1"/>
          </ns0:cNvSpPr>
          <ns0:nvPr/>
        </ns0:nvSpPr>
        <ns0:spPr>
          <a:xfrm>
            <a:off x="6334125" y="2266950"/>
            <a:ext cx="5286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8214E849-CC9A-444B-A9F6-66C9FDF2E4CD}"/>
              </a:ext>
            </a:extLst>
          </ns0:cNvPr>
          <ns0:cNvSpPr>
            <a:spLocks noGrp="1"/>
          </ns0:cNvSpPr>
          <ns0:nvPr/>
        </ns0:nvSpPr>
        <ns0:spPr>
          <a:xfrm>
            <a:off x="6334125" y="3048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F9FE3477-FB88-48C1-9388-D339AAF91302}"/>
              </a:ext>
            </a:extLst>
          </ns0:cNvPr>
          <ns0:cNvSpPr>
            <a:spLocks noGrp="1"/>
          </ns0:cNvSpPr>
          <ns0:nvPr/>
        </ns0:nvSpPr>
        <ns0:spPr>
          <a:xfrm>
            <a:off x="6334125" y="32575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FA53B88-30D1-47C8-A990-7A6823BEC834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AB756B4-7F4A-4F3A-AFBB-4A73BDCF63EF}"/>
              </a:ext>
            </a:extLst>
          </ns0:cNvPr>
          <ns0:cNvSpPr>
            <a:spLocks noGrp="1"/>
          </ns0:cNvSpPr>
          <ns0:nvPr/>
        </ns0:nvSpPr>
        <ns0:spPr>
          <a:xfrm>
            <a:off x="6334125" y="4210050"/>
            <a:ext cx="528637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54C80EC-B9EE-4327-8DC9-62CFA979B139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6C4BD1F-94B3-4981-9955-76D0DDB2E1FA}"/>
              </a:ext>
            </a:extLst>
          </ns0:cNvPr>
          <ns0:cNvSpPr>
            <a:spLocks noGrp="1"/>
          </ns0:cNvSpPr>
          <ns0:nvPr/>
        </ns0:nvSpPr>
        <ns0:spPr>
          <a:xfrm>
            <a:off x="6334125" y="5162550"/>
            <a:ext cx="5286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>
            <a:pPr algn="l">
              <a:lnSpc>
                <a:spcPct val="101000"/>
              </a:lnSpc>
              <a:buNone/>
              <a:def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7FAADCB-9E16-4E1E-9E7C-6A64BD303BB2}"/>
              </a:ext>
            </a:extLst>
          </ns0:cNvPr>
          <ns0:cNvSpPr>
            <a:spLocks noGrp="1"/>
          </ns0:cNvSpPr>
          <ns0:nvPr/>
        </ns0:nvSpPr>
        <ns0:spPr>
          <a:xfrm>
            <a:off x="571500" y="57721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9" name="">
            <a:extLst>
              <a:ext uri="{FF2B5EF4-FFF2-40B4-BE49-F238E27FC236}">
                <ns2:creationId id="{38342CDA-2E07-453E-BA53-0FAE8B9131F4}"/>
              </a:ext>
            </a:extLst>
          </ns0:cNvPr>
          <ns0:cNvSpPr>
            <a:spLocks noGrp="1"/>
          </ns0:cNvSpPr>
          <ns0:nvPr/>
        </ns0:nvSpPr>
        <ns0:spPr>
          <a:xfrm>
            <a:off x="571500" y="5848350"/>
            <a:ext cx="11049000" cy="3619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ns0:txBody>
      </ns0:sp>
    </ns0:spTree>
    <ns0:extLst>
      <ns0:ext uri="{BB962C8B-B14F-4D97-AF65-F5344CB8AC3E}">
        <ns3:creationId val="228057730"/>
      </ns0:ext>
    </ns0:extLst>
  </ns0:cSld>
</ns0:sld>
</file>

<file path=ppt/slides/slide5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53A418AA-8024-434E-9FBE-699106C4D84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814BF7E-F2DF-48C2-99AF-308999B909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D83240E-6A4D-4ECD-8599-A8C80BF57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E65F158-B353-4DE1-B360-84DEE4E593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503FE0C-3964-48E3-903C-406F4B1F6A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A671112-D841-4D14-8C7F-166CED195E1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ac6f05b528194584"/>
          </a:graphicData>
        </a:graphic>
      </ns0:graphicFrame>
      <ns0:sp>
        <ns0:nvSpPr>
          <ns0:cNvPr id="8" name="">
            <a:extLst>
              <a:ext uri="{FF2B5EF4-FFF2-40B4-BE49-F238E27FC236}">
                <ns2:creationId id="{727A3731-C6C7-4B16-9E94-817F397C516D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5AEF4ED-465E-48FB-89A5-DE2DDD1AD71E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E95D7CAC-1A45-460C-A0AE-9A738393CDE7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bab68368633745b8"/>
          </a:graphicData>
        </a:graphic>
      </ns0:graphicFrame>
      <ns0:sp>
        <ns0:nvSpPr>
          <ns0:cNvPr id="12" name="">
            <a:extLst>
              <a:ext uri="{FF2B5EF4-FFF2-40B4-BE49-F238E27FC236}">
                <ns2:creationId id="{C8271269-11B9-4A0B-821B-B6B785E98A61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99ee5e77840482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F628AD7-9983-4317-8D3D-87BAE800E880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a33670828e7a430e"/>
          </a:graphicData>
        </a:graphic>
      </ns0:graphicFrame>
      <ns0:sp>
        <ns0:nvSpPr>
          <ns0:cNvPr id="16" name="">
            <a:extLst>
              <a:ext uri="{FF2B5EF4-FFF2-40B4-BE49-F238E27FC236}">
                <ns2:creationId id="{933DCD44-2602-413F-8F67-8D6A8E5D7773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a79bc18089694066"/>
          </a:graphicData>
        </a:graphic>
      </ns0:graphicFrame>
      <ns0:sp>
        <ns0:nvSpPr>
          <ns0:cNvPr id="18" name="">
            <a:extLst>
              <a:ext uri="{FF2B5EF4-FFF2-40B4-BE49-F238E27FC236}">
                <ns2:creationId id="{ECE940A2-F13F-4F94-A58D-3B6E88DCBD06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5d680957f0dd4582"/>
          </a:graphicData>
        </a:graphic>
      </ns0:graphicFrame>
      <ns0:sp>
        <ns0:nvSpPr>
          <ns0:cNvPr id="20" name="">
            <a:extLst>
              <a:ext uri="{FF2B5EF4-FFF2-40B4-BE49-F238E27FC236}">
                <ns2:creationId id="{FE9F9858-8C44-4A19-B55B-05DE152528CA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27f8b69779c547a0"/>
          </a:graphicData>
        </a:graphic>
      </ns0:graphicFrame>
    </ns0:spTree>
    <ns0:extLst>
      <ns0:ext uri="{BB962C8B-B14F-4D97-AF65-F5344CB8AC3E}">
        <ns5:creationId val="1876071179"/>
      </ns0:ext>
    </ns0:extLst>
  </ns0:cSld>
</ns0:sld>
</file>

<file path=ppt/slides/slide5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211D20C3-E9D4-4B2C-A33F-4B79E634B5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BB71105-74FA-41F2-9D3F-200B7110CBE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C7CCE8-7B1F-4678-85B1-277C81EB3D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BE32E4-8B84-4C9A-8B9F-9862D6E074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C1B5213-26D9-43A1-BC33-5528DFA504C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C7C59E-B75D-4631-BD69-7941EB54BED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5B4C12C-F91D-44AA-8A66-70C67480BB6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685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7016C90-6070-4EA9-A85E-9F68E2229F9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6858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6858000" cy="3667125"/>
        </ns0:xfrm>
        <a:graphic>
          <a:graphicData uri="http://schemas.openxmlformats.org/drawingml/2006/chart">
            <c:chart ns4:id="R79cd99a3b7b642ad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4BC02F0-B6B9-46D8-B6D0-1F6ABF0A9429}"/>
              </a:ext>
            </a:extLst>
          </ns0:cNvPr>
          <ns0:cNvSpPr>
            <a:spLocks noGrp="1"/>
          </ns0:cNvSpPr>
          <ns0:nvPr/>
        </ns0:nvSpPr>
        <ns0:spPr>
          <a:xfrm>
            <a:off x="7858125" y="1381125"/>
            <a:ext cx="3762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4AB0528-6C8A-41C2-A480-E015BE76F9C3}"/>
              </a:ext>
            </a:extLst>
          </ns0:cNvPr>
          <ns0:cNvSpPr>
            <a:spLocks noGrp="1"/>
          </ns0:cNvSpPr>
          <ns0:nvPr/>
        </ns0:nvSpPr>
        <ns0:spPr>
          <a:xfrm>
            <a:off x="7858125" y="1647825"/>
            <a:ext cx="3762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"/>
          <ns0:cNvGraphicFramePr/>
          <ns0:nvPr/>
        </ns0:nvGraphicFramePr>
        <ns0:xfrm>
          <a:off x="7858125" y="1762125"/>
          <a:ext cx="3762375" cy="2762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A3A1A958-009E-4046-A068-6B263FAE2182}"/>
              </a:ext>
            </a:extLst>
          </ns0:cNvPr>
          <ns0:cNvSpPr>
            <a:spLocks noGrp="1"/>
          </ns0:cNvSpPr>
          <ns0:nvPr/>
        </ns0:nvSpPr>
        <ns0:spPr>
          <a:xfrm>
            <a:off x="8048625" y="47625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B274B3B-BC2A-428B-9B90-C3CF9EA0B2D5}"/>
              </a:ext>
            </a:extLst>
          </ns0:cNvPr>
          <ns0:cNvSpPr>
            <a:spLocks noGrp="1"/>
          </ns0:cNvSpPr>
          <ns0:nvPr/>
        </ns0:nvSpPr>
        <ns0:spPr>
          <a:xfrm>
            <a:off x="8048625" y="5219700"/>
            <a:ext cx="33813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ns0:txBody>
      </ns0:sp>
    </ns0:spTree>
    <ns0:extLst>
      <ns0:ext uri="{BB962C8B-B14F-4D97-AF65-F5344CB8AC3E}">
        <ns5:creationId val="334470115"/>
      </ns0:ext>
    </ns0:extLst>
  </ns0:cSld>
</ns0:sld>
</file>

<file path=ppt/slides/slide5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7EB92FDA-000A-4FE6-9AD3-589F4C8F7B9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0A1963F-A7C5-4A8E-B713-C7D77C6C093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C8FEE5C-6B50-4A27-B9EE-1AE94FB1263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FE9691-6D7B-4367-BADF-774A237091A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F4943BE-4390-4B0B-9C30-A74F4464279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6F069F2-0F2D-4538-B44D-2FDC9D59D19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BE63690-CD58-472A-AA56-2C228C9FC97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2899051-9D95-40CC-9EB6-592DDDF2E041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b4c6b9379b1244e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BFB5F9D-6C71-42AB-8C27-265E47436497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697B801-F1EA-4411-8041-D5CF505110A1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C5C761D8-23D1-4676-9260-6BBA5D597E13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EFC54D45-7467-41B1-B673-4F8553F745B2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f54c8b5ad8fe448b"/>
          </a:graphicData>
        </a:graphic>
      </ns0:graphicFrame>
      <ns0:sp>
        <ns0:nvSpPr>
          <ns0:cNvPr id="15" name="">
            <a:extLst>
              <a:ext uri="{FF2B5EF4-FFF2-40B4-BE49-F238E27FC236}">
                <ns2:creationId id="{5E180B0E-AB00-48E0-AF3E-7ED67EE0828F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759498E5-9887-4F3E-9F8D-A01F3D6CAAA0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4FDBDD07-8E38-4809-9E23-E5057AB80A8F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1063992198"/>
      </ns0:ext>
    </ns0:extLst>
  </ns0:cSld>
</ns0:sld>
</file>

<file path=ppt/slides/slide5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8593050D-04F7-401D-BBB1-2C9691B90A7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D2A8562-C6D0-4F79-9C2F-FFE0157F74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59ECF7-4BF6-4C1B-B1C8-383D2DAB231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AD5B945-2698-4691-B6A8-3E272255D27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A5B943-74D8-4DC5-8104-A0E510B7FF5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5D90EDF-C237-4501-9275-5DE393AD4D4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c98b78e5048e4805"/>
          </a:graphicData>
        </a:graphic>
      </ns0:graphicFrame>
      <ns0:sp>
        <ns0:nvSpPr>
          <ns0:cNvPr id="8" name="">
            <a:extLst>
              <a:ext uri="{FF2B5EF4-FFF2-40B4-BE49-F238E27FC236}">
                <ns2:creationId id="{F34AC31F-DEFF-4332-937F-B57B367FEC4C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477310305"/>
      </ns0:ext>
    </ns0:extLst>
  </ns0:cSld>
</ns0:sld>
</file>

<file path=ppt/slides/slide5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1B47850A-DD8D-49D7-A0D1-5C89727178BE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59FF45D-6D10-495F-BD1A-D8E06F218C4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6FF7F92-54A3-4241-A27C-06D3C75F63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114CFF5-D568-496F-A92E-125D59C85A8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4F53D0B-A766-4D96-A1F9-618B88E3D15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3692CF4-5E5E-467C-B38F-566A4BE960A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71ffc518d3cc46a3"/>
          </a:graphicData>
        </a:graphic>
      </ns0:graphicFrame>
      <ns0:sp>
        <ns0:nvSpPr>
          <ns0:cNvPr id="8" name="">
            <a:extLst>
              <a:ext uri="{FF2B5EF4-FFF2-40B4-BE49-F238E27FC236}">
                <ns2:creationId id="{FCEB1AFF-10BE-4888-8A43-F7A4094468C4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442557933"/>
      </ns0:ext>
    </ns0:extLst>
  </ns0:cSld>
</ns0:sld>
</file>

<file path=ppt/slides/slide6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8E4F60E2-1086-485B-863C-2B44BAEBCE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5F5C3BC-EF9C-4594-AF44-5A557BF1952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95B4808-FB00-4B38-BCA9-CDCA2077878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B6E31CC-EC47-4316-9E73-6F62EDD3F63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B055DEA-7BAA-4C47-921C-1262F31998E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BE17AB2-F77D-4BEC-B9F3-0A690CC25F0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79cb79ab3389478d"/>
          </a:graphicData>
        </a:graphic>
      </ns0:graphicFrame>
      <ns0:sp>
        <ns0:nvSpPr>
          <ns0:cNvPr id="8" name="">
            <a:extLst>
              <a:ext uri="{FF2B5EF4-FFF2-40B4-BE49-F238E27FC236}">
                <ns2:creationId id="{4237B26D-D7B6-4D51-9CD0-17E97103B4CB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566865193"/>
      </ns0:ext>
    </ns0:extLst>
  </ns0:cSld>
</ns0:sld>
</file>

<file path=ppt/slides/slide6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12E7A58F-DBD3-4DF6-9570-91B558C554A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5778C59-A890-40C1-827E-DEEC38F0C73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CDFF710-3786-4994-A14E-3DBBA9C020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BB0B15B-1EC0-4A04-AEC9-71D9940B03C0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E9A8E68-C07A-40FA-A59C-CD95ADCA81E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85A8560-0D9B-4956-B4E5-40E424FF706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c541296f25bd4e2a"/>
          </a:graphicData>
        </a:graphic>
      </ns0:graphicFrame>
      <ns0:sp>
        <ns0:nvSpPr>
          <ns0:cNvPr id="8" name="">
            <a:extLst>
              <a:ext uri="{FF2B5EF4-FFF2-40B4-BE49-F238E27FC236}">
                <ns2:creationId id="{377E5E9A-9B2C-46AC-BA3C-76084FA4B138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534549E-ACF8-46EA-BA28-CE18E6669C83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539378342"/>
      </ns0:ext>
    </ns0:extLst>
  </ns0:cSld>
</ns0:sld>
</file>

<file path=ppt/slides/slide6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E440BAC4-9148-4CA6-A369-4326CFABF48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655566B-5B81-4A53-88FD-904165090E1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C9B2577-0A50-43E6-820B-5AE5492F07E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14AF4C0-7D49-4E62-B480-27F61185BA5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9CC75CF-EBFC-4C2F-A0F6-B3D4F249B59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9747A87-FBBF-445C-8533-34B87F57501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071f24e3b57244b6"/>
          </a:graphicData>
        </a:graphic>
      </ns0:graphicFrame>
      <ns0:sp>
        <ns0:nvSpPr>
          <ns0:cNvPr id="8" name="">
            <a:extLst>
              <a:ext uri="{FF2B5EF4-FFF2-40B4-BE49-F238E27FC236}">
                <ns2:creationId id="{7806AE8E-03FA-49D1-8895-6F4D21A9655B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881306C-CBEC-4993-8DFF-33404CE0225B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798974170"/>
      </ns0:ext>
    </ns0:extLst>
  </ns0:cSld>
</ns0:sld>
</file>

<file path=ppt/slides/slide6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FB17D05F-C5D3-40A9-A6F7-4A3CF8C860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66E5C65-E7B7-4226-910A-3464F6A7027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3A988B1-3578-47DB-A004-37583DD098D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FBD58-AC5B-4E13-8A73-20B8541D29B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7D9156E-BDC4-4F91-9FC5-D5094844BC2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844FEC9-7393-4633-BADD-F55949B42C6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2548feb4e1b2478a"/>
          </a:graphicData>
        </a:graphic>
      </ns0:graphicFrame>
      <ns0:sp>
        <ns0:nvSpPr>
          <ns0:cNvPr id="8" name="">
            <a:extLst>
              <a:ext uri="{FF2B5EF4-FFF2-40B4-BE49-F238E27FC236}">
                <ns2:creationId id="{A5A21F25-6E30-4F17-B7F6-28BC9BB7DDFB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F87A732-A3B0-4073-8300-2E48F02E3B11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601224670"/>
      </ns0:ext>
    </ns0:extLst>
  </ns0:cSld>
</ns0:sld>
</file>

<file path=ppt/slides/slide6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55" name="">
            <a:extLst>
              <a:ext uri="{FF2B5EF4-FFF2-40B4-BE49-F238E27FC236}">
                <ns2:creationId id="{C747D2FD-C083-4CCE-8C26-004A947AA9A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D89A071-C0F1-45B9-B95F-208C0034A16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350BCA2-2C78-41DF-9FED-F66E128A196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FDE3FB5-F5F0-4099-88EE-7CB1EC7D2E0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D065536-5640-423A-A351-7A21A641D0B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21641E4-8732-4DDC-B5F0-37566A03F8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2AB73BF-EA71-4E31-85FE-07A4926D685F}"/>
              </a:ext>
            </a:extLst>
          </ns0:cNvPr>
          <ns0:cNvSpPr>
            <a:spLocks noGrp="1"/>
          </ns0:cNvSpPr>
          <ns0:nvPr/>
        </ns0:nvSpPr>
        <ns0:spPr>
          <a:xfrm>
            <a:off x="571500" y="120015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83D54D-F7D5-4B59-8FE7-73A959733597}"/>
              </a:ext>
            </a:extLst>
          </ns0:cNvPr>
          <ns0:cNvSpPr>
            <a:spLocks noGrp="1"/>
          </ns0:cNvSpPr>
          <ns0:nvPr/>
        </ns0:nvSpPr>
        <ns0:spPr>
          <a:xfrm>
            <a:off x="571500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2B7B63E4-09C8-4324-AE58-0349AC306460}"/>
              </a:ext>
            </a:extLst>
          </ns0:cNvPr>
          <ns0:cNvSpPr>
            <a:spLocks noGrp="1"/>
          </ns0:cNvSpPr>
          <ns0:nvPr/>
        </ns0:nvSpPr>
        <ns0:spPr>
          <a:xfrm>
            <a:off x="571500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A704E343-CBD4-42BB-90C6-3337D698D612}"/>
              </a:ext>
            </a:extLst>
          </ns0:cNvPr>
          <ns0:cNvSpPr>
            <a:spLocks noGrp="1"/>
          </ns0:cNvSpPr>
          <ns0:nvPr/>
        </ns0:nvSpPr>
        <ns0:spPr>
          <a:xfrm>
            <a:off x="571500" y="2019300"/>
            <a:ext cx="5286375" cy="2857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>
            <a:r>
              <a:t/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>
            <a:pPr algn="l">
              <a:lnSpc>
                <a:spcPct val="102000"/>
              </a:lnSpc>
              <a:buNone/>
              <a:def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7063DA6-B44D-4238-838A-FAEE5DAE897F}"/>
              </a:ext>
            </a:extLst>
          </ns0:cNvPr>
          <ns0:cNvSpPr>
            <a:spLocks noGrp="1"/>
          </ns0:cNvSpPr>
          <ns0:nvPr/>
        </ns0:nvSpPr>
        <ns0:spPr>
          <a:xfrm>
            <a:off x="571500" y="50006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F7947FB-4409-480C-B1C1-F9B50EBDDE35}"/>
              </a:ext>
            </a:extLst>
          </ns0:cNvPr>
          <ns0:cNvSpPr>
            <a:spLocks noGrp="1"/>
          </ns0:cNvSpPr>
          <ns0:nvPr/>
        </ns0:nvSpPr>
        <ns0:spPr>
          <a:xfrm>
            <a:off x="571500" y="52673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FF2B38A1-473F-4036-8D6D-3C0FB1BF0854}"/>
              </a:ext>
            </a:extLst>
          </ns0:cNvPr>
          <ns0:cNvSpPr>
            <a:spLocks noGrp="1"/>
          </ns0:cNvSpPr>
          <ns0:nvPr/>
        </ns0:nvSpPr>
        <ns0:spPr>
          <a:xfrm>
            <a:off x="571500" y="5305425"/>
            <a:ext cx="5286375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>
            <a:pPr algn="l">
              <a:lnSpc>
                <a:spcPct val="102000"/>
              </a:lnSpc>
              <a:buNone/>
              <a:def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EF9A8CDC-4AA8-49D6-B761-80CED32A6EA8}"/>
              </a:ext>
            </a:extLst>
          </ns0:cNvPr>
          <ns0:cNvSpPr>
            <a:spLocks noGrp="1"/>
          </ns0:cNvSpPr>
          <ns0:nvPr/>
        </ns0:nvSpPr>
        <ns0:spPr>
          <a:xfrm>
            <a:off x="6334125" y="16764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50576198-E254-4132-BF9A-D6E5B8F16464}"/>
              </a:ext>
            </a:extLst>
          </ns0:cNvPr>
          <ns0:cNvSpPr>
            <a:spLocks noGrp="1"/>
          </ns0:cNvSpPr>
          <ns0:nvPr/>
        </ns0:nvSpPr>
        <ns0:spPr>
          <a:xfrm>
            <a:off x="6334125" y="19431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D085EA96-B747-428E-9AC4-F3B373BA8FDD}"/>
              </a:ext>
            </a:extLst>
          </ns0:cNvPr>
          <ns0:cNvSpPr>
            <a:spLocks noGrp="1"/>
          </ns0:cNvSpPr>
          <ns0:nvPr/>
        </ns0:nvSpPr>
        <ns0:spPr>
          <a:xfrm>
            <a:off x="6334125" y="2076450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3D07759-6A81-42AD-B2E7-58EBE9B25307}"/>
              </a:ext>
            </a:extLst>
          </ns0:cNvPr>
          <ns0:cNvSpPr>
            <a:spLocks noGrp="1"/>
          </ns0:cNvSpPr>
          <ns0:nvPr/>
        </ns0:nvSpPr>
        <ns0:spPr>
          <a:xfrm>
            <a:off x="9294495" y="2076450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FBA81E64-DFA0-4EA5-864C-21959CEB1435}"/>
              </a:ext>
            </a:extLst>
          </ns0:cNvPr>
          <ns0:cNvSpPr>
            <a:spLocks noGrp="1"/>
          </ns0:cNvSpPr>
          <ns0:nvPr/>
        </ns0:nvSpPr>
        <ns0:spPr>
          <a:xfrm>
            <a:off x="6334125" y="2376488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06E73DBE-C65C-400D-9FF9-5C3988E948EC}"/>
              </a:ext>
            </a:extLst>
          </ns0:cNvPr>
          <ns0:cNvSpPr>
            <a:spLocks noGrp="1"/>
          </ns0:cNvSpPr>
          <ns0:nvPr/>
        </ns0:nvSpPr>
        <ns0:spPr>
          <a:xfrm>
            <a:off x="6334125" y="2433638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2E3F5078-46F3-4E78-BD18-BCCEAE9DD016}"/>
              </a:ext>
            </a:extLst>
          </ns0:cNvPr>
          <ns0:cNvSpPr>
            <a:spLocks noGrp="1"/>
          </ns0:cNvSpPr>
          <ns0:nvPr/>
        </ns0:nvSpPr>
        <ns0:spPr>
          <a:xfrm>
            <a:off x="9294495" y="2433638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AD9C392-084C-4B11-84AE-2B780E44F433}"/>
              </a:ext>
            </a:extLst>
          </ns0:cNvPr>
          <ns0:cNvSpPr>
            <a:spLocks noGrp="1"/>
          </ns0:cNvSpPr>
          <ns0:nvPr/>
        </ns0:nvSpPr>
        <ns0:spPr>
          <a:xfrm>
            <a:off x="6334125" y="27336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68589E31-FFA9-4758-AB7D-3AA757167085}"/>
              </a:ext>
            </a:extLst>
          </ns0:cNvPr>
          <ns0:cNvSpPr>
            <a:spLocks noGrp="1"/>
          </ns0:cNvSpPr>
          <ns0:nvPr/>
        </ns0:nvSpPr>
        <ns0:spPr>
          <a:xfrm>
            <a:off x="6334125" y="2790825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9D1292FA-B30F-4804-A015-B42706B602A4}"/>
              </a:ext>
            </a:extLst>
          </ns0:cNvPr>
          <ns0:cNvSpPr>
            <a:spLocks noGrp="1"/>
          </ns0:cNvSpPr>
          <ns0:nvPr/>
        </ns0:nvSpPr>
        <ns0:spPr>
          <a:xfrm>
            <a:off x="9294495" y="2790825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68BA792C-439A-4803-8E81-5E632E1DE77F}"/>
              </a:ext>
            </a:extLst>
          </ns0:cNvPr>
          <ns0:cNvSpPr>
            <a:spLocks noGrp="1"/>
          </ns0:cNvSpPr>
          <ns0:nvPr/>
        </ns0:nvSpPr>
        <ns0:spPr>
          <a:xfrm>
            <a:off x="6334125" y="3090863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E3D63463-BA9B-4127-93C4-0067F52A11E8}"/>
              </a:ext>
            </a:extLst>
          </ns0:cNvPr>
          <ns0:cNvSpPr>
            <a:spLocks noGrp="1"/>
          </ns0:cNvSpPr>
          <ns0:nvPr/>
        </ns0:nvSpPr>
        <ns0:spPr>
          <a:xfrm>
            <a:off x="6334125" y="3148013"/>
            <a:ext cx="2801779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92127EB8-F6FE-429A-A2FC-FACB195B4411}"/>
              </a:ext>
            </a:extLst>
          </ns0:cNvPr>
          <ns0:cNvSpPr>
            <a:spLocks noGrp="1"/>
          </ns0:cNvSpPr>
          <ns0:nvPr/>
        </ns0:nvSpPr>
        <ns0:spPr>
          <a:xfrm>
            <a:off x="9294495" y="3148013"/>
            <a:ext cx="2326005" cy="242888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A4DB52F-0759-4887-901C-7AA55EAD85AA}"/>
              </a:ext>
            </a:extLst>
          </ns0:cNvPr>
          <ns0:cNvSpPr>
            <a:spLocks noGrp="1"/>
          </ns0:cNvSpPr>
          <ns0:nvPr/>
        </ns0:nvSpPr>
        <ns0:spPr>
          <a:xfrm>
            <a:off x="6334125" y="3562350"/>
            <a:ext cx="52863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3000"/>
              </a:lnSpc>
              <a:buNone/>
              <a:defRPr sz="91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E1FC0E61-D98E-40F5-AD36-A9E2195ED1E3}"/>
              </a:ext>
            </a:extLst>
          </ns0:cNvPr>
          <ns0:cNvSpPr>
            <a:spLocks noGrp="1"/>
          </ns0:cNvSpPr>
          <ns0:nvPr/>
        </ns0:nvSpPr>
        <ns0:spPr>
          <a:xfrm>
            <a:off x="6334125" y="43053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28918927-C1B0-49E5-9A1C-419CE33BCB88}"/>
              </a:ext>
            </a:extLst>
          </ns0:cNvPr>
          <ns0:cNvSpPr>
            <a:spLocks noGrp="1"/>
          </ns0:cNvSpPr>
          <ns0:nvPr/>
        </ns0:nvSpPr>
        <ns0:spPr>
          <a:xfrm>
            <a:off x="6334125" y="45720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9499AEA6-3141-4A09-A8F8-53EA5CAB5436}"/>
              </a:ext>
            </a:extLst>
          </ns0:cNvPr>
          <ns0:cNvSpPr>
            <a:spLocks noGrp="1"/>
          </ns0:cNvSpPr>
          <ns0:nvPr/>
        </ns0:nvSpPr>
        <ns0:spPr>
          <a:xfrm>
            <a:off x="6334125" y="4629150"/>
            <a:ext cx="52863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B165D92A-60ED-45FC-A1AE-54DAB17F7EB3}"/>
              </a:ext>
            </a:extLst>
          </ns0:cNvPr>
          <ns0:cNvSpPr>
            <a:spLocks noGrp="1"/>
          </ns0:cNvSpPr>
          <ns0:nvPr/>
        </ns0:nvSpPr>
        <ns0:spPr>
          <a:xfrm>
            <a:off x="6391275" y="4657725"/>
            <a:ext cx="1885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1AD825AF-7364-4EC8-9DAE-ED2053842B04}"/>
              </a:ext>
            </a:extLst>
          </ns0:cNvPr>
          <ns0:cNvSpPr>
            <a:spLocks noGrp="1"/>
          </ns0:cNvSpPr>
          <ns0:nvPr/>
        </ns0:nvSpPr>
        <ns0:spPr>
          <a:xfrm>
            <a:off x="8391525" y="465772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94B6994C-36C2-4914-8D51-D9AC868FFBB4}"/>
              </a:ext>
            </a:extLst>
          </ns0:cNvPr>
          <ns0:cNvSpPr>
            <a:spLocks noGrp="1"/>
          </ns0:cNvSpPr>
          <ns0:nvPr/>
        </ns0:nvSpPr>
        <ns0:spPr>
          <a:xfrm>
            <a:off x="9534525" y="4657725"/>
            <a:ext cx="9334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5E52366B-3CAF-4D28-83F1-BB025EDE8F1C}"/>
              </a:ext>
            </a:extLst>
          </ns0:cNvPr>
          <ns0:cNvSpPr>
            <a:spLocks noGrp="1"/>
          </ns0:cNvSpPr>
          <ns0:nvPr/>
        </ns0:nvSpPr>
        <ns0:spPr>
          <a:xfrm>
            <a:off x="10582275" y="4657725"/>
            <a:ext cx="9810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C08D2BEC-D093-473B-82D6-904AE1A6AEB4}"/>
              </a:ext>
            </a:extLst>
          </ns0:cNvPr>
          <ns0:cNvSpPr>
            <a:spLocks noGrp="1"/>
          </ns0:cNvSpPr>
          <ns0:nvPr/>
        </ns0:nvSpPr>
        <ns0:spPr>
          <a:xfrm>
            <a:off x="6334125" y="4953000"/>
            <a:ext cx="5286375" cy="26670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98F188B3-6ACC-44E8-91B2-A2394DC27A2C}"/>
              </a:ext>
            </a:extLst>
          </ns0:cNvPr>
          <ns0:cNvSpPr>
            <a:spLocks noGrp="1"/>
          </ns0:cNvSpPr>
          <ns0:nvPr/>
        </ns0:nvSpPr>
        <ns0:spPr>
          <a:xfrm>
            <a:off x="6334125" y="52101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D1AC3492-1993-4D23-8D1D-793992B61BA6}"/>
              </a:ext>
            </a:extLst>
          </ns0:cNvPr>
          <ns0:cNvSpPr>
            <a:spLocks noGrp="1"/>
          </ns0:cNvSpPr>
          <ns0:nvPr/>
        </ns0:nvSpPr>
        <ns0:spPr>
          <a:xfrm>
            <a:off x="6391275" y="49815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CE2B13DA-B5AF-476C-856D-2ED45477F785}"/>
              </a:ext>
            </a:extLst>
          </ns0:cNvPr>
          <ns0:cNvSpPr>
            <a:spLocks noGrp="1"/>
          </ns0:cNvSpPr>
          <ns0:nvPr/>
        </ns0:nvSpPr>
        <ns0:spPr>
          <a:xfrm>
            <a:off x="8391525" y="49815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200DA6E1-F209-42C3-B5E3-ED07E07DD539}"/>
              </a:ext>
            </a:extLst>
          </ns0:cNvPr>
          <ns0:cNvSpPr>
            <a:spLocks noGrp="1"/>
          </ns0:cNvSpPr>
          <ns0:nvPr/>
        </ns0:nvSpPr>
        <ns0:spPr>
          <a:xfrm>
            <a:off x="9534525" y="49815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E0EF7B46-F1B2-43D3-B46C-C64B845013D3}"/>
              </a:ext>
            </a:extLst>
          </ns0:cNvPr>
          <ns0:cNvSpPr>
            <a:spLocks noGrp="1"/>
          </ns0:cNvSpPr>
          <ns0:nvPr/>
        </ns0:nvSpPr>
        <ns0:spPr>
          <a:xfrm>
            <a:off x="10582275" y="49815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242B304A-1D8F-43D9-BBC8-50DCB6DB4BC2}"/>
              </a:ext>
            </a:extLst>
          </ns0:cNvPr>
          <ns0:cNvSpPr>
            <a:spLocks noGrp="1"/>
          </ns0:cNvSpPr>
          <ns0:nvPr/>
        </ns0:nvSpPr>
        <ns0:spPr>
          <a:xfrm>
            <a:off x="6334125" y="5219700"/>
            <a:ext cx="5286375" cy="2667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20FA4FA3-8FA6-43D1-81FD-DC20F77F6BA8}"/>
              </a:ext>
            </a:extLst>
          </ns0:cNvPr>
          <ns0:cNvSpPr>
            <a:spLocks noGrp="1"/>
          </ns0:cNvSpPr>
          <ns0:nvPr/>
        </ns0:nvSpPr>
        <ns0:spPr>
          <a:xfrm>
            <a:off x="6334125" y="54768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D89BB470-69B3-47F7-BC43-6D36066CB61C}"/>
              </a:ext>
            </a:extLst>
          </ns0:cNvPr>
          <ns0:cNvSpPr>
            <a:spLocks noGrp="1"/>
          </ns0:cNvSpPr>
          <ns0:nvPr/>
        </ns0:nvSpPr>
        <ns0:spPr>
          <a:xfrm>
            <a:off x="6391275" y="52482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ns0:txBody>
      </ns0:sp>
      <ns0:sp>
        <ns0:nvSpPr>
          <ns0:cNvPr id="44" name="">
            <a:extLst>
              <a:ext uri="{FF2B5EF4-FFF2-40B4-BE49-F238E27FC236}">
                <ns2:creationId id="{5866CB48-49E4-4704-98F2-37EA09A30708}"/>
              </a:ext>
            </a:extLst>
          </ns0:cNvPr>
          <ns0:cNvSpPr>
            <a:spLocks noGrp="1"/>
          </ns0:cNvSpPr>
          <ns0:nvPr/>
        </ns0:nvSpPr>
        <ns0:spPr>
          <a:xfrm>
            <a:off x="8391525" y="52482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C90263E3-81B7-44DF-9A5A-0575524CC574}"/>
              </a:ext>
            </a:extLst>
          </ns0:cNvPr>
          <ns0:cNvSpPr>
            <a:spLocks noGrp="1"/>
          </ns0:cNvSpPr>
          <ns0:nvPr/>
        </ns0:nvSpPr>
        <ns0:spPr>
          <a:xfrm>
            <a:off x="9534525" y="52482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10470C67-5B1A-49AE-96F6-52EE4805123E}"/>
              </a:ext>
            </a:extLst>
          </ns0:cNvPr>
          <ns0:cNvSpPr>
            <a:spLocks noGrp="1"/>
          </ns0:cNvSpPr>
          <ns0:nvPr/>
        </ns0:nvSpPr>
        <ns0:spPr>
          <a:xfrm>
            <a:off x="10582275" y="52482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38A9F180-4623-42C1-ABC2-4F85B8692DBB}"/>
              </a:ext>
            </a:extLst>
          </ns0:cNvPr>
          <ns0:cNvSpPr>
            <a:spLocks noGrp="1"/>
          </ns0:cNvSpPr>
          <ns0:nvPr/>
        </ns0:nvSpPr>
        <ns0:spPr>
          <a:xfrm>
            <a:off x="6334125" y="5486400"/>
            <a:ext cx="5286375" cy="2667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0DD0A43A-7583-4FD4-902D-C37B5A454E4D}"/>
              </a:ext>
            </a:extLst>
          </ns0:cNvPr>
          <ns0:cNvSpPr>
            <a:spLocks noGrp="1"/>
          </ns0:cNvSpPr>
          <ns0:nvPr/>
        </ns0:nvSpPr>
        <ns0:spPr>
          <a:xfrm>
            <a:off x="6334125" y="5743575"/>
            <a:ext cx="52863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306A0EF4-DC38-4C0D-9C98-1EAB22B793FB}"/>
              </a:ext>
            </a:extLst>
          </ns0:cNvPr>
          <ns0:cNvSpPr>
            <a:spLocks noGrp="1"/>
          </ns0:cNvSpPr>
          <ns0:nvPr/>
        </ns0:nvSpPr>
        <ns0:spPr>
          <a:xfrm>
            <a:off x="6391275" y="5514975"/>
            <a:ext cx="18859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5D0639C7-E3F2-48EA-92F8-67E66C12830D}"/>
              </a:ext>
            </a:extLst>
          </ns0:cNvPr>
          <ns0:cNvSpPr>
            <a:spLocks noGrp="1"/>
          </ns0:cNvSpPr>
          <ns0:nvPr/>
        </ns0:nvSpPr>
        <ns0:spPr>
          <a:xfrm>
            <a:off x="8391525" y="5514975"/>
            <a:ext cx="10287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9638239C-B3D9-47D8-AEE2-021CC7E008CB}"/>
              </a:ext>
            </a:extLst>
          </ns0:cNvPr>
          <ns0:cNvSpPr>
            <a:spLocks noGrp="1"/>
          </ns0:cNvSpPr>
          <ns0:nvPr/>
        </ns0:nvSpPr>
        <ns0:spPr>
          <a:xfrm>
            <a:off x="9534525" y="5514975"/>
            <a:ext cx="9334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DC236484-7F54-4198-BD07-B9E1A165DE80}"/>
              </a:ext>
            </a:extLst>
          </ns0:cNvPr>
          <ns0:cNvSpPr>
            <a:spLocks noGrp="1"/>
          </ns0:cNvSpPr>
          <ns0:nvPr/>
        </ns0:nvSpPr>
        <ns0:spPr>
          <a:xfrm>
            <a:off x="10582275" y="5514975"/>
            <a:ext cx="9810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AA99C01C-7383-4775-A889-06374C4E7975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4" name="">
            <a:extLst>
              <a:ext uri="{FF2B5EF4-FFF2-40B4-BE49-F238E27FC236}">
                <ns2:creationId id="{2B7103F6-15F6-43BA-ADBD-43B0B024AA97}"/>
              </a:ext>
            </a:extLst>
          </ns0:cNvPr>
          <ns0:cNvSpPr>
            <a:spLocks noGrp="1"/>
          </ns0:cNvSpPr>
          <ns0:nvPr/>
        </ns0:nvSpPr>
        <ns0:spPr>
          <a:xfrm>
            <a:off x="571500" y="60007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98000"/>
              </a:lnSpc>
              <a:buNone/>
              <a:def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ns0:txBody>
      </ns0:sp>
    </ns0:spTree>
    <ns0:extLst>
      <ns0:ext uri="{BB962C8B-B14F-4D97-AF65-F5344CB8AC3E}">
        <ns3:creationId val="1850279603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2026-07-31T17:29:42.9250000Z</dcterms:created>
  <dcterms:modified xsi:type="dcterms:W3CDTF">2026-07-31T17:29:42.9250000Z</dcterms:modified>
</coreProperties>
</file>