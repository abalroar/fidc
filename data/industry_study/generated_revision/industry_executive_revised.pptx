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5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60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slides/charts/chart63.xml" ContentType="application/vnd.openxmlformats-officedocument.drawingml.chart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fffbb84fb74d32" /><Relationship Type="http://schemas.openxmlformats.org/officeDocument/2006/relationships/extended-properties" Target="/docProps/app.xml" Id="R86f10709dbc54658" /><Relationship Type="http://schemas.openxmlformats.org/officeDocument/2006/relationships/officeDocument" Target="/ppt/presentation.xml" Id="R3948e760a2434d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ce2c28d1b94a77"/>
  </p:sldMasterIdLst>
  <p:notesMasterIdLst>
    <p:notesMasterId xmlns:r="http://schemas.openxmlformats.org/officeDocument/2006/relationships" r:id="Rf29c3ba695464802"/>
  </p:notesMasterIdLst>
  <p:sldIdLst>
    <p:sldId xmlns:r="http://schemas.openxmlformats.org/officeDocument/2006/relationships" id="256" r:id="Ra78a2a6138344f32"/>
    <p:sldId xmlns:r="http://schemas.openxmlformats.org/officeDocument/2006/relationships" id="257" r:id="R604cefb94f4e408a"/>
    <p:sldId xmlns:r="http://schemas.openxmlformats.org/officeDocument/2006/relationships" id="258" r:id="Rd98426935e5c4dbb"/>
    <p:sldId xmlns:r="http://schemas.openxmlformats.org/officeDocument/2006/relationships" id="259" r:id="Re0fa3bf484694fc2"/>
    <p:sldId xmlns:r="http://schemas.openxmlformats.org/officeDocument/2006/relationships" id="260" r:id="R5c7e1083f2a949fd"/>
    <p:sldId xmlns:r="http://schemas.openxmlformats.org/officeDocument/2006/relationships" id="261" r:id="R238cf5ae134f4104"/>
    <p:sldId xmlns:r="http://schemas.openxmlformats.org/officeDocument/2006/relationships" id="262" r:id="R35bd59514c384fa4"/>
    <p:sldId xmlns:r="http://schemas.openxmlformats.org/officeDocument/2006/relationships" id="263" r:id="R514ad9df206a4105"/>
    <p:sldId xmlns:r="http://schemas.openxmlformats.org/officeDocument/2006/relationships" id="264" r:id="Rcd966dec773145a7"/>
    <p:sldId xmlns:r="http://schemas.openxmlformats.org/officeDocument/2006/relationships" id="265" r:id="Rd3e1548483b6401c"/>
    <p:sldId xmlns:r="http://schemas.openxmlformats.org/officeDocument/2006/relationships" id="266" r:id="R55b226b9cc854445"/>
    <p:sldId xmlns:r="http://schemas.openxmlformats.org/officeDocument/2006/relationships" id="267" r:id="R56d269de1ebb4de3"/>
    <p:sldId xmlns:r="http://schemas.openxmlformats.org/officeDocument/2006/relationships" id="268" r:id="R16d8c139fb274c9e"/>
    <p:sldId xmlns:r="http://schemas.openxmlformats.org/officeDocument/2006/relationships" id="269" r:id="R4eb92e6a40c14721"/>
    <p:sldId xmlns:r="http://schemas.openxmlformats.org/officeDocument/2006/relationships" id="270" r:id="R170998ac9d244737"/>
    <p:sldId xmlns:r="http://schemas.openxmlformats.org/officeDocument/2006/relationships" id="271" r:id="R52cb56eaf5f84b38"/>
    <p:sldId xmlns:r="http://schemas.openxmlformats.org/officeDocument/2006/relationships" id="272" r:id="R801316a630714a82"/>
    <p:sldId xmlns:r="http://schemas.openxmlformats.org/officeDocument/2006/relationships" id="273" r:id="R4eb861f6232d4285"/>
    <p:sldId xmlns:r="http://schemas.openxmlformats.org/officeDocument/2006/relationships" id="274" r:id="R78be9651370149c3"/>
    <p:sldId xmlns:r="http://schemas.openxmlformats.org/officeDocument/2006/relationships" id="275" r:id="R496dcc44a1e84542"/>
    <p:sldId xmlns:r="http://schemas.openxmlformats.org/officeDocument/2006/relationships" id="276" r:id="R7eed729d19724e4a"/>
    <p:sldId xmlns:r="http://schemas.openxmlformats.org/officeDocument/2006/relationships" id="277" r:id="Ra8b3f43bfad54d57"/>
    <p:sldId xmlns:r="http://schemas.openxmlformats.org/officeDocument/2006/relationships" id="278" r:id="R2e51785fc82d4d7c"/>
    <p:sldId xmlns:r="http://schemas.openxmlformats.org/officeDocument/2006/relationships" id="279" r:id="R51fea755b136462c"/>
    <p:sldId xmlns:r="http://schemas.openxmlformats.org/officeDocument/2006/relationships" id="280" r:id="Ree23565513cf4dd8"/>
    <p:sldId xmlns:r="http://schemas.openxmlformats.org/officeDocument/2006/relationships" id="281" r:id="R50dadf8ec194484f"/>
    <p:sldId xmlns:r="http://schemas.openxmlformats.org/officeDocument/2006/relationships" id="282" r:id="Rdf40d26da0b54349"/>
    <p:sldId xmlns:r="http://schemas.openxmlformats.org/officeDocument/2006/relationships" id="283" r:id="R1a92a5d445e34d15"/>
    <p:sldId xmlns:r="http://schemas.openxmlformats.org/officeDocument/2006/relationships" id="284" r:id="Rc3e26b3ff8a94d4a"/>
    <p:sldId xmlns:r="http://schemas.openxmlformats.org/officeDocument/2006/relationships" id="285" r:id="R362767b69fb547c5"/>
    <p:sldId xmlns:r="http://schemas.openxmlformats.org/officeDocument/2006/relationships" id="286" r:id="R5dd6dfc139684954"/>
    <p:sldId xmlns:r="http://schemas.openxmlformats.org/officeDocument/2006/relationships" id="287" r:id="R0666678e6a9b4301"/>
    <p:sldId xmlns:r="http://schemas.openxmlformats.org/officeDocument/2006/relationships" id="288" r:id="R57a3fe287a20410f"/>
    <p:sldId xmlns:r="http://schemas.openxmlformats.org/officeDocument/2006/relationships" id="289" r:id="R43322a6b164446a5"/>
    <p:sldId xmlns:r="http://schemas.openxmlformats.org/officeDocument/2006/relationships" id="290" r:id="Rd21fa61e4315439a"/>
    <p:sldId xmlns:r="http://schemas.openxmlformats.org/officeDocument/2006/relationships" id="291" r:id="Rb778466065db4d9a"/>
    <p:sldId xmlns:r="http://schemas.openxmlformats.org/officeDocument/2006/relationships" id="292" r:id="R07680bfbe7bf4a50"/>
    <p:sldId xmlns:r="http://schemas.openxmlformats.org/officeDocument/2006/relationships" id="293" r:id="R3b7a4bf0c9164198"/>
    <p:sldId xmlns:r="http://schemas.openxmlformats.org/officeDocument/2006/relationships" id="294" r:id="R12160b437fc34fc1"/>
    <p:sldId xmlns:r="http://schemas.openxmlformats.org/officeDocument/2006/relationships" id="295" r:id="R2d22730283364a08"/>
    <p:sldId xmlns:r="http://schemas.openxmlformats.org/officeDocument/2006/relationships" id="296" r:id="R86e3232fa050467d"/>
    <p:sldId xmlns:r="http://schemas.openxmlformats.org/officeDocument/2006/relationships" id="297" r:id="Re3c84dc075064bbf"/>
    <p:sldId xmlns:r="http://schemas.openxmlformats.org/officeDocument/2006/relationships" id="298" r:id="R9f7bfecce2804712"/>
    <p:sldId xmlns:r="http://schemas.openxmlformats.org/officeDocument/2006/relationships" id="299" r:id="Ra8ed742e757f4141"/>
    <p:sldId xmlns:r="http://schemas.openxmlformats.org/officeDocument/2006/relationships" id="300" r:id="Rd7627a89c1a94379"/>
    <p:sldId xmlns:r="http://schemas.openxmlformats.org/officeDocument/2006/relationships" id="301" r:id="R97509c988f014782"/>
    <p:sldId xmlns:r="http://schemas.openxmlformats.org/officeDocument/2006/relationships" id="302" r:id="R491823af54fe48b0"/>
    <p:sldId xmlns:r="http://schemas.openxmlformats.org/officeDocument/2006/relationships" id="303" r:id="R957c936c1dd94997"/>
    <p:sldId xmlns:r="http://schemas.openxmlformats.org/officeDocument/2006/relationships" id="304" r:id="R9d0600418781409f"/>
    <p:sldId xmlns:r="http://schemas.openxmlformats.org/officeDocument/2006/relationships" id="305" r:id="Rafc3235d351d41e6"/>
    <p:sldId xmlns:r="http://schemas.openxmlformats.org/officeDocument/2006/relationships" id="306" r:id="Rcb7412dbbba546a8"/>
    <p:sldId xmlns:r="http://schemas.openxmlformats.org/officeDocument/2006/relationships" id="307" r:id="R37dfdeb842194bc4"/>
    <p:sldId xmlns:r="http://schemas.openxmlformats.org/officeDocument/2006/relationships" id="308" r:id="R9640f9d8760340d7"/>
    <p:sldId xmlns:r="http://schemas.openxmlformats.org/officeDocument/2006/relationships" id="309" r:id="R11ce95e48a514ba8"/>
    <p:sldId xmlns:r="http://schemas.openxmlformats.org/officeDocument/2006/relationships" id="310" r:id="R38d7dfe337a44526"/>
    <p:sldId xmlns:r="http://schemas.openxmlformats.org/officeDocument/2006/relationships" id="311" r:id="R13f4141052354099"/>
    <p:sldId xmlns:r="http://schemas.openxmlformats.org/officeDocument/2006/relationships" id="312" r:id="R03dfbfd5283c4413"/>
    <p:sldId xmlns:r="http://schemas.openxmlformats.org/officeDocument/2006/relationships" id="313" r:id="Rc27c25936d0e4707"/>
    <p:sldId xmlns:r="http://schemas.openxmlformats.org/officeDocument/2006/relationships" id="314" r:id="Rd1bf87cd0afd4a9a"/>
    <p:sldId xmlns:r="http://schemas.openxmlformats.org/officeDocument/2006/relationships" id="315" r:id="R23864cc75e1349af"/>
    <p:sldId xmlns:r="http://schemas.openxmlformats.org/officeDocument/2006/relationships" id="316" r:id="R512f4d3f66b54e32"/>
    <p:sldId xmlns:r="http://schemas.openxmlformats.org/officeDocument/2006/relationships" id="317" r:id="Rff328d29a0774aa7"/>
    <p:sldId xmlns:r="http://schemas.openxmlformats.org/officeDocument/2006/relationships" id="318" r:id="Raa940e2c40684d74"/>
    <p:sldId xmlns:r="http://schemas.openxmlformats.org/officeDocument/2006/relationships" id="319" r:id="R7523b89916ea4dd7"/>
    <p:sldId xmlns:r="http://schemas.openxmlformats.org/officeDocument/2006/relationships" id="320" r:id="R112de2981c2943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34ce97c0e4924" /><Relationship Type="http://schemas.openxmlformats.org/officeDocument/2006/relationships/slideMaster" Target="/ppt/slideMasters/slideMaster1.xml" Id="R4dce2c28d1b94a77" /><Relationship Type="http://schemas.openxmlformats.org/officeDocument/2006/relationships/notesMaster" Target="/ppt/notesMasters/notesMaster1.xml" Id="Rf29c3ba695464802" /><Relationship Type="http://schemas.openxmlformats.org/officeDocument/2006/relationships/presProps" Target="/ppt/presProps.xml" Id="R825479f8ca7142d7" /><Relationship Type="http://schemas.openxmlformats.org/officeDocument/2006/relationships/tableStyles" Target="/ppt/tableStyles.xml" Id="R3f18753f9857482a" /><Relationship Type="http://schemas.openxmlformats.org/officeDocument/2006/relationships/slide" Target="/ppt/slides/slide1.xml" Id="Ra78a2a6138344f32" /><Relationship Type="http://schemas.openxmlformats.org/officeDocument/2006/relationships/slide" Target="/ppt/slides/slide2.xml" Id="R604cefb94f4e408a" /><Relationship Type="http://schemas.openxmlformats.org/officeDocument/2006/relationships/slide" Target="/ppt/slides/slide3.xml" Id="Rd98426935e5c4dbb" /><Relationship Type="http://schemas.openxmlformats.org/officeDocument/2006/relationships/slide" Target="/ppt/slides/slide4.xml" Id="Re0fa3bf484694fc2" /><Relationship Type="http://schemas.openxmlformats.org/officeDocument/2006/relationships/slide" Target="/ppt/slides/slide5.xml" Id="R5c7e1083f2a949fd" /><Relationship Type="http://schemas.openxmlformats.org/officeDocument/2006/relationships/slide" Target="/ppt/slides/slide6.xml" Id="R238cf5ae134f4104" /><Relationship Type="http://schemas.openxmlformats.org/officeDocument/2006/relationships/slide" Target="/ppt/slides/slide7.xml" Id="R35bd59514c384fa4" /><Relationship Type="http://schemas.openxmlformats.org/officeDocument/2006/relationships/slide" Target="/ppt/slides/slide8.xml" Id="R514ad9df206a4105" /><Relationship Type="http://schemas.openxmlformats.org/officeDocument/2006/relationships/slide" Target="/ppt/slides/slide9.xml" Id="Rcd966dec773145a7" /><Relationship Type="http://schemas.openxmlformats.org/officeDocument/2006/relationships/slide" Target="/ppt/slides/slide10.xml" Id="Rd3e1548483b6401c" /><Relationship Type="http://schemas.openxmlformats.org/officeDocument/2006/relationships/slide" Target="/ppt/slides/slide11.xml" Id="R55b226b9cc854445" /><Relationship Type="http://schemas.openxmlformats.org/officeDocument/2006/relationships/slide" Target="/ppt/slides/slide12.xml" Id="R56d269de1ebb4de3" /><Relationship Type="http://schemas.openxmlformats.org/officeDocument/2006/relationships/slide" Target="/ppt/slides/slide13.xml" Id="R16d8c139fb274c9e" /><Relationship Type="http://schemas.openxmlformats.org/officeDocument/2006/relationships/slide" Target="/ppt/slides/slide14.xml" Id="R4eb92e6a40c14721" /><Relationship Type="http://schemas.openxmlformats.org/officeDocument/2006/relationships/slide" Target="/ppt/slides/slide15.xml" Id="R170998ac9d244737" /><Relationship Type="http://schemas.openxmlformats.org/officeDocument/2006/relationships/slide" Target="/ppt/slides/slide16.xml" Id="R52cb56eaf5f84b38" /><Relationship Type="http://schemas.openxmlformats.org/officeDocument/2006/relationships/slide" Target="/ppt/slides/slide17.xml" Id="R801316a630714a82" /><Relationship Type="http://schemas.openxmlformats.org/officeDocument/2006/relationships/slide" Target="/ppt/slides/slide18.xml" Id="R4eb861f6232d4285" /><Relationship Type="http://schemas.openxmlformats.org/officeDocument/2006/relationships/slide" Target="/ppt/slides/slide19.xml" Id="R78be9651370149c3" /><Relationship Type="http://schemas.openxmlformats.org/officeDocument/2006/relationships/slide" Target="/ppt/slides/slide20.xml" Id="R496dcc44a1e84542" /><Relationship Type="http://schemas.openxmlformats.org/officeDocument/2006/relationships/slide" Target="/ppt/slides/slide21.xml" Id="R7eed729d19724e4a" /><Relationship Type="http://schemas.openxmlformats.org/officeDocument/2006/relationships/slide" Target="/ppt/slides/slide22.xml" Id="Ra8b3f43bfad54d57" /><Relationship Type="http://schemas.openxmlformats.org/officeDocument/2006/relationships/slide" Target="/ppt/slides/slide23.xml" Id="R2e51785fc82d4d7c" /><Relationship Type="http://schemas.openxmlformats.org/officeDocument/2006/relationships/slide" Target="/ppt/slides/slide24.xml" Id="R51fea755b136462c" /><Relationship Type="http://schemas.openxmlformats.org/officeDocument/2006/relationships/slide" Target="/ppt/slides/slide25.xml" Id="Ree23565513cf4dd8" /><Relationship Type="http://schemas.openxmlformats.org/officeDocument/2006/relationships/slide" Target="/ppt/slides/slide26.xml" Id="R50dadf8ec194484f" /><Relationship Type="http://schemas.openxmlformats.org/officeDocument/2006/relationships/slide" Target="/ppt/slides/slide27.xml" Id="Rdf40d26da0b54349" /><Relationship Type="http://schemas.openxmlformats.org/officeDocument/2006/relationships/slide" Target="/ppt/slides/slide28.xml" Id="R1a92a5d445e34d15" /><Relationship Type="http://schemas.openxmlformats.org/officeDocument/2006/relationships/slide" Target="/ppt/slides/slide29.xml" Id="Rc3e26b3ff8a94d4a" /><Relationship Type="http://schemas.openxmlformats.org/officeDocument/2006/relationships/slide" Target="/ppt/slides/slide30.xml" Id="R362767b69fb547c5" /><Relationship Type="http://schemas.openxmlformats.org/officeDocument/2006/relationships/slide" Target="/ppt/slides/slide31.xml" Id="R5dd6dfc139684954" /><Relationship Type="http://schemas.openxmlformats.org/officeDocument/2006/relationships/slide" Target="/ppt/slides/slide32.xml" Id="R0666678e6a9b4301" /><Relationship Type="http://schemas.openxmlformats.org/officeDocument/2006/relationships/slide" Target="/ppt/slides/slide33.xml" Id="R57a3fe287a20410f" /><Relationship Type="http://schemas.openxmlformats.org/officeDocument/2006/relationships/slide" Target="/ppt/slides/slide34.xml" Id="R43322a6b164446a5" /><Relationship Type="http://schemas.openxmlformats.org/officeDocument/2006/relationships/slide" Target="/ppt/slides/slide35.xml" Id="Rd21fa61e4315439a" /><Relationship Type="http://schemas.openxmlformats.org/officeDocument/2006/relationships/slide" Target="/ppt/slides/slide36.xml" Id="Rb778466065db4d9a" /><Relationship Type="http://schemas.openxmlformats.org/officeDocument/2006/relationships/slide" Target="/ppt/slides/slide37.xml" Id="R07680bfbe7bf4a50" /><Relationship Type="http://schemas.openxmlformats.org/officeDocument/2006/relationships/slide" Target="/ppt/slides/slide38.xml" Id="R3b7a4bf0c9164198" /><Relationship Type="http://schemas.openxmlformats.org/officeDocument/2006/relationships/slide" Target="/ppt/slides/slide39.xml" Id="R12160b437fc34fc1" /><Relationship Type="http://schemas.openxmlformats.org/officeDocument/2006/relationships/slide" Target="/ppt/slides/slide40.xml" Id="R2d22730283364a08" /><Relationship Type="http://schemas.openxmlformats.org/officeDocument/2006/relationships/slide" Target="/ppt/slides/slide41.xml" Id="R86e3232fa050467d" /><Relationship Type="http://schemas.openxmlformats.org/officeDocument/2006/relationships/slide" Target="/ppt/slides/slide42.xml" Id="Re3c84dc075064bbf" /><Relationship Type="http://schemas.openxmlformats.org/officeDocument/2006/relationships/slide" Target="/ppt/slides/slide43.xml" Id="R9f7bfecce2804712" /><Relationship Type="http://schemas.openxmlformats.org/officeDocument/2006/relationships/slide" Target="/ppt/slides/slide44.xml" Id="Ra8ed742e757f4141" /><Relationship Type="http://schemas.openxmlformats.org/officeDocument/2006/relationships/slide" Target="/ppt/slides/slide45.xml" Id="Rd7627a89c1a94379" /><Relationship Type="http://schemas.openxmlformats.org/officeDocument/2006/relationships/slide" Target="/ppt/slides/slide46.xml" Id="R97509c988f014782" /><Relationship Type="http://schemas.openxmlformats.org/officeDocument/2006/relationships/slide" Target="/ppt/slides/slide47.xml" Id="R491823af54fe48b0" /><Relationship Type="http://schemas.openxmlformats.org/officeDocument/2006/relationships/slide" Target="/ppt/slides/slide48.xml" Id="R957c936c1dd94997" /><Relationship Type="http://schemas.openxmlformats.org/officeDocument/2006/relationships/slide" Target="/ppt/slides/slide49.xml" Id="R9d0600418781409f" /><Relationship Type="http://schemas.openxmlformats.org/officeDocument/2006/relationships/slide" Target="/ppt/slides/slide50.xml" Id="Rafc3235d351d41e6" /><Relationship Type="http://schemas.openxmlformats.org/officeDocument/2006/relationships/slide" Target="/ppt/slides/slide51.xml" Id="Rcb7412dbbba546a8" /><Relationship Type="http://schemas.openxmlformats.org/officeDocument/2006/relationships/slide" Target="/ppt/slides/slide52.xml" Id="R37dfdeb842194bc4" /><Relationship Type="http://schemas.openxmlformats.org/officeDocument/2006/relationships/slide" Target="/ppt/slides/slide53.xml" Id="R9640f9d8760340d7" /><Relationship Type="http://schemas.openxmlformats.org/officeDocument/2006/relationships/slide" Target="/ppt/slides/slide54.xml" Id="R11ce95e48a514ba8" /><Relationship Type="http://schemas.openxmlformats.org/officeDocument/2006/relationships/slide" Target="/ppt/slides/slide55.xml" Id="R38d7dfe337a44526" /><Relationship Type="http://schemas.openxmlformats.org/officeDocument/2006/relationships/slide" Target="/ppt/slides/slide56.xml" Id="R13f4141052354099" /><Relationship Type="http://schemas.openxmlformats.org/officeDocument/2006/relationships/slide" Target="/ppt/slides/slide57.xml" Id="R03dfbfd5283c4413" /><Relationship Type="http://schemas.openxmlformats.org/officeDocument/2006/relationships/slide" Target="/ppt/slides/slide58.xml" Id="Rc27c25936d0e4707" /><Relationship Type="http://schemas.openxmlformats.org/officeDocument/2006/relationships/slide" Target="/ppt/slides/slide59.xml" Id="Rd1bf87cd0afd4a9a" /><Relationship Type="http://schemas.openxmlformats.org/officeDocument/2006/relationships/slide" Target="/ppt/slides/slide60.xml" Id="R23864cc75e1349af" /><Relationship Type="http://schemas.openxmlformats.org/officeDocument/2006/relationships/slide" Target="/ppt/slides/slide61.xml" Id="R512f4d3f66b54e32" /><Relationship Type="http://schemas.openxmlformats.org/officeDocument/2006/relationships/slide" Target="/ppt/slides/slide62.xml" Id="Rff328d29a0774aa7" /><Relationship Type="http://schemas.openxmlformats.org/officeDocument/2006/relationships/slide" Target="/ppt/slides/slide63.xml" Id="Raa940e2c40684d74" /><Relationship Type="http://schemas.openxmlformats.org/officeDocument/2006/relationships/slide" Target="/ppt/slides/slide64.xml" Id="R7523b89916ea4dd7" /><Relationship Type="http://schemas.openxmlformats.org/officeDocument/2006/relationships/slide" Target="/ppt/slides/slide65.xml" Id="R112de2981c2943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65c1c8828449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e35598c98b40ba" /><Relationship Type="http://schemas.openxmlformats.org/officeDocument/2006/relationships/notesMaster" Target="/ppt/notesMasters/notesMaster1.xml" Id="Rcc12bb8a729943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bbf8fe64564779" /><Relationship Type="http://schemas.openxmlformats.org/officeDocument/2006/relationships/notesMaster" Target="/ppt/notesMasters/notesMaster1.xml" Id="Rb3a9a76021fa4a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9328357c9a443b" /><Relationship Type="http://schemas.openxmlformats.org/officeDocument/2006/relationships/notesMaster" Target="/ppt/notesMasters/notesMaster1.xml" Id="Rbeb0fa6a9bc047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42f37b37124fea" /><Relationship Type="http://schemas.openxmlformats.org/officeDocument/2006/relationships/notesMaster" Target="/ppt/notesMasters/notesMaster1.xml" Id="Rf5ec4bc946854b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1919e9d215477b" /><Relationship Type="http://schemas.openxmlformats.org/officeDocument/2006/relationships/notesMaster" Target="/ppt/notesMasters/notesMaster1.xml" Id="R4e47696fa0c443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b76a8677944a65" /><Relationship Type="http://schemas.openxmlformats.org/officeDocument/2006/relationships/notesMaster" Target="/ppt/notesMasters/notesMaster1.xml" Id="Rde6892c4803646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fa2f8ae3014c03" /><Relationship Type="http://schemas.openxmlformats.org/officeDocument/2006/relationships/notesMaster" Target="/ppt/notesMasters/notesMaster1.xml" Id="R88bffe0a978641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17926da8c64d68" /><Relationship Type="http://schemas.openxmlformats.org/officeDocument/2006/relationships/notesMaster" Target="/ppt/notesMasters/notesMaster1.xml" Id="Rf9b4a6481e8e41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1c843b6f3d43ba" /><Relationship Type="http://schemas.openxmlformats.org/officeDocument/2006/relationships/notesMaster" Target="/ppt/notesMasters/notesMaster1.xml" Id="R48677378e2b24a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3bf4adb01148b0" /><Relationship Type="http://schemas.openxmlformats.org/officeDocument/2006/relationships/notesMaster" Target="/ppt/notesMasters/notesMaster1.xml" Id="Rbdd13cf7838348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8586416e9c4962" /><Relationship Type="http://schemas.openxmlformats.org/officeDocument/2006/relationships/notesMaster" Target="/ppt/notesMasters/notesMaster1.xml" Id="R79ced4e915dd41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3fe215bd284708" /><Relationship Type="http://schemas.openxmlformats.org/officeDocument/2006/relationships/notesMaster" Target="/ppt/notesMasters/notesMaster1.xml" Id="R0a649d84d7b247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74e6484e3014ab5" /><Relationship Type="http://schemas.openxmlformats.org/officeDocument/2006/relationships/notesMaster" Target="/ppt/notesMasters/notesMaster1.xml" Id="Rc04390e4dbfc48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2d9b49d7e545f7" /><Relationship Type="http://schemas.openxmlformats.org/officeDocument/2006/relationships/notesMaster" Target="/ppt/notesMasters/notesMaster1.xml" Id="R3ef23a3562f540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1f926669d5945c6" /><Relationship Type="http://schemas.openxmlformats.org/officeDocument/2006/relationships/notesMaster" Target="/ppt/notesMasters/notesMaster1.xml" Id="R5b648739ce4848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2ff6e5ffa9c43a6" /><Relationship Type="http://schemas.openxmlformats.org/officeDocument/2006/relationships/notesMaster" Target="/ppt/notesMasters/notesMaster1.xml" Id="Ra7f54ea433e6415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6d051314a14530" /><Relationship Type="http://schemas.openxmlformats.org/officeDocument/2006/relationships/notesMaster" Target="/ppt/notesMasters/notesMaster1.xml" Id="R808d3d1386bf45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ae1adedce241bd" /><Relationship Type="http://schemas.openxmlformats.org/officeDocument/2006/relationships/notesMaster" Target="/ppt/notesMasters/notesMaster1.xml" Id="R85f3121c4a5142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8a2348e77dc4021" /><Relationship Type="http://schemas.openxmlformats.org/officeDocument/2006/relationships/notesMaster" Target="/ppt/notesMasters/notesMaster1.xml" Id="R11a195f2d430468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a93e670a4d4b7f" /><Relationship Type="http://schemas.openxmlformats.org/officeDocument/2006/relationships/notesMaster" Target="/ppt/notesMasters/notesMaster1.xml" Id="R25e4084e181d4a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76cb83c6e8c47fc" /><Relationship Type="http://schemas.openxmlformats.org/officeDocument/2006/relationships/notesMaster" Target="/ppt/notesMasters/notesMaster1.xml" Id="R254c2a52b4804c2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0b2abbb055483a" /><Relationship Type="http://schemas.openxmlformats.org/officeDocument/2006/relationships/notesMaster" Target="/ppt/notesMasters/notesMaster1.xml" Id="R29ca05cd45c3427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261d60ca0d24918" /><Relationship Type="http://schemas.openxmlformats.org/officeDocument/2006/relationships/notesMaster" Target="/ppt/notesMasters/notesMaster1.xml" Id="R0ea7d2f8ff584e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2078611e07e4879" /><Relationship Type="http://schemas.openxmlformats.org/officeDocument/2006/relationships/notesMaster" Target="/ppt/notesMasters/notesMaster1.xml" Id="Ra24c03913b764d4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5abdf97c3a247f7" /><Relationship Type="http://schemas.openxmlformats.org/officeDocument/2006/relationships/notesMaster" Target="/ppt/notesMasters/notesMaster1.xml" Id="Ref335493f0fc46d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d94a674961845bf" /><Relationship Type="http://schemas.openxmlformats.org/officeDocument/2006/relationships/notesMaster" Target="/ppt/notesMasters/notesMaster1.xml" Id="Rffdca3b526d04c2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6c2886836b5448b" /><Relationship Type="http://schemas.openxmlformats.org/officeDocument/2006/relationships/notesMaster" Target="/ppt/notesMasters/notesMaster1.xml" Id="R575fdba34b3f42f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d251d9ad986469b" /><Relationship Type="http://schemas.openxmlformats.org/officeDocument/2006/relationships/notesMaster" Target="/ppt/notesMasters/notesMaster1.xml" Id="R1e2d4bd503be461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ab1697532944864" /><Relationship Type="http://schemas.openxmlformats.org/officeDocument/2006/relationships/notesMaster" Target="/ppt/notesMasters/notesMaster1.xml" Id="Rc8b2feaf8fd94e1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67d29de2d0a4e28" /><Relationship Type="http://schemas.openxmlformats.org/officeDocument/2006/relationships/notesMaster" Target="/ppt/notesMasters/notesMaster1.xml" Id="R57622b374e2c43d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fc9ea9624704020" /><Relationship Type="http://schemas.openxmlformats.org/officeDocument/2006/relationships/notesMaster" Target="/ppt/notesMasters/notesMaster1.xml" Id="R5848f342078e454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01abfaca7ee40a5" /><Relationship Type="http://schemas.openxmlformats.org/officeDocument/2006/relationships/notesMaster" Target="/ppt/notesMasters/notesMaster1.xml" Id="Rfaf634eac80c4e9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cab56997bd945e6" /><Relationship Type="http://schemas.openxmlformats.org/officeDocument/2006/relationships/notesMaster" Target="/ppt/notesMasters/notesMaster1.xml" Id="Rb18b380239844a9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1568501d11c45d5" /><Relationship Type="http://schemas.openxmlformats.org/officeDocument/2006/relationships/notesMaster" Target="/ppt/notesMasters/notesMaster1.xml" Id="Rb7cf733a62d94f2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68d85d96bdb42d0" /><Relationship Type="http://schemas.openxmlformats.org/officeDocument/2006/relationships/notesMaster" Target="/ppt/notesMasters/notesMaster1.xml" Id="R93a0e18c30c74cb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3c6fddeeda84411" /><Relationship Type="http://schemas.openxmlformats.org/officeDocument/2006/relationships/notesMaster" Target="/ppt/notesMasters/notesMaster1.xml" Id="Rfc933a009090478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da914d3bd6748aa" /><Relationship Type="http://schemas.openxmlformats.org/officeDocument/2006/relationships/notesMaster" Target="/ppt/notesMasters/notesMaster1.xml" Id="R3361132e36a84c1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69d6010d8d94e64" /><Relationship Type="http://schemas.openxmlformats.org/officeDocument/2006/relationships/notesMaster" Target="/ppt/notesMasters/notesMaster1.xml" Id="Rd026d8c9afb44e5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85d25fbd631438f" /><Relationship Type="http://schemas.openxmlformats.org/officeDocument/2006/relationships/notesMaster" Target="/ppt/notesMasters/notesMaster1.xml" Id="R9554af76c6d9465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c94f30dc3ff441f" /><Relationship Type="http://schemas.openxmlformats.org/officeDocument/2006/relationships/notesMaster" Target="/ppt/notesMasters/notesMaster1.xml" Id="Rb948a3775ee141e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5863a23758f426a" /><Relationship Type="http://schemas.openxmlformats.org/officeDocument/2006/relationships/notesMaster" Target="/ppt/notesMasters/notesMaster1.xml" Id="R533f04652f34461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3bdfc940f4a4940" /><Relationship Type="http://schemas.openxmlformats.org/officeDocument/2006/relationships/notesMaster" Target="/ppt/notesMasters/notesMaster1.xml" Id="Ree756cd48b5945a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43c296f4dc0489b" /><Relationship Type="http://schemas.openxmlformats.org/officeDocument/2006/relationships/notesMaster" Target="/ppt/notesMasters/notesMaster1.xml" Id="R124e14dbc10c4af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9d78a96ba0b4614" /><Relationship Type="http://schemas.openxmlformats.org/officeDocument/2006/relationships/notesMaster" Target="/ppt/notesMasters/notesMaster1.xml" Id="Rdba8c95a0cd1449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ce7aa8195c6e4f75" /><Relationship Type="http://schemas.openxmlformats.org/officeDocument/2006/relationships/notesMaster" Target="/ppt/notesMasters/notesMaster1.xml" Id="Ra889dd9aeb2041a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228528558b9445d" /><Relationship Type="http://schemas.openxmlformats.org/officeDocument/2006/relationships/notesMaster" Target="/ppt/notesMasters/notesMaster1.xml" Id="R8db5d242ef184cf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c4a721d545649f5" /><Relationship Type="http://schemas.openxmlformats.org/officeDocument/2006/relationships/notesMaster" Target="/ppt/notesMasters/notesMaster1.xml" Id="R1fe209fc511a495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9394a29658f42dc" /><Relationship Type="http://schemas.openxmlformats.org/officeDocument/2006/relationships/notesMaster" Target="/ppt/notesMasters/notesMaster1.xml" Id="R14f6c9d3d4bc427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a456f40394a4dec" /><Relationship Type="http://schemas.openxmlformats.org/officeDocument/2006/relationships/notesMaster" Target="/ppt/notesMasters/notesMaster1.xml" Id="R1690cb6960c4435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596a04e620149c9" /><Relationship Type="http://schemas.openxmlformats.org/officeDocument/2006/relationships/notesMaster" Target="/ppt/notesMasters/notesMaster1.xml" Id="R6e1dfc6cc7f3400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d33dbdfb302467b" /><Relationship Type="http://schemas.openxmlformats.org/officeDocument/2006/relationships/notesMaster" Target="/ppt/notesMasters/notesMaster1.xml" Id="Rd60286b9f26942c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1546c4a074c3491b" /><Relationship Type="http://schemas.openxmlformats.org/officeDocument/2006/relationships/notesMaster" Target="/ppt/notesMasters/notesMaster1.xml" Id="R02a73a30f19048f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4d3368482274e48" /><Relationship Type="http://schemas.openxmlformats.org/officeDocument/2006/relationships/notesMaster" Target="/ppt/notesMasters/notesMaster1.xml" Id="R3d5d9c5eb14e497d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b0c47388a0d4a26" /><Relationship Type="http://schemas.openxmlformats.org/officeDocument/2006/relationships/notesMaster" Target="/ppt/notesMasters/notesMaster1.xml" Id="R880cdfa41885483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676f476ea894744" /><Relationship Type="http://schemas.openxmlformats.org/officeDocument/2006/relationships/notesMaster" Target="/ppt/notesMasters/notesMaster1.xml" Id="R2622af934a4d4e5c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c9a634890004038" /><Relationship Type="http://schemas.openxmlformats.org/officeDocument/2006/relationships/notesMaster" Target="/ppt/notesMasters/notesMaster1.xml" Id="R8cf012e7bfe8456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2c7d2df0e9846ff" /><Relationship Type="http://schemas.openxmlformats.org/officeDocument/2006/relationships/notesMaster" Target="/ppt/notesMasters/notesMaster1.xml" Id="Rac10f0a6d3e042a5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a47f25853ae46c5" /><Relationship Type="http://schemas.openxmlformats.org/officeDocument/2006/relationships/notesMaster" Target="/ppt/notesMasters/notesMaster1.xml" Id="R3e562f71c42a41d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26f1f26b5b4240a5" /><Relationship Type="http://schemas.openxmlformats.org/officeDocument/2006/relationships/notesMaster" Target="/ppt/notesMasters/notesMaster1.xml" Id="R29373026345d431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e021ef22f0cc4480" /><Relationship Type="http://schemas.openxmlformats.org/officeDocument/2006/relationships/notesMaster" Target="/ppt/notesMasters/notesMaster1.xml" Id="Rcf6ed0096973433f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1927ed8c3fa246db" /><Relationship Type="http://schemas.openxmlformats.org/officeDocument/2006/relationships/notesMaster" Target="/ppt/notesMasters/notesMaster1.xml" Id="Rdfb2dbd11c094c8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90e6bc40e564f00" /><Relationship Type="http://schemas.openxmlformats.org/officeDocument/2006/relationships/notesMaster" Target="/ppt/notesMasters/notesMaster1.xml" Id="R571a3f03504e49f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c6db016c7bb406e" /><Relationship Type="http://schemas.openxmlformats.org/officeDocument/2006/relationships/notesMaster" Target="/ppt/notesMasters/notesMaster1.xml" Id="R98cee97459d84fef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f0a33281212d4247" /><Relationship Type="http://schemas.openxmlformats.org/officeDocument/2006/relationships/notesMaster" Target="/ppt/notesMasters/notesMaster1.xml" Id="R33f3c2a7a44e40b9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1ea6d13fdb1c4aba" /><Relationship Type="http://schemas.openxmlformats.org/officeDocument/2006/relationships/notesMaster" Target="/ppt/notesMasters/notesMaster1.xml" Id="R9279ae1e883e4f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FIDCs 2023: valor encerrado ANBIMA (Boletim de Mercado de Capitais, snapshot mai/26, aba 02-02-Vlr); gap por instrumento em industry_market_offer_reconciliation.csv.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12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Pacotes documentais versionados em data/deep_dives; fontes e lacunas por CNPJ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raiz e nome fotografados, identidade oficial, PL, subordinação, emissão, tipo, família de referência, documento, página e lacunas por CNPJ.</a:t>
            </a:r>
          </a:p>
          <a:p xmlns:a="http://schemas.openxmlformats.org/drawingml/2006/main">
            <a:r>
              <a:t>- 1 veículo fora da base mensal FIDC foi mantido com status explícito; métricas FIDC não foram imputadas.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- Auditoria de perímetro e taxonomia — industry_fic_detection_audit.csv, industry_taxonomy_crosscheck.csv e taxonomy_review_actions.csv; competência 2026-06.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28b29ba0f4e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de4f807d9a4f11" /><Relationship Type="http://schemas.openxmlformats.org/officeDocument/2006/relationships/slideLayout" Target="/ppt/slideLayouts/slideLayout1.xml" Id="R692f7517af6b46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2f7517af6b46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b66a0bc80463f" /><Relationship Type="http://schemas.openxmlformats.org/officeDocument/2006/relationships/notesSlide" Target="/ppt/notesSlides/notesSlide1.xml" Id="Rc683db400ab543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1e096920249ad" /><Relationship Type="http://schemas.openxmlformats.org/officeDocument/2006/relationships/notesSlide" Target="/ppt/notesSlides/notesSlide2.xml" Id="Radc696b67acd48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b229705d84f69" /><Relationship Type="http://schemas.openxmlformats.org/officeDocument/2006/relationships/chart" Target="/ppt/slides/charts/chart1.xml" Id="R829fbc2f3e1e4457" /><Relationship Type="http://schemas.openxmlformats.org/officeDocument/2006/relationships/chart" Target="/ppt/slides/charts/chart2.xml" Id="R560fcc48eaa4425b" /><Relationship Type="http://schemas.openxmlformats.org/officeDocument/2006/relationships/chart" Target="/ppt/slides/charts/chart3.xml" Id="Re5d7a6db143d4dd6" /><Relationship Type="http://schemas.openxmlformats.org/officeDocument/2006/relationships/chart" Target="/ppt/slides/charts/chart4.xml" Id="R84724a38756e4504" /><Relationship Type="http://schemas.openxmlformats.org/officeDocument/2006/relationships/notesSlide" Target="/ppt/notesSlides/notesSlide3.xml" Id="R6b441c0ea7d94c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a2830552e43ea" /><Relationship Type="http://schemas.openxmlformats.org/officeDocument/2006/relationships/chart" Target="/ppt/slides/charts/chart5.xml" Id="R0ef41031319c4931" /><Relationship Type="http://schemas.openxmlformats.org/officeDocument/2006/relationships/chart" Target="/ppt/slides/charts/chart6.xml" Id="Re5945bf76d3948a9" /><Relationship Type="http://schemas.openxmlformats.org/officeDocument/2006/relationships/notesSlide" Target="/ppt/notesSlides/notesSlide4.xml" Id="R8bc3a685f4f646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2307467c541c6" /><Relationship Type="http://schemas.openxmlformats.org/officeDocument/2006/relationships/chart" Target="/ppt/slides/charts/chart7.xml" Id="R8863a33576344468" /><Relationship Type="http://schemas.openxmlformats.org/officeDocument/2006/relationships/notesSlide" Target="/ppt/notesSlides/notesSlide5.xml" Id="Rbe8a4ff2a7ec43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46df9b52b448d" /><Relationship Type="http://schemas.openxmlformats.org/officeDocument/2006/relationships/chart" Target="/ppt/slides/charts/chart8.xml" Id="R47a09e4475264564" /><Relationship Type="http://schemas.openxmlformats.org/officeDocument/2006/relationships/chart" Target="/ppt/slides/charts/chart9.xml" Id="R26a86beaf93c4baa" /><Relationship Type="http://schemas.openxmlformats.org/officeDocument/2006/relationships/chart" Target="/ppt/slides/charts/chart10.xml" Id="R083f17d271074793" /><Relationship Type="http://schemas.openxmlformats.org/officeDocument/2006/relationships/notesSlide" Target="/ppt/notesSlides/notesSlide6.xml" Id="Ra41e079c97fa49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cc0974cd949ee" /><Relationship Type="http://schemas.openxmlformats.org/officeDocument/2006/relationships/chart" Target="/ppt/slides/charts/chart11.xml" Id="R90f52f7802884b7c" /><Relationship Type="http://schemas.openxmlformats.org/officeDocument/2006/relationships/chart" Target="/ppt/slides/charts/chart12.xml" Id="Rd7bf37ebb0d54ae9" /><Relationship Type="http://schemas.openxmlformats.org/officeDocument/2006/relationships/chart" Target="/ppt/slides/charts/chart13.xml" Id="Ra6a40a9b58c44272" /><Relationship Type="http://schemas.openxmlformats.org/officeDocument/2006/relationships/chart" Target="/ppt/slides/charts/chart14.xml" Id="R499a0633ed874498" /><Relationship Type="http://schemas.openxmlformats.org/officeDocument/2006/relationships/chart" Target="/ppt/slides/charts/chart15.xml" Id="R91f4dad7a0614e42" /><Relationship Type="http://schemas.openxmlformats.org/officeDocument/2006/relationships/notesSlide" Target="/ppt/notesSlides/notesSlide7.xml" Id="R1820365825364f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630b68f04447c" /><Relationship Type="http://schemas.openxmlformats.org/officeDocument/2006/relationships/chart" Target="/ppt/slides/charts/chart16.xml" Id="R57837a9a79f34fe7" /><Relationship Type="http://schemas.openxmlformats.org/officeDocument/2006/relationships/chart" Target="/ppt/slides/charts/chart17.xml" Id="Rd408b8ecafeb4381" /><Relationship Type="http://schemas.openxmlformats.org/officeDocument/2006/relationships/chart" Target="/ppt/slides/charts/chart18.xml" Id="R4b9fb70146ef48be" /><Relationship Type="http://schemas.openxmlformats.org/officeDocument/2006/relationships/notesSlide" Target="/ppt/notesSlides/notesSlide8.xml" Id="Rb3465e08aaec4f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ac87d22254d26" /><Relationship Type="http://schemas.openxmlformats.org/officeDocument/2006/relationships/chart" Target="/ppt/slides/charts/chart19.xml" Id="R71d2f0705bd441c2" /><Relationship Type="http://schemas.openxmlformats.org/officeDocument/2006/relationships/chart" Target="/ppt/slides/charts/chart20.xml" Id="Rc3042b48dfb84aae" /><Relationship Type="http://schemas.openxmlformats.org/officeDocument/2006/relationships/chart" Target="/ppt/slides/charts/chart21.xml" Id="Re68ccc7a76b74559" /><Relationship Type="http://schemas.openxmlformats.org/officeDocument/2006/relationships/notesSlide" Target="/ppt/notesSlides/notesSlide9.xml" Id="R88748d0efeeb4b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d5b132a724fa8" /><Relationship Type="http://schemas.openxmlformats.org/officeDocument/2006/relationships/chart" Target="/ppt/slides/charts/chart22.xml" Id="Rd51c4aaadaf743eb" /><Relationship Type="http://schemas.openxmlformats.org/officeDocument/2006/relationships/chart" Target="/ppt/slides/charts/chart23.xml" Id="R509c7d973fbf4e5a" /><Relationship Type="http://schemas.openxmlformats.org/officeDocument/2006/relationships/chart" Target="/ppt/slides/charts/chart24.xml" Id="R241a2d5816dc4e9a" /><Relationship Type="http://schemas.openxmlformats.org/officeDocument/2006/relationships/notesSlide" Target="/ppt/notesSlides/notesSlide10.xml" Id="R2736355b6e3546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15cefea134473" /><Relationship Type="http://schemas.openxmlformats.org/officeDocument/2006/relationships/chart" Target="/ppt/slides/charts/chart25.xml" Id="Rc10a6ad9382548c4" /><Relationship Type="http://schemas.openxmlformats.org/officeDocument/2006/relationships/notesSlide" Target="/ppt/notesSlides/notesSlide11.xml" Id="R1beba43cd1df46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492a65bfa419d" /><Relationship Type="http://schemas.openxmlformats.org/officeDocument/2006/relationships/chart" Target="/ppt/slides/charts/chart26.xml" Id="R6444aa5e90c242fc" /><Relationship Type="http://schemas.openxmlformats.org/officeDocument/2006/relationships/chart" Target="/ppt/slides/charts/chart27.xml" Id="Rf9e381792cb843c8" /><Relationship Type="http://schemas.openxmlformats.org/officeDocument/2006/relationships/notesSlide" Target="/ppt/notesSlides/notesSlide12.xml" Id="R07248134b21e45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6b1afedbe48f3" /><Relationship Type="http://schemas.openxmlformats.org/officeDocument/2006/relationships/chart" Target="/ppt/slides/charts/chart28.xml" Id="R4d8cffd79d1b4457" /><Relationship Type="http://schemas.openxmlformats.org/officeDocument/2006/relationships/chart" Target="/ppt/slides/charts/chart29.xml" Id="Ra785ed54d15b4267" /><Relationship Type="http://schemas.openxmlformats.org/officeDocument/2006/relationships/notesSlide" Target="/ppt/notesSlides/notesSlide13.xml" Id="Racb1f7f4c20446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fab69f67f44f0" /><Relationship Type="http://schemas.openxmlformats.org/officeDocument/2006/relationships/chart" Target="/ppt/slides/charts/chart30.xml" Id="Rd1a7f2c37dfe4cad" /><Relationship Type="http://schemas.openxmlformats.org/officeDocument/2006/relationships/chart" Target="/ppt/slides/charts/chart31.xml" Id="R4440c9150ada4c39" /><Relationship Type="http://schemas.openxmlformats.org/officeDocument/2006/relationships/notesSlide" Target="/ppt/notesSlides/notesSlide14.xml" Id="R7e8a17801f484b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d004857b64470" /><Relationship Type="http://schemas.openxmlformats.org/officeDocument/2006/relationships/notesSlide" Target="/ppt/notesSlides/notesSlide15.xml" Id="Rf3056830a09843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69e17ce1d4adc" /><Relationship Type="http://schemas.openxmlformats.org/officeDocument/2006/relationships/notesSlide" Target="/ppt/notesSlides/notesSlide16.xml" Id="R06883a0d0ef84c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9f517584b42f3" /><Relationship Type="http://schemas.openxmlformats.org/officeDocument/2006/relationships/chart" Target="/ppt/slides/charts/chart32.xml" Id="Ra64515a7d855426b" /><Relationship Type="http://schemas.openxmlformats.org/officeDocument/2006/relationships/chart" Target="/ppt/slides/charts/chart33.xml" Id="Rbac919f8e8844649" /><Relationship Type="http://schemas.openxmlformats.org/officeDocument/2006/relationships/chart" Target="/ppt/slides/charts/chart34.xml" Id="Rfe155e9201354387" /><Relationship Type="http://schemas.openxmlformats.org/officeDocument/2006/relationships/notesSlide" Target="/ppt/notesSlides/notesSlide17.xml" Id="R0a5611f6d6ff402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96635de2c42ef" /><Relationship Type="http://schemas.openxmlformats.org/officeDocument/2006/relationships/notesSlide" Target="/ppt/notesSlides/notesSlide18.xml" Id="R9c69e523b22c40a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54f5e6c484ac8" /><Relationship Type="http://schemas.openxmlformats.org/officeDocument/2006/relationships/notesSlide" Target="/ppt/notesSlides/notesSlide19.xml" Id="Rc16999e469cc43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eb59d7f604b4d" /><Relationship Type="http://schemas.openxmlformats.org/officeDocument/2006/relationships/notesSlide" Target="/ppt/notesSlides/notesSlide20.xml" Id="R670f67d2beb947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b7ab5a80349b0" /><Relationship Type="http://schemas.openxmlformats.org/officeDocument/2006/relationships/notesSlide" Target="/ppt/notesSlides/notesSlide21.xml" Id="Rcb826f627bb6426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3dfb2599343f0" /><Relationship Type="http://schemas.openxmlformats.org/officeDocument/2006/relationships/notesSlide" Target="/ppt/notesSlides/notesSlide22.xml" Id="R1992b8a1107643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27dbe96c9443c" /><Relationship Type="http://schemas.openxmlformats.org/officeDocument/2006/relationships/notesSlide" Target="/ppt/notesSlides/notesSlide23.xml" Id="R856dd8438ec2410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9715b1f13438c" /><Relationship Type="http://schemas.openxmlformats.org/officeDocument/2006/relationships/notesSlide" Target="/ppt/notesSlides/notesSlide24.xml" Id="R01862829a2ac410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90115d2854e9a" /><Relationship Type="http://schemas.openxmlformats.org/officeDocument/2006/relationships/chart" Target="/ppt/slides/charts/chart35.xml" Id="Rf475440750cd4353" /><Relationship Type="http://schemas.openxmlformats.org/officeDocument/2006/relationships/notesSlide" Target="/ppt/notesSlides/notesSlide25.xml" Id="R97a0e6d63c2d459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b169035c04e5e" /><Relationship Type="http://schemas.openxmlformats.org/officeDocument/2006/relationships/notesSlide" Target="/ppt/notesSlides/notesSlide26.xml" Id="Rdf2e332d0977433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a6ad3b4ca4e80" /><Relationship Type="http://schemas.openxmlformats.org/officeDocument/2006/relationships/chart" Target="/ppt/slides/charts/chart36.xml" Id="R723167fb462e49ea" /><Relationship Type="http://schemas.openxmlformats.org/officeDocument/2006/relationships/chart" Target="/ppt/slides/charts/chart37.xml" Id="Rb5b4319fc3f64922" /><Relationship Type="http://schemas.openxmlformats.org/officeDocument/2006/relationships/chart" Target="/ppt/slides/charts/chart38.xml" Id="Re3d7b3f5ef4647d1" /><Relationship Type="http://schemas.openxmlformats.org/officeDocument/2006/relationships/notesSlide" Target="/ppt/notesSlides/notesSlide27.xml" Id="R0af6ce3fdb714c2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6836a49d946a4" /><Relationship Type="http://schemas.openxmlformats.org/officeDocument/2006/relationships/chart" Target="/ppt/slides/charts/chart39.xml" Id="R46d5f1949f614bc8" /><Relationship Type="http://schemas.openxmlformats.org/officeDocument/2006/relationships/chart" Target="/ppt/slides/charts/chart40.xml" Id="R17c4fd24d7a1407d" /><Relationship Type="http://schemas.openxmlformats.org/officeDocument/2006/relationships/chart" Target="/ppt/slides/charts/chart41.xml" Id="R87b29d95b20b40c8" /><Relationship Type="http://schemas.openxmlformats.org/officeDocument/2006/relationships/chart" Target="/ppt/slides/charts/chart42.xml" Id="Radeb24283fe24eee" /><Relationship Type="http://schemas.openxmlformats.org/officeDocument/2006/relationships/notesSlide" Target="/ppt/notesSlides/notesSlide28.xml" Id="R7e3af21ef5c64a8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9309407fa4851" /><Relationship Type="http://schemas.openxmlformats.org/officeDocument/2006/relationships/chart" Target="/ppt/slides/charts/chart43.xml" Id="R310fa8b0f0094b95" /><Relationship Type="http://schemas.openxmlformats.org/officeDocument/2006/relationships/chart" Target="/ppt/slides/charts/chart44.xml" Id="R2d177d1c4a5e4389" /><Relationship Type="http://schemas.openxmlformats.org/officeDocument/2006/relationships/chart" Target="/ppt/slides/charts/chart45.xml" Id="R36fe47eb9f9b4f3e" /><Relationship Type="http://schemas.openxmlformats.org/officeDocument/2006/relationships/chart" Target="/ppt/slides/charts/chart46.xml" Id="R724ea1b3767b4e14" /><Relationship Type="http://schemas.openxmlformats.org/officeDocument/2006/relationships/chart" Target="/ppt/slides/charts/chart47.xml" Id="R238997c66b6b43e5" /><Relationship Type="http://schemas.openxmlformats.org/officeDocument/2006/relationships/notesSlide" Target="/ppt/notesSlides/notesSlide29.xml" Id="R8142c2d467814e1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101179db6497e" /><Relationship Type="http://schemas.openxmlformats.org/officeDocument/2006/relationships/notesSlide" Target="/ppt/notesSlides/notesSlide30.xml" Id="R1f65e65caaf34ea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ba55284f14bd9" /><Relationship Type="http://schemas.openxmlformats.org/officeDocument/2006/relationships/notesSlide" Target="/ppt/notesSlides/notesSlide31.xml" Id="R2d452849252f4b1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a6a6d68e74e52" /><Relationship Type="http://schemas.openxmlformats.org/officeDocument/2006/relationships/notesSlide" Target="/ppt/notesSlides/notesSlide32.xml" Id="R49971b6f2c8f455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804f3a29d468e" /><Relationship Type="http://schemas.openxmlformats.org/officeDocument/2006/relationships/notesSlide" Target="/ppt/notesSlides/notesSlide33.xml" Id="Rb8dc6cf0a38440e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fcb33be02438a" /><Relationship Type="http://schemas.openxmlformats.org/officeDocument/2006/relationships/notesSlide" Target="/ppt/notesSlides/notesSlide34.xml" Id="R02396fbdec134be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c66eb9a754805" /><Relationship Type="http://schemas.openxmlformats.org/officeDocument/2006/relationships/notesSlide" Target="/ppt/notesSlides/notesSlide35.xml" Id="R02ade2e125134e1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6af6b3cb845a2" /><Relationship Type="http://schemas.openxmlformats.org/officeDocument/2006/relationships/notesSlide" Target="/ppt/notesSlides/notesSlide36.xml" Id="R6bb8813728424e4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1a03674054a70" /><Relationship Type="http://schemas.openxmlformats.org/officeDocument/2006/relationships/notesSlide" Target="/ppt/notesSlides/notesSlide37.xml" Id="R0a38336600a9403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7036f837e4d17" /><Relationship Type="http://schemas.openxmlformats.org/officeDocument/2006/relationships/notesSlide" Target="/ppt/notesSlides/notesSlide38.xml" Id="R994afa9f53d4475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f5947bb154d23" /><Relationship Type="http://schemas.openxmlformats.org/officeDocument/2006/relationships/notesSlide" Target="/ppt/notesSlides/notesSlide39.xml" Id="Rec0548395a0a462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91dc609974c9d" /><Relationship Type="http://schemas.openxmlformats.org/officeDocument/2006/relationships/notesSlide" Target="/ppt/notesSlides/notesSlide40.xml" Id="Rc60b4fb9e3b6426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36210e0d7491e" /><Relationship Type="http://schemas.openxmlformats.org/officeDocument/2006/relationships/notesSlide" Target="/ppt/notesSlides/notesSlide41.xml" Id="R49d743596c954db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0b5c641f34daf" /><Relationship Type="http://schemas.openxmlformats.org/officeDocument/2006/relationships/notesSlide" Target="/ppt/notesSlides/notesSlide42.xml" Id="Rc18ecd16233c40c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7abe9f46943a2" /><Relationship Type="http://schemas.openxmlformats.org/officeDocument/2006/relationships/notesSlide" Target="/ppt/notesSlides/notesSlide43.xml" Id="Rfde67b8f85da499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bf94e8e8f4d88" /><Relationship Type="http://schemas.openxmlformats.org/officeDocument/2006/relationships/notesSlide" Target="/ppt/notesSlides/notesSlide44.xml" Id="R0a540e7f2617426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2e84c399e4e5e" /><Relationship Type="http://schemas.openxmlformats.org/officeDocument/2006/relationships/notesSlide" Target="/ppt/notesSlides/notesSlide45.xml" Id="Re44872907d72475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7d5db35f54bd7" /><Relationship Type="http://schemas.openxmlformats.org/officeDocument/2006/relationships/notesSlide" Target="/ppt/notesSlides/notesSlide46.xml" Id="Re23021c10a90440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d509fa54d4ca5" /><Relationship Type="http://schemas.openxmlformats.org/officeDocument/2006/relationships/notesSlide" Target="/ppt/notesSlides/notesSlide47.xml" Id="R19d9d87daffe418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fd42bd38d46f6" /><Relationship Type="http://schemas.openxmlformats.org/officeDocument/2006/relationships/notesSlide" Target="/ppt/notesSlides/notesSlide48.xml" Id="R7ced25d5dbcb420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0866f00a34567" /><Relationship Type="http://schemas.openxmlformats.org/officeDocument/2006/relationships/notesSlide" Target="/ppt/notesSlides/notesSlide49.xml" Id="R1de4a9d2d4fc424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e04ac053a46d8" /><Relationship Type="http://schemas.openxmlformats.org/officeDocument/2006/relationships/notesSlide" Target="/ppt/notesSlides/notesSlide50.xml" Id="Rcc43bc7e2b4a409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de5f7edc24b0d" /><Relationship Type="http://schemas.openxmlformats.org/officeDocument/2006/relationships/notesSlide" Target="/ppt/notesSlides/notesSlide51.xml" Id="R5f291d16255d462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2d376dee0422b" /><Relationship Type="http://schemas.openxmlformats.org/officeDocument/2006/relationships/notesSlide" Target="/ppt/notesSlides/notesSlide52.xml" Id="R8cccd4957a804e8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57814f4504e6a" /><Relationship Type="http://schemas.openxmlformats.org/officeDocument/2006/relationships/notesSlide" Target="/ppt/notesSlides/notesSlide53.xml" Id="R6c15c9e97e2841f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6684f55a1472c" /><Relationship Type="http://schemas.openxmlformats.org/officeDocument/2006/relationships/notesSlide" Target="/ppt/notesSlides/notesSlide54.xml" Id="R6313123a564f464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32455906140f7" /><Relationship Type="http://schemas.openxmlformats.org/officeDocument/2006/relationships/chart" Target="/ppt/slides/charts/chart48.xml" Id="R49f4e694d3ba4e34" /><Relationship Type="http://schemas.openxmlformats.org/officeDocument/2006/relationships/chart" Target="/ppt/slides/charts/chart49.xml" Id="Re45d9dddcee74531" /><Relationship Type="http://schemas.openxmlformats.org/officeDocument/2006/relationships/chart" Target="/ppt/slides/charts/chart50.xml" Id="Rbf4d2677382d45c3" /><Relationship Type="http://schemas.openxmlformats.org/officeDocument/2006/relationships/chart" Target="/ppt/slides/charts/chart51.xml" Id="Rd26723fce88f4863" /><Relationship Type="http://schemas.openxmlformats.org/officeDocument/2006/relationships/chart" Target="/ppt/slides/charts/chart52.xml" Id="R22bc381b690042ed" /><Relationship Type="http://schemas.openxmlformats.org/officeDocument/2006/relationships/chart" Target="/ppt/slides/charts/chart53.xml" Id="R982bfb2b4d114102" /><Relationship Type="http://schemas.openxmlformats.org/officeDocument/2006/relationships/chart" Target="/ppt/slides/charts/chart54.xml" Id="R9e337c980d0141aa" /><Relationship Type="http://schemas.openxmlformats.org/officeDocument/2006/relationships/notesSlide" Target="/ppt/notesSlides/notesSlide55.xml" Id="R3c5d34e0394b42b3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eb6a7578c4659" /><Relationship Type="http://schemas.openxmlformats.org/officeDocument/2006/relationships/chart" Target="/ppt/slides/charts/chart55.xml" Id="Rffe784efa8de4288" /><Relationship Type="http://schemas.openxmlformats.org/officeDocument/2006/relationships/notesSlide" Target="/ppt/notesSlides/notesSlide56.xml" Id="Rd6f13b310bc549dd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e32b084834afc" /><Relationship Type="http://schemas.openxmlformats.org/officeDocument/2006/relationships/chart" Target="/ppt/slides/charts/chart56.xml" Id="R015a9169b6b74237" /><Relationship Type="http://schemas.openxmlformats.org/officeDocument/2006/relationships/chart" Target="/ppt/slides/charts/chart57.xml" Id="Rbc8a134cdae9410b" /><Relationship Type="http://schemas.openxmlformats.org/officeDocument/2006/relationships/notesSlide" Target="/ppt/notesSlides/notesSlide57.xml" Id="R6df21ee2728e407e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835a0e6e241d1" /><Relationship Type="http://schemas.openxmlformats.org/officeDocument/2006/relationships/chart" Target="/ppt/slides/charts/chart58.xml" Id="Re72f2c510c83430c" /><Relationship Type="http://schemas.openxmlformats.org/officeDocument/2006/relationships/notesSlide" Target="/ppt/notesSlides/notesSlide58.xml" Id="Rbee1cabe7c26467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f06295c8f4441" /><Relationship Type="http://schemas.openxmlformats.org/officeDocument/2006/relationships/chart" Target="/ppt/slides/charts/chart59.xml" Id="R5ded30068b5a4afb" /><Relationship Type="http://schemas.openxmlformats.org/officeDocument/2006/relationships/notesSlide" Target="/ppt/notesSlides/notesSlide59.xml" Id="R3e3db6cb6ec74ee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adea919a74851" /><Relationship Type="http://schemas.openxmlformats.org/officeDocument/2006/relationships/chart" Target="/ppt/slides/charts/chart60.xml" Id="R84f8fa6daecf4493" /><Relationship Type="http://schemas.openxmlformats.org/officeDocument/2006/relationships/notesSlide" Target="/ppt/notesSlides/notesSlide60.xml" Id="R759aa560ed924839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7c0e3ce484c4f" /><Relationship Type="http://schemas.openxmlformats.org/officeDocument/2006/relationships/notesSlide" Target="/ppt/notesSlides/notesSlide61.xml" Id="R92476b750e014c0c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b553ef83a4d2b" /><Relationship Type="http://schemas.openxmlformats.org/officeDocument/2006/relationships/chart" Target="/ppt/slides/charts/chart61.xml" Id="R292da6cb31c34657" /><Relationship Type="http://schemas.openxmlformats.org/officeDocument/2006/relationships/notesSlide" Target="/ppt/notesSlides/notesSlide62.xml" Id="R3ca9c234d24a4676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4d65e9128448f" /><Relationship Type="http://schemas.openxmlformats.org/officeDocument/2006/relationships/chart" Target="/ppt/slides/charts/chart62.xml" Id="R805db8af22c04d84" /><Relationship Type="http://schemas.openxmlformats.org/officeDocument/2006/relationships/notesSlide" Target="/ppt/notesSlides/notesSlide63.xml" Id="Rb5fb932cba0d4e7d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a5cff116e4ada" /><Relationship Type="http://schemas.openxmlformats.org/officeDocument/2006/relationships/chart" Target="/ppt/slides/charts/chart63.xml" Id="Ra8a7eadeab184fba" /><Relationship Type="http://schemas.openxmlformats.org/officeDocument/2006/relationships/notesSlide" Target="/ppt/notesSlides/notesSlide64.xml" Id="R155ed4fb503a4460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e1b95a90d4076" /><Relationship Type="http://schemas.openxmlformats.org/officeDocument/2006/relationships/notesSlide" Target="/ppt/notesSlides/notesSlide65.xml" Id="R420678dbb00745e9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PL direto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821.36155928445</c:v>
              </c:pt>
            </c:numLit>
          </c:val>
        </c:ser>
        <c:ser>
          <c:idx val="1"/>
          <c:order val="1"/>
          <c:tx>
            <c:v>Saldo FIC</c:v>
          </c:tx>
          <c:spPr>
            <a:solidFill>
              <a:srgbClr val="30353A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2.21705534786</c:v>
              </c:pt>
              <c:pt idx="1">
                <c:v>2.7366018263200003</c:v>
              </c:pt>
              <c:pt idx="2">
                <c:v>5.06886420441</c:v>
              </c:pt>
              <c:pt idx="3">
                <c:v>10.41087893892</c:v>
              </c:pt>
              <c:pt idx="4">
                <c:v>9.72982591741</c:v>
              </c:pt>
              <c:pt idx="5">
                <c:v>10.56319664694</c:v>
              </c:pt>
              <c:pt idx="6">
                <c:v>12.94352617417</c:v>
              </c:pt>
              <c:pt idx="7">
                <c:v>17.42384288774</c:v>
              </c:pt>
              <c:pt idx="8">
                <c:v>33.02418578098</c:v>
              </c:pt>
              <c:pt idx="9">
                <c:v>80.38437165218001</c:v>
              </c:pt>
              <c:pt idx="10">
                <c:v>147.00928566699</c:v>
              </c:pt>
              <c:pt idx="11">
                <c:v>140.12447860420002</c:v>
              </c:pt>
            </c:numLit>
          </c:val>
        </c:ser>
        <c:gapWidth val="52"/>
        <c:overlap val="100"/>
        <c:axId val="48650112"/>
        <c:axId val="48672768"/>
      </c:barChart>
      <c:lineChart>
        <c:grouping val="standard"/>
        <c:varyColors val="0"/>
        <c:ser>
          <c:idx val="2"/>
          <c:order val="2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84.6910015744</c:v>
              </c:pt>
              <c:pt idx="1">
                <c:v>93.803241587</c:v>
              </c:pt>
              <c:pt idx="2">
                <c:v>115.248038418</c:v>
              </c:pt>
              <c:pt idx="3">
                <c:v>141.570227292</c:v>
              </c:pt>
              <c:pt idx="4">
                <c:v>237.443419708</c:v>
              </c:pt>
              <c:pt idx="5">
                <c:v>217.765239141</c:v>
              </c:pt>
              <c:pt idx="6">
                <c:v>308.945976311</c:v>
              </c:pt>
              <c:pt idx="7">
                <c:v>378.898513471</c:v>
              </c:pt>
              <c:pt idx="8">
                <c:v>485.359225502</c:v>
              </c:pt>
              <c:pt idx="9">
                <c:v>731.837114451</c:v>
              </c:pt>
              <c:pt idx="10">
                <c:v>919.117717865</c:v>
              </c:pt>
              <c:pt idx="11">
                <c:v>961.486037889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PL direto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Saldo FIC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95981-FDED-44A1-92E7-B4E4F861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F3DAB-FA34-43A9-9C6E-4E84DF0A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A9DF2-5ADB-43BE-AB79-BD39F57B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E656E-DCAB-4CD6-B4D8-3081C751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06A8E-E2F7-4B25-84BA-97512860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FBA68-A76B-4E38-845C-A69E288F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7C108-9BD2-41FA-8847-C86FA210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8901282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6A6944-7B2F-428C-86EF-F6820788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D0D01-BD2A-4B00-AF23-EC1A7287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92645-A42B-4F56-AC2F-51DEBA58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0FCB1-69C3-4C06-BFC0-55F90804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B95F9-D754-44A2-A291-B1E20ACA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03D2C-D581-4C51-BA59-E15849C1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F45F9-B4CC-45AE-969B-081A1E97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9DB85-C7D5-48D9-8975-908530BF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D1BD6-F313-4D9B-BCD3-A940482B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99BF4-FDB5-4B7C-85CC-03AD0A6E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33C364-54EB-4ABC-8F5D-9181C873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B76E8-2FE1-4FCE-9E47-818B9FD8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F04F8-5D91-4DBE-BD32-B0E41E93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0C4FB-9B75-4653-B71B-F592623F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B7F47-7967-4227-84E4-AFFD73DE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58892-6150-4043-8615-7F6101BA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5BD101-4032-42EF-8D36-F85F7A80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60C12F-3C3C-4243-87C2-C19CAD49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7E23E3-83C0-493B-AC67-901842E1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E0517B-4F3C-42B6-921A-89205C2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BA8ECB-6E3F-4625-96C2-9EF2E4F7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p:txBody>
      </p:sp>
    </p:spTree>
    <p:extLst>
      <p:ext uri="{BB962C8B-B14F-4D97-AF65-F5344CB8AC3E}">
        <p14:creationId xmlns:p14="http://schemas.microsoft.com/office/powerpoint/2010/main" val="4255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9AA82C-FC6F-4AA4-A211-FD69EB6D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8CE01-DFFE-4DED-B319-FFE1493B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R$ 821 bi de PL direto; o saldo FIC é R$ 140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BC268-90BA-45BB-B95E-16D8E849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F29E9-891E-4141-A5B9-628157A2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67D59-B160-4538-94A7-477F8B5E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6933F-3F18-41EE-9AE8-2D19C0BA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26A96-D0C2-474F-B898-A6DEF04F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 + SALDO 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338A3-65D2-4191-A916-2891B7BB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9fbc2f3e1e4457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809625" y="4762500"/>
          <a:ext xmlns:a="http://schemas.openxmlformats.org/drawingml/2006/main" cx="4762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0fcc48eaa4425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6A41C-8531-4D8A-97CB-A01545D8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R$ 821,4 bi de PL direto + R$ 140,12 bi de saldo FIC = R$ 961,5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E334E-EA95-4FF5-AD79-9CD4B6CE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7DE8A8-3B6F-4492-A203-F4216DD4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ECA56-F14E-4063-A231-0B1D191D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d7a6db143d4dd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724a38756e450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7E3BAA-4205-4918-8167-4CF6F028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1ECCDB-51CC-42AA-8EB6-7AAF6A46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R$ 13.780 bi; securitização R$ 1.174 bi; carteira FIDC R$ 677 bi. O total BCB de R$ 21.681 bi inclui R$ 7.901 bi de títulos públicos e permanece no export para reconciliação.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56C883-3780-4A0F-8D98-E7ABB112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9819859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9DC87E-FEFD-4F5D-A61A-E59415C4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B7232-2580-4148-8DBD-9AADF78F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registrado; o nível de FIDCs em 2023 vem da ANBIMA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88BBC-BA5A-4173-941C-A4743AD8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AC7C4-CE8A-47CC-8FEC-15E8893F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EEA68-823D-4FE0-9B26-427566CF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 FIDCs 2023: valor encerrado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374CE-414A-4FB2-A9AA-C9CFD1E2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CEACB-4CAC-4E49-8581-EBB72BCD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421AE-6387-49ED-902E-F0A09041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f41031319c493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37C84-B5FB-4D0B-8499-B955A243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C1989D-FEDB-4D8B-970B-120B3BF9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945bf76d3948a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3C5F3-77A0-4AC9-9FA2-CD341A85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41E56-89FB-464C-8B6D-7EE0FFC0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4F9CE5-E10A-44AD-9001-86D34DDA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 FIDCs em 2023: valor encerrado do Boletim ANBIMA, porque a série CVM só captura o universo integralmente a partir de 2024; o YoY 2024 usa a base ANBIMA.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C6D72A-7E5E-4033-B865-010BF42C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E27C0E-5704-4DF9-ABF0-3D8CBC8E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6DCB3-1CDD-4865-949C-DCCE36E6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DE8284-48EF-4480-A484-2EB7AE33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DA4966-E39F-45B5-A9FF-EBDE864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6F282D-AEEB-43ED-9569-D82328FA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3299FC-141C-460B-BC2A-D71717EE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F79358-C66C-4D21-AC7A-3E1296DE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D14DC-6429-4FFD-A567-874370BA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363715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7C1CD2-C440-47DB-A2F2-53601365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391C9-CCEA-4ED8-B366-DAB6FDBC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743D9-64C3-43B5-9C1E-31C57B05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0F39C-D439-4943-BEEB-D47C2725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E8612-FBB5-41ED-87F4-BED7E1A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8D64B-8166-4BDE-B713-E3E61E94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C4D8F-4341-4D3A-8B9F-2E550DE9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D36FD-B663-43EE-8C58-6EEEBC01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63a3357634446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5BE4C-E441-4C44-9B27-913135ED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F1B0B1-C931-4998-809E-C669652F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8902B-2D89-47B5-959F-2F041285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314BF-19EE-4FAA-AF67-84274CB4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BEF65-6F91-4A36-86C9-66831921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DF27D0-9D37-4F3C-857F-361D7636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E367A-EC61-41F3-850F-5F1DF744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AAF64-4356-4B56-BB75-668AA48F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C202A-6558-45BE-9252-42D2FADA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A85803-CDB4-4787-931F-638EF82B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D8E44-341C-470F-BDC0-5E77A0ED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5D218-251B-4F42-B72F-0EB32B4F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284764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C35DD-3D55-43E9-8522-5D62ED65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03515-2376-4721-A0C7-7AF5A499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44456-B019-4892-BA20-211D2306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C9F45-F8BF-4DE8-A354-6141AE35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023E2-718E-41E3-87B1-4F81DF34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7D9A1-B82B-4E5F-A5BD-C5D4891D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F5916-0981-4D1E-865A-23F2FFF8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AE19F8-2729-4E19-A90E-DB4B2E16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a09e44752645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E5BC8-8934-4BF1-A921-86E4DDFE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AE2AE-6DF5-44FE-B6DF-3FC6F74B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a86beaf93c4ba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9CCACC-561F-409C-AC55-6B7E2B7D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6DB31-0E7F-4B89-96A0-41DA274C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f17d271074793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E078C-388A-4223-A6E9-7904C68D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323154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0C66D1-2BAC-4767-B610-3F66884B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FC103-0D5F-4E4B-81E8-53C99523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7F76B-E630-4E4F-AEA5-A556D9FB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7EDA6-499E-41A6-9A62-6D0B43F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030D8-ED7D-4863-8E1D-DB74AF10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70F97-BC8D-450A-A918-ECB263CE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f52f7802884b7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3480-21D7-409C-B0F1-1FA9B082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AF7D8-7F1B-404E-8C6C-4E59FEF2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bf37ebb0d54ae9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61DFA-AC2F-474C-AD08-36DF9BEE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8585F-39C6-41BE-9DE7-9132B122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a40a9b58c4427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714CAE-5AE2-49DD-877A-DFFF5A39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81C9DA-D175-41D6-B33D-9D975BC8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9a0633ed874498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1262EC-B4D2-48AC-B2B4-247ECDB0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887B0-1104-4F4E-A0E7-FCADBB86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D380F-AAA8-4A22-A0F1-4A26F6EE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f4dad7a0614e42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7F5051-8AB8-4891-BB50-CB4D855E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385D73-2669-41A2-8219-AA391B81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9987993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D01AD9-9EF7-463E-83E8-40A30824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05AFE-BCE4-43B1-8195-CCD05F05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60,2%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850EF-34C9-4A20-AC91-8946EA79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D0CD4-044E-4D88-91F2-EBF3ABF7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C76A9-0A86-4A82-896E-04B4B9F3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A18844-1716-4B0E-B97C-2186634A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18591-801A-40D6-B5A6-6FFD0F7A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CEFCDE-B951-493C-AA82-BEF863F7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837a9a79f34fe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4F2DA-5597-41F9-BB15-B52721E7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92C66-EFF1-4C09-B87A-B879DAC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08b8ecafeb4381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9fb70146ef48b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32F03-EBFF-4D2A-BB14-FE6610DF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B178F-B34E-4110-ADA8-83DB99F4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p:txBody>
      </p:sp>
    </p:spTree>
    <p:extLst>
      <p:ext uri="{BB962C8B-B14F-4D97-AF65-F5344CB8AC3E}">
        <p14:creationId xmlns:p14="http://schemas.microsoft.com/office/powerpoint/2010/main" val="16006227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9BD51-2B6B-47B5-AD85-2F625353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CF282-63BA-4D14-850F-634D8BB5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F3087-E201-4670-B5A7-CE14C8D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99261-5804-4B08-9EFC-FBF7455B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DB3A4-6D9C-4F0E-A904-83E24461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2A165-960D-4776-BF62-E1ABAC29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C8FBB-7E0A-41EB-82E9-31CF3865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B4302-231C-403E-8963-3565B51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d2f0705bd441c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2673A-E6DC-4367-8F10-955EEB66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A681E-4CFB-40E5-8809-B36F6F36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042b48dfb84aae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8ccc7a76b7455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4CC8D9-CE86-4C9F-898E-5502DE6F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5116762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02B726-936C-46B9-8325-358A56F5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9C772-4762-4D4F-B37D-DE652F38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30F20-4AF9-4337-8491-109CF0FC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69CE0-2E07-4654-8DFA-A9C7266B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62836-233F-472C-AAD2-EA4870E0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97F2F-18B2-4A88-A7E2-590D1DEF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704E5-C353-45C3-A1A0-8953EE6B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22A79-50AC-4BD9-956D-19A6A7C9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1c4aaadaf743e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E558-D7E0-42DA-A521-4F91F5AB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EBCAC-3F34-4D31-8189-66E63AE8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9c7d973fbf4e5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FF427-6F98-44E1-AA85-055516BA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345BF-9FC5-4638-B4B1-FAB768F1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1a2d5816dc4e9a"/>
          </a:graphicData>
        </a:graphic>
      </p:graphicFrame>
    </p:spTree>
    <p:extLst>
      <p:ext uri="{BB962C8B-B14F-4D97-AF65-F5344CB8AC3E}">
        <p14:creationId xmlns:p14="http://schemas.microsoft.com/office/powerpoint/2010/main" val="6692044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17F10E-4785-4872-A5C8-E29FCC18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E20F1-CDB4-4BE6-860A-47B2D1EA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AB127-D44F-4D45-A06B-46D132C1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21A93-4B78-4A64-8F68-96B25A69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B61B1-13D9-4D5E-8ADE-A3FE83D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B0BA0-C2A2-444D-ACA2-8CA561D4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D790B-65E2-40F0-9872-B5133DC4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29E6C-44DE-44A4-8303-02104257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0a6ad9382548c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2384C-F2ED-4B51-94B7-9327655F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F3D00-DFFE-42BB-9BDB-7C4E7640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C1EF4-A4DA-41BC-98EE-ED70DCD8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DDBA4-EBDD-4939-B8EE-1220BD77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81505-52CC-4E22-9828-32ADC7BB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E33CC-00F0-413A-9DC4-D5440537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61D8B7-3F12-4682-AA67-61C99698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09D65-8960-4DCA-9018-DAE4BF2A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F4676-0CB0-4B16-B43B-A875A0E9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27DF28-2B83-4211-8296-6501373B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5D70CB-E68E-4CC3-9948-FEE20E75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2A32DA-33FE-4DD3-9496-5CDAC676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B78B9A-6FEA-412C-A221-3CE5BD6C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F7043-5170-4D1C-A80E-9E16A4DD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585FC5-2465-43D1-8E04-F33F782C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AFE44-B431-42FF-ADC5-44F71F61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4865E-60BE-443A-8D54-8444C0DC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C45185-399E-46EC-9F02-4107461B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E68F7D-979C-44D6-80B2-101B295D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8DFF7-10A4-424C-A833-CF76B1AB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6DEE0-8D01-45EA-88B9-B2235369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21319087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AEB481-D65E-4A11-98EB-4A498061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1F696-FB85-4F04-A6BA-FBFFA289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AEE47-EF41-4BA7-BD1D-F807E796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1F234-BFEE-4D15-A2F9-F1907335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D6310-EDE2-4CC5-AC7F-0DA2EAA6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761C35-759C-4DB1-A80E-B3B42C22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AF48C-93A0-4247-96D7-21378347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D96E0-3BAC-476F-B9FC-13288D9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44aa5e90c242fc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e381792cb843c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842B5-8B48-4234-A066-284CEFEC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7C769-2421-44E6-B2B8-5CAD3141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B90D1-1284-44B1-995E-409F2F05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2CFC1A-E802-4B89-901C-1B660E23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7427B-CA1D-44B4-BB5E-934B088C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8845142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6B15C0-4C67-45E2-A9DA-BD1A9AA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13541-621E-4D88-BF31-66A8D792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147AD-CC5A-4254-8E36-4ABA712F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277A0-0189-4E9B-8551-5B87808A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922A7-06C5-4026-9C65-561D1FCF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C0BF3-C6DC-4795-968C-DCE80488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947AF-B1E8-43F9-B742-54FF27AE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C6740-C72E-4F82-B48D-6C4EDFE9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8cffd79d1b4457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85ed54d15b426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64918-F556-4651-A878-237C10C3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EB0D9-4EC4-4F63-A82F-7607E5A7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51A9B2-6651-41D9-B098-42F688D9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BF04C-8844-4E9E-A705-7DDBE311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3EC16A-F72A-4694-98F5-0D8FE2BE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6249042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5C4D2-9E18-4004-9E63-E3AE9576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C5A06-C710-4821-A7EA-F339CE3B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92204-732E-4612-A133-BC72F71F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727A2-5E93-45F7-8B3F-64701C16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2BA8B-1CCC-41EC-8AA8-4DBAD0C8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48EAB-457B-447C-87CF-01ADE2EA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D76BB-1EFC-4551-A5A1-B47F1081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26B48-AC6E-49CF-8287-8E7EB95C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a7f2c37dfe4ca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968C2-5FC3-49DE-AA44-3161F1C4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6E28E4-3B0C-4057-96EF-B0D61878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40c9150ada4c3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F4316-1AB4-4B75-8BCD-157114FD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3809771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8597A-ADD6-465B-8BEC-AE47996F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FDEAF-120A-44B9-A591-F5C64F5B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3E062-57F6-4318-B248-3642C0E7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20B2B-919C-457A-BB3B-C666CD32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8FEE3-AE9D-41BB-B94B-ED4561C7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F1097-06A2-46F1-9FAC-7AD9948D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D4CF1-4175-440F-8C19-E60FBEB4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3067059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ACD0D-F0D7-461D-8EF5-DA55839F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0E3E4-1169-449B-84F1-2C524F25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70AC0-9CEA-4B71-BC69-8B0175BA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12DAE-62A6-4606-AEA8-EF9D2B94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B0D86-7D95-4E86-BC8D-353F89F5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07EFD-B072-4412-A86C-4A8701B2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92FFF-89CA-4DED-B4F7-70F1FC7B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50EDC-CC83-4691-8A36-AC9DC930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FF225-E354-448E-AF48-BF44E4A4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50F3C-E9C6-4584-BBAF-ACA44399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8B7AA-6164-4DA4-A2CC-46B032E3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9875353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6D781-3C0C-489D-B8F3-64039B6A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D9C28-A2AA-457C-B428-10C64F51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12D94-7B1C-43D5-84C0-70CA9838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34E23-6041-4DA4-8D4B-75FB2093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F573-CB53-4ED4-B563-4F96A9BD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384E2-9D03-4C0A-9757-2FA3B86E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2224C-2ECD-424A-B4ED-9D57867B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4DF46-39C1-4F89-9CD4-654924B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4515a7d855426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0B5B7-CFBD-453A-B0E2-4A0DA2CC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863A5-BD50-49FE-BB6E-DC95AFA5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49A71-F04E-40A6-8853-C955A5D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c919f8e884464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69E73-4A5D-44F5-93D4-71997FD5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D7BCB-093B-4266-A01A-E01FCD27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40DC31-A405-4244-BD06-74465227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155e9201354387"/>
          </a:graphicData>
        </a:graphic>
      </p:graphicFrame>
    </p:spTree>
    <p:extLst>
      <p:ext uri="{BB962C8B-B14F-4D97-AF65-F5344CB8AC3E}">
        <p14:creationId xmlns:p14="http://schemas.microsoft.com/office/powerpoint/2010/main" val="187121788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9F0FC-5D43-4805-BFDF-B391F15D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775C11-1FB4-4AD2-B9C1-4A3A27AE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A7B3E-8A43-47F4-90A1-F21C5640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B81F5-C784-47AC-96AE-AD5E1AAC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12C91-6C76-45FF-878C-8FC00FA8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1A1DE-63FE-40E9-A349-6B677AF0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58946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B3009B-1B43-4EE9-AFD8-C558C6FB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EEADA-3C18-4AF2-93AF-AB886C2D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R$ 48,4 bi · 43,5%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B4069-5EFD-43FC-8066-4C7B7004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12055-6D9A-4255-A5FB-90435123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59156-57E7-43D9-ACB8-DB1E0A32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C2F54-0C78-4203-A9A8-22508C5F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1173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E7397-CE42-46C3-B78A-146574F3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B6565-32A3-4B96-9D58-EFA640E3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R$ 122,2 bi · 56,8%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55BB8E-C0C3-4431-B623-5EBE6C45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90C93-7031-4DE2-82C9-0E0C9262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0D48C-2F7F-4EAA-9757-167E881B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1129E-9349-4CC2-B758-A3ED029E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nominal; o regulamento define cedentes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PORTOFINO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412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DB4E4-D988-4606-862C-83120D83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04343-B371-4224-8C7C-71F1208A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R$ 136,2 bi · 42,6%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13BA3-CBC8-4D8C-8E80-D9D00066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9C8F9-E5BD-43DE-B8E9-F44C2293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DE6FC-00EE-4D05-8DEB-A05F6B16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EFFF3-652F-4258-8205-4995B602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353054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E188E-2B1E-4459-B376-F5789FA6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910BF-EDC4-4683-A74A-0914AA23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R$ 52,3 bi · 29,9%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1D937-689A-4EF3-BB07-666A561A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AE2F9-FF9E-452F-A226-541B35CC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D5812-14C1-4D7A-8A94-3B5224D2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CE2C5-C7A0-420B-B639-6435DCD7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N O 13.321.819/0001-00 – VIGENTE EM 20.08.2025. 12 BANCO DEPOSITARIO – E O BANCO BRADESCO S.A., CONFORME ABAIXO QUALIFICADO, RESPONSAVEL POR ADMINISTRAR AS CONTAS VINCULADAS DAS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NEBRASKA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29: CNPJ NO 49.306.883/0001-51 BTG PACTUAL SAC: 0800 772 28 27 - OUVIDORIA: 0800 722 00 48 - BTGPACTUAL.COM 23 (IV) RISCOS RELACIONADOS AOS SETORES DE ATUACAO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 VerdeCard Instituição de Pagamento S.A. e instituições financeiras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HIGH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VCM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156314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0CAD52A7-F2D7-4457-924B-F588B093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312D3-FB32-4FF9-B1C0-7DFD232C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PL e subordinação atual em faixas comparáveis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C7798-DBE3-4343-B4A5-4492E8C8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571EF-D8D2-44D2-9021-D2D7E2D7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5B9033-C311-4088-B53E-AA175821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C6DE2-4B27-4DB5-ADDB-18D2E4D8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2A8E1-1A5E-4EA6-8082-D76EEDDE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3917A-DFBE-4BF0-A42C-21AF66FA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FD17C-3A67-42FA-B5A0-3A421A39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1944B-D7CD-4CB6-9AD4-C3496401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15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56A41-C1CD-4659-A1D3-E391BECB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11162-548F-4DD9-9936-02FC8A8C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7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C345E-A9DA-4BBE-AAE2-D51F569B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B0752-3A1C-4A1C-9CAF-CC7BE2AA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3CE210-CE21-4EA9-B038-3215544D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BE403F-1D71-40FB-9EBE-9BE6933E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322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0EE2D-F801-4C80-9131-C6784A5F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4763">
            <a:solidFill>
              <a:srgbClr val="EC7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CF05B-B848-49E1-97D4-9C983C94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25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8A0812-B910-47F5-A958-2720F99C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98C6E-AE21-46E8-8171-D72CEE6A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274195-702F-4452-930D-8CA69CA8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4EA1B-2E97-4F20-A13C-D4AEBBC0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0C8FF-9311-454C-A766-5D67693B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BD9792-E81B-4BDD-9851-EE27964F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A34186-9846-4D1E-B670-53CC15FD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D2FE02-3632-4359-AAD6-3A929840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224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C5C29F-6FDC-4B97-AE74-9C0C67E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E7AF11-FBB5-430D-9605-2FC18312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DE338-93EE-4905-B553-13EF4B55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6D08DD-5054-46BE-A8C3-9C5C010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851365-8EA2-476E-A849-8C709FCE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3EFFE5-DEC5-42F0-9A3D-05BE6924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7C80E4-2EE3-49BF-85DE-80BF4629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6412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0D99DD-24B4-452A-8342-16443581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EFA946-9CCB-4054-9889-65AC4513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7DC6D1-C612-41F3-A373-2500F4CD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75D42D-FF22-4B34-9AA5-F9E71855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8B57E0-5A6C-4276-87FD-918C43B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2C8C36-5F43-46C3-AB58-BB1DB2CD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3699C7-1EBA-4375-ABCC-1458031A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030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176911-1645-41DA-8170-DD3CB098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483909-7923-4744-9985-9A23672E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219F9B-0CC1-4FB3-BC6C-D0D2E30D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0CCBEA-7CCD-4DD9-994B-9F8D2B4D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6F0980-AFCB-4AFE-8073-E516C30A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B1C99B-44D1-4EBB-9813-083A117A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9843AF-5478-4220-9EEA-EE612831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32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DF60CD-4D87-4120-A821-FD54EB61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192EA4-8126-4569-8697-3BB383B6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D286EB-F155-4EAD-99C0-C105F2DD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156326-88B2-4031-AE1A-B623ACB8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8A545A-170C-4F7B-973D-02A57194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768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59E62DA-E450-48DF-B9F7-38852979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952322-E252-451A-BBCE-0654927D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72" y="52197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15ED54-EF02-4E3A-B3D8-17778EB8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F8DE62F-F54C-430F-9368-2CE4796F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6FED7E-8B1D-423B-BA1F-057A1E42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1E7D192-A441-494E-AB0D-825014AA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12AC6A0-4424-4F5B-B741-02761946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3E4C134-04AC-4FAF-9A24-8A5E3492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209B600-E936-47AF-9296-C32722A3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69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7B0E00-80CB-4586-A6EB-7B6042A3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E2D3DD9-196D-49A5-8169-5011EBF3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1B15F64-7DDA-4EA3-B3FA-8A8FE1E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B28CFA-1172-4E36-AE40-8AAB30BC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4C1B814-61E7-442B-AD55-F571FEDF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1% / 2,5% / 2,5% · emissão fev/26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609F30E-432B-4E6B-B843-B684A200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E921E35-E52F-4C57-944D-C5BC0016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9429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1BA92C-F3D6-466A-8166-D1D044BE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AA1F5E1-CE0F-4608-A2CA-0EF9C23D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B787EF8-C26D-4763-98F6-C285EBC0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2CF52A-2480-4E68-94AB-A6CC7ED4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90C160-D136-4276-A399-FC889558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E2C6CEB-5B12-41A2-B3B2-A5E4CE6B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E7C4556-190B-402D-BB9B-E9CB2151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28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80F8470-A2BD-4B04-9A4F-4F1167B4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B51CA44-7208-4108-A632-4FBA8062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D29C468-21D3-4A0C-A894-74C82CEB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0F0C0E0-2B1A-401D-8980-054E47B0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BC7E25E-C91A-4759-8D4C-4DDFF89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911C3EA-A41E-4BC3-B156-B96C6D3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EDBBF-CE9C-4F14-96F6-46C92690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086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56029B3-6C56-4FE1-8370-24C85EB5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3FAA9D-9CA1-4182-BCDE-202003CB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1025D49-634D-4BA0-8A11-038F3346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94F3004-5E6E-41D2-8D3F-C2DA6784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A603E9D-FC3D-4CA4-97E1-9E9E39ED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abr/26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4323AA9-0648-4D8F-A313-E224AC8C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EA538F-44C9-4334-AFD5-AB59C37F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27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DF92F65-5D7C-441C-B9B5-5A23D0A6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5397141-DB3C-4CEF-842F-243305CF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906D785-EE3B-460F-A49B-8336E7C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DE831EE-CAED-4776-A538-66D33F53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CAD515-017B-4D3B-AEE9-2DD229EF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A8E0FA8-3D43-462C-B37B-9254FA78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40FECCA-524E-4C42-A0E3-FE67B873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8187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59BC6AC-377B-4B3C-B2F6-243AB85B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C9AC8B0-7522-4BD6-AA82-C4D6D038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E902BDD-2A1D-4D1F-8E98-83BB3BA5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DF28BD3-ACFA-49E2-9B01-0A91737A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4B5857E-26EC-4CBA-9C98-2B6B91D2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D74FEEF-87D4-4EC0-BDD1-BECCC02A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4F5F75D-C1CD-46DA-9F86-E79AD94A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603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099DFFB-F9B9-4783-8449-84F60B65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543428E-2BA4-4FBD-8934-9D7EA9FC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B4A82A1-B736-462A-9DC0-B40CC1B2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8912BCD-54BD-4535-B8D1-142137CD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16886AC-B500-46C9-B349-C443F06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DB07683-C7DD-45E3-ACD8-9C5E5336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045AEC4-EEF3-489B-BD13-4B3121D2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5615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4D77295-BF27-4266-8F2F-17B347A7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577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7FF0720-0A8E-44F6-98BC-01C80118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577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8011089-748B-41FF-81D0-7C39468C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7148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2484E8F-26FB-4AF1-A17F-C49E74B1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9149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31E1F31-8A12-49A8-9907-2651FA9D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0768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36E3703-4E90-438D-AB7F-66F96624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2578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705398A-5B9F-40B5-8FFC-938601A6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477" y="52197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9E1E95D-852C-4D90-9DE9-BE85423B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4006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9FAEEDB-6E8C-4E55-945F-4D40952E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4006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9F30CA1B-69A5-408E-9020-3DFCDAB7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4578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623999D-F0C2-433D-A9AA-1B449F0A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6578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3FDDB10-A73C-403C-BE98-4BA99B03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8197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E53192C-DF5D-4808-B0C0-E40E0CE6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60007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6DA9108-C6A7-4BF7-964A-219ED8CE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3974" y="59626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AAAC8D0-407F-4453-B8A4-9A280E14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57397C6-6AA9-4F35-9E65-5D5AA9D1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AFEF73C1-A353-41BC-B273-C01A45F6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243C007-AF16-488E-8EEE-8F05A097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3ADF0E4-C7AF-4985-8C72-0183A835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2247C32-8539-4D87-B584-A9132E94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307776F-C007-4AFC-8A21-EDE16B46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8762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3F3804B-13F4-4E4A-A7A8-87807C79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E3D6161-424E-4C73-8113-55738FCA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999B80D-7240-41C1-91CD-613D5DB5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9DA58C7-3FAC-4924-9E1B-C8B00E6C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58762B2-8C9E-45FF-BC9E-9548BA0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49F265A-6607-4934-A431-BC63F07D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02B76EC-1F81-4835-B1AD-1A417E45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867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32A689C-436A-444B-A344-D2671AF6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95F022D-6B7F-40BF-B8E9-3695D32B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CE985E3-1B34-4A64-AD28-9C4B506C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1E12F50-55CA-4DF5-ACCA-4CA7348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CBA4337-EC39-4749-93CA-65D06FA1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33A3FB9-B26A-466C-9847-7733419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75EB3C5-2723-413B-A2BD-30CA3A4A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3587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1219162-9689-4098-9DB9-C3EC3937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469F2B6-E873-407C-A033-8B794A61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E7F0950-A698-4CEA-9AD5-A5EC0B98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8410405-826D-406A-895A-DA7354F6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82BA659-DBB8-475F-AFE0-845BEED2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7997F67-7BF6-48FC-A055-E723A281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FE957E8-617A-4BEB-B25B-0F7088CE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48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FB61318-67E7-4E5C-AE39-83D7D0DC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3677E0C-433D-466D-AD8A-871EF1CA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5C5025C-1957-45A2-AEC5-AFE80C6F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325EC28-950C-4079-898E-E306BF37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D6264AC-EA4A-4C1B-A8B8-EB41D9BB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10% / 33,3% · emissão fev/26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645B7B8-2F56-4072-8EF7-ED85890B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5762D90-0A69-4D5B-B853-9E4E519D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816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14766C3-42BB-4B2B-ADC0-E606D828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7EE7C97-E434-4C7D-A4C1-B1B6DB1F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0637D12-51D5-46F1-8A08-E9097572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9A2D25D-896A-4885-8721-2DA96DC6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C2FCA64-049B-4974-AB9A-B324E2BC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DC01AE0-969D-48AB-B8FA-D21D5B34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92E50B6-9992-44AD-88B1-0300A8C8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9298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497CB2C-122D-4B86-BC1E-B105B86E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06A06C8-0111-4C89-8C31-A9021A25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C443536-27AC-422D-8EEC-941E5EAC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4BF6FF71-BA2E-46EF-A869-E144073D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7C7F0B8-72F9-4991-94AE-9F2D8820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10% · emissão dez/25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42036CB-AC80-4F69-8005-0602C5AA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D76C8F7-6E42-4C8D-904E-26B5364E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152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FD1FCA2-A295-49CF-B965-554CDD4A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669D214-92B3-4B08-9D8D-89A5A6DF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0191C1AF-B0E8-46FA-AE97-AB8F7D90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B2E7B75-0094-4C0F-A2E8-FC2C966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BBCCCDF-C98E-4857-A076-413662C9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6A2EBEA-777F-465D-A545-6A4CA78B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98288AC9-0FB0-4997-B68C-EFDA44FB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263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BCB5291B-8D40-4EDF-8A71-F6461620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A49C5744-ADCA-4595-86A2-D09E77EF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179D68AC-F48C-40C9-AFAE-6589C718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54D8337A-E7C4-4E85-9F95-8C5E4853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FE406F5F-7B74-428F-BDF3-6CED1277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C8080CA7-D33D-4A07-90B6-A8F4881B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E0B6CE1C-34F3-410F-BAE1-E52B8E36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1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250A6E68-44AD-403E-86D7-5DF9C800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CC4E19CE-BFDE-40AF-B394-80A89737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71B3A643-4669-4F21-8021-16F88D57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F73E2447-A7C0-46AC-9A3F-97E12E37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28264F6E-7FEB-4BB3-A52E-AA1D4969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C1155D8-CC06-4AB8-9EF5-4C243110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0FD6592A-E57D-430C-B192-4012C196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341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49B7D2E5-6F4B-4FC0-866F-95D739A2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26CC6EB9-F55A-463A-9377-561866C1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22202395-3E56-46C4-9240-CC35846F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747B5E1F-4E48-4BBC-B2F1-68FB7F25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8FEF88C6-1303-4190-9F3F-D0E0E79F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1D718F0F-61A3-454F-9FA1-B92CC91C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B6AC1261-D793-4F95-B06D-5572A3B1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785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492694D1-A816-4F45-A455-716A09E5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8172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47/47 CNPJs com subordinação atual · 6 com mínimo júnior · 15 com data de emissão</a:t>
            </a:r>
          </a:p>
        </p:txBody>
      </p:sp>
    </p:spTree>
    <p:extLst>
      <p:ext uri="{BB962C8B-B14F-4D97-AF65-F5344CB8AC3E}">
        <p14:creationId xmlns:p14="http://schemas.microsoft.com/office/powerpoint/2010/main" val="62827220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9BFD574-393F-4C7F-AA82-227676EE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CARTEIRA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FF360-7C56-4CBE-A60F-8E479AE8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70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101 CNPJs transcritos · 68 com subordinação atual comparável · detalhe individual no workbook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9A2C9-F415-471E-AB35-4900BD24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7EFFA-B1D8-4D73-880F-3CA82F0B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82723-22F2-48C1-BFB7-EB94EC9D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FundosNet/B3 para documentos e emissões. Ausência permanece N/D.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D8CD5-4140-4FC2-A11B-8D9732C0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9ECBF-BC8D-4C89-8FFC-7910B01F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DISTRIBUIÇÃO POR FAIXA E TIPO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ABD6A-7F78-4858-885E-B0B56B74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3C842-A58B-47DC-BF5D-FD4DA669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0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1A80AB-67F1-4768-B84D-D79F1CFE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8 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79845-7353-478C-B642-6CA7FBD6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333500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29331-17B4-4C7C-8DA9-B74CD0BC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409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R$ 7,5 bi de PL conhecido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9D623-BE40-4F96-BC9A-600C50FE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478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8/8 com PL em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81703-CE80-414E-B251-D4034921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409700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4 · Financeiro 3 · Fomento Mercantil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7BEF0-0AC1-4A27-829C-B16A597D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8C73D-1866-4BB4-97DC-0CBDEF33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5FA21-5992-461B-B4E4-BFFB08D9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5 fundos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D65A3-DFFA-4D18-8BE5-3AAE6E09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09775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C2BF0A-8E84-48C6-B5B9-33465267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08597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R$ 2,6 bi de PL conhecido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F2C76D-8E7D-4310-BF1D-BA87E818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32410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5/5 com PL em jun/26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514F5-E617-4C63-A77C-5C6E2D9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085975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3 · Financeiro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E41E9D-DA90-49D4-B808-0D366CE8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44293-6E37-47B8-945E-883BA1F9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52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503A0F-F7F8-4013-90F4-E675E619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8 fundos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E071F7-F3F0-44C7-994E-0572E7FB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86050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06B1B-883C-4BFD-AEB5-3AAB976C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622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R$ 5,4 bi de PL conhecido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CDBA70-B9E4-4B24-965B-E4CB8FB1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003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8/8 com PL em jun/26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AF51E8-B092-4074-9B33-D89493C1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62250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5 · Agro, Indústria e Comércio 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DC820-E1A0-4AB2-89D5-8AC0DC21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62325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5BF133-33B8-4548-8762-C963A19F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009A1F-ED7E-4936-B663-25117996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17 fundos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C842B9-8EDB-49B7-A79C-09E76528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362325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FC2BD3-CC65-4BE6-8261-98D81726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385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R$ 6,2 bi de PL conhecido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FF8A75-CB22-4C46-841C-756478D0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766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17/17 com PL em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A3F646-66D0-4EAF-8F05-AD5859BE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38525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9 · Agro, Indústria e Comércio 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65E3A0-BD0E-4AF1-83CF-307F2363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271A85-D4BB-4E6C-9AF3-EE57C294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05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28C0BB-6E8D-4ADF-BE99-4B341F86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16 fundos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92BCE9-165D-40F9-A70B-49B639C4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38600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D6FA8F-0FE3-4F22-988D-4CABAC0D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1148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R$ 10,1 bi de PL conhecido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90E3C9-C90F-417E-B489-5603AAEF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3529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16/16 com PL em jun/26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60B013-5E38-48BB-8FFC-3CBFF7B1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4800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8 · Financeiro 5 · Fomento Mercantil 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A8372A-E710-4F89-84BA-A9E085D7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14875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FDB053-94FC-495C-A5B3-FACEC88B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B9DCA8-2DB4-4AC7-91C7-679559BE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3872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 fundos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8E0CC1-A6DC-4D38-9FC7-4A79E228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14875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702B53-6B3E-4BC2-83E8-6409E640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9107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R$ 17,6 bi de PL conhecido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B7E277-9916-4D7C-8255-E5538170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2920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14/14 com PL em jun/26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D08813-145D-4F95-91F0-41D58A4C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791075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10 · Financeiro 3 · Fomento Mercantil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284298-9687-4E21-882E-454BFE34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C8995E-AAC2-49E8-96D2-71A51639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74CE7D-AE7B-41D6-A0D9-0C14976B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33 fundos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39C080E-26E5-4EE9-B17E-A730A7FC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91150"/>
            <a:ext cx="954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421FEB-3E57-4F27-BCBA-69095A62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673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R$ 5,8 bi de PL conhecido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A67070-76E4-473F-B9B4-6C12E0EA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054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10/33 com PL em jun/26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CD1216-FA89-4332-BC47-29E1D534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467350"/>
            <a:ext cx="712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20 · Financeiro 11 · Fomento Mercantil 1 · N/D 1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73268C-796C-49F0-8DF2-49A70075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62675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50/101 com mínimo júnior localizado · 97/101 com data de emissão · 21/101 com correspondência direta às famílias flagship</a:t>
            </a:r>
          </a:p>
        </p:txBody>
      </p:sp>
    </p:spTree>
    <p:extLst>
      <p:ext uri="{BB962C8B-B14F-4D97-AF65-F5344CB8AC3E}">
        <p14:creationId xmlns:p14="http://schemas.microsoft.com/office/powerpoint/2010/main" val="12188285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658177-D8D5-4742-9877-1C024C3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02CBE-0697-4BDE-801D-A9EB3977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886AD-42EA-4BD6-A0A7-EE389643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7594B-B13E-4AE9-85AF-F4211514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4C182-F5B5-4121-B3E9-B903548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1513E-3B5F-4C82-8A43-6A3BA899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75440750cd435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096F5-9F7D-4274-BCD1-3E901602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10264-7E23-4CFC-9839-D3176B2F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B0470-6F88-4E4A-96DC-77C5A1BE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80E6A-6F42-4216-809F-8305758D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A0615-F3DF-42E4-B5C7-65294C07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7D2D0-71ED-40CA-84CF-25FA698D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270AAA-B478-44EE-8A68-E2159300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AD3B0A-793B-485D-AA10-6F86B786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6A15A-36D8-4A90-9F8C-492B266A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00EDB-8F69-49CC-BF5D-59B95041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B7981-9118-40F2-AC4F-B81BA784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96A738-7B0C-4418-9052-3E19A883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9361D-8D93-4331-ACA6-19C2B38B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2C51A5-3985-407C-ACD4-193E4968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000D0-32FC-4869-B6F9-64F33E03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0754BA-F292-4752-B6A6-74BCE2FC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F1053F-DDD9-430D-BB05-9CA4625A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0891DB-5A5C-455A-B5E7-9D4A2B4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4D1CFA-BD6E-4039-AA05-A177B932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813BD2-2B66-48DE-804D-95F8413F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341612-59C3-441F-865B-B8F78A6A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84123897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4CDF520-3D59-4A12-892F-1FE1070B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1169A-8534-4E08-950A-92EB7E61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7D9EC-0F68-407E-94F4-65DD6CF2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9CD88-C52C-4D3E-B19F-25EAD989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689AB-3115-4F84-B13D-EC8C47E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BC12B-4421-4C9F-AF73-33A33253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814910-A1E8-4ED2-93F9-3063665F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0310C-CC1A-4509-98E6-C639E28D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73E15-2C2A-4CC1-8C17-46F5A8A4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B1838-2178-4671-89B9-C791CCEF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EFF67-B36C-463A-9C2A-08D6BBCF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6E0F9-73A2-4D95-96CC-2E14E620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8A30D5-862D-4D4F-A925-C1009E09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F4251-31FD-4211-9F05-A7C2AA33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C10173-B712-427B-812A-C7E110E7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62CB3-164F-4842-9329-82E8A428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434B4-6434-4273-B439-C4B79620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3B076-0239-4D7C-9F21-B2108A7F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2A47D-2822-4139-BD95-5DD1B269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4079F1-6882-4B37-B60A-AA78CF31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CC174-97B2-43BE-8224-30D9EEC8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DF1AE7-D0CF-489E-BB72-5BFF3583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6F84B2-FD5D-4029-9F6D-77EDE6FA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9F2A8B-2CD0-49A3-AFD4-DD0F87CF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A212D6-EC3D-42E5-888E-E59FB7A9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5FE22-7FA1-4698-9EDE-BD6ADDF2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B0E1D5-D493-4D7D-9BF6-247D010F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121268-2520-4562-9E29-1448EAC1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4249C7-5E69-41FA-978F-2DDE2E77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55E45C-ED98-42E4-945B-64A7A249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277DAE-A9B2-4608-9CDB-E3186DC0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35D26F-C8CE-4662-9462-6B1595CD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85D2AD-BDFA-4353-9DD7-65ECB216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2104C6-562C-4E7E-BEA3-FB68F8BE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B1A0A3-017A-40B0-BDD7-C4A0DFFA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6DF4A7-C83E-4224-BE4C-F936FB29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88953F-F527-4F55-94BD-6ACEAF49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B8A25A-F377-4191-84C0-D7BBF932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CC6F20-27B2-4EC2-BAE5-8989BAA2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85C186-F74F-4343-AF23-3CDEBAD3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8CE968-A635-4C18-A033-DE8D5EF9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65FDE6-C536-4FFC-99A0-F49DD741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0FD357-0571-43A9-A59E-3D6F0D8A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EFDE55-EE91-4CAF-9787-AA219528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200657-8C2B-422F-A315-45D82A67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262263-AC00-4125-B926-116BFC5B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DB5EFD-0057-4C04-A478-C6E112CB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2248CC-1A77-4296-99A4-C1BF39EC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AFBC52-5BD1-4A34-939E-89D326C4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5D4E62-5F17-4703-8D87-5F35184F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A71B4A-1006-4C62-BF8C-40FCBF38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B1E37E-F65E-498D-89A8-828EB20F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BE6FA3-15F5-4BEB-AF3A-C7F531B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75988FD-A285-4A26-B1A9-5A67B1FC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3EC782-E86A-4E2F-B4FB-D49258ED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71D0F91-78E1-42D7-85CD-CE818CD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978801-2B6E-44C1-A600-807DA008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D54472-4DFB-4C45-AFB3-8FE8DF69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B9A102B-47B9-418A-AF3F-D50BC381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A5E4D30-3828-4D67-A869-7533603A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76C2A1D-E152-4F41-8FD6-F610C52E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B6FD82-8FA3-4E42-B788-92BFF784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8963CA-E61B-4043-8ED3-B33EB023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773F044-C871-4F86-9046-37186BB4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1459BAA-27E6-4736-9364-216788AC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077F29F-1359-416F-961E-452D5291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334A3CB-BB32-4618-B206-DA6F74F2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2AEEE58-55DB-460E-81A8-32BF18EE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93BDCA3-F2EA-46C5-9D0B-E19A08BB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FF0E39E-46C8-4AF4-90BD-D6AFDBC7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2A190EC-63E3-412C-BCAB-8469D17D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56D8EC-9D76-414D-A41D-537F8CA7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E6AE426-5765-49F7-AC3A-4B40014E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4F0871E-CE15-4407-9D6D-4967E217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DE48808-2294-4DCD-9263-9A8D8690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98DB44-0AA6-4D8C-B2C8-BC174094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1291A4B-F22D-4367-ACD6-3E2B181E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D27F6D5-997C-4B0E-8439-CC7A24D3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1DABD57-68BD-4E21-A787-BE494FCB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p:txBody>
      </p:sp>
    </p:spTree>
    <p:extLst>
      <p:ext uri="{BB962C8B-B14F-4D97-AF65-F5344CB8AC3E}">
        <p14:creationId xmlns:p14="http://schemas.microsoft.com/office/powerpoint/2010/main" val="16954284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BA5D0F-D4D1-4AA9-A1EF-EB5F1E2A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CDB80-B52B-4C49-AF1E-1446A1FD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DD37F-D42B-4E97-8224-6395E15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75989-5966-4FBD-B639-C569E19F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165BD-4EE6-493B-904B-55322A4B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28522-F0AF-405F-870B-D846E54E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E373AC-1863-4BAC-9712-605352BC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8C4FA-183A-4B8D-B8C8-6F66FFD3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3167fb462e49e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1E492-0C82-4510-8A54-EC118B89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D1A7F-64AA-46BA-9FD2-A9ADB442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b4319fc3f64922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7b3f5ef4647d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1697B-364F-4EBD-A5B3-41F91DAA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69462-4FE3-40C9-981E-D1B22084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39078938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966ED4-9D91-4537-8F1B-C7E7D9CE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C729C-9FAA-40A3-B8E1-2B8C89DF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43C88-DE6B-4E03-8F78-8D8B045F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D3F2B-F91D-44CE-A224-5431347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7F05A-AC0B-4D10-97B6-54433524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9E2EE-25F8-4493-A542-2FF7B5AB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F8D7C-C946-431E-8A5B-94423407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CBA3E-B1CA-4C00-9DD5-C87AEC77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d5f1949f614bc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CFC66-AF0A-4623-BB57-30CD4931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C0A1E-6830-4449-A3A7-BC696151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c4fd24d7a1407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1CCC19-CF5E-4EE8-9A9B-B0816D61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D0275-F6DC-4F4C-8810-0717B4F1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b29d95b20b40c8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eb24283fe24ee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22ECB-B275-4126-9D3C-992F8061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47777-DADD-49A4-9E07-2084E780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71056B-1375-4845-B7CF-EC06C2A9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31DDB-1671-4D19-97F8-C7045334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09FF6F-A437-425C-B431-6E5BAED8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87BCC-F570-4FA6-9055-E2F4FB5C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F3492-B268-490E-AC5C-119226C2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52ED42-42FA-4D68-B77F-3EB61AA2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830EC4-2A61-4115-8908-57FCB785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91483085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527E-B29A-4F07-9B66-1F6B560E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0672D-BB75-49EC-A0F4-649F4C7F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8E2E7-8DA6-4E43-8AFD-5B8318C6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BD28B-73A8-4C06-BA05-0449234F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5E648-3D84-4871-922F-617DFC2B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76A42-4DAB-4297-AE21-5C674B50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9E15D-4F37-4999-8A7F-97D176FD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990C98-6D69-45D0-82F4-6D3EEB9C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0fa8b0f0094b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75F72-577E-453E-8543-1201252B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57818-8FCA-4AF1-A9F7-387CE977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177d1c4a5e4389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fe47eb9f9b4f3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DB717-53C5-4FFE-8FDD-D2EC2F86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D4090-FF48-4FF4-93F9-F5DABADE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67817-AE9B-4673-89BF-A8AB9C15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4ea1b3767b4e14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883A4-2E99-4493-89C4-6BB7DA06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40E6B5-58BB-4827-81ED-0D9707D4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8997c66b6b43e5"/>
          </a:graphicData>
        </a:graphic>
      </p:graphicFrame>
    </p:spTree>
    <p:extLst>
      <p:ext uri="{BB962C8B-B14F-4D97-AF65-F5344CB8AC3E}">
        <p14:creationId xmlns:p14="http://schemas.microsoft.com/office/powerpoint/2010/main" val="117598701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0260B-B38F-46E1-AEA1-388ADE3F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09762-FB02-429B-89B7-0A980874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A79C3-6FA0-4F0C-AD0E-6A318CB2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659C6-EC09-49E4-ADC2-9AAB20B7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51851-99F0-40D7-88BD-1A7749C6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B7194-BC67-420A-A5B3-0E9F2988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43B57-0136-41F3-9B51-7EF74EC0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BB30F-628D-4650-BB2A-CCD44739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AB124-12BD-4F6A-A234-A85A4664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60D63-CC59-416E-8E10-81E94DBB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74EB2-BE05-454C-A132-7240F31D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76510-F94E-41FE-939D-515DE17C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8E2AE6-460E-41E9-B1D1-935CDA06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4762446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89986-1CD8-4AEB-AFED-B1EBB5EC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DA0CF-8CCF-45BC-8C20-58E01ABC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58CBA-6CC2-43AD-BF84-9F87ABD5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16B84-4330-468A-9E93-92BD6381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1103E-939B-4A41-95D2-2419CE5A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C654A-C741-4E76-89E9-2D281566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3999E-8B17-4E66-A6B9-D68315E3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B902A-47F7-48A6-98A0-32FF7EFB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8D1CEA-0A4C-4095-9CDB-6BC252C7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B0FF7-EB1E-47E7-8B7A-72EF064B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D9BB0-C5F3-46DD-9078-5C000920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19D18-48E5-4310-A0A3-39474A1F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F7DFB6-CC04-4F38-9AAE-4321029E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27852482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857A06-DAB0-4025-BFCF-7738690E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401DB-A332-4101-972A-1220D765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48ED8-50D0-4603-8921-545DF7B5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70E08-C5DD-4F51-B1B7-16A862C6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0B547-DA80-4489-B632-C9969486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9F7AD-1679-45D0-AAE2-66DFD5E8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4140C-23D2-446D-AE56-AFBCFE06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6CD9D-380B-4BE2-8F4A-F5FD3DAA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68344699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965BBF-9C34-42D8-8C37-29EDA40E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E9980-9148-430F-ABB0-643F5849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63B82-A858-492F-9EDE-5C56F575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99B0B-CFFD-4756-85BC-2F77DFBB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BF30B-C999-45FD-8481-1F61300B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87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78AE2-9689-4706-9319-A6DCF7B2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902E56-27C8-4B82-9101-16CD8FBA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1BB05-6D34-4B6C-8B98-D7FECB80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59C71-C1E6-4EC5-AA22-D0095821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134FE-F79C-4904-8BCD-4E006BE0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2DE8E0-81D4-486D-9C57-C265197E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ED9ED-4464-4825-9921-AE146DDD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83C8A-BB95-426D-8CB3-92FF71DA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F7B12-8A89-441A-9787-BF2CF185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16D29-BB60-4042-A166-DEDA556B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1D5F7-8253-4EE2-AA23-883216B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FD407-7699-40C6-8014-F37BB5E5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8B066-945C-481F-AA4F-D8B3D00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2CFBE-2DE6-4C30-B4CC-A53612BE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A2F636-886A-4A3A-9BD5-12BC5355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FD163D-2789-476C-AEC9-49FEC5D6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16C21F-5CC4-40D4-9C52-8D5E78DF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2F6D39-64BB-4B4B-B7AF-FA0D6F8C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3172DB-7E38-44A3-B0ED-9D3B712D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82D7C4-0EA0-484C-8851-112CF246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B58D82-0843-47CE-A7BF-C2444184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E72250-1BC1-42CE-89D4-5D92A37F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745248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02DABF-8801-468A-B89A-EFE35B0B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E4992B-82E1-4AAF-8813-BF23F5B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E6FD6-226D-4828-9CA5-C8E3F11B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31DE1-5100-4A13-9408-D59F18FE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6A388-4A60-41FD-B15E-B453E63C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A3DBC-C19D-49B5-881D-EC8CE1DE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29BE6-7F32-41DB-B60C-0582B399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D7EDC-8143-47E0-8311-AA39A4FD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E5410-3E85-475B-B84B-167E4919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6861F-5789-4FCA-9D64-44494E88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CBCB5-2C3D-4F4C-B797-3972E730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A2DDD-5551-4BF5-B4F5-B9C3ED08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133DC-0FD1-4BFE-901F-00602C4F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102DC-2251-4782-AB73-ADB956E6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E9070-E7BF-4189-AB56-747E9410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FACFC7-644C-4AFD-8C35-E465918D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193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43FEDF-1D52-4DFF-ACFD-5358C578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CF0923-A602-48FD-BEBE-6EB19443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BD7A07-67CC-4109-A433-0E9BB30D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2479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89,82% oficial; 1,15% evidência; 8,45% proxy; 0,58%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658CAB-4F48-4C06-ADDE-FD8FC11B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479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4DF581-528E-4670-91AF-5AEB3DF4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5340BF-C0F8-4BDC-8818-AE928694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5C2F9F-80CF-4FA6-8F81-3048A5DC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0A05DA-3A81-4971-A798-090F8BE1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622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69BADE-695E-4683-BE2E-764EEC75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622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B20FAE-8969-44DE-B839-4A04C5E2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480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CE7DB2-FF1A-40F1-81E9-029BE6F3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3044A-DDBB-4C06-AE86-D14CF328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0D5CA0-A20A-47DE-B0A6-71AEF18F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F6280B-E295-46C8-9DAC-2951CDEB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766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1AFACC-F347-476B-A0D9-9A1C87B0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D0A972-F8FD-4967-8184-472E2E86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7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24280F-77CF-4BE2-9C45-7C19999D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6D5D2D-DC5C-4730-AA47-AF3A4E43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7909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3.474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B12052-0C24-4782-9865-7775D400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909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direto; FICs excluídos pelo portão único.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A77843-7014-430F-BA72-7CAF49A9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FDFAA2-C22E-49EF-8F50-884B31C6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9296BE-51B6-4689-BCEC-477A8277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CA6A23-7F87-4C6D-A066-652F67DA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053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C89D9F-EA4D-49D7-906C-BEADAEFF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3053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22CB3E-EBB0-4B53-B508-AA9FD684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10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DF346C-8946-4082-B6CC-4FC1965A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61AC8A-AF14-4637-9EC1-996D7AAF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FA57C9-AB6E-437E-807E-2DF12BFD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8196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229DFB-68EB-45B6-9379-933EA0E6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196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3A0C22-7096-489C-9483-575BB61D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A15AF-8404-4D6F-92B0-444CA348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A14406-9B3D-4F23-8C99-334D513F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Perímetro FIC e cross-check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232014-1BD7-4DAD-8EEC-73CBB8FC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340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30 nomes FIC mantidos; 319 inconsistências (R$ 139,03 bi)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BEA0A33-01F9-4E24-BD5E-869D093E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340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portão FIC usa sinal nominal legado e revisão quantitativa; a auditoria separa a origem registrada de cada decisão. O cross-check registrou 243 multicarteira com classificação específica, 70 aprovações sem evidência suficiente, 5 emissor × credenciadora e 1 divergência aprovada × publicada, sem correção automática. EXPERT III (53.073.485/0001-00; R$ 3,52 bi) é o único caso em que a correção de perímetro sobrescreveu aprovação manual.</a:t>
            </a:r>
          </a:p>
        </p:txBody>
      </p:sp>
    </p:spTree>
    <p:extLst>
      <p:ext uri="{BB962C8B-B14F-4D97-AF65-F5344CB8AC3E}">
        <p14:creationId xmlns:p14="http://schemas.microsoft.com/office/powerpoint/2010/main" val="198201319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12D33-570A-46A6-B302-E58A69A6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80162-04FA-4C88-86FD-1C32A3EA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CD9BE-5333-49BC-B508-1DD5B7FE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F48DE-7A37-44BB-9D11-CBABB145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92334-BE3C-4D5B-AE5D-092210BA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1DA06-7C73-4900-9FD2-A69D0FF6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FB629-C5E2-43CD-813A-7431A753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82B9F-CC1A-4DCD-A995-38159AD2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C2B38-7296-4865-B4D8-8CD90F95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D50F5-4F2D-4702-A6E2-22E9C889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1CDE0-9DC6-4F5A-9DD5-478BB648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ABA34-F681-4A60-9CA3-298B87BE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FF194-94DF-4A16-AB72-DC0190E3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1536A-8BF1-4A4D-8D67-7EB06B95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57F1F-92E2-4AFD-AB89-872EE338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D20C0-8CDA-4E16-81ED-9366133D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DE18F-3895-40B8-8FFE-BEF3C328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5FDBA-3900-419F-9BB9-0EDBBF77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05D88A-EF8D-403E-A75F-5438C98C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C560BE-1DE4-4F0D-92FC-0B3EFBBD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CC7F8A-0948-4E03-91DC-0380ED73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52B21-7026-4E27-967D-05517A8D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C8444E-6973-48DA-8623-A80ACD2E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B111CD-42B3-4F32-B7CC-0A9EF704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6C10C-0013-4A71-B483-BA9B37B3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7827E-7C87-4107-A2AD-FA79C229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BBF16B-D8A7-4150-B6FE-6D144A78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8633DC-E96E-4C2F-A908-006EF4FE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0A23E1-0C7C-4A9E-8606-9A8CD6FF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83334800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F27A8C-A4D5-4A90-84CB-5C83B398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1D37D-AF3C-42D6-ADFE-1D955B05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C9464-2298-46C9-BE4D-EBBA98CD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CF378-C36B-4D03-BC46-9256E808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C66E2-461C-4360-BB0B-25D37404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4EBE01-6990-4D30-8F27-99174119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F2CD0-33D0-457E-B525-63F39017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32696-9976-4F2B-B8F5-C1E41E1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3B8FD-19B4-499B-852B-F83DEF13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E4F57-EE72-4FEE-B9FA-2FDA6386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7CBD3-9412-4911-AA01-7596C36C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37463-5E76-4229-AC67-84773D62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EED14-F0D3-4030-A704-29D205DD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77F12-8222-4C8C-8719-E3FEDF15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37902-B3CC-466A-8296-8A89BDCA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D64BF3-C2F9-4DCC-935C-CE1904E0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F1E35-EB41-4E03-A0E1-AA6348CE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AF34A0-8D2E-441C-B3BB-813EE9EF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297AE2-2146-46DE-9048-C70FF504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CC564C-A6A4-4156-BDDC-73249947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B3516D-B7D3-4C18-9FB7-525E28DD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1CD02-80CE-4427-881C-79D6170F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4C55C7-81E3-4D3D-9D56-C400055E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472CB7-46D7-4212-956B-F64A861C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8E0D8-AA7C-4875-97B5-7B6007DF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0D584E-F5BE-4561-BCF2-C53ED7CC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BDFE66-05E5-4B2B-ACA8-8C55251E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3C4278-8CFC-44DC-8F5B-9A56F5D0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ADCD4B-0497-41FD-AA00-6F97D198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97947186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7883B6-3C0F-4668-B40E-9C90AD5A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C0088-E5A0-42E6-8160-294CD33D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67625-FE15-4342-9994-2B5AB4FF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7115E-43B7-4D8E-B6F3-13190150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6AAD5-84D1-4A37-A5A1-01E5D638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B038F-4AA2-4679-8029-F9A90891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BF047-CCDE-4180-9374-6EC7D27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92653-22BE-40EA-875A-C9507467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3FC54-1640-4356-AEB3-E390CD4B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F836F-0924-4412-A2D6-03180C6A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1B69B-8D69-42A1-9A57-540E5E23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09B86-AF4F-4E5F-BD55-DDBFAE2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04B7D-95C8-4B75-A8F5-08D229A5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74ABEC-68C9-43A4-9213-D4BE71E8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CD98E-E004-4E28-9C3F-C2891810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3AE84-4DA6-46C3-AECB-E6EA7F6A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0C176-2A98-447B-8DA6-ECA0239D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E0761-25E5-4939-8742-03F83F91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79A81-C560-4D8B-80A7-E8EEEB4D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9C23CB-54C7-435B-A33A-5DB23C32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D537F-B4D8-4012-925C-C28D8C73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86AB93-107F-4A56-8C73-3717881B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B5BB3-8195-4079-8EFE-8E336ACB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05853C-3BD3-4929-9F43-0CF8FC68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FB473C-A33E-4ADA-833F-E13E4281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00C92B-E250-4F6C-B7C2-D8349E24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F5C22C-C06D-452D-921A-96E7BB24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5FEACB-173E-472C-BB4C-703FC3E5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D573A7-ED31-4FD1-BAEC-E98F8A4C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48825502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ACC316-986B-4FE9-BCBD-77F72548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FE322-9FCA-495E-908A-79446A08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BEC3C-3435-4980-8CEF-43562829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B6491-CD19-479C-B5C0-969405C1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8A1D7-BD35-422F-A767-26752C95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948AA-7F2E-4FA2-9AAD-9F0924ED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DA91C-5A76-4C60-871E-B0E73891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D9A69-88C8-446B-81EC-27AFE65F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C8094-CC2E-4DA4-8B9F-D34C665E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E4A04-AFDB-49FA-97F9-1D8202C5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CF7B3-B261-4904-ACF9-DD330CE4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9D7F0-0F81-4F9B-B551-B2BE901F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92B74-E2AA-4237-814B-CD2E2611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609B3-57AE-4F8F-9290-3E302EC3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E7230-E5CA-42CC-BC28-FFC868C4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46103-FED6-45FD-A7D3-CD837963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68A89-6F75-4241-99E8-C6FB0AB1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C553F5-457F-4CA9-A951-9CD7E8AF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4DA609-0C7F-410B-84FD-C5EAC894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94EB6-0C8C-4985-A11E-B1D2B7D3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0E4B2B-9C8C-4475-A64F-F7FE90B3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627286-810E-445E-845D-B8DF7E89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63C512-5CF8-4DBD-B807-5C85D500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1092ED-59F1-4C2C-A11A-8DA4EBD7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E2CE4B-6BFF-4F1E-8EFD-E6DBA64A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188334-1A02-43FE-B5B7-FC574539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AB1788-4664-4CC1-A5F3-4BB4756D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24DB97-61CD-45B7-9C32-C04E44B3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732E86-C0E5-41AD-B6E6-78EDC938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2068674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130A17-F7F1-4834-AE38-58F776BB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3C2F3-F410-4538-B8EA-FC4CC9C1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8D809-DFDF-4191-8B4D-1A5BDB60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0CDE8-FC9C-4EAF-A978-EAE6FD4C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BFD26C-B25C-4C2F-B977-CFD27D06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B02B9-5560-45C4-8A68-C098748A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F33CD-6D1B-4EC0-8BEC-C9170348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6B5C4A-75CB-4C03-88F5-672AE4B0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12215-8FF5-40DF-81AB-7E8A38FF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20562-B222-42D8-BC97-489F2AF9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9112E-EBBD-4B1E-9432-AA05F896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27727-AA99-45F3-98B4-A97D75B1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FC101-73A8-4162-A248-09E726DE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07ACE-8FF6-46EC-B07F-8AFDD56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2F41BA-5EAB-4C1A-A1EE-7B1DF1C9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9497A-AB7E-42CF-BC9F-BF49567E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5DDAC-9EE9-4330-8933-740C836F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AE873-6BBD-49B9-ACC1-FCF8EEF5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9B0245-26EB-43FE-AACE-239F5A90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3F6638-12C1-40BC-BFA1-C1D32D1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09FEB8-DF52-4432-AA9B-AF467397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512048-A135-4288-BE70-64C51BAF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D7027-D970-424C-B88C-EB575F35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FC7FE8-2307-47DE-A542-9BCC0908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0A59B5-063A-4FE3-A377-441A1A67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47464-915B-4C95-93BC-1222B5D6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492833-C508-4E7F-A52D-8CE97929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8A0E7A-E350-4609-A6C4-598647D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C61623-08EE-407B-9BF9-EA607513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89996224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257C49-CAA5-4AD7-8ACA-D17DDE50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2D38-6384-4593-9ECE-0D0350F8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2946-66AA-4354-B1B7-B8C1769D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FF01D-2C97-4E45-B5C8-9B0B0807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3627C-84BB-48EE-AFDD-1405103B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E7B456-94D0-46C4-91C0-16B819F9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5A5C3-2C52-4554-846F-C2F75479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8BF78-3D8D-454A-8678-2A5C653E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3CD9B-83B4-4BF5-927D-B796C9B6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E7525-D3BC-4D2C-AA85-567B3129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BCA88-03D9-4B86-9849-18475BAF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84F8B-22D4-412D-B167-00132B00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4F802-2783-4CD4-A85E-522C5F2D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A9D33-0F52-4CA0-B9B8-8A2E36EC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C4541-6B71-43FC-901F-9280AA24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132609-C824-4BB1-A64C-918A9D7C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4BED8-C8B4-4B75-AA05-7970BCA9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11F3D0-1315-47FD-8532-F5F511A4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FE38C8-B660-4BA7-8B04-BF73B4A9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984176-5A91-4BE5-9F99-0419C773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C6DB84-9073-4FA1-BFA7-5E19D940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6F4C31-1F73-4749-9C55-7F290258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E1E380-6A07-443C-AEB8-C96D2B89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483FE2-810A-4978-BB10-4B39D96F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22D90E-90F1-4A02-95F7-BA8EB317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8BF9CD-1B55-4504-922D-83685837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8897F0-C199-4867-896A-070BCF60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3A9622-8F95-487A-ADDB-F7911417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BFDA9-D228-4DE9-B3D1-C743C221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3507653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545DE4-F003-4570-AF1E-A80D2EE5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F892B-59F4-435E-B0BC-26DA9BBD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7DE98-D74A-4DB0-8B79-799D4B85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260AC-FC47-4EA5-A2D4-2C2CE0E4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411A4-2CFD-4BEA-9293-834CAB05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5EA14-E5AE-437E-BC0C-CA410D39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936A6-F6A4-44C1-A4AD-92BB9274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0AFB0-C1C4-4261-A16C-E6BBDFBC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090B8-879F-4C96-A300-E8DFD792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9BBAE-43C3-4969-9625-02909D5E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60889-178A-4206-8DA8-76476358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C70669-AB1A-46B0-9C57-F3ED7D79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88EFAC-FD17-4208-BCDF-AB4317D0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A980BE-B24D-4F3F-A6D2-0EB69F25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26108D-81B8-4FB6-B5D6-374A4E39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8C7300-CA14-4465-8C96-0B16674A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774206-4A52-4D3B-AFFA-7E6B6A60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210F1C-B05A-4193-98EA-0A7D0725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B31DBA-0F6F-4E7E-A58A-BCB85E53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F6E4D5-290F-4B22-B9FE-10FE7453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76FA3F-07BD-4A2D-A40F-740538B8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7348B6-2C9C-40F3-BCF5-BC8920C9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C63DF0-1A31-49F9-B602-D518794A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F7D176-0921-446E-B01E-2B980C41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6D943A-3E20-4A7C-99DE-641272DC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1C64E8-88FA-4E25-AF73-BEE04433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82051C-E0AF-4B36-AD35-C5EFCDAC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285124-2674-4694-940C-E9DD9984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449308-14C9-42D8-9718-24C7783F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8577786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F79252-A61D-470A-9FDF-D3EFF9EB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7653B-12AF-42FD-B687-D4A18BB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0ACDF3-7778-46ED-921E-91E10A6C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3D1D3-26D5-4037-8EB3-509D3457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5F5A6-86B9-4986-B592-2321C5AE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0CB01-12ED-4E4E-9FB2-CD5B09D6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6572A-269A-4546-AA9F-011C6F39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C81D5-C128-4778-BD8A-881FC08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7AAA1-9AFB-4F6D-8D3C-B3D00550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6DF36-A9F1-44A7-B92A-4D8A58FA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41FCAC-F983-404D-951E-A937B1E6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1EC1E-EB14-428B-8832-7EC8683A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A0852-3D69-4D47-B3E3-B123B6FD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3947D-DD03-40D3-9D3B-89015DB5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9BEE8-1CF1-42FC-BD31-BBE130AA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B5206-0364-4116-A094-4FF0F93A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981C8-24C9-466B-B94B-2F92A1D2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469149-0AB2-40D0-AB66-6753996D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578AC-C4D5-4A64-9895-986A5228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251FDE-D5F2-4B9E-8D01-7148FC97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E6C8D-C3C1-4A59-8156-3210BF99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32A311-30A5-4F0D-94CA-ED592CD8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ACC47E-00DF-4769-8363-9D5D56B7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219D4-5AB6-485A-AEC1-CB38C60F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7B9EA9-81C4-4DD4-BC4B-1846418B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3E6C0C-B63D-4CD1-B3EF-4F50FD04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5DB1EE-F17A-43EA-87E7-557E8EF6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673E20-EBD9-41D4-AE60-C1CBD057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CFBBB7-BABD-4B54-9880-A21031D2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28862809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94A701-5B70-4AB2-A3BD-1DD887B1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C163B-3D60-499E-83F0-61553ECC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F7507-457C-43E8-9BAE-A413922A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7FD9C-C9BC-48D0-8B47-379CB0EB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82F1A-A5EA-4B70-9FB0-C5830B19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74A2D-E302-4020-9FD1-AF40EBDE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FAE3B-A2F2-4167-9D59-2202653F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A6012-DBA0-45F7-8ABD-F6F17294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5525D-EA58-43C0-94FF-76A3732D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663DC-4C9C-4DD0-A362-BFDD902E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8A5E42-E1E3-4210-90DF-05F65037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CB76A-6E1C-4E94-A431-896AD669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6C2A0-8303-40CD-B1A0-7D31068A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FC152-7DF8-48A0-8EC0-BBE22B58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5837F9-3811-48A1-996A-0447C801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FB7D97-4613-49D0-A72D-2789DFAC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7F4CA-2A5D-4386-A87A-D9767A69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6DFAB-5DA4-4859-B820-3B28B2CF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7039F-C708-4B58-83B2-A00F03C7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5A811-A6DB-49EF-9250-46B598F1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89098C-6E67-4BDA-A7E2-1D3A4D73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0D0BF6-B8CF-47CC-AB84-A6BC7D95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F55322-134D-438F-9908-4212D9C2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EDD1AB-5A84-4AF9-B1AD-E1794133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C3426C-67E2-4D36-B652-AEEDEA06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13CCE5-702B-4E58-9C1B-D1FCA2AF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B0AF59-625B-4037-AA17-8CA08AA7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783747-9494-4707-BB1B-96C8E2D4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E6AF99-F205-445E-BA40-65C07611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2014985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40439D-58AF-4D16-AAD3-6975F968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086CC-EDE4-46D7-AF82-B7FDFB7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74CD75-6D1E-426B-A1E9-F434F6CF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74C38-9E9E-495D-8C0B-7CBB30CA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BBDFB-F08E-4E85-A1A1-FB77DBDF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5E8E3-D9E0-464F-B53B-16F27FB3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4BE0D-21CC-4690-80A3-3C66E687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9FA79-C7F8-45A2-9DA8-282CE6FB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0A240-C57E-421F-BF49-7B446744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27F75-0881-402F-B243-631A3213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51220-2266-4075-B55A-D05C4D12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2F2EEF-F4D7-4A4E-ABBD-F5FA14B9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D7629-3FBC-4C40-A97A-29C9B25E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ADFF29-A879-4FA8-8648-981D9129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C8DFC-6DD7-442B-90EC-F26319F5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8A509-ABED-4A1E-92B6-930C8A6D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D70D77-2C67-4421-BEDE-F7BF47C8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6E3B26-2E79-47CE-B18E-0264BFD3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CE6C8-8BD9-4F6F-A500-EA41D2E3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49F87-810F-4E5F-8B50-076C242E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12C6C5-1C8A-4E65-A477-D9D19914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A917D7-BA10-4F15-9AC7-7AE2B8BB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62B5E2-3551-4892-8A4F-B725A33D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583512-26BC-4FC3-8D02-A8E06122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DEE13-E69D-45E8-909A-DDD227AC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62D0F2-3C6E-4F64-9E6E-849D4DDD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838068-2231-44DF-8DD6-86E7467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EFE8E2-122A-4A88-8825-6198058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87054C-E748-4AA1-96F7-323299C3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31187017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9FB677-6CC9-4168-A32A-FB07B8F7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CB41FE-5C60-44BC-B307-81D5071B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88375-FBDD-4703-9D6B-20073234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E1031-DD4C-4181-B3A5-46A8BC36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E0DCB9-5099-4CBC-9C87-21231238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1F208-27BB-4576-9679-B61EFC0E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A2680-0D6B-4B7F-8F6F-9A34C600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CEC43-C93F-4B2B-ADBB-FE1A793E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DB354A-01A5-4A97-9518-7FE6C31E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5F3207-F86C-42BF-87AA-68245206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30DC3-7F10-4448-BDB0-B72C840D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0D522-D0D9-4BA4-99F1-F9E20B47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524E4-51D8-42A3-8E39-3BB36222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EC5D8B-1BCE-4932-979D-5373C93D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813534-E590-4861-8C75-15742C7B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7B719A-DEC9-4FFD-81AB-3F82E0B4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47AD8-968D-4A2C-B280-EF15599F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E92015-731D-48CA-B741-E63D92DC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B04AD1-0246-4A0D-813A-2D68916C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5537CD-4027-4003-861C-A7C8F3CF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B1C9F-5F73-466E-82C7-F3F998A0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7D7CF8-65D7-4E80-9239-D4746829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3D083D-78AD-48F1-95C6-307A3BDD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A1B5F4-CBED-42B9-864B-91B50135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488657-B65F-4E35-9134-F9BB56FA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6594F-B212-43F8-AB3C-8277055C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78A512-7ED6-4D36-93E1-F5FC8EBD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731137-77EC-4737-A83C-B030D2B5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AF8137-96BA-4D5B-85ED-2AC94014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0606938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99DA25-063C-498A-88D3-3391770B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35366-2E15-48A5-95CD-1EC88C24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C80AC-D757-4A23-B66C-DD0C6073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F4FBE-EA2A-4127-80EC-D0FAF75B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BFF8A-62DF-4817-899D-54EC026D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4DCB7-83BB-4487-83B9-13C89A6A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435F7-FB13-46DA-A5A4-E2CE370D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E65968-4B0A-4319-86AB-FB981C03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95683-8B29-4EEC-AA93-D5E80660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F7A8E-0CAD-467D-9BB0-9D890885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7A35F-1572-473A-8ED5-4B649E7B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321E2-5A7E-4ED1-A631-CF919198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F33C2-86B3-4023-BD9B-37A437EB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D0B57-D3F7-4F6F-9E91-9E33525C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DD4CB-304C-4D30-A497-4E97A374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E18C8-DE86-495C-B0CC-1FCC22A1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F9534A-2FD2-4E53-8EF5-AC3CB90F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F9AC8-E2BA-4905-9E70-D9DBB8FF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12913-1CC9-4A91-A761-E349DAF8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913ACB-68E3-4D2F-8306-2E43E325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EE3A93-56B9-40B8-8768-F1A7025E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41E593-4729-4818-89CD-E66638E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D344E-FF35-4D96-A3A9-7A67D1A0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68EDD2-98B6-405E-886D-0125B20E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E824DF-7DAC-40B4-96FF-4430137F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BB1EC-F1BE-4E76-B1F9-8712CBEC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B32A2C-46DB-41C8-BC30-8F678818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2CEFAF-4C1C-4926-A0F7-44C863F1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EB66D3-4D67-4D04-B443-FD68B911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9906357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79E9DB-FCBC-4F17-8F17-985FD73A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C2243-A43A-4129-AF55-43097290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2BB06-993A-4135-B9A1-E1B3784C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5E286-C712-4B73-8CB2-802C2CF2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82EF1-A820-41FB-9C73-3A1ECDD7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C6918-74FB-4ACB-AA09-A4A48901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F9752-0A9D-4DCA-85B0-B7959F03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EA9A2-7FD6-4C2F-8301-F59242C7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64C25-4E74-4460-89D3-244CFCEB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0412C-253C-457B-A54A-885BE5EB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644C0-6329-4CB5-84AA-7ECFF3F9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99500-7EAE-44B2-B709-2CE91D49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47CFD0-F39E-4DD6-AB8E-FA10C6A4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A207E-510D-4C9B-AF19-4DEED438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287FB-CE2B-4012-BD9B-68C2BAFF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D7023-6171-407E-A6E7-33F765A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71230B-233B-46FD-917A-8B8DD030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3B082-B4E0-4470-911A-E6A11400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4379B-5144-4D15-8C84-F4A002E5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641669-1EA9-49B6-B9CE-6CCE9612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77FAA-5463-4766-A8F0-CE092C6A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E2083D-C1C4-4963-9618-FF1F33B6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D04B0E-8B18-4F35-AC08-25439672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1E3AA0-0353-4182-9188-CBB38398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4969C-CD59-44A3-A50C-8B91E179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777759-72C8-4EA8-AB42-68A6B68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C0FC52-E06F-45E9-93A4-CCF4A430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72E81D-5C9E-43FB-AE0F-66DC4BDC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4CABD0-74C0-453E-8C37-AF6EB15A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3733573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1C9C1E-F46F-4D14-9092-85D04F9C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1EE21-955D-435B-91C5-523348B1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58D65-0F9E-4B87-B5B1-C92A5D69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C9097-0FE1-4A21-9E33-8EAAF8B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959086-69F0-496C-84C7-4E47CB68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BC995-C87C-46C5-B7C9-17B8FDD8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24028-C5F0-4FF9-9CA4-46ACD4F2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59CAF-EA39-4ACC-9281-6D563272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C477E-AD40-4FE7-BE9C-16E29C35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CB408D-348B-4B64-86A1-B851506A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A833D-4831-44EA-AB75-FE38D0A8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DD8DE-AF28-4004-99D1-569781BF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01B981-76F6-4662-9CB2-7F1660BC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12CA4-0FC1-4FF0-AD2B-6E47CBC6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E88B43-DF38-4317-B854-809F9DC5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7946D-1AC2-4FF4-A81B-BAF59704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9FEBCD-ADEC-4F09-AC0A-8607EDC9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CF24D9-F3E4-479D-9956-A17F56E8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D2703-25C2-47AF-AF82-E646146C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B62C3-19A6-4C37-A96F-042EE651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A6990-0D1B-408E-BA3B-EA30F8B4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0035A5-1967-42DA-88B9-CD5E3A98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E7BE1E-62F2-4EBE-B31D-7661377A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1A7771-EB4D-441A-822D-8E1A2E40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F94633-429F-4B4E-8796-9568BA9A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E29D65-4A18-4C15-AD11-7E395603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D65C6-27CD-4500-B0C1-097A12F2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94BF-42C5-4105-8320-53E9B683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391221-84F4-4D36-85DC-DFFAD9F8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2092935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E8111C-4A63-49FC-B0F6-C396C797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73628-4DD7-4C70-B1ED-BBE9C754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D1991-6A2B-4C71-A420-58117F07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82F3A-44EF-4243-803B-D759925D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7A712-64D9-4983-ADDB-C3E0326C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EBD1D-F97C-4992-B6CA-E4E229C0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5A733E-BA0E-42D1-B76B-B8AD30D5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A38FA-7A69-4BB0-8329-FBB6724A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33BD2-4105-46B1-A5E8-FDE30E0E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868CD-808E-44C8-BA9C-DEAB2A61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9F124-6D61-4669-8FE6-4558C5EF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B5C7D-2D9D-4D62-89D1-F623C879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CEA39-D07B-40D1-AA42-5034B60C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4DD383-33A8-43D2-B756-751B877C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6A736-1EFE-4291-85F5-AF8D87C7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4CF9B-DAFC-431B-959F-7DE9C77E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88DB6-64A0-43F3-B90D-0152AD1D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9B66A9-177F-46CA-B161-4C0260A6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A4917B-B818-4DDF-9761-4276C954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91E78-7884-40D6-A415-E728267F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1E4745-339C-4C0F-AF87-57905A3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90A59-582A-4872-BA5E-53A16720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038136-A078-490F-AB16-7C611EA3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E6E64A-B872-45BD-95F9-68AD7FDC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BF82A1-456C-4FC9-BFA8-17E41C3E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A1C550-9A95-427A-8523-498D5878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F9DE3A-BFC8-45EE-9654-A6385069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216386-953E-4C81-B0B5-7AC7630A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2C0968-3E61-42F7-9F1E-30855F78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2318499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3E0B73-7057-45EA-B1C0-BBE46A5E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DD426-7021-496D-90B8-B066FE88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FDC7A-B8FD-49CB-954B-9DDE6DAF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106BC-D2DE-4280-AB2A-1A88DCA4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7D8F7-47E7-4C4C-8F61-57216549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96958-68C7-4D8E-9679-D1850F75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E6AAF-CB3E-4C14-AA64-C9E384CC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C0909-8AAD-45DC-BCD9-1DF06256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6F4DE-DE89-4DA0-A307-B4E98B55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D4F4E-508E-4486-9BA4-635FA99B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DD69E-3869-4BEA-9E2F-D854DBA2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4325F-47D8-4AEF-89E4-8D4BBD14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48D29-1BDB-48C3-A083-196A34C6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1B786-01C9-42C7-AA7C-965C116F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B7732-10B0-4ADD-A8B5-FB1B19AB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052D8A-A245-4B43-9EB9-FD4A4A8C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B87F6-0A81-4821-9E9B-3AA70080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D5E496-1D27-4707-B4CF-DCFA284B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A9EBA3-277C-49EB-9D6F-61C2D9F8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95BCA0-B40F-46CC-8848-30754C81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BF897-A24D-4262-A0AC-08537CDD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C148B8-6B75-4C80-8424-2670AEA0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C7D82-E504-4D22-9244-D99E310D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5A0F35-1F6C-44B3-97CB-95DABAF1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B6A735-1CFA-4C21-BFA9-E73CC9E3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6CCA35-DC55-4CCD-BB40-03B6FAD1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F1B7FF-2941-453A-8531-467B2858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E06F1D-67AF-41D1-875E-C681648D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C81B49-05F9-46B8-A47D-86F08518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60643327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5246F7-E910-4E3F-8474-E3ABA82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2E9958-B547-4792-B34C-12C2B617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D7213-3453-4CB6-B79C-599762B5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3D876-A31C-44A3-A7CA-B1AE8174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6BA04-537D-4CB4-B249-3CD62130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AE699-B120-413B-9A82-46BA44F5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196D5-77A8-4683-976C-281D43FD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FE468-016D-4038-84B6-348111F9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A161D7-1815-421D-B9A6-6E5C91BD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E1970-0A3F-4EE9-BD68-CF8C8BB2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54E2C-4682-4FE1-AED0-697CA645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3FEAC-86F7-40CD-96CA-B060973B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B1DBEF-1F4F-403D-A90A-4FF81A5D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D5F0A-4BF6-441E-86EF-9543CAF3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E72A6E-EE31-488C-B49D-75CE2815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FDFFA-8DE1-4AB2-85D9-CA706FA3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F5AE9E-ACFF-452D-940B-DEE07EB2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2E239A-36F7-4A3F-A498-4E31C0F6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CD671-73A9-4AA9-AEC7-3E3CCDDA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B6E69-921E-42F2-856A-E77F189A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395146-B8A1-4D26-95C9-12A1E585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0881E2-03EF-4994-A68E-D0D32CBD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9636A-2D52-4DC8-9D6F-2844F9B0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9F7422-03DB-4EDB-A1E6-9408060F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2EFE4C-8666-440A-BFBD-A5DDA09A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9A66F0-3EEE-42B5-A5F4-3234F201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758AED-1E12-4DFD-AC05-8FF10899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23BE09-CFDB-41D9-BFB3-9C3290C7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9EFDF7-39F7-432E-B054-FD149574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85565343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FF71E2-716C-485F-BCC4-4926AD84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BCD53-EF13-4B5F-8F1F-EF98E8F8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E1F75-3F1E-479B-8B6B-64755112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919B0-A68C-45F1-9CCE-C2CD5847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FC164-7A85-4BB8-8D54-6DD0E6D0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1732F-AAA5-49FD-9B4C-FA3308E5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DDC3C-13E2-42B3-B482-978EC37A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33E09-16D6-4B6B-90AF-36806867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A36AD-26A9-496D-B997-E125C8F2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D91A8-C7AE-4586-9471-74F23704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D23EF-C68D-4E6D-86D5-EDA86B08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A1C3B-AED3-4B4F-972B-203B4596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DDC58-E9A8-4013-86D3-7047D99B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DF523-5F66-4531-9163-B1EA4113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E85ED5-DB9C-4891-BEC2-87F7F8D1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9E20D-5028-466D-AD49-3D285D4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E5D2A5-A340-457A-A809-DE0CB925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E9678-E43F-4D40-B7C1-7C6B900F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0356DB-1405-4E09-B6E0-12A7D896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FB0FA4-22E0-40B9-A8CA-C84ACB63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F44FA7-0BF0-4305-BE34-AF1F7DF5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8B892B-5CB1-4709-B271-A2D61EF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536317-A3C7-4C60-BB17-61D0C1F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8240A8-2F30-4A7E-BCCD-97A7F657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D9D60F-1875-4815-A053-F14B5631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5C1142-FCAD-49BF-A440-86990D67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B41337-7B1E-445A-892A-3EDBA6B9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9C0892-474B-4430-8058-B1D25342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3EAC96-C713-4DCC-A74E-24600A93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03261346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68D9D7-1F0E-4378-9150-03A26C1F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02B59-FF45-44A4-8E0B-48E37924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2D3B1-94F5-4C5A-9C22-AFFF0DB5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41A48-8A6C-4A11-93B3-1ACA5DA2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1B91D-B9EB-4CD0-95B0-EA43E906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EF020-87D3-4C0B-9A43-68CED649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48658-A712-4152-A415-7A5FF93B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80418-1632-4A9A-9F31-5CA25A27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57692-0051-4C42-94F6-ABB3C7EB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5D37C-CDED-4215-8708-6362671B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3FDE0-A9CA-4B49-8C48-528A672E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6FB60A-CA11-4C66-A323-6F1539B9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3952E7-D9C5-4BE6-BE3C-C98D00FB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C13D6-BEF8-412B-8425-C9DE1020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F4FEE-4AAD-4BBC-93AE-53221B4E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7D9E0F-4B21-4A5F-8CB5-4B524A8C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DC876-C53C-4FF7-B921-D41A58F5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99462E-D7D4-455C-97C5-468F3590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F490FB-A6E8-495C-88DD-BA062B15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EF5C98-BC6A-42F7-A70D-DB0A0F72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10455C-8452-4DBD-9380-7388084F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06E04D-EA74-4F0D-BDA9-BA438314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93748C-2115-428C-985C-700F9526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0663B9-34BC-4A73-A526-2B2E8D13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144AAE-C91F-472D-B0DE-CA88E73C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0FABE3-E8E1-4DE8-ADB0-ED53150C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4C02E6-4B70-4624-86CD-10CD1E14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00552E-17C9-42A2-AD99-93AB7375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E0CC97-F72B-4D6C-A77E-3504F68C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44273733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D8E20-5E87-4EF9-9F6F-15BC8D9D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A2D2E-4C64-47F2-A6F2-0A70F47F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DCCB8-8F28-4B59-A109-B0825FE1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B44A9-1A06-49CE-8E31-4A0A382D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255A5-4941-4F1B-BB08-0BAEB0A8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22ED9-4CBE-4397-8E54-C91CF1F0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CAF99-98D6-4C66-B79E-23F028CE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3B404-ADDD-48B6-99C0-A0007751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9EA7B-CDA2-4161-B31B-C97CDCDE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A69AA-76C8-4CFD-B8AF-53C6E28F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63FC23-99F2-40C7-BE9B-BAC1DBAE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752B4-CED7-4D37-8CCC-DBA391FA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C11EB5-26B2-493B-9254-77B4A34F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61DF3-D2F3-4215-9B89-14439632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A0FC8C-4D8E-42B5-A18F-22CF2977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2F0AA6-B766-47DB-A03D-BFAC4945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144D1-7BC4-4741-915D-E29EC38B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29EFCC-77CC-4D78-8020-7F8ED5EF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A27A55-AF71-42BD-AE58-239BDA83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E2C08-F322-445E-932D-C6DF8327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AEA6E0-2E31-4312-A08F-7372ADF8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779A44-49F0-409A-AEFC-5FE696CD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A4B96C-822B-423A-904E-3876AE37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751BEE-64F4-4068-8AFF-821D8103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A051BD-E1DA-4692-90E1-41E9ACCC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A7F58A-257F-47BC-B35F-1741ECF0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616B6D-F9E9-4D6C-BE76-7046A344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16CC2B-D5E5-47C3-98D7-D56A4008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B9E819-5565-47D8-9E34-449CC8F0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p:txBody>
      </p:sp>
    </p:spTree>
    <p:extLst>
      <p:ext uri="{BB962C8B-B14F-4D97-AF65-F5344CB8AC3E}">
        <p14:creationId xmlns:p14="http://schemas.microsoft.com/office/powerpoint/2010/main" val="23977799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1C47DA-C65D-4F20-86F4-B1148E3D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D54B2-C17E-4671-8B49-7149A378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1FC00-A3BB-4828-A051-06BA1E0B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CC0AC-E1A9-4880-A47F-598A7DF4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7F29D-4F65-42C4-AC12-E8547B55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0C596-82C7-444B-B889-7D495898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f4e694d3ba4e3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96AB6-7641-425C-A7B9-B2D9B2B7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D7BC6B-F1F5-4D1D-9A3A-AB8AAF4E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5BABF-B8A4-4213-B7F8-90C0646F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5d9dddcee74531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BFB70-D04C-45A7-BBF1-775C6B2A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4d2677382d45c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13BF4-7A1B-43D9-9BD5-9FF0FF4A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6723fce88f4863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FD819-EA3D-43E9-8461-7421AA66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bc381b690042ed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B317F9-4AE2-41FC-B952-9DFE3621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2bfb2b4d114102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E7D4B1-9759-43BC-B125-94FE8662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337c980d0141aa"/>
          </a:graphicData>
        </a:graphic>
      </p:graphicFrame>
    </p:spTree>
    <p:extLst>
      <p:ext uri="{BB962C8B-B14F-4D97-AF65-F5344CB8AC3E}">
        <p14:creationId xmlns:p14="http://schemas.microsoft.com/office/powerpoint/2010/main" val="48874740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9BA55-5360-4949-B095-465C302E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995B9-6998-434F-8438-A707408D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1325F-2B4E-4891-8B3F-AF718DE4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3700A-D74B-4E1C-B326-4E5BD93D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E6AF7-72C4-4F5E-9DD5-17DB8DA5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C7B5D-3512-4316-BA33-61EF5FAC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354BD-3677-40D8-B9C5-B54B96F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AA44A-0BF8-42C1-9036-EAC44B5A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e784efa8de42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100DB0-922E-4F4E-8F44-F6D1DBFB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C568C-7A57-4419-B746-951C80C2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A6BF2-EC5D-4A28-992B-D707733A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B3BA7-5E80-4322-8AA2-60C76933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38551041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1BEA9-B511-4029-98B4-8A94C5E7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BCC49-D408-4A65-9ECA-4DA56985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8F24B-E739-4668-AF72-2547C155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95F35-3C20-4714-AD5C-E439ACFF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A6A5C-8D2E-463F-8444-4334918A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72827-3C80-474C-B1D7-E9E3E0C0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02EDC-34F8-4116-B866-D917CF8A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E5D06-146F-49D6-A2C4-12BA4FC0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5a9169b6b7423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DE7877-78C7-4BF0-AF67-AEED41C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B9162E-DF33-4CBC-8416-CD7A2876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E4C17-C446-4E7B-B5C6-3ECD6CA6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BBE1B-5E2D-4F97-B31A-9BE8D8BC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8a134cdae9410b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62D29-50CB-498A-806D-4F8F341F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AD65F-E5B3-41CB-B4A6-1688DA7C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808A9-CD51-414D-B1BA-D3154E52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55033873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EF357-9E3B-49E1-A267-CC7BAA4D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508E9-D51B-426D-86B0-96F05648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D7DF0-15E0-4C28-8341-E646767E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3A265-1E8C-44C1-8577-2038E77E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C0469-C6B1-408C-BE66-32C5D273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D72E8-C1BB-4965-87C1-E8E1F90F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2f2c510c83430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E0DB5-93E6-4BE5-A561-65B8E59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24671027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7DD03-DB0D-4419-9916-7DB98336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120F3-A11C-4715-908C-FBE95E65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45565-978A-4972-8EFB-C34AE34A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EC1D7-F27D-4DBE-A50A-78978594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04157-B8F8-4DE2-877E-B663D718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BA543-CA8C-429B-BB86-3F8CF0A4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ed30068b5a4af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AB44-469B-4104-B22B-C1C1FF85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9671120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DE592-12E6-4A1A-9C56-A7C0A8AF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4E245-043A-4CC2-9CF5-627F425C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1A312-E46A-46D7-A8E7-E6526F87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DD44E-6885-4B15-8EE4-BB51189A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E528F-7C8E-4013-A025-7F921C2E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0542B-986B-42B3-966C-CDD5263E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f8fa6daecf449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6CD27-BFC5-48A9-A754-C351C0B2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5378062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9B92DD-6C42-48B7-A50D-FECE3EF7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80E19-E3CE-4DCC-BB97-9B1C762F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7,6% do PL comparável mudou em 2025; 35,1%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CDB5D-236B-459A-9E6A-71EE0185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1DFB9-2925-4621-91A2-20BAF03B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5515C-E8EB-4DCB-A537-6484FEC8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B8134-45DC-4778-94AC-CC010FA2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35E03-3876-4B06-8CAA-91192309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4314F-B2BE-46C4-B094-7008FB25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2.323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R$ 426,9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R$ 32,4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27,5%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27862-3F7F-4ACC-AA9B-F420F1B8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8AD23-1DFC-47F0-A356-1A2314E4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49062-CC3D-4327-885E-017E6D02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F44E6-0581-40F8-897A-2C42025E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A69CD-B246-42D4-B627-40D98BB4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4550377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BDBA7-9FB7-49A0-BF73-93023EF1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C5B0D-710C-463E-B7ED-AC99DFF0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19853-FFF7-4997-A69C-42C72357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20EBF-2AD0-4A45-A262-75749D1F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B3216-8BFB-49CB-9B59-BFE20645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F9135-C2F2-45CB-8244-3F395D0E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2da6cb31c3465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01B9AF-4CA6-4CAB-8B79-D75BF732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9B35A-9A71-45D0-AA29-943FD134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16194985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D81F2-7E94-4036-A26B-443014C5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0BFF1-C76A-4DC0-8AFE-3B041DF2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3D0DE-99E5-4152-81B6-03EDB8A3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8BEAE-42EA-45FF-9666-A6D6695B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57BD4-F9B8-4625-86E4-E1251CC8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33AA9-2B1B-46B6-8C06-F12870B0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5db8af22c04d8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0B552-FD48-4B53-BBCF-8218A27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9BD89-10F7-441D-9968-54CFD427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671974367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B3309-DFCF-43F3-8027-5C46B5C5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8C7A8-B567-4C79-B0A8-ED16C464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D74B7-B7C4-448C-96AE-061D0774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CB713-47A6-40CD-B01A-45617D97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D5007-FB39-48B8-A141-728CDA6F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CC25-2A64-47D3-BE38-76684FB7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a7eadeab184fb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EB612-2321-47EE-AA73-E31506F1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28518-D353-4509-AC7A-CD06C04F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6160268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5B6993-A066-4BE1-937C-0558DE8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4778E1-44B6-4223-9FB3-19EF9E53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FEC5B-51AC-43F7-AD35-D3A7BCD7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CC6F3-BF8A-4560-A187-9464140E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B40D7-9877-4817-8EF3-D442CFF4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6BC5D-C318-4E0D-B011-A0CF164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789C9-DDDD-470D-9B9B-D5FFF30B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A6527-02F4-4D36-940E-F64C7CAF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882AA-A2D1-4E54-8827-264EA43C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BFFC94-FC60-4C75-84E4-7D78F5E0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979ED-CCA4-4BDF-8D7F-83B9BED0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FCE7B-5782-419D-8D31-ADAE233F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763CA-1A8F-4EE2-BA86-59A93DC8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07488-1411-47A9-AD49-8DF1510B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8D773-38C6-4C96-B9F8-29D79EEE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F716B-045E-4093-93E5-7F3D8466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C758C-7609-4339-8C0B-5D78A79B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332C5D-ED99-400A-9667-191EAD3F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40FD2F-5C3D-4E03-9BC2-6ADD0973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166BB-D6E6-42FB-8AF7-2A4335A1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5DA436-2DA2-413E-9A88-4F0DBFB2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B7836-63FE-4FCC-ACF0-C95A7C22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8E6EAF-398C-44C0-9945-1498C3F6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8E56D-6EA2-4071-AF1C-E8A96460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8418B8-97B9-416D-B879-3E728521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82C618-9259-4A80-8E0C-5B912663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EB3DAF-CD75-45F2-A629-B30C0180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94DCA6-A8E0-405F-AAF9-7F50E838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B8DCB4-CEFE-4FBF-B075-CBC6F4E3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1A406D-43C6-41CC-A913-4D4AFAA9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890BFD-572A-413D-92E5-AE08E0E2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391F19-1CF0-4320-8A6A-55F72B2C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73E20E-577C-4A40-9CDE-8737E753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2F143A-ECDE-4A82-999B-D67FC892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E520C5-1424-41B8-9843-3C1028AD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0CA44B-55E1-4F59-9A78-101F1403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A2444-63D7-4E19-8332-A3A0C8C3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B825E6-B634-49FD-AC5F-9EF85731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948A68-2CFE-455D-8298-AE04EDAB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FC22CC-FCE7-4114-A8A1-7DA193A0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2A7A62-A9E2-4F90-AFEF-D14EC470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870B06-AC9B-456C-AF36-268CE0A8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9E04AF-F8EA-491A-88FE-7B730043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03E578-6578-4292-8DFA-3DFD548B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573FF3-13BE-4E22-BBE8-973CC6F4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2614C42-A512-404A-8F67-633C0B8E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8F0CB6-4D5A-4058-975B-7558CEA1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7474F4-E6CA-4985-B415-02A1AADB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DDCA899-6815-4960-B1A2-41835839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F82076-796F-4CE2-A245-F62BCDB7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AA6EBA-675C-4050-9F83-90C7C59A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5FAD7F-057A-46D7-B2DF-4EDFEC26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15C3C2-08AF-43B9-B14F-EC709DD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82C2ED-269C-4F84-93C4-450E1562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28757617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2026-07-31T14:16:00.8710000Z</dcterms:created>
  <dcterms:modified xsi:type="dcterms:W3CDTF">2026-07-31T14:16:00.8710000Z</dcterms:modified>
</coreProperties>
</file>