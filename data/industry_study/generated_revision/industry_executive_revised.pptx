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slides/charts/chart42.xml" ContentType="application/vnd.openxmlformats-officedocument.drawingml.chart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slides/charts/chart43.xml" ContentType="application/vnd.openxmlformats-officedocument.drawingml.chart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slides/charts/chart44.xml" ContentType="application/vnd.openxmlformats-officedocument.drawingml.chart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5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46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47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685325d9d04c9f" /><Relationship Type="http://schemas.openxmlformats.org/officeDocument/2006/relationships/extended-properties" Target="/docProps/app.xml" Id="R096ad0a14c1147b6" /><Relationship Type="http://schemas.openxmlformats.org/officeDocument/2006/relationships/officeDocument" Target="/ppt/presentation.xml" Id="R3360e0ae8d0144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5e187254964566"/>
  </p:sldMasterIdLst>
  <p:notesMasterIdLst>
    <p:notesMasterId xmlns:r="http://schemas.openxmlformats.org/officeDocument/2006/relationships" r:id="R069882986ed444ea"/>
  </p:notesMasterIdLst>
  <p:sldIdLst>
    <p:sldId xmlns:r="http://schemas.openxmlformats.org/officeDocument/2006/relationships" id="256" r:id="Rf4823ee5e8654fc6"/>
    <p:sldId xmlns:r="http://schemas.openxmlformats.org/officeDocument/2006/relationships" id="257" r:id="Ref5a751467314c95"/>
    <p:sldId xmlns:r="http://schemas.openxmlformats.org/officeDocument/2006/relationships" id="258" r:id="R76ab7faf5e6b4171"/>
    <p:sldId xmlns:r="http://schemas.openxmlformats.org/officeDocument/2006/relationships" id="259" r:id="Rf3711f2f09b243b3"/>
    <p:sldId xmlns:r="http://schemas.openxmlformats.org/officeDocument/2006/relationships" id="260" r:id="R574ecb73eb244256"/>
    <p:sldId xmlns:r="http://schemas.openxmlformats.org/officeDocument/2006/relationships" id="261" r:id="R96b2aab8a2194027"/>
    <p:sldId xmlns:r="http://schemas.openxmlformats.org/officeDocument/2006/relationships" id="262" r:id="Rfb0e2e58c3f54099"/>
    <p:sldId xmlns:r="http://schemas.openxmlformats.org/officeDocument/2006/relationships" id="263" r:id="R9827607db07145fe"/>
    <p:sldId xmlns:r="http://schemas.openxmlformats.org/officeDocument/2006/relationships" id="264" r:id="R5a80f12b9a704e5e"/>
    <p:sldId xmlns:r="http://schemas.openxmlformats.org/officeDocument/2006/relationships" id="265" r:id="R3a80570526ff425b"/>
    <p:sldId xmlns:r="http://schemas.openxmlformats.org/officeDocument/2006/relationships" id="266" r:id="Ra93a23ae21f94ca2"/>
    <p:sldId xmlns:r="http://schemas.openxmlformats.org/officeDocument/2006/relationships" id="267" r:id="Rd27aa267aaa04b7e"/>
    <p:sldId xmlns:r="http://schemas.openxmlformats.org/officeDocument/2006/relationships" id="268" r:id="R91c37c491bf64125"/>
    <p:sldId xmlns:r="http://schemas.openxmlformats.org/officeDocument/2006/relationships" id="269" r:id="R0e07c729c94749e0"/>
    <p:sldId xmlns:r="http://schemas.openxmlformats.org/officeDocument/2006/relationships" id="270" r:id="R24a2fb6ac77f44a2"/>
    <p:sldId xmlns:r="http://schemas.openxmlformats.org/officeDocument/2006/relationships" id="271" r:id="Rfc8f563aa2604656"/>
    <p:sldId xmlns:r="http://schemas.openxmlformats.org/officeDocument/2006/relationships" id="272" r:id="Rbb5280638c494ccb"/>
    <p:sldId xmlns:r="http://schemas.openxmlformats.org/officeDocument/2006/relationships" id="273" r:id="R1dc2747e51284866"/>
    <p:sldId xmlns:r="http://schemas.openxmlformats.org/officeDocument/2006/relationships" id="274" r:id="R13c7c75f1cdf4191"/>
    <p:sldId xmlns:r="http://schemas.openxmlformats.org/officeDocument/2006/relationships" id="275" r:id="R8a65faa7cf984a5d"/>
    <p:sldId xmlns:r="http://schemas.openxmlformats.org/officeDocument/2006/relationships" id="276" r:id="R3c507759aa744171"/>
    <p:sldId xmlns:r="http://schemas.openxmlformats.org/officeDocument/2006/relationships" id="277" r:id="Rfba040efb2bc49fd"/>
    <p:sldId xmlns:r="http://schemas.openxmlformats.org/officeDocument/2006/relationships" id="278" r:id="Rb9da6aa5f2e44d58"/>
    <p:sldId xmlns:r="http://schemas.openxmlformats.org/officeDocument/2006/relationships" id="279" r:id="Ra1623b014a4240bd"/>
    <p:sldId xmlns:r="http://schemas.openxmlformats.org/officeDocument/2006/relationships" id="280" r:id="R004708118b6e456b"/>
    <p:sldId xmlns:r="http://schemas.openxmlformats.org/officeDocument/2006/relationships" id="281" r:id="R1910d38202e04633"/>
    <p:sldId xmlns:r="http://schemas.openxmlformats.org/officeDocument/2006/relationships" id="282" r:id="R143126afc1ab4135"/>
    <p:sldId xmlns:r="http://schemas.openxmlformats.org/officeDocument/2006/relationships" id="283" r:id="Rbbebddbd37fb4ea6"/>
    <p:sldId xmlns:r="http://schemas.openxmlformats.org/officeDocument/2006/relationships" id="284" r:id="Re943fcd3453044fa"/>
    <p:sldId xmlns:r="http://schemas.openxmlformats.org/officeDocument/2006/relationships" id="285" r:id="Ree1f3d6483df41c3"/>
    <p:sldId xmlns:r="http://schemas.openxmlformats.org/officeDocument/2006/relationships" id="286" r:id="R80930fd01dcc40a9"/>
    <p:sldId xmlns:r="http://schemas.openxmlformats.org/officeDocument/2006/relationships" id="287" r:id="Rc810a3b2b24b4033"/>
    <p:sldId xmlns:r="http://schemas.openxmlformats.org/officeDocument/2006/relationships" id="288" r:id="Rbe50f316b17f4441"/>
    <p:sldId xmlns:r="http://schemas.openxmlformats.org/officeDocument/2006/relationships" id="289" r:id="Rbb702d92613c4bf1"/>
    <p:sldId xmlns:r="http://schemas.openxmlformats.org/officeDocument/2006/relationships" id="290" r:id="R8958fd922ff1423a"/>
    <p:sldId xmlns:r="http://schemas.openxmlformats.org/officeDocument/2006/relationships" id="291" r:id="R215a43f3da9e4451"/>
    <p:sldId xmlns:r="http://schemas.openxmlformats.org/officeDocument/2006/relationships" id="292" r:id="R51cc109999944f3a"/>
    <p:sldId xmlns:r="http://schemas.openxmlformats.org/officeDocument/2006/relationships" id="293" r:id="Rb143ad02e2324079"/>
    <p:sldId xmlns:r="http://schemas.openxmlformats.org/officeDocument/2006/relationships" id="294" r:id="Rdf16fafe0d534aca"/>
    <p:sldId xmlns:r="http://schemas.openxmlformats.org/officeDocument/2006/relationships" id="295" r:id="Rfab6471408c947a9"/>
    <p:sldId xmlns:r="http://schemas.openxmlformats.org/officeDocument/2006/relationships" id="296" r:id="R6d0eebb568d34118"/>
    <p:sldId xmlns:r="http://schemas.openxmlformats.org/officeDocument/2006/relationships" id="297" r:id="Rb2a623ea0a4e4b87"/>
    <p:sldId xmlns:r="http://schemas.openxmlformats.org/officeDocument/2006/relationships" id="298" r:id="Rd15b168b40ef4102"/>
    <p:sldId xmlns:r="http://schemas.openxmlformats.org/officeDocument/2006/relationships" id="299" r:id="R4be00247d18f4011"/>
    <p:sldId xmlns:r="http://schemas.openxmlformats.org/officeDocument/2006/relationships" id="300" r:id="R380684fc9c36444e"/>
    <p:sldId xmlns:r="http://schemas.openxmlformats.org/officeDocument/2006/relationships" id="301" r:id="Rd606dc827d614867"/>
    <p:sldId xmlns:r="http://schemas.openxmlformats.org/officeDocument/2006/relationships" id="302" r:id="R2667a4b86f32440f"/>
    <p:sldId xmlns:r="http://schemas.openxmlformats.org/officeDocument/2006/relationships" id="303" r:id="Ra2dd2b8c35d240d7"/>
    <p:sldId xmlns:r="http://schemas.openxmlformats.org/officeDocument/2006/relationships" id="304" r:id="Rde81eccf94ff4e95"/>
    <p:sldId xmlns:r="http://schemas.openxmlformats.org/officeDocument/2006/relationships" id="305" r:id="R2db7ea248bd94571"/>
    <p:sldId xmlns:r="http://schemas.openxmlformats.org/officeDocument/2006/relationships" id="306" r:id="R7f741158b46244bd"/>
    <p:sldId xmlns:r="http://schemas.openxmlformats.org/officeDocument/2006/relationships" id="307" r:id="Rab896ed2105b4fb7"/>
    <p:sldId xmlns:r="http://schemas.openxmlformats.org/officeDocument/2006/relationships" id="308" r:id="Rea283ba97e9e45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77e4cac460464e" /><Relationship Type="http://schemas.openxmlformats.org/officeDocument/2006/relationships/slideMaster" Target="/ppt/slideMasters/slideMaster1.xml" Id="Rfb5e187254964566" /><Relationship Type="http://schemas.openxmlformats.org/officeDocument/2006/relationships/notesMaster" Target="/ppt/notesMasters/notesMaster1.xml" Id="R069882986ed444ea" /><Relationship Type="http://schemas.openxmlformats.org/officeDocument/2006/relationships/presProps" Target="/ppt/presProps.xml" Id="R04313efc999d47ae" /><Relationship Type="http://schemas.openxmlformats.org/officeDocument/2006/relationships/tableStyles" Target="/ppt/tableStyles.xml" Id="Re0b23cbb8c634d42" /><Relationship Type="http://schemas.openxmlformats.org/officeDocument/2006/relationships/slide" Target="/ppt/slides/slide1.xml" Id="Rf4823ee5e8654fc6" /><Relationship Type="http://schemas.openxmlformats.org/officeDocument/2006/relationships/slide" Target="/ppt/slides/slide2.xml" Id="Ref5a751467314c95" /><Relationship Type="http://schemas.openxmlformats.org/officeDocument/2006/relationships/slide" Target="/ppt/slides/slide3.xml" Id="R76ab7faf5e6b4171" /><Relationship Type="http://schemas.openxmlformats.org/officeDocument/2006/relationships/slide" Target="/ppt/slides/slide4.xml" Id="Rf3711f2f09b243b3" /><Relationship Type="http://schemas.openxmlformats.org/officeDocument/2006/relationships/slide" Target="/ppt/slides/slide5.xml" Id="R574ecb73eb244256" /><Relationship Type="http://schemas.openxmlformats.org/officeDocument/2006/relationships/slide" Target="/ppt/slides/slide6.xml" Id="R96b2aab8a2194027" /><Relationship Type="http://schemas.openxmlformats.org/officeDocument/2006/relationships/slide" Target="/ppt/slides/slide7.xml" Id="Rfb0e2e58c3f54099" /><Relationship Type="http://schemas.openxmlformats.org/officeDocument/2006/relationships/slide" Target="/ppt/slides/slide8.xml" Id="R9827607db07145fe" /><Relationship Type="http://schemas.openxmlformats.org/officeDocument/2006/relationships/slide" Target="/ppt/slides/slide9.xml" Id="R5a80f12b9a704e5e" /><Relationship Type="http://schemas.openxmlformats.org/officeDocument/2006/relationships/slide" Target="/ppt/slides/slide10.xml" Id="R3a80570526ff425b" /><Relationship Type="http://schemas.openxmlformats.org/officeDocument/2006/relationships/slide" Target="/ppt/slides/slide11.xml" Id="Ra93a23ae21f94ca2" /><Relationship Type="http://schemas.openxmlformats.org/officeDocument/2006/relationships/slide" Target="/ppt/slides/slide12.xml" Id="Rd27aa267aaa04b7e" /><Relationship Type="http://schemas.openxmlformats.org/officeDocument/2006/relationships/slide" Target="/ppt/slides/slide13.xml" Id="R91c37c491bf64125" /><Relationship Type="http://schemas.openxmlformats.org/officeDocument/2006/relationships/slide" Target="/ppt/slides/slide14.xml" Id="R0e07c729c94749e0" /><Relationship Type="http://schemas.openxmlformats.org/officeDocument/2006/relationships/slide" Target="/ppt/slides/slide15.xml" Id="R24a2fb6ac77f44a2" /><Relationship Type="http://schemas.openxmlformats.org/officeDocument/2006/relationships/slide" Target="/ppt/slides/slide16.xml" Id="Rfc8f563aa2604656" /><Relationship Type="http://schemas.openxmlformats.org/officeDocument/2006/relationships/slide" Target="/ppt/slides/slide17.xml" Id="Rbb5280638c494ccb" /><Relationship Type="http://schemas.openxmlformats.org/officeDocument/2006/relationships/slide" Target="/ppt/slides/slide18.xml" Id="R1dc2747e51284866" /><Relationship Type="http://schemas.openxmlformats.org/officeDocument/2006/relationships/slide" Target="/ppt/slides/slide19.xml" Id="R13c7c75f1cdf4191" /><Relationship Type="http://schemas.openxmlformats.org/officeDocument/2006/relationships/slide" Target="/ppt/slides/slide20.xml" Id="R8a65faa7cf984a5d" /><Relationship Type="http://schemas.openxmlformats.org/officeDocument/2006/relationships/slide" Target="/ppt/slides/slide21.xml" Id="R3c507759aa744171" /><Relationship Type="http://schemas.openxmlformats.org/officeDocument/2006/relationships/slide" Target="/ppt/slides/slide22.xml" Id="Rfba040efb2bc49fd" /><Relationship Type="http://schemas.openxmlformats.org/officeDocument/2006/relationships/slide" Target="/ppt/slides/slide23.xml" Id="Rb9da6aa5f2e44d58" /><Relationship Type="http://schemas.openxmlformats.org/officeDocument/2006/relationships/slide" Target="/ppt/slides/slide24.xml" Id="Ra1623b014a4240bd" /><Relationship Type="http://schemas.openxmlformats.org/officeDocument/2006/relationships/slide" Target="/ppt/slides/slide25.xml" Id="R004708118b6e456b" /><Relationship Type="http://schemas.openxmlformats.org/officeDocument/2006/relationships/slide" Target="/ppt/slides/slide26.xml" Id="R1910d38202e04633" /><Relationship Type="http://schemas.openxmlformats.org/officeDocument/2006/relationships/slide" Target="/ppt/slides/slide27.xml" Id="R143126afc1ab4135" /><Relationship Type="http://schemas.openxmlformats.org/officeDocument/2006/relationships/slide" Target="/ppt/slides/slide28.xml" Id="Rbbebddbd37fb4ea6" /><Relationship Type="http://schemas.openxmlformats.org/officeDocument/2006/relationships/slide" Target="/ppt/slides/slide29.xml" Id="Re943fcd3453044fa" /><Relationship Type="http://schemas.openxmlformats.org/officeDocument/2006/relationships/slide" Target="/ppt/slides/slide30.xml" Id="Ree1f3d6483df41c3" /><Relationship Type="http://schemas.openxmlformats.org/officeDocument/2006/relationships/slide" Target="/ppt/slides/slide31.xml" Id="R80930fd01dcc40a9" /><Relationship Type="http://schemas.openxmlformats.org/officeDocument/2006/relationships/slide" Target="/ppt/slides/slide32.xml" Id="Rc810a3b2b24b4033" /><Relationship Type="http://schemas.openxmlformats.org/officeDocument/2006/relationships/slide" Target="/ppt/slides/slide33.xml" Id="Rbe50f316b17f4441" /><Relationship Type="http://schemas.openxmlformats.org/officeDocument/2006/relationships/slide" Target="/ppt/slides/slide34.xml" Id="Rbb702d92613c4bf1" /><Relationship Type="http://schemas.openxmlformats.org/officeDocument/2006/relationships/slide" Target="/ppt/slides/slide35.xml" Id="R8958fd922ff1423a" /><Relationship Type="http://schemas.openxmlformats.org/officeDocument/2006/relationships/slide" Target="/ppt/slides/slide36.xml" Id="R215a43f3da9e4451" /><Relationship Type="http://schemas.openxmlformats.org/officeDocument/2006/relationships/slide" Target="/ppt/slides/slide37.xml" Id="R51cc109999944f3a" /><Relationship Type="http://schemas.openxmlformats.org/officeDocument/2006/relationships/slide" Target="/ppt/slides/slide38.xml" Id="Rb143ad02e2324079" /><Relationship Type="http://schemas.openxmlformats.org/officeDocument/2006/relationships/slide" Target="/ppt/slides/slide39.xml" Id="Rdf16fafe0d534aca" /><Relationship Type="http://schemas.openxmlformats.org/officeDocument/2006/relationships/slide" Target="/ppt/slides/slide40.xml" Id="Rfab6471408c947a9" /><Relationship Type="http://schemas.openxmlformats.org/officeDocument/2006/relationships/slide" Target="/ppt/slides/slide41.xml" Id="R6d0eebb568d34118" /><Relationship Type="http://schemas.openxmlformats.org/officeDocument/2006/relationships/slide" Target="/ppt/slides/slide42.xml" Id="Rb2a623ea0a4e4b87" /><Relationship Type="http://schemas.openxmlformats.org/officeDocument/2006/relationships/slide" Target="/ppt/slides/slide43.xml" Id="Rd15b168b40ef4102" /><Relationship Type="http://schemas.openxmlformats.org/officeDocument/2006/relationships/slide" Target="/ppt/slides/slide44.xml" Id="R4be00247d18f4011" /><Relationship Type="http://schemas.openxmlformats.org/officeDocument/2006/relationships/slide" Target="/ppt/slides/slide45.xml" Id="R380684fc9c36444e" /><Relationship Type="http://schemas.openxmlformats.org/officeDocument/2006/relationships/slide" Target="/ppt/slides/slide46.xml" Id="Rd606dc827d614867" /><Relationship Type="http://schemas.openxmlformats.org/officeDocument/2006/relationships/slide" Target="/ppt/slides/slide47.xml" Id="R2667a4b86f32440f" /><Relationship Type="http://schemas.openxmlformats.org/officeDocument/2006/relationships/slide" Target="/ppt/slides/slide48.xml" Id="Ra2dd2b8c35d240d7" /><Relationship Type="http://schemas.openxmlformats.org/officeDocument/2006/relationships/slide" Target="/ppt/slides/slide49.xml" Id="Rde81eccf94ff4e95" /><Relationship Type="http://schemas.openxmlformats.org/officeDocument/2006/relationships/slide" Target="/ppt/slides/slide50.xml" Id="R2db7ea248bd94571" /><Relationship Type="http://schemas.openxmlformats.org/officeDocument/2006/relationships/slide" Target="/ppt/slides/slide51.xml" Id="R7f741158b46244bd" /><Relationship Type="http://schemas.openxmlformats.org/officeDocument/2006/relationships/slide" Target="/ppt/slides/slide52.xml" Id="Rab896ed2105b4fb7" /><Relationship Type="http://schemas.openxmlformats.org/officeDocument/2006/relationships/slide" Target="/ppt/slides/slide53.xml" Id="Rea283ba97e9e45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07796eeac841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3c8d28b6ac413a" /><Relationship Type="http://schemas.openxmlformats.org/officeDocument/2006/relationships/notesMaster" Target="/ppt/notesMasters/notesMaster1.xml" Id="Rb071b2b5c6c841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3fcb27681a401f" /><Relationship Type="http://schemas.openxmlformats.org/officeDocument/2006/relationships/notesMaster" Target="/ppt/notesMasters/notesMaster1.xml" Id="R4b45a27c0ac34b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e026b72913430c" /><Relationship Type="http://schemas.openxmlformats.org/officeDocument/2006/relationships/notesMaster" Target="/ppt/notesMasters/notesMaster1.xml" Id="R028ab15d51b146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7628758c654175" /><Relationship Type="http://schemas.openxmlformats.org/officeDocument/2006/relationships/notesMaster" Target="/ppt/notesMasters/notesMaster1.xml" Id="R22353e7d287146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28ff10b0eb4323" /><Relationship Type="http://schemas.openxmlformats.org/officeDocument/2006/relationships/notesMaster" Target="/ppt/notesMasters/notesMaster1.xml" Id="R11b2fe770c1d41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8070b61e8e4150" /><Relationship Type="http://schemas.openxmlformats.org/officeDocument/2006/relationships/notesMaster" Target="/ppt/notesMasters/notesMaster1.xml" Id="R7d66e1c7c4f845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dab3dc76fe4536" /><Relationship Type="http://schemas.openxmlformats.org/officeDocument/2006/relationships/notesMaster" Target="/ppt/notesMasters/notesMaster1.xml" Id="R539221c4cffc44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19474e114e40e9" /><Relationship Type="http://schemas.openxmlformats.org/officeDocument/2006/relationships/notesMaster" Target="/ppt/notesMasters/notesMaster1.xml" Id="Rab97762be41346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594396854b47e2" /><Relationship Type="http://schemas.openxmlformats.org/officeDocument/2006/relationships/notesMaster" Target="/ppt/notesMasters/notesMaster1.xml" Id="R0458ef2021534f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88d6dcbce64b9f" /><Relationship Type="http://schemas.openxmlformats.org/officeDocument/2006/relationships/notesMaster" Target="/ppt/notesMasters/notesMaster1.xml" Id="R80708abc82dc4e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988d9a3d134d99" /><Relationship Type="http://schemas.openxmlformats.org/officeDocument/2006/relationships/notesMaster" Target="/ppt/notesMasters/notesMaster1.xml" Id="Rcb87eb48a5e846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69c848d7ef74ff9" /><Relationship Type="http://schemas.openxmlformats.org/officeDocument/2006/relationships/notesMaster" Target="/ppt/notesMasters/notesMaster1.xml" Id="R39a2e720938e44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b22c9071cb4334" /><Relationship Type="http://schemas.openxmlformats.org/officeDocument/2006/relationships/notesMaster" Target="/ppt/notesMasters/notesMaster1.xml" Id="R8384ea58d4b948f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7c7bcdce1045d8" /><Relationship Type="http://schemas.openxmlformats.org/officeDocument/2006/relationships/notesMaster" Target="/ppt/notesMasters/notesMaster1.xml" Id="R7dbaf177f6114c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05d363f60b406d" /><Relationship Type="http://schemas.openxmlformats.org/officeDocument/2006/relationships/notesMaster" Target="/ppt/notesMasters/notesMaster1.xml" Id="R427a3200ac494cf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f59f5c4686e462b" /><Relationship Type="http://schemas.openxmlformats.org/officeDocument/2006/relationships/notesMaster" Target="/ppt/notesMasters/notesMaster1.xml" Id="Rd8a0f98c1ab64e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6ed746f18542bd" /><Relationship Type="http://schemas.openxmlformats.org/officeDocument/2006/relationships/notesMaster" Target="/ppt/notesMasters/notesMaster1.xml" Id="R3dbb5c3ec5e34de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7f733ddda04fdc" /><Relationship Type="http://schemas.openxmlformats.org/officeDocument/2006/relationships/notesMaster" Target="/ppt/notesMasters/notesMaster1.xml" Id="Rc6deb249aa764a2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1bb594225d24c7e" /><Relationship Type="http://schemas.openxmlformats.org/officeDocument/2006/relationships/notesMaster" Target="/ppt/notesMasters/notesMaster1.xml" Id="R6741d048f7894b2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7b909a8d5ea4c0a" /><Relationship Type="http://schemas.openxmlformats.org/officeDocument/2006/relationships/notesMaster" Target="/ppt/notesMasters/notesMaster1.xml" Id="R4ce51f1073c14e0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8763b5c1d494b7a" /><Relationship Type="http://schemas.openxmlformats.org/officeDocument/2006/relationships/notesMaster" Target="/ppt/notesMasters/notesMaster1.xml" Id="Rc1fb6edc28f24ae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366b9a9406b4da9" /><Relationship Type="http://schemas.openxmlformats.org/officeDocument/2006/relationships/notesMaster" Target="/ppt/notesMasters/notesMaster1.xml" Id="Rda855ad69ea6484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764952371194fcf" /><Relationship Type="http://schemas.openxmlformats.org/officeDocument/2006/relationships/notesMaster" Target="/ppt/notesMasters/notesMaster1.xml" Id="Re507cdf4ce4f4dd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5a9b8ab7fd84539" /><Relationship Type="http://schemas.openxmlformats.org/officeDocument/2006/relationships/notesMaster" Target="/ppt/notesMasters/notesMaster1.xml" Id="Ra22d52c34207477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3c5a7afc6ae4cf1" /><Relationship Type="http://schemas.openxmlformats.org/officeDocument/2006/relationships/notesMaster" Target="/ppt/notesMasters/notesMaster1.xml" Id="Rd8757d06f1ea40c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24391d1ee1c4a6b" /><Relationship Type="http://schemas.openxmlformats.org/officeDocument/2006/relationships/notesMaster" Target="/ppt/notesMasters/notesMaster1.xml" Id="R4cdc3553e7c44d0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a361728b2ba48d7" /><Relationship Type="http://schemas.openxmlformats.org/officeDocument/2006/relationships/notesMaster" Target="/ppt/notesMasters/notesMaster1.xml" Id="Rdd3d588e30a3447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03dbacde5424407" /><Relationship Type="http://schemas.openxmlformats.org/officeDocument/2006/relationships/notesMaster" Target="/ppt/notesMasters/notesMaster1.xml" Id="Rdb03e9da2b09488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aaa0c29d75c4013" /><Relationship Type="http://schemas.openxmlformats.org/officeDocument/2006/relationships/notesMaster" Target="/ppt/notesMasters/notesMaster1.xml" Id="R4ec2e815494046f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8493a8a210940e3" /><Relationship Type="http://schemas.openxmlformats.org/officeDocument/2006/relationships/notesMaster" Target="/ppt/notesMasters/notesMaster1.xml" Id="Ra12fe019210948f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e3ad349ed1d4fa2" /><Relationship Type="http://schemas.openxmlformats.org/officeDocument/2006/relationships/notesMaster" Target="/ppt/notesMasters/notesMaster1.xml" Id="Rff0608cc1b1745f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0f974093a554208" /><Relationship Type="http://schemas.openxmlformats.org/officeDocument/2006/relationships/notesMaster" Target="/ppt/notesMasters/notesMaster1.xml" Id="Rd94a8a823e35414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9e74dd3f1d84fd2" /><Relationship Type="http://schemas.openxmlformats.org/officeDocument/2006/relationships/notesMaster" Target="/ppt/notesMasters/notesMaster1.xml" Id="R11b9ed09d6d6431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4bf3339ae634d8a" /><Relationship Type="http://schemas.openxmlformats.org/officeDocument/2006/relationships/notesMaster" Target="/ppt/notesMasters/notesMaster1.xml" Id="Rb8dd05abba0241a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694114ad5374227" /><Relationship Type="http://schemas.openxmlformats.org/officeDocument/2006/relationships/notesMaster" Target="/ppt/notesMasters/notesMaster1.xml" Id="Rbfbe8ef73767412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badab2cc2d04773" /><Relationship Type="http://schemas.openxmlformats.org/officeDocument/2006/relationships/notesMaster" Target="/ppt/notesMasters/notesMaster1.xml" Id="R1b676f6c607a437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972f3836a0e4fbe" /><Relationship Type="http://schemas.openxmlformats.org/officeDocument/2006/relationships/notesMaster" Target="/ppt/notesMasters/notesMaster1.xml" Id="R869d5c9295ee479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2ec139a00874244" /><Relationship Type="http://schemas.openxmlformats.org/officeDocument/2006/relationships/notesMaster" Target="/ppt/notesMasters/notesMaster1.xml" Id="Rd2085f23d2204f9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7a434de9aa440a7" /><Relationship Type="http://schemas.openxmlformats.org/officeDocument/2006/relationships/notesMaster" Target="/ppt/notesMasters/notesMaster1.xml" Id="R51ce170b323541b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ec6c93ba0964697" /><Relationship Type="http://schemas.openxmlformats.org/officeDocument/2006/relationships/notesMaster" Target="/ppt/notesMasters/notesMaster1.xml" Id="Rfaa48dab816a4bf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6e3b6f353714070" /><Relationship Type="http://schemas.openxmlformats.org/officeDocument/2006/relationships/notesMaster" Target="/ppt/notesMasters/notesMaster1.xml" Id="Re1b9e13ff3a64d0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e7a645a76f941c8" /><Relationship Type="http://schemas.openxmlformats.org/officeDocument/2006/relationships/notesMaster" Target="/ppt/notesMasters/notesMaster1.xml" Id="R11bca3588cbe410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e5f5bfbde8b46d0" /><Relationship Type="http://schemas.openxmlformats.org/officeDocument/2006/relationships/notesMaster" Target="/ppt/notesMasters/notesMaster1.xml" Id="R7cfde1967cb141b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750115c813a4559" /><Relationship Type="http://schemas.openxmlformats.org/officeDocument/2006/relationships/notesMaster" Target="/ppt/notesMasters/notesMaster1.xml" Id="R846b480bd990403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17d512c1eaa4969" /><Relationship Type="http://schemas.openxmlformats.org/officeDocument/2006/relationships/notesMaster" Target="/ppt/notesMasters/notesMaster1.xml" Id="Rba1f2ac42ced45d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15fd4a2fbae47f4" /><Relationship Type="http://schemas.openxmlformats.org/officeDocument/2006/relationships/notesMaster" Target="/ppt/notesMasters/notesMaster1.xml" Id="Rc1b2638dfd6a405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d66904d0e6741a9" /><Relationship Type="http://schemas.openxmlformats.org/officeDocument/2006/relationships/notesMaster" Target="/ppt/notesMasters/notesMaster1.xml" Id="R4a3991eec1ac4a2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028998b774f4467" /><Relationship Type="http://schemas.openxmlformats.org/officeDocument/2006/relationships/notesMaster" Target="/ppt/notesMasters/notesMaster1.xml" Id="R0e7ddf15ebc249b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df7fe2ae5c242d5" /><Relationship Type="http://schemas.openxmlformats.org/officeDocument/2006/relationships/notesMaster" Target="/ppt/notesMasters/notesMaster1.xml" Id="Rfc063523f32e474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7daf39187024ba9" /><Relationship Type="http://schemas.openxmlformats.org/officeDocument/2006/relationships/notesMaster" Target="/ppt/notesMasters/notesMaster1.xml" Id="R4019bab05b0e4415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158532fb03541b4" /><Relationship Type="http://schemas.openxmlformats.org/officeDocument/2006/relationships/notesMaster" Target="/ppt/notesMasters/notesMaster1.xml" Id="Ra22da9e2ee8648c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89a2e614d3648c8" /><Relationship Type="http://schemas.openxmlformats.org/officeDocument/2006/relationships/notesMaster" Target="/ppt/notesMasters/notesMaster1.xml" Id="Ra11bc4ec9c0e4e0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069997a24c54b2f" /><Relationship Type="http://schemas.openxmlformats.org/officeDocument/2006/relationships/notesMaster" Target="/ppt/notesMasters/notesMaster1.xml" Id="Re72d0a37f1f34f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47520bc86449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a69711ddae47ea" /><Relationship Type="http://schemas.openxmlformats.org/officeDocument/2006/relationships/slideLayout" Target="/ppt/slideLayouts/slideLayout1.xml" Id="R1530ceee20104f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30ceee20104f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80b6c6d15478f" /><Relationship Type="http://schemas.openxmlformats.org/officeDocument/2006/relationships/notesSlide" Target="/ppt/notesSlides/notesSlide1.xml" Id="Re7c5f0b22a7e4a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99d62bc494969" /><Relationship Type="http://schemas.openxmlformats.org/officeDocument/2006/relationships/notesSlide" Target="/ppt/notesSlides/notesSlide2.xml" Id="R9154fee1256e42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d0f10b22a4193" /><Relationship Type="http://schemas.openxmlformats.org/officeDocument/2006/relationships/chart" Target="/ppt/slides/charts/chart1.xml" Id="R07efc62e11314ff0" /><Relationship Type="http://schemas.openxmlformats.org/officeDocument/2006/relationships/chart" Target="/ppt/slides/charts/chart2.xml" Id="Ra8ad91de3e2f4d29" /><Relationship Type="http://schemas.openxmlformats.org/officeDocument/2006/relationships/notesSlide" Target="/ppt/notesSlides/notesSlide3.xml" Id="R5702fedd4e8948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952490d3646e8" /><Relationship Type="http://schemas.openxmlformats.org/officeDocument/2006/relationships/chart" Target="/ppt/slides/charts/chart3.xml" Id="R38c6bfcf89524039" /><Relationship Type="http://schemas.openxmlformats.org/officeDocument/2006/relationships/chart" Target="/ppt/slides/charts/chart4.xml" Id="R9af227b506ff41db" /><Relationship Type="http://schemas.openxmlformats.org/officeDocument/2006/relationships/notesSlide" Target="/ppt/notesSlides/notesSlide4.xml" Id="Rbfc6e48db0e74e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5b14421f748a9" /><Relationship Type="http://schemas.openxmlformats.org/officeDocument/2006/relationships/chart" Target="/ppt/slides/charts/chart5.xml" Id="R6d5563a0937d493e" /><Relationship Type="http://schemas.openxmlformats.org/officeDocument/2006/relationships/chart" Target="/ppt/slides/charts/chart6.xml" Id="R7c582d6d6e2c4419" /><Relationship Type="http://schemas.openxmlformats.org/officeDocument/2006/relationships/chart" Target="/ppt/slides/charts/chart7.xml" Id="R42943ed064c24d07" /><Relationship Type="http://schemas.openxmlformats.org/officeDocument/2006/relationships/notesSlide" Target="/ppt/notesSlides/notesSlide5.xml" Id="R516677ca693946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46572d4a54904" /><Relationship Type="http://schemas.openxmlformats.org/officeDocument/2006/relationships/chart" Target="/ppt/slides/charts/chart8.xml" Id="R1bddb5790bf64c0c" /><Relationship Type="http://schemas.openxmlformats.org/officeDocument/2006/relationships/chart" Target="/ppt/slides/charts/chart9.xml" Id="Rbd6e192fa720423c" /><Relationship Type="http://schemas.openxmlformats.org/officeDocument/2006/relationships/chart" Target="/ppt/slides/charts/chart10.xml" Id="R63a55bf5ffc04a68" /><Relationship Type="http://schemas.openxmlformats.org/officeDocument/2006/relationships/chart" Target="/ppt/slides/charts/chart11.xml" Id="R6fcf810d0f41483e" /><Relationship Type="http://schemas.openxmlformats.org/officeDocument/2006/relationships/notesSlide" Target="/ppt/notesSlides/notesSlide6.xml" Id="R9301ae4b617b43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902c9da0246ce" /><Relationship Type="http://schemas.openxmlformats.org/officeDocument/2006/relationships/chart" Target="/ppt/slides/charts/chart12.xml" Id="R2efc1e42783b4b02" /><Relationship Type="http://schemas.openxmlformats.org/officeDocument/2006/relationships/chart" Target="/ppt/slides/charts/chart13.xml" Id="R6a74b4299bdf45a3" /><Relationship Type="http://schemas.openxmlformats.org/officeDocument/2006/relationships/notesSlide" Target="/ppt/notesSlides/notesSlide7.xml" Id="R24f7bb9f71694f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8aec4aad6417f" /><Relationship Type="http://schemas.openxmlformats.org/officeDocument/2006/relationships/chart" Target="/ppt/slides/charts/chart14.xml" Id="R4998d44497774ba0" /><Relationship Type="http://schemas.openxmlformats.org/officeDocument/2006/relationships/chart" Target="/ppt/slides/charts/chart15.xml" Id="Rdd767e108c7f4724" /><Relationship Type="http://schemas.openxmlformats.org/officeDocument/2006/relationships/notesSlide" Target="/ppt/notesSlides/notesSlide8.xml" Id="Rc3b355455bfc42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42cd126d640f4" /><Relationship Type="http://schemas.openxmlformats.org/officeDocument/2006/relationships/chart" Target="/ppt/slides/charts/chart16.xml" Id="R1ed9493826074ffe" /><Relationship Type="http://schemas.openxmlformats.org/officeDocument/2006/relationships/chart" Target="/ppt/slides/charts/chart17.xml" Id="Rb8b215efa8f646d8" /><Relationship Type="http://schemas.openxmlformats.org/officeDocument/2006/relationships/notesSlide" Target="/ppt/notesSlides/notesSlide9.xml" Id="R63e8e38fb96041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6c96cfb3f4df2" /><Relationship Type="http://schemas.openxmlformats.org/officeDocument/2006/relationships/chart" Target="/ppt/slides/charts/chart18.xml" Id="R45542a4f32984e85" /><Relationship Type="http://schemas.openxmlformats.org/officeDocument/2006/relationships/notesSlide" Target="/ppt/notesSlides/notesSlide10.xml" Id="R5175ba0b4f894c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9e20a05964626" /><Relationship Type="http://schemas.openxmlformats.org/officeDocument/2006/relationships/chart" Target="/ppt/slides/charts/chart19.xml" Id="R88b7eac4ee394fa9" /><Relationship Type="http://schemas.openxmlformats.org/officeDocument/2006/relationships/notesSlide" Target="/ppt/notesSlides/notesSlide11.xml" Id="Rbd883a17272249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0b20bb64449d9" /><Relationship Type="http://schemas.openxmlformats.org/officeDocument/2006/relationships/chart" Target="/ppt/slides/charts/chart20.xml" Id="Re8a689f1a2264d07" /><Relationship Type="http://schemas.openxmlformats.org/officeDocument/2006/relationships/notesSlide" Target="/ppt/notesSlides/notesSlide12.xml" Id="R7f525aba5eb74e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56e0a4df84ddb" /><Relationship Type="http://schemas.openxmlformats.org/officeDocument/2006/relationships/chart" Target="/ppt/slides/charts/chart21.xml" Id="R6039853cf27c493d" /><Relationship Type="http://schemas.openxmlformats.org/officeDocument/2006/relationships/chart" Target="/ppt/slides/charts/chart22.xml" Id="R37500bad2cf94b2a" /><Relationship Type="http://schemas.openxmlformats.org/officeDocument/2006/relationships/notesSlide" Target="/ppt/notesSlides/notesSlide13.xml" Id="R7d679e711d6e47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b80ed81984c48" /><Relationship Type="http://schemas.openxmlformats.org/officeDocument/2006/relationships/chart" Target="/ppt/slides/charts/chart23.xml" Id="R23d3a44beef34bb5" /><Relationship Type="http://schemas.openxmlformats.org/officeDocument/2006/relationships/chart" Target="/ppt/slides/charts/chart24.xml" Id="R278f2611b66e4f4b" /><Relationship Type="http://schemas.openxmlformats.org/officeDocument/2006/relationships/chart" Target="/ppt/slides/charts/chart25.xml" Id="R12407397ed884e82" /><Relationship Type="http://schemas.openxmlformats.org/officeDocument/2006/relationships/chart" Target="/ppt/slides/charts/chart26.xml" Id="R70ec4d2f4a95459f" /><Relationship Type="http://schemas.openxmlformats.org/officeDocument/2006/relationships/chart" Target="/ppt/slides/charts/chart27.xml" Id="Rff98e09bc0d6436b" /><Relationship Type="http://schemas.openxmlformats.org/officeDocument/2006/relationships/chart" Target="/ppt/slides/charts/chart28.xml" Id="R22cc8e235c09499f" /><Relationship Type="http://schemas.openxmlformats.org/officeDocument/2006/relationships/notesSlide" Target="/ppt/notesSlides/notesSlide14.xml" Id="Ra124e4ea2b3745d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af6f1de7745f1" /><Relationship Type="http://schemas.openxmlformats.org/officeDocument/2006/relationships/chart" Target="/ppt/slides/charts/chart29.xml" Id="R12df242bac1e4c18" /><Relationship Type="http://schemas.openxmlformats.org/officeDocument/2006/relationships/notesSlide" Target="/ppt/notesSlides/notesSlide15.xml" Id="Rdcf88cea9b7a4c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a141c0e9d427c" /><Relationship Type="http://schemas.openxmlformats.org/officeDocument/2006/relationships/chart" Target="/ppt/slides/charts/chart30.xml" Id="Rb2def9b855784e3e" /><Relationship Type="http://schemas.openxmlformats.org/officeDocument/2006/relationships/chart" Target="/ppt/slides/charts/chart31.xml" Id="R1cca1bcfa3b14a6e" /><Relationship Type="http://schemas.openxmlformats.org/officeDocument/2006/relationships/notesSlide" Target="/ppt/notesSlides/notesSlide16.xml" Id="Rfad0baf43049416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87ac1d38e4e66" /><Relationship Type="http://schemas.openxmlformats.org/officeDocument/2006/relationships/notesSlide" Target="/ppt/notesSlides/notesSlide17.xml" Id="R2f5e2021c65c49d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fe05eb39d4a76" /><Relationship Type="http://schemas.openxmlformats.org/officeDocument/2006/relationships/notesSlide" Target="/ppt/notesSlides/notesSlide18.xml" Id="Rf7865342d52f4e9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73641b67e4ed9" /><Relationship Type="http://schemas.openxmlformats.org/officeDocument/2006/relationships/chart" Target="/ppt/slides/charts/chart32.xml" Id="R9fdafe7bd6bc436e" /><Relationship Type="http://schemas.openxmlformats.org/officeDocument/2006/relationships/notesSlide" Target="/ppt/notesSlides/notesSlide19.xml" Id="R40766752b33041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0d4cb611f4260" /><Relationship Type="http://schemas.openxmlformats.org/officeDocument/2006/relationships/notesSlide" Target="/ppt/notesSlides/notesSlide20.xml" Id="Re0695465fcc0411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1dce7b3974185" /><Relationship Type="http://schemas.openxmlformats.org/officeDocument/2006/relationships/chart" Target="/ppt/slides/charts/chart33.xml" Id="R5dd959a4c409428b" /><Relationship Type="http://schemas.openxmlformats.org/officeDocument/2006/relationships/chart" Target="/ppt/slides/charts/chart34.xml" Id="Rd53086bac7b84182" /><Relationship Type="http://schemas.openxmlformats.org/officeDocument/2006/relationships/notesSlide" Target="/ppt/notesSlides/notesSlide21.xml" Id="R74ada958add7432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408cd6f904dd5" /><Relationship Type="http://schemas.openxmlformats.org/officeDocument/2006/relationships/chart" Target="/ppt/slides/charts/chart35.xml" Id="R497146b113bc4d0b" /><Relationship Type="http://schemas.openxmlformats.org/officeDocument/2006/relationships/chart" Target="/ppt/slides/charts/chart36.xml" Id="R885fd8954f1c4e81" /><Relationship Type="http://schemas.openxmlformats.org/officeDocument/2006/relationships/chart" Target="/ppt/slides/charts/chart37.xml" Id="R6bce686c75d744b6" /><Relationship Type="http://schemas.openxmlformats.org/officeDocument/2006/relationships/notesSlide" Target="/ppt/notesSlides/notesSlide22.xml" Id="Rccd0c7144d794a2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62f3d9b4942ef" /><Relationship Type="http://schemas.openxmlformats.org/officeDocument/2006/relationships/chart" Target="/ppt/slides/charts/chart38.xml" Id="Re6f7caa8ff60483d" /><Relationship Type="http://schemas.openxmlformats.org/officeDocument/2006/relationships/chart" Target="/ppt/slides/charts/chart39.xml" Id="Rc0b8bc17df864e18" /><Relationship Type="http://schemas.openxmlformats.org/officeDocument/2006/relationships/chart" Target="/ppt/slides/charts/chart40.xml" Id="Re56e0a1578284d1a" /><Relationship Type="http://schemas.openxmlformats.org/officeDocument/2006/relationships/chart" Target="/ppt/slides/charts/chart41.xml" Id="R960c06066b6347bf" /><Relationship Type="http://schemas.openxmlformats.org/officeDocument/2006/relationships/notesSlide" Target="/ppt/notesSlides/notesSlide23.xml" Id="R949877a2322f48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3efe601434859" /><Relationship Type="http://schemas.openxmlformats.org/officeDocument/2006/relationships/notesSlide" Target="/ppt/notesSlides/notesSlide24.xml" Id="R24a659d0beb2485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affa537894032" /><Relationship Type="http://schemas.openxmlformats.org/officeDocument/2006/relationships/notesSlide" Target="/ppt/notesSlides/notesSlide25.xml" Id="R39cd23e38ae64c0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156df23a444c3" /><Relationship Type="http://schemas.openxmlformats.org/officeDocument/2006/relationships/notesSlide" Target="/ppt/notesSlides/notesSlide26.xml" Id="R0f8cb15c2eea461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bca4a5b28c4d34" /><Relationship Type="http://schemas.openxmlformats.org/officeDocument/2006/relationships/notesSlide" Target="/ppt/notesSlides/notesSlide27.xml" Id="R6a8405fea2494cf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d6c13c9104102" /><Relationship Type="http://schemas.openxmlformats.org/officeDocument/2006/relationships/notesSlide" Target="/ppt/notesSlides/notesSlide28.xml" Id="R7eedddc7cd884ea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50ed3e96141aa" /><Relationship Type="http://schemas.openxmlformats.org/officeDocument/2006/relationships/notesSlide" Target="/ppt/notesSlides/notesSlide29.xml" Id="R46a14919c05843c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ed80ba9c04725" /><Relationship Type="http://schemas.openxmlformats.org/officeDocument/2006/relationships/notesSlide" Target="/ppt/notesSlides/notesSlide30.xml" Id="Rc7e1c78d90224b1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0d81d1a9c425d" /><Relationship Type="http://schemas.openxmlformats.org/officeDocument/2006/relationships/notesSlide" Target="/ppt/notesSlides/notesSlide31.xml" Id="R09d1752459b349e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76983919446d0" /><Relationship Type="http://schemas.openxmlformats.org/officeDocument/2006/relationships/notesSlide" Target="/ppt/notesSlides/notesSlide32.xml" Id="Rdaf22f8853e649a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3790872764f17" /><Relationship Type="http://schemas.openxmlformats.org/officeDocument/2006/relationships/notesSlide" Target="/ppt/notesSlides/notesSlide33.xml" Id="R34800fcf18cf4e8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f646a4a3f4398" /><Relationship Type="http://schemas.openxmlformats.org/officeDocument/2006/relationships/notesSlide" Target="/ppt/notesSlides/notesSlide34.xml" Id="Rd2d37e7d3725417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abc7ec8534b0c" /><Relationship Type="http://schemas.openxmlformats.org/officeDocument/2006/relationships/notesSlide" Target="/ppt/notesSlides/notesSlide35.xml" Id="R531bdd9744574d4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ff44e5ea9463d" /><Relationship Type="http://schemas.openxmlformats.org/officeDocument/2006/relationships/notesSlide" Target="/ppt/notesSlides/notesSlide36.xml" Id="R2c99a69bb16b452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095f960f14ef0" /><Relationship Type="http://schemas.openxmlformats.org/officeDocument/2006/relationships/notesSlide" Target="/ppt/notesSlides/notesSlide37.xml" Id="R7474e4af1367462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764e8f2e74be1" /><Relationship Type="http://schemas.openxmlformats.org/officeDocument/2006/relationships/notesSlide" Target="/ppt/notesSlides/notesSlide38.xml" Id="Rf64535fba5c744a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7c5606b004d9f" /><Relationship Type="http://schemas.openxmlformats.org/officeDocument/2006/relationships/notesSlide" Target="/ppt/notesSlides/notesSlide39.xml" Id="R8c7fde83664b45b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08543db154c2a" /><Relationship Type="http://schemas.openxmlformats.org/officeDocument/2006/relationships/notesSlide" Target="/ppt/notesSlides/notesSlide40.xml" Id="Rb4a60affbd8a435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024c37ee64701" /><Relationship Type="http://schemas.openxmlformats.org/officeDocument/2006/relationships/notesSlide" Target="/ppt/notesSlides/notesSlide41.xml" Id="Rfc4d213ccf9e424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62651e83a43e2" /><Relationship Type="http://schemas.openxmlformats.org/officeDocument/2006/relationships/notesSlide" Target="/ppt/notesSlides/notesSlide42.xml" Id="R42ac1b8f6ca94b3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6edb906be4720" /><Relationship Type="http://schemas.openxmlformats.org/officeDocument/2006/relationships/notesSlide" Target="/ppt/notesSlides/notesSlide43.xml" Id="R272080e54d9544b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0747e80af4d07" /><Relationship Type="http://schemas.openxmlformats.org/officeDocument/2006/relationships/notesSlide" Target="/ppt/notesSlides/notesSlide44.xml" Id="R822f4635cf054f3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af56fc4974c74" /><Relationship Type="http://schemas.openxmlformats.org/officeDocument/2006/relationships/notesSlide" Target="/ppt/notesSlides/notesSlide45.xml" Id="R1ebcabe756c94e8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78723d2a44c94" /><Relationship Type="http://schemas.openxmlformats.org/officeDocument/2006/relationships/notesSlide" Target="/ppt/notesSlides/notesSlide46.xml" Id="R979ed355d2234fc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2bfd1a9494fe8" /><Relationship Type="http://schemas.openxmlformats.org/officeDocument/2006/relationships/chart" Target="/ppt/slides/charts/chart42.xml" Id="R6d13429ed93f46bf" /><Relationship Type="http://schemas.openxmlformats.org/officeDocument/2006/relationships/notesSlide" Target="/ppt/notesSlides/notesSlide47.xml" Id="Rfdcf9feeaf464c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5c911a178499e" /><Relationship Type="http://schemas.openxmlformats.org/officeDocument/2006/relationships/chart" Target="/ppt/slides/charts/chart43.xml" Id="R3a31ae078beb4c27" /><Relationship Type="http://schemas.openxmlformats.org/officeDocument/2006/relationships/notesSlide" Target="/ppt/notesSlides/notesSlide48.xml" Id="Rd8da3ffd00a1499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f4e07e8574af3" /><Relationship Type="http://schemas.openxmlformats.org/officeDocument/2006/relationships/chart" Target="/ppt/slides/charts/chart44.xml" Id="R14676ae4e7824b25" /><Relationship Type="http://schemas.openxmlformats.org/officeDocument/2006/relationships/notesSlide" Target="/ppt/notesSlides/notesSlide49.xml" Id="R8fc2c16347924a5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ea8d8488c455f" /><Relationship Type="http://schemas.openxmlformats.org/officeDocument/2006/relationships/chart" Target="/ppt/slides/charts/chart45.xml" Id="R440b7de72c334d81" /><Relationship Type="http://schemas.openxmlformats.org/officeDocument/2006/relationships/notesSlide" Target="/ppt/notesSlides/notesSlide50.xml" Id="R7b08f3a15ea74b9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93a235db14c05" /><Relationship Type="http://schemas.openxmlformats.org/officeDocument/2006/relationships/chart" Target="/ppt/slides/charts/chart46.xml" Id="Rfd63d4b1dc284aab" /><Relationship Type="http://schemas.openxmlformats.org/officeDocument/2006/relationships/notesSlide" Target="/ppt/notesSlides/notesSlide51.xml" Id="R94f0c7c76949437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dab4d9a7047b6" /><Relationship Type="http://schemas.openxmlformats.org/officeDocument/2006/relationships/chart" Target="/ppt/slides/charts/chart47.xml" Id="Ra42d6eb59a854283" /><Relationship Type="http://schemas.openxmlformats.org/officeDocument/2006/relationships/notesSlide" Target="/ppt/notesSlides/notesSlide52.xml" Id="R24bec830d189400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5696c47bf43fa" /><Relationship Type="http://schemas.openxmlformats.org/officeDocument/2006/relationships/notesSlide" Target="/ppt/notesSlides/notesSlide53.xml" Id="R21faadb6d1e640d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públicos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2.181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3.045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3.685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4.356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4.815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5.198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5.697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6.286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7.841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2181.013</c:v>
              </c:pt>
              <c:pt idx="1">
                <c:v>2585.043</c:v>
              </c:pt>
              <c:pt idx="2">
                <c:v>3045.05</c:v>
              </c:pt>
              <c:pt idx="3">
                <c:v>3327.984</c:v>
              </c:pt>
              <c:pt idx="4">
                <c:v>3684.96</c:v>
              </c:pt>
              <c:pt idx="5">
                <c:v>4356.017</c:v>
              </c:pt>
              <c:pt idx="6">
                <c:v>4814.732</c:v>
              </c:pt>
              <c:pt idx="7">
                <c:v>5198.462</c:v>
              </c:pt>
              <c:pt idx="8">
                <c:v>5697.472</c:v>
              </c:pt>
              <c:pt idx="9">
                <c:v>6286.455</c:v>
              </c:pt>
              <c:pt idx="10">
                <c:v>7485.488</c:v>
              </c:pt>
              <c:pt idx="11">
                <c:v>7841</c:v>
              </c:pt>
            </c:numLit>
          </c:val>
        </c:ser>
        <c:ser>
          <c:idx val="2"/>
          <c:order val="2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3"/>
          <c:order val="3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4"/>
          <c:order val="4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5"/>
          <c:order val="5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246.88123756594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E0135-EE3D-4ABD-B94A-40490B35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DEF5D-3D07-46AC-80E7-93E1579E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C8989-D393-4527-ADF4-7F57296C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83C13-3598-405A-9590-7A8C372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93081-3AAF-41F2-9470-A481C9A2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8A280-D131-4E51-80C6-621CD555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721F2-68DF-4848-8FF8-0BC9F9FD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3626184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73C49-068B-4E05-A9F9-862165C5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080AA-7D19-41C9-B69B-B9C00D7E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8CE32-9F95-495F-AE2C-75899472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2BAA2-0F9D-4CFA-ADAB-A02BA89F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FDD06-B79E-4311-BA5B-F07C3511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52F6BC-D3FD-45B4-9A55-FBF77238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780AA1-6C3F-4E04-847A-0CC67F6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2F5A0-1E35-439C-8773-8F946FE4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FBE34-FECE-4FAB-A97D-E15D1B5B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12B16-86C4-45CD-9B71-D6AFD5E3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556231-0E74-47BB-BEE4-2192A1F2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CDA84-2CEC-4C2D-87DA-D9AACEFF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D1E76-8634-42C1-B3F8-B33C81C9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25EF66-5716-41FE-ADF3-9E209F83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8F92B-5156-4196-B9B0-964113B0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A5E5D-38F9-4CDB-B092-E4A5387B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4CC7E-8B85-457B-B647-F86A8946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553D2-ABFD-430D-A6F1-950789B8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48BEA-FD32-48EB-8019-EE8FA1F1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E79834-6016-4AAD-A197-38A815DE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342C4E-A557-46EC-A531-F8C3C44C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5118091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A903D8D-3ABF-478F-AAA0-27070DBE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E1EE4-651F-4921-AC35-0AC8BC2C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99239-33E4-41DD-BCEE-D02FE1C4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A9331-D062-4A02-8461-02690099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854C5-D4A3-4BC7-BE99-EEC0535F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54145-A9F3-4D4F-BE32-254128A0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26267-CCEC-4FB2-BE81-4AFC9FEB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A57C5-50E0-4C00-A793-08BA9F30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efc62e11314ff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498B39-EA9C-4E99-991C-DBAD6172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41DC0-39C6-449C-8CD7-880FAB58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DC3C21-BF19-41FF-8CD5-7843E27B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6308E6-7680-4973-8B0D-554F5745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88BBD-DA37-4B35-BFDA-1F0ED6C9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CCE7FD-5FC0-46BF-AE63-DFDEE2F9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CA55D-82D1-47A3-9726-8C056F7E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08F6AD-B6C8-4A3C-BCF5-57F27FF2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B9282-2C84-4975-8772-58A717F5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7BF35-478A-4EC1-B5E8-9412512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B5EA5-08A6-48EA-8DF0-78ABB344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E7BF93-DB48-4648-8122-4C6B6C01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48E53-EF59-424A-9B31-B5891B03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3C1CF3-B78B-4D44-B274-FFA4081C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3266AD-CA41-477C-A3FA-8320939D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6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ad91de3e2f4d29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1B907-5AAD-4198-A01C-D069C08F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8956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7.929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03FB97-3866-40AE-A5C4-8DAC657C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805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8.004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9CD39B-9FCE-4CCF-8AC7-6299575E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411053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8.573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700F3C-5186-4759-AB6F-1C18181E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163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9.348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D2FDCA-D18B-45AE-90B6-BCC98356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8809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10.229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7FF12E-5178-40F5-BDD8-367AE941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29986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11.950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4B43D1-5017-4978-97CB-EB41EAB7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957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13.612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60EC7D-32D5-4DDD-BFC5-8B0E24FE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63148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14.958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BF7CDB-E9F9-42A5-99BC-B927E14B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8007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16.198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19D575-F485-4CD6-98C1-DF64C420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17914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18.662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D40107-4184-46A8-8C13-D5B83A2D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91167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20.853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96CD86-BA3A-428F-A6FE-58DE6E9C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109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21.513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164D8A-67D6-49C1-8422-409455F0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5E17A4-80F3-4504-8B07-CDBF76D1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326129-7F7F-4AAA-8F2A-067EF3AE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A80ADE-E9A6-42A3-B676-E19F469C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públicos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9EA9B7-56C9-4BC8-BC8B-0F1B4CD0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B7F981-BB98-4279-B79B-DCB476AF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072BB0-840A-4D30-8836-CD6D5FB7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DC13D3-8626-49DB-B74F-B3B0EAE8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FF3CCA-A524-4165-A63D-74127F6B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446CC9-4109-4665-B368-3BDB6A63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A5DC532-0D91-4DBD-A5C9-321AB5A4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728F51-B94D-4572-9A10-FA1499D8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5BDAB1-5E11-4133-8808-37E67056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+5,6%   ·   2020/19 +16,8%   ·   2022/21 +9,9%   ·   2023/22 +8,3%   ·   2024/23 +15,2%   ·   2025/24 +11,7%   ·   2026 YTD +3,2%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EA7D74-D2C9-4087-80F1-CB1BE534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securitização R$ 1.157 bi; carteira FIDC R$ 670 bi. SGS 28191 reúne CRI, CRA e direitos creditórios em FIDCs; debêntures e notas comerciais estão em títulos privados.</a:t>
            </a:r>
          </a:p>
        </p:txBody>
      </p:sp>
    </p:spTree>
    <p:extLst>
      <p:ext uri="{BB962C8B-B14F-4D97-AF65-F5344CB8AC3E}">
        <p14:creationId xmlns:p14="http://schemas.microsoft.com/office/powerpoint/2010/main" val="1741357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4B8F6-0004-4BAA-8564-A9A6DA1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D2875-066C-4C3A-98A3-D15B0A4B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BAA9C-D94C-480F-A8FF-97D34AE7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1DD4BF-242A-4ABD-B50F-C98FC417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502CB-2FCB-4EB4-8A5C-423EE0AD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Sistema de Registro de Ofertas (SRE), base pública de Ofertas Públicas de Distribuição; consulta em 24/jul/26. Ofertas primárias encerradas, todos os ritos, com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66A3A-0E7C-4988-B384-A98BD5DF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C47C1-5D34-4168-80FE-3C3852AF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38A62-713E-4C34-BFE2-C81628DE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c6bfcf8952403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12C5F-28FA-4EF0-8B72-CF8C1530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51098-DBD3-4ACE-A382-EDE40724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f227b506ff41db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191000"/>
                <a:gridCol w="2286000"/>
                <a:gridCol w="2286000"/>
                <a:gridCol w="2286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+77,9%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+106,2%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D0B47-4550-4990-B574-D67C38EE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13689632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781CA8-BEB5-447C-B00C-67CE4F32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9EC1D-DBAA-4027-B921-1B47E9F9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DC19E-9C53-470D-AAC3-15EEE742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A86D2-907A-4D8B-A368-A7DF00AB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CB115-4000-4304-BFB1-FDD9F8FB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94916-DB4E-4034-A6BF-C4D0EC1D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3E8F8-681B-43AB-9734-29D32B0D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6ED21-4479-4DEC-9AF8-5F664DB1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5563a0937d493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B0C77-B65A-448A-AAF7-ED56C4F5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74B98-9E92-4DC5-A44A-4C5844E1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837FEE-F0FC-4A93-89E4-CF00E815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499BB-FC27-40DC-9B30-9E6B7EC8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096BD-7548-4150-AD98-A6F860EB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78E13-91C9-49D6-9892-0AAEEED0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F0425-13BD-49F5-B7DC-A38F441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582d6d6e2c4419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AF01CD-24E7-42B0-9990-5D5C36AD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AF433D-D72E-4FB2-A74E-925D364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969DAE-9CAC-4B88-8273-A52103B5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5BB4E9-4C40-49A1-899A-19A2F5E5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ED4BA2-EA2A-4EA8-8E10-2AFD3977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9198C8-68BF-476D-BA44-3CD1E125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FBC690-898E-464E-8D2B-1CCBB944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943ed064c24d07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A4EBFA-FE4C-4830-8989-FDC2F2AD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83765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B2BFBB-B0E4-4F5B-B432-BD6927B8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3F521-134E-4542-B6F3-378C9218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C32D8-EE06-4F4A-95B9-083C9090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EFD4F-20FB-46F4-998C-A9442952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60878-C0BF-4DAC-A380-9BF3C06A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9692A-C16B-45A9-B877-5133743B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D73E8-35F6-4D75-9F60-D9F5AED9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09616-2659-48AC-B501-674079EA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50283-E61A-41BC-A5F2-0000E427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DA211-5477-45A1-9CE7-0FF0014A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E1224-D495-40A8-879C-DB615F4B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828DEB-2C4D-49E1-9646-FA7C4D56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ddb5790bf64c0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305B1-A755-46DE-9B07-8FBF376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9FA5E4-2725-4417-A067-636AD2AB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6e192fa720423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DFEF2-41CF-4995-900E-EF76190C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E4CC1-44DC-42E6-919D-CEEDD9B0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a55bf5ffc04a68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50D93-862A-4F5D-A301-1335E44F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6FAFA-454B-4F1D-8AC2-F714C493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BCE1B7-5651-4D8A-9059-6B73F404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cf810d0f41483e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9AB4BD-31D0-4FFF-BEC4-692853D1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FA3264-8A25-4CE7-BAB3-86A55B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351845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7E83BC-1953-499D-B30A-602F846A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5AB85-5F75-4961-A6DC-78CF6DFA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97D24-9566-4C8C-BF6A-D667D082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0A627-6401-4C4E-812A-39156488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CCE78-7C6A-4E83-BF3C-CC8D4E4E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F3034-FADB-4EF9-ACFC-0B66B986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ED11D-3401-44D3-9D82-FEA1CB68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0325"/>
            <a:ext cx="10048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45A75-F1A4-49B8-B16D-F49AE5D2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25451-A8CC-4A2F-A6B9-A83A2FA2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05E26-AE84-4D7B-A529-5EE6AEE2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fc1e42783b4b02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6C9B4-E220-424E-925B-FC7D0E6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A88481-67CF-4EAF-9C3F-5483EBE2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74b4299bdf45a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B6F0B-5312-486A-83D2-CDEE0761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4903A-5331-4729-A036-EFB196E1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28098-789D-4739-813D-DC9214C0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E9F77-5CAE-4746-A59B-0A7CEB41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428F7-10CE-4549-AD13-8BF3A8E9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0016EA-7D0E-4995-98D0-9F619B28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13EE4-378B-4C0C-B585-DD5A7534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037B9B-7CAA-4AFC-A0E2-00ACFD68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5B3FA3-1A4A-45B8-8259-F747A403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2663B-B91A-49F7-8DD5-8D02CCC0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</a:t>
            </a:r>
          </a:p>
        </p:txBody>
      </p:sp>
    </p:spTree>
    <p:extLst>
      <p:ext uri="{BB962C8B-B14F-4D97-AF65-F5344CB8AC3E}">
        <p14:creationId xmlns:p14="http://schemas.microsoft.com/office/powerpoint/2010/main" val="15439504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778CB-AC49-462A-B5C6-4B33F42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CF19F-4C40-4613-95EB-874F1B96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006D6-6553-4189-8B10-AC94EB00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29EF3-9D89-4562-AB26-AC812081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88C70-34BB-448E-87A5-082B868A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CAEAAD-3B21-4225-980E-DE06DEFB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7EB56-D203-4C0A-BF9A-C334630D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7F6C7-A1A6-45FE-A75F-1DA43DCD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98d44497774ba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5E250-3090-487E-BB81-6930829F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F969D-F749-459F-98C4-E299F8E8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767e108c7f472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F143B-5E8A-46F1-BA5A-817F45E7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1699B-D073-4504-B474-249A0919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17E3A-7E27-428F-B3BC-EF81ED88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7621ED-3D57-47A7-9EA9-42E7184A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5806E8-F15A-42D4-817B-9958F754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95624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E7FF8C-90DB-4EB8-8142-02287E05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D0597-9F29-4A8C-B705-713AFC8C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8ED2E-0589-40D1-A9BF-04292122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5A6CF-1E4D-4FC9-92FB-945962D8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6A935-B4E2-40EC-8F53-24DBC8BC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00C2A9-44DC-45AC-A58B-76D29E6D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F4F20-5470-445C-8398-68A26B7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EB5FD-CEF8-4C5B-85EC-F4E1F31E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d9493826074ff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372E0E-1094-4608-97B4-AB1480B3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80915B-2374-47DD-928F-0FA026F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b215efa8f646d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83443-08A4-4798-9F57-8A33184A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947FF5-D40F-4282-8A6E-D00D4E13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B6B39-B37F-4DA9-9A3F-478AFE4E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0E451-3BC9-42FD-8EB7-95E7D525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18D81-BCB9-4C07-BC96-5C3F7924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9CA79A-944F-4CD6-90F9-DDB33962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A4C6D4-CAFF-42B4-A6D7-13650893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CE871B-2856-4B52-ACBD-5B1DCD2F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EB2BBB-203E-43ED-9E47-1AABA8E5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0606E0-E1FF-413E-97C7-1785B416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8641217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35FDC4-1902-43BF-BA54-4745DE0C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265D0-DD08-4239-A9A3-7CA7DBD6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662F2-5D15-4B91-B898-F3E18ACF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7FB3E-0FAA-49A4-A5E6-C8B37D14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D1FDA-C297-4411-BF4D-DF03D105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5C8AE-3E4F-443D-9D2C-33A8C358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432B3-EAA1-4513-BE92-AA79BDAD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43D8E4-8E63-47F3-9C75-4FC6C3A8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542a4f32984e8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BFE5C-0C0F-4395-BE57-9D244E04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EF611-D401-4495-96B8-FF557160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B4285-E367-4C9F-9641-5EA385A2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DD38F-A1B8-4B12-90E9-7332E945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AB612-EECD-46C1-933D-7175A39B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3F84E-8149-4575-8D48-9D109E43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6CB49-7EB5-404D-9503-553C8753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227F0-0940-4E7E-9DC9-54C54D78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3146C-99A6-4542-B423-B9245EE2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4E8BC-958B-4474-AFA8-4E44C870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600A69-CC09-46AC-B56D-3F2A5C22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206319-4BEA-40DE-B463-7EFC3A06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59AE66-FCD4-4B58-A869-4D80BFC7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9E92B-4150-42D1-9823-4078C31D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0750E0-A320-4193-8C33-BA6EE820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01A559-7C77-4979-BE1A-4BC5F7ED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634FFF-FD4B-4C4C-9095-3530E91E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4310A3-E804-4294-A8E2-3189EB2C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4BDEDC-2796-44A3-A700-862DB698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9F3EA6-AC27-4CB7-BE2E-8E35AC6A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F6B770-1FCF-4022-A3D9-8EC75C35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753287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1AEF79-C6C3-4317-B08D-162E5AFA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FA506-023F-49DD-8335-F6B575BE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39063-69E4-4412-B06A-E21E4844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6585E-BDC6-40E3-B66B-7E6F678F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39D50-FA9B-403A-BD1E-DD843B46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0D00-582C-4D74-9FA7-E519171A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4F7D3-ED06-4464-A8C2-B52D5BC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0279A-B695-46EA-8110-BEEB3CA9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b7eac4ee394fa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DACCB-3E61-431F-957B-8A372190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09F98-0F23-4E21-B7B5-AAE818D1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5E0D4-A369-4343-A552-E7A77A8D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3F5B5-D73F-4EC1-B38D-998F7430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87872-CCAA-4E23-85FF-9210B9CA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74DFE5-907D-4819-8140-4FA37542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56C29-A718-4FA3-80C8-020AD37A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2CD08-99AF-4256-B809-36B833A8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9C16C-5AC3-4FD5-B3EA-B87D23AE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A4C5F-27E4-4302-AF07-06A850A3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AA6BF7-7B9F-4F4E-B46D-DA596A2B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E8937F-F91E-4FDB-9018-2B3ADF96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0B5C55-BF05-4F66-AD78-A5E14292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364AA-D6F1-4C48-9372-A373BCA1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6B2360-3CE0-4DE4-95B1-97809B51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B6EE5B-02DE-417C-AB08-8B3BA239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6870062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4EBA30-9186-4AA8-A17A-8BC75605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879E0-482C-451C-801C-3169543A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EE640-3EA3-4CD2-A1B8-31CE1654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03EC5-2116-4636-B732-D7FC39A2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9E762-66DE-4896-8979-D65F3C3A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DC804-49A0-4550-94B0-105292DB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9DD67-DD3C-48ED-9320-2AA1F44F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3915A-904D-4D49-B8B1-B1265718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a689f1a2264d0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4DA7B-97EB-4897-94CE-47893BDA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855C0F-36FF-4191-B6F8-3AEBA185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F306B-D88F-46BC-89F3-D7BEFFCD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C9A18-19E5-47BD-B567-D8F0D54C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489B7-F13D-4B53-AFB1-CB52837A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2958C9-D384-4522-A5FD-48D2FF02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A4968-3C53-441E-BD2F-AD8E62A4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7AB57-08CD-4373-A4C6-95CB1173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05D32F-436B-436F-834F-BF772987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224A5-5C22-4107-82BD-9A0A798E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9DB7F-652B-4CF9-A0CA-AFFB3BD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0C566-1535-4B96-84BF-E9F0FEBB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0B5322-920C-435C-AF59-25FF9A48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49074F-D913-4821-B4DA-DAF247F3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5492F5-CBDE-4979-8E11-993DBEC2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DBE77-CA2C-4C98-B4A6-143D8FCA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ADD862-77DE-42AE-BBF6-1EF6F455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3C4189-B749-484D-AA0D-6B3308FB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E2958A-829A-4D15-A983-1888353A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6CC27-7E7E-4E30-9740-65A745AB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64C4FD-E843-4244-BFD8-B9BB21EF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EC978-7D9B-4899-8721-24823C74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889FB2-179B-4F09-91B3-DF422653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9AEC50-5548-4DBE-863E-E59976E7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99B22D-DE9B-4284-A7EB-A3416C0B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82CA9D-3597-4758-AD71-5F905D77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6E0AF6-A229-4875-A2C2-E7FC76E7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29DF94-AE74-4E44-B4FE-0AE5929F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C2B644-60A8-4321-9ABF-F3363BD0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E67965-CBCE-4E6B-97D4-C375D1B3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4AE75F-C85A-48C5-92B1-9703471E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7B586E-324A-4F81-8031-B61CFB82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FD0D5B5-4EFB-4B2A-BE56-C0048CC1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E7DD93-03B5-4C4F-9620-D02063D9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5890208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A6F935-3FFF-43F2-A8C8-77EA5FB1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F48EA-C2CD-410B-8CAD-02747739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71F0D-BCB2-40C3-BA28-3AE89F7F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12E89-6417-4584-8836-FC274914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FAF41-CA11-43CD-A484-AA67712B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44E24-7452-4CA4-9337-6F2D7A54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0B127-1C40-4585-9683-0EBB2C04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FF77A-C577-4E6A-A4B3-6DE3FCBB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39853cf27c493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4A6088-71F6-4CC1-A2B1-174D01F1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076E3-A4EE-49AA-B9DB-A959A5F6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38650-0361-4ED4-9FAD-C9B30CB8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500bad2cf94b2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7714C-C2FA-4DA5-B9AD-56EA38F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01D8B-043A-4786-81EE-489057AC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8F63A-DC04-402B-90AB-4A3798A5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099EDE-B36F-4F80-ADB8-59CF9F92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5C3DF-8A68-45A5-A843-4EB2D88F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C2A170-DDC1-486C-A200-DCA5EFA7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D55A70-48C9-46F9-8051-B0C82A5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7957166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F3DC89-630B-4BDD-8AE2-F41043EE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97187-5662-472A-B351-F8F7A310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5C083-850A-4D7B-B531-5510C43D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A6F9F-313D-468A-83D9-009F6470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61917-7191-4086-9F0A-9D65D146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0016D-2CC8-409E-8D75-41F1173C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AC2178-4D6A-4C74-92DB-5B5B6B2A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75F6A-A668-49BA-BF14-DD37698F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A66C6-3182-4FFE-9D56-9DAB8AF5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A67434-29B5-45F4-B27A-BE9D7946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24313-6C44-4714-B650-C7A27008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C3A3B-6577-4C6D-88B2-790320C5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D1F63-744D-48F8-8F1D-3D08CD9F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0E1DD-82D2-453D-B934-6DE74E70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67E218-2497-4F3C-98B5-BDB526F3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98D5BE-1832-4A80-8410-C1840B56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0CA7D-4C5E-4B45-AC05-95171C9C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EB3533-D986-422B-8F75-D904179E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8813A-8E26-41CF-9083-C68153D2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088FE-F5DA-4E5E-940F-54A07369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7AB51C-4DBD-4D58-BBFA-707DE103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78CC11-2585-441C-BBE0-C12EF4F2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7F394-4076-401F-B55B-16ED3878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d3a44beef34bb5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2D9124-5B32-40BA-87D1-017084B5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8f2611b66e4f4b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F74B0-CA22-4394-B46B-389884A0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407397ed884e82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F91304-523C-473A-87D2-F78AF416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ec4d2f4a95459f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ECA000-2D96-4516-BAF3-1478AFF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98e09bc0d6436b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B13660-A752-43F8-A0CB-808B7A2C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cc8e235c09499f"/>
          </a:graphicData>
        </a:graphic>
      </p:graphicFrame>
    </p:spTree>
    <p:extLst>
      <p:ext uri="{BB962C8B-B14F-4D97-AF65-F5344CB8AC3E}">
        <p14:creationId xmlns:p14="http://schemas.microsoft.com/office/powerpoint/2010/main" val="18407322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0DA09-5802-4567-B0B1-3717CBD0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76C2B-87E3-45D8-B2B0-B6BC9681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F71A7-7526-41C9-A69B-8CD746C9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A70F6-5D0C-442E-814F-9F7E5E13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5195F-8B66-41B9-A0E4-D46B4940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A4A63-7D25-4B53-81BC-8D1C5400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DDD15-EF95-42AD-8192-29E72C68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56497-FDA8-427E-84B1-E9457126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df242bac1e4c1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E19CF-D679-4B2F-BAEA-D69428BF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1B012-F8B0-4C84-9412-F418EB2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78966-2E82-4F88-B79F-631BA83F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0C2B5-F662-4AFF-BA16-EB6810A9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9837446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EF419B-0419-45EA-A3E7-1DDF6DC6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BCDCC-DA5F-47FD-B5FE-0284163B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7F439-AF10-41A3-8BF8-3BDA9FC1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F810C-3A85-444F-9FD4-77AE47DB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16DB5-FBB7-45AD-83CF-9A8A0C0D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69C55-3162-4C4A-87C4-88FB0418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F9214-5B6F-444C-939F-444534D1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E81E1-9CAB-4D0D-B853-39191704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def9b855784e3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72687-6383-48A6-A2A2-7A894FB8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D47E7-4636-427A-9010-429B49D9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8FEDB-EA35-4A6E-88BB-C61639F9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48D7E-A896-48C4-A1F0-15B62485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ca1bcfa3b14a6e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CAFF01-9B1B-4578-BC63-ACED90AD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0379D-7393-4F25-A38D-372CF5A7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F7E993-B948-4B63-BA60-D7F8CF00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2036143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FE95934-AE55-4DD1-900C-A0DB79AD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32DD3-10B1-499E-B65A-AA6A5A56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51F1A-766E-4CFF-84EF-C21ECF9B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44369-DCCA-48B3-95C7-594A5854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691EA-F857-4337-8D9F-F732E253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CDDCE-7E0C-4330-91E3-9C11E07A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53148-3177-47D3-9239-85121D8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E5101-0B3A-49FD-A16D-6479B18A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E2DE4-0C94-4AA8-A488-1C3BC0E1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0C5AB9-0621-42C2-B06E-620FB49C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BF0F4-8DBC-4D94-88C1-2D0651E3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2FD23-5628-4769-A0EE-A1292075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5CBAE-5217-4829-9915-79A91ED8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36449-4F45-4F75-8502-68ADCE47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AECE0-770B-4416-AD6A-78B01676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EC8D34-0749-439B-8AC1-022A711F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9D16FB-D652-408E-8047-640F67A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9C0A4B-318B-4E2F-BA24-FE12AE0C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D5B88-0750-4EDE-AEAE-7DCB510A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F4C2E-FC15-4D29-9390-7E437B7E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83D03F-E237-4F0F-A633-37DAC224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247A07-14D8-4A56-8224-988827A4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59CC8A-922F-4985-AE2B-1E765278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F40CF1-FD1C-48D4-BB37-74175C6C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52550D-0CF9-49BB-B3E8-C964A1B4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C86F32-F65A-468A-9B1D-95DE25F1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6DB8C6-D380-4F30-95AF-A0F50BFC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70E217-4AFB-4918-BDB1-A4FC11D7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A9767-0214-4392-8206-A37F410D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581482-C87B-4304-B65C-920DEFA5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2458FA-F17E-4069-BE34-BA08D2D2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9552BC-3648-4AFD-9885-9F228E67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AD4596-CAF1-4AAF-B2EC-A2F7A0EF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ACCEAD-D799-4035-8FB9-65745BFB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99C7B1-8E16-4308-832B-ED9FD76D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D1B969-B1E6-4B46-947A-0ABA3EE4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B36966-828F-4EB9-A7B2-E99B64F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C9CBFB-1DD6-4A7D-8848-EFC9E050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2C2897-D3E0-4B02-8DE2-99EF7F75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9A44E9-6DCC-4403-8692-4C07BFB2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61421F-2BC7-4FD6-8574-4B2E645D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8F5249-CCE8-41CA-B5A1-19E656FA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DADC1E-D37D-4C8A-8F57-E0B1B2C3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4C57DD-345E-4AF3-80F4-67220DFD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C1CC9CE-08D7-4F4C-B473-3B2B957F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00EC38-28DF-4E72-AADF-4E3F7850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79C9E2-2901-4571-B6C4-6DA0F5D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1F7BE8-56C7-44CC-BD71-EB946BCA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EF936C-CBE6-4940-988A-94CA67A9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282EA7-D54C-4E84-B73E-FAF79AF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82C63A-D100-4B4C-900E-8D78C75F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B0D772-47D5-45CE-A381-2FBBBE0E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F675D5-987C-41EA-8690-F3454163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ECF4AE-1F3A-470A-ADCB-BE4D0FAC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94C889D-29CC-48F3-B4A7-7582F86B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B57184-9560-4FB6-82A1-215D46D7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5EE209-14E9-4213-BD2C-4134C982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A590BE-BA09-4417-9F20-4F771B73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F71F85-3187-4674-A002-867E1A5C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08806F-853F-47E3-9AC3-2D3A7364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CB491C-60C0-406B-9A3D-1EA9DB54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B2E08E6-02C0-4D3B-86B2-FDEE9921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C9646A-9692-44EA-919E-11EDB9A3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77EB436-4909-49D3-ACB9-A9654168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47D64B7-1CF5-4DC3-B443-476DDD63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C431CD7-675F-4A36-B426-807828FB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2AE963-4450-433C-A05E-5BB71FB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B164C9C-3CCB-498D-8E94-DCDB48CC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FD39EAE-8237-4536-9E44-0D1E70C3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997479-4D20-4BA0-9607-52B48DEC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73B47D2-445F-4DC7-A250-D8232900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A20D3C-FBC1-4E84-B4E1-9764BF72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74C39FC-BEDA-4B18-ADBB-41F602E7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214D00-E63A-44C3-B22E-78A73FC9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460A46-EB8D-4F49-8691-D3A1A681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8714B1-50B7-4AA7-88EE-2B04F245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B9DBA5C-9A09-41ED-A3BF-BA2FC38E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82A2CAE-B129-4E3E-8FA2-AE8D180E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F0063C6-9C0B-4E96-80AC-BC745ECF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031BCE-3C20-4556-A558-91F39F55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FEC136A-0D71-4797-9105-7C3A75B0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ADC334D-02AF-4959-869C-48E7D5B4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A7F0299-0E1F-4123-8809-A3CC2C47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73FA19E-CDBC-42E3-8A6C-9982266D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5F15588-504A-4EAC-97CA-4D326101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4197F2D-402D-473E-91DF-A02CEBFD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9DD2AEC-D0E3-452E-A555-91ACC40C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103AD83-F94B-43D3-8A81-4D11C31F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04278F1-E89A-4837-AF3B-6753E535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357116-B8B1-4B24-9B5C-EEF2F05D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DFE3A60-8D4C-44DD-8BB2-DB102A56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08B1E90-BA05-458B-84CF-D414065F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D48784C-1F32-434C-9C88-11AFC986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5644A4F-3CDC-433C-9513-0B4A3D9E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1E6F5C2-EF7F-438A-B683-117A1435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AF83B28-6515-4D70-9E67-511DB5BA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A30EB89-2B0D-4EE3-BFB9-A5DBC8FB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EBE40AC-0894-4625-A669-37E6C03D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FDF01EF-D0EE-4C6B-9DE3-3CE38B77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F4D51D8-8C59-404A-8F5C-C4E4898D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50F1FED-C2BF-4152-A91B-0F1EA9F8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FA2C605-5929-44F7-9336-F21F114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BC8B0C3-E5CB-4B35-AE35-6B6C1BDC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5E2C5A4-5DAE-4D84-8F98-685095D6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8CB784D-3B76-4E7B-BD16-3D3211CB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DF27A4A-5233-4D79-8496-6388C09A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9C0D955-FF22-497B-A1DA-541E66D4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C95D0A0-A662-4DE2-845B-0086BAC9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9D8CA66-7A68-4268-B3C9-59A16547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F6BC6B3-BF45-480E-A857-FD6EA291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059543A-9D78-4A76-AA06-37C8982C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196912C-AB5B-491B-A055-B2455ED2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E3CCA5B-36A0-4995-A371-97DCB64E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9286E0C-7193-4605-BCBE-77A8AD8A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1BA504E-5986-41A9-9586-37A0BAF1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28EC426-0C90-4CCF-9995-4608D927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0CAD06E-C038-4611-837E-1B865FC8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D7B50F1-87FB-472A-B2CA-04DD1D82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F102F41-05F7-46D2-B314-F3501DDD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6763389-16C6-4CF0-8DB3-F33D656D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3E403EB-497C-40DE-997C-AD5D9FC9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6B2FA55-1A3C-4608-A02A-50BFFB45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388F34B-9202-4EA4-A528-4B750245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FEC9594-24ED-46C7-BB8A-2A2F7384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41FAD8D-4D78-46E8-87E8-A7D6FC02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DD38974-FA0D-428D-983F-47E1B4D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2D19572-BF8A-44DD-AD97-887C0E77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323B2E3-C337-4DA5-AA10-DCA4FD46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F9B7616-E3AB-4309-98CA-ED08AE89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B44E08F-41E2-4529-95C0-53634044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F3CFB83-C5EB-4F9C-8AF2-D4008396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310B095-A158-426D-87B7-EA05430E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4366A2D-C00F-49F3-A388-EF2EBE6E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51971CA1-7CDE-4D7F-9ADD-1C045C3F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AC77141-FE7C-4DF8-8D45-CB37A803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6C94D09-1362-44C3-98D1-4BF3E02D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46C36F0-AFE1-4CFC-BEFE-D1191187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F7B21C8-FEB0-4C7D-A757-5826C6A5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16FF119-453A-45D0-ABD1-8B9BB930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9638D0B-B5C8-4784-9148-897C7D8C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735ABDA-639B-42E1-9FEA-EE36C767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160E76E-A2B8-451E-A534-94D3370C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8FFE70B-E427-4DD3-AD8D-910B0152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3C5F3A0-F156-400A-9ADE-3118DB78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AD2ABB1-A1C5-42EF-A6AD-F03521C4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CE3B6317-C39F-4D76-B1FB-EE23BFD2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4F584A3-B886-49E4-8206-43964B33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C158FE8-7A97-49D3-8EC5-988EBCE3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859BF5A-C0C4-4188-90F1-F89E2FE6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4483EA3-D870-49C8-856E-20ACA476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9E41A5C-051F-43FD-9283-06C72222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17C94DE-44A5-4FF0-98BC-5E7E6862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9087620-B938-4BF0-A56F-04E186C5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6C6D07E-A7E7-4DEF-A7DB-F7208269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0E1B7B2-9A31-4D30-82C9-6413B090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5C9B724-EE02-4564-9733-7B4D095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3CEA703-C2BD-404A-BC63-6EB6F947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7A9A774-5B3D-4F1C-82C2-5A137DFB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43EA42B-66FB-4E90-A5CC-B05FFC87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210C676-AED6-4C87-9BEC-FD36A86D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4A1F8E8-7E48-4E0C-8BB5-ED52B94A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04DBD02-7941-43EF-8EF8-2DC6598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B6B39DD-BAB9-47CF-9993-C6ECB078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2F825C9-0890-4ED3-8B20-953C4746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FEFBAB4-FC3D-4D5E-AF3F-AD7FED49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434ABD4-24CB-48FF-9FB8-51C5A8E2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DAB045E-3FB4-4AC8-812F-25B1AAB9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625ED14-F363-45B7-96C6-53B693DE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8FCCC36-9DC2-49BE-88E3-C2E86BDA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D99E0D8-D5FE-4329-8FEB-F486FCF3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066F044-BC86-4CEC-9B4F-B166CEAA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B49DC910-F757-4F16-A7E6-8E320C36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4262709-2D84-4AAC-AE15-052A3874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0A79D0C-E6A4-4234-9E48-455C6A41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1EB746C-1D73-4DAB-958C-81FB5786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C34B33A-FDB8-4A5E-A9D8-92F572F7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4889032-9591-4714-9294-68436879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2EE7FED-19AA-4482-A64F-F9807106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812E4B43-462F-497D-A80B-589303F5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07CD4E0-0B2A-4487-A2C0-16FFF380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6543328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6E8E656-7577-461A-A942-FD1CBC9E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8CBED-835A-4FA2-99E0-9417EEAA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7F2D6-3A08-4814-94AD-A629BB88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92678-565D-4BA2-A30E-782F7A43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292DF-0213-4DAC-8111-91373155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ANBIMA, regulamentos e documentos das ofertas;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DD26C-2223-4B39-8CA6-98C89072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C908E-3886-45D1-9C3F-9DF35BDD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525B9-2397-40EE-8621-7444C0FF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81B5A-C2AA-4B47-A180-4AC54F4A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6A3FD-F3AA-4FE1-B4FE-D72400C5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EF9E98-4B76-4196-AAFE-42128CFE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2E74B-2B4E-40F5-A2B8-7202F290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6BA39-7426-4D17-B9C8-B9ED1268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3C3DC-D129-4E4D-9ADA-7414B910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2D2B61-0E76-49AA-9FE4-2128909A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2D3A7-6C6E-4059-BFDC-470CE7EF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8B19B-B85C-4DE1-8E74-AF64AD3B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CDAB7-6245-4C45-9427-5BE11B5C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0B4B3-B0CB-4F4E-B1FB-FA1A0299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3E7D5-007B-42F6-8D81-9E202251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BA4C2-973E-47A7-A308-774A7C4C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561A9E-1F55-4ED7-B4EF-1E2CB81E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0EA9EC-7D3A-46F6-A686-7955CB2F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59E9BB-6B4A-41B4-BC6D-B5961083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A0F496-3085-4252-9C78-FF322512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5E6A36-E9C5-4C52-BAB0-34EC25FD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EAFAEE-6B5C-48D1-81EB-01711CC3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73B949-58CA-4C11-8CA2-9FD2AD4F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7F3E68-4174-49FF-91BF-D7A9E1D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53074-EC79-451B-9911-4CBBBE27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52A953-AAA3-469A-BF66-2307DE18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1E536E-DE3E-4754-B92F-391C7027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2D4769-1C83-411A-8E33-5D189148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6FE885-0755-4CFA-99CC-427E37E6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E53308-E2FF-4481-A8EA-67056355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C8D873-6124-424F-8B89-138A17E2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1AE5C2-FBF1-406B-9178-39776ADF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C67154-F723-47DD-8D14-78DBE96C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C87453-2566-4D0A-A4C9-21E8DAA9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202C99-3670-4F1A-B915-4463150C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14092E-992E-4428-ACB8-5C058565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7BE8C6-1089-4B51-BE7B-CECEDDFF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C28EFE-8D8F-42B1-BE11-7874D2AD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1BFF64-37F9-415F-863D-56F4FE79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652AAE-5077-4366-8A76-ECEB5EC9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51D57E-B96A-4BB6-AEE5-D345A81C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A9FC14-AD12-46F3-A325-06B7FA2D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732D91-E0DC-403A-8312-4D89E350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068FDC-5C4B-47C0-A0ED-6DEB8C03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BA03DEF-24EE-429F-A8C4-3D8FB4C6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3356A9-94FA-4B12-99BD-F3ADC1E4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3DC288-70C4-46DE-B34D-B7CB0DFC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4EF5C8E-F1C3-4BB1-8CE6-C3D32738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4D2A3DD-63FB-4CA2-85BD-78956259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1450B4-25B3-44E5-9B39-F2A4AFFD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CDEFD8-121E-4D0B-A8A2-FD11D054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4A09AA-5176-4CFF-A7B8-34DDA32E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BC51A6-B8E7-49E9-AF56-57D5AD50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F0D92D-2AF2-44C2-BADE-C8FCDF54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C978D20-26AA-4F6C-BDC6-50E4E6A0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662207E-C4AE-4763-9FB1-D1649617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49847BB-9603-4B7E-BC00-BAB701E8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3EF7124-630A-46E6-A25B-8E4D5EC8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0FF58E-B20F-4C92-AB9E-19A67042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6FD3FB6-43A9-4BAA-A33D-FC2C5D4A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C429E9C-C2A8-404C-B2BC-FD3576C1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4DB3E9-0134-4D32-9C03-05269A63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55450C-80CC-4554-99EA-9888810B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6F5BEC-AB95-4AE5-8A9F-F5162457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43E0AC8-8343-4A87-B282-40A2D0A7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621DDFA-DCB8-422F-8024-938A1CEE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16B635E-668C-466C-99B4-23990470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4E768F2-2AA2-40E0-8FC3-4F5B5E2A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B3EE497-904C-40B2-A066-50567809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E30C5C4-0BDD-48D0-A5DF-EE926EDC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6CD69DF-C8CD-4C6A-B790-A778D45F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42E8C0C-88E5-4C5E-9E9E-05A1B714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8919AB-4D43-48B8-9A72-86C9E98C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3B05E90-3C37-4A2C-AE6B-FD608300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F21C5D3-61D5-4449-9A10-699632DC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D79F609-BD78-4F5C-870D-3404A43A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7B6C23E-FC3F-435F-A2FC-69579A4C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37E4C45-3018-4FB0-B31E-D11F4EBC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7AE5872-6BAA-48AD-B728-51D77569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F5EB34B-EB43-4DED-8DB5-76A89BBE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623A312-F772-47D9-9E60-7A4FCEDB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7E6E8D5-13B9-45CA-B4D6-F8F30276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CF325FE-CC40-4C1C-9987-1781ED52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03862DA-89BF-46EF-8451-8FEAA4B1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0381D08-C984-4B44-B49A-7326B583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FBE3D68-92AF-404F-BD90-DEF423F3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D4872F6-2C89-4165-BA34-DE42C135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053A5A9-C78F-40A7-AF96-C2CADE24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9416B7E-F090-4626-A53D-3BD56A6C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8CC8F51-E7B9-4E66-A8CE-EC7D6B2E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16079FE-DECF-4E9C-9384-B09F8C19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1A2AB1A-3CF5-4266-939F-4515537C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2BB234D-66B4-4989-88E1-A56D397E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956B850-9BEF-4970-BD24-35096EF9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E42A72-5DD3-4FAD-B320-AE4A2882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3FDAEA7-FABB-4419-81CD-82773659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C36AEAB-B218-4410-BD1C-777D71BD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8F813E8-4E0B-41E8-95EB-863D3CB0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66A6706-88F0-4A7C-8C31-45112144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D5B549E-0E26-4140-951D-CB832E46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EF9BCA1-5AD5-4646-A74C-A96B02FC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2F89928-4A2F-4FA2-9538-C20D61CE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27248DD-DE6F-48CA-A455-9EF3F5C8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576455D-EBBA-48BB-9B35-8C18D1C1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3630DED-D75F-4775-89A4-FA2764FC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96023B9-CDAC-45AC-B44D-E69FBF91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A2A1A4F-E522-4C8A-8345-F2A35EBB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A06450C-32D2-4473-B7FC-9E190183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358E8C2-BBA9-44A6-B545-C4A12EC9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4C377E9-BD0F-488C-97C5-5509CBAF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E9119C6-7D1D-44C1-97EF-09CA8110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B364FA7-055B-4236-8ED6-3BC02F6E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CE09252-E114-4863-9EFA-4180AF5C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13D32F-8675-4873-825C-396167E5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ADE748D-DD3D-45C1-94F2-690EC51B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811310C-028E-4BA7-81AC-A52AC8C0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512566D-DD81-400D-9E11-E849F249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08748CF-6939-4464-AC84-F5463F2A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B147CBD-E9E3-4135-A429-58FE8F3A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3897FAA-CC39-4F75-887E-FC8079E3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80F1FFB-715D-46D4-9467-06B2191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9BD810D-5070-44D7-B2B1-6BA4FCA9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EE4D4D3-1B5D-4E82-8C97-5C7DD947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9E05278-7B68-49E5-9DF7-64A90AF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46AE4A6-FAD2-4C5B-8601-D76B288F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58DD8E6-0ECD-4DB3-94A8-3E5C9F7A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248A8DE-FE50-495E-831C-F78C0540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6B9A7DF-369E-4E37-BA10-99F312F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D429CF2-A139-491A-B494-B4A7934C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8D018FB-30CD-4F5F-A80B-373732B2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296430F-9413-4A28-963F-9814AB2F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6AE0753-5AB3-48BB-ACEC-24118BE7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3B0D7F8-69A9-4817-B295-D3D72592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16FC9C4-FEA6-49BA-A1F6-53E4A678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36DF4C1-B9E4-45F6-9BD1-FC8E8C8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A885510-64E0-4B43-8F6F-44B08F55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E58CE4F-5D43-4582-9B2E-392F2336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4315B76-5E43-43AD-AC2B-C62593F5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1D72E44-2D80-4925-845A-D76C7160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21583C73-A58A-49FB-9891-F51EED9E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3DDF1A2-1617-4F4F-BFA7-F01835E8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DB138AF-E887-4B90-B594-9FFA02DF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35291F1-1E7C-4F91-8B1C-205026E2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7591197-E9E6-4A69-8631-37B00641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3A13C7E-152B-4432-8757-C9E06587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C57255E-40BE-42E0-AC78-85AC9F15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C6AC0D2-83DF-4C41-BC71-67D0C624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ACDD4074-6178-4E34-8885-DC955CA8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42CB004-CF66-41FD-A345-FCDE7170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BD65C22-82B7-4C23-ABA0-3519CA2D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EDCF978-9FCC-43F0-911F-24CCA15E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5B1D1E4-E58F-46C8-A3B7-B5104F42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7333A9E-1551-4836-BC07-415BAA89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1E81D9D-7FDF-420E-94B3-C9D6D2C0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02A6E19-1277-4B09-8A39-AB139E45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557562F-51B9-48E0-8B7D-487015B1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BCFE57D-E82C-4EF6-9FAE-AC5016AE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E7E08F4-B933-4F2D-A81D-D65E87B0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C024AA6-098A-434B-BF51-66EFEACF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A8F13A9-4085-4380-A129-4B5F416B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9AC88FA-A58B-40BC-97D7-6F4ABC58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51E9369-0D6D-41BF-8776-42CBA9C4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4AC3159-C1A2-4CFD-9509-B4F1EDCA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E3BFF301-C7A3-484C-AC36-A46B2FC7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911EE54-B6E9-4BB9-B7C6-666F1F82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CCEDA5C-5859-4B2B-A748-2C5B75FC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2898E94-2687-4643-94D0-3818E56B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A7E75BCF-000A-4861-810B-E6AF9FF2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88666BB-E5C4-4887-889C-E5368D1E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3BECAF0-E698-4208-906E-4F713CF4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21EA879-B117-4A0F-9AF8-E6F89E4F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5D17702-466A-44D1-A5C5-2C9DB684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A9F8B17-7DE7-40CE-A706-20BC8C61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1B2BE0A-720C-4CFD-8D0E-C53F3885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14E7E70-3791-4600-83F9-1CBBC720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7187508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C755DA-5B8C-4F53-BD9B-FB570B71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FEDF8-D70F-4546-AFF9-24C67675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C0CF48-E784-4967-86AE-5305A752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C2FFF-0D39-471E-8F70-ECB06E58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BF743-EDE1-4C94-AB3A-A7A2B712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53612-53CA-4348-BA0B-40227093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dafe7bd6bc436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B1D1C-EBAF-4AA4-9635-2B64E80E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736E1-59C0-4339-B56A-D11C2BC5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322F6E-1EFF-4176-9FCA-CDD14A77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B3687-ED9E-4B55-8938-4949F4A2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262FB-B07A-4F5D-ABA6-6D92EBFF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FE4E2-5BB7-4F4B-8311-5516F7BA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E9F2E4-F7E3-4231-8784-77FA1D9D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FC88E-E826-49FA-ACCE-BFCF408C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3B7A5-2CE3-4328-9AEB-A1711907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F46B57-A11A-4DCA-92C1-F27B1F40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4D21D-2C62-4A11-B8F0-1049A332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51426-F982-4EE5-BBA5-FDA252A3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2E2AC2-7CFB-4D15-92C6-279C9017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0E626-A133-494E-8292-8D697D95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9589C-BB2E-4DD6-9058-2F87F647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57107-27E8-4D8C-92E2-630AE0C3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BBFB8-C7E3-43A8-A60C-979DA20A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B08518-08ED-4A69-8B49-127B01F7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340904-71DC-4A57-B26F-A3F383C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4D2532-E48B-494C-BBB1-743FE205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211323223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FB6A096-29E0-44FA-894C-40EB6BB4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4DCB6-13BE-4BBE-B90C-BD71C8DC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BA8F7-ACCB-40DE-AB41-AF4F432C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975F3-EF84-46AF-A80E-F91BF82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D6F62-F43D-410D-B011-FF34C650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D0183-F7B2-441D-BDA2-2925F98F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17763-2CB4-4ADE-ABEF-FAEA0384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1AE6A1-29CC-4FC4-9F71-57D5FF00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86ED9-E73D-4285-B4AD-CF6E4FDD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26E76-0BF7-46A1-9E1D-94EC7781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EA9B8-334C-4EC0-AB44-1E791253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B08E1-B93D-4A88-B64A-907B09FE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6D64E-DA0F-4D3E-964E-CDAFD449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3CF23-C311-467E-8697-120A5FCC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F9047F-9816-443B-A8D8-04424D90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30C71-3F73-4FFA-AC7A-DC76AF6D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98097-12E3-4E9E-97B3-C6E73857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69737E-CE8B-49BE-BA09-1F4FD8B0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AD1559-8FA4-4E4F-B25A-26D54B6A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2037A3-9CFF-47CE-9ED6-CB97453E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F5CF23-6C59-4422-8F4F-E7E6DE4D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66F123-4FB4-4A96-958D-70D72F28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FF0A95-E433-4ACD-862E-F9984E70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C6EC2E-1AF1-4359-842A-56C807C8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4477B9-AF07-457B-9055-8EC8E48D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1FA8C3-6929-4CAE-B5C9-CF7CC485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0C75F2-C644-44D7-BD07-C9FCDC98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BD7A6F-E527-4550-8827-852CBB3F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AD3CFA-3F93-422D-BFF8-F4BD7A0C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073D2C-2AA9-4D3C-BD59-BEF5C748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5876C3-7BF3-4AF7-8497-8CC32BA1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1FBB1B-E220-44DD-815C-F0212093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7DC156-91A8-40BE-916A-C1B76D9C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58E51B-43D8-4C5C-A512-CCB7CEC6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296489-8F9B-4526-9231-45B1DDE4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25EB2A-E949-463B-88BC-BE3794F2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F29B27-8927-48CF-800F-D74B6C28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91F885-92A4-42BD-A891-F1680EE9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95D8C1-7003-4096-9D51-CE9A88A6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DD5B86-9884-4D73-A1B9-B7694140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402E8A-04FF-4E5C-918D-6C8192BA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0090D2-B767-4C84-8CCC-1F93EE95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148A22-2E4D-48B0-89BA-5DACBFD0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6DC2AC-EBAD-49DB-9842-CF2E9362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F562B5-1F02-44FF-B97F-9D5190CA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2CE0AA-1AED-4E6F-920D-E1A733A7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1CD219-9ACA-4201-B934-C3329999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321167-D35A-43D9-84D4-F984290A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4766AD-6A72-41F3-9600-2DA22C69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DEA5F5E-9A27-4502-B924-DF3AC960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9D723C-FA43-4E7A-BFA5-94E0CA54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60DC716-2EAA-40A0-89AE-9F516089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3CECB8F-95E1-404A-B7AA-68F244C8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CBDCC2-E76B-4519-8E9F-8C5905AC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26CDE6-631A-465A-B500-27DE7892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8AD47F-223E-4BD2-82D1-7702A282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87EA069-A30F-46D2-A0CF-5C82AA5F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BA45DB-86A0-4602-821F-FBD962B8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A94457-F2F3-43CD-B644-78B1415D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5787BD0-CFB3-4E27-92F2-7DB9FD10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9BE920F-6163-424C-A2C1-77FAF864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F4B604-5A92-4E1A-975A-57F13863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1A9CF5-45B2-4C6C-B75F-DADA1375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F575625-D05D-497A-B1E7-1E050E23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CFE6258-2F90-48F0-9358-42674C83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772D7B3-6659-409E-A4C0-93C75DB9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81E531D-306C-48B0-874C-A1791511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339D57F-E991-40F8-8817-7C2F47AE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B73F91-3C1E-4873-A3EE-6BB9FB05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0FDAE5E-DF4F-4762-A583-BB44CA7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25DA426-9CA1-4C52-A59B-93DEEE32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955A083-3D0B-4D7F-A876-B07CF66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35053A1-5472-4A52-B38F-B23007EF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9802FE2-A597-474F-8AD8-4358F907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A989FC5-BD09-4C14-B6E1-C90D6191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0E907A8-CC0E-4E9D-A0B3-852B74D6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4C4EA5-3CFD-4156-A61C-7F47B8CA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C59B854-FB15-47F4-9400-8C5643A9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85693357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4562AD-E5DF-478A-AF42-CFA2519D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A1F82-F09E-432B-97C2-EC282F90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1BF88-C1C0-4B31-A644-827F7587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C2A89-6591-4F91-BD6B-3EEF2061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EAFDA-9DDF-45C8-AF96-9325BD3A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7352A-A002-4470-8126-F82290A8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0E093-B8E4-42F2-ACC2-B6DA70F3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983A8-F881-4E99-AAF2-60629FC5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d959a4c409428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07727-2B55-4ACE-B3BD-6AEE0A98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E6E15-B83F-43F5-8384-D05AC5BA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3086bac7b8418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E0F012-D1DA-4D31-A631-281AA804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C28D0-A46C-44A7-A56C-44A51C97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87F64-663D-4F9D-AF73-85B6E929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3F466-E949-42F9-8BF4-6E99375F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362F1-C0EC-4954-BF3D-847A4A5E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0C6628-DE3D-42F0-B51A-415F1ACB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95F2E-F216-4BB9-B98B-ABDEF670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0A5F99-2AF4-4AEE-90F0-35FBDEEA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A28A1-20DF-4151-93B4-8E764075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937E6-A43F-4754-9D35-384F1506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D11B2-D989-455B-BBB5-FA5001D9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642FBD-7DBE-4CF6-84CF-77F4CC8A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80CE73-FF76-4D61-89E3-D28899C9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BCCF9A-7427-4E4B-BBAB-C6EF0F7C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5BAACD-4032-47B0-858E-46709ADE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27474527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40CC99-DD97-4532-AE02-63200535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4D5130-0D89-4ADA-98C1-6DE474C5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20E81-4F3B-42EB-AF22-FE8414AE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36936-BB57-4E53-B5D7-7CDBC8C6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4C55A-04F2-4432-965E-A4BECDEC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A9722-C427-4036-A751-C82E1899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15C89A-AF05-4344-9333-49900A33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18B74-2DA9-4794-8CCA-F920D359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7146b113bc4d0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D7FDC-059F-4895-99C8-7C20ADF9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FBFED-C3DC-4F7C-8CE0-6A7FB40A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5fd8954f1c4e8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0302E-1583-43B1-8909-557F95F2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90CAD-F538-4058-8697-5C2C751E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ce686c75d744b6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B7AEBB-D421-4782-B6E9-4A212E72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BB1F5-CDEE-435B-B088-F686ACC2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41676-59B4-4C11-A928-0ABCA852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BB5E7A-C951-4C37-8E48-B109BB79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FB1E8A-2880-4439-B720-9FC51C15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76E2A8-4CFC-4E1D-B3D4-27AC78D1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AC28B-BC73-4E70-9781-F0B355CD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D5A39E-3EA0-458C-BD2E-A1D385E6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C3B2CE-78CE-40A5-B304-BF36D0AB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25EFCB-FA1A-4FBB-BDC7-7FA4B310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B1D09-82FB-443B-851A-D3358B8D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57D85F-C1AE-4E26-96EC-31CE81CF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A9A61D-F4FF-43D7-8655-7BD5DF19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08C864-B723-4CCF-A3BF-1B302F68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12251401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1063D7-AAE2-4A0B-B4E8-DC1D738B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D5D33-131F-4BDE-A980-4CFC460B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956DC-E852-413C-A5DB-2CE9EB9D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AC346-2D19-4454-9D19-9990C160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9FD96-7EE1-4EF7-8BA8-F94DF5DE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94190-6B35-46C7-ACE1-4D20037B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76D47-44F7-4798-A98D-278C6465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522B0-B07C-466B-912F-8B3B2FE6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f7caa8ff60483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A2584-6D19-4089-BB85-44A962D7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AD819-4C5A-4D02-9E90-39161685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b8bc17df864e1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480AFD-2008-4536-9F7A-58B18818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0AEEC-8719-44FE-95B2-75B0E08F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568DD-63CF-48EE-B3FB-F853025C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C5C86D-431B-48AC-82C9-9FC6EC3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7A497-71BB-4AD2-9417-D8322A6A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435C2-0AED-4A74-AC5C-A8798C12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6005E7-8B31-4541-B4A9-59712583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6ED0C-ACF6-4CC1-96E3-A4E33EC5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B0E38-1E5E-4BBF-8586-3846C34C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6e0a1578284d1a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C6074-7EB5-4E87-ACB0-9B360EB0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45487-6D5B-4EBC-8D76-2C7EEED1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0c06066b6347bf"/>
          </a:graphicData>
        </a:graphic>
      </p:graphicFrame>
    </p:spTree>
    <p:extLst>
      <p:ext uri="{BB962C8B-B14F-4D97-AF65-F5344CB8AC3E}">
        <p14:creationId xmlns:p14="http://schemas.microsoft.com/office/powerpoint/2010/main" val="185696830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3F73EC-6AF9-4F00-9334-47A54F01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A65E9-6F9F-4801-9022-F40E38DB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2721E-9911-4C78-A951-4445EC08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83DE9-13A4-4849-82E5-0E3D9981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016CEF-47F3-46DE-A707-4F931B8D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SRE; ofertas primárias encerradas, todos os ritos. Coordenação e distribuição conforme requerimento e informe de encerramento.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4EF0-A60A-46CE-AEB3-ECBD40D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252AD-6998-4CCD-BD75-DB61B531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16D2F-C3C6-439E-A8F3-3EEC78AA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B9333-8960-4CA0-8D2F-87B0176C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428B1-BB82-4E40-A337-1F27CCBC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 multiced…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VOTORANTI…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 ASSESS…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1ED1F-094A-46BE-9FBB-A3CC1584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02B54-497E-467F-9E45-E41DD161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3E1C9-9262-4919-A2AB-EDB0F29F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IBBA Coord = entidade do conglomerado Itaú entre as instituições intermediárias. GF = garantia firme. Público = público-alvo. Inv. = soma das categorias de investidores no encerramento.</a:t>
            </a:r>
          </a:p>
        </p:txBody>
      </p:sp>
    </p:spTree>
    <p:extLst>
      <p:ext uri="{BB962C8B-B14F-4D97-AF65-F5344CB8AC3E}">
        <p14:creationId xmlns:p14="http://schemas.microsoft.com/office/powerpoint/2010/main" val="78370868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FDBF26-8606-4AE6-9C9C-B9B3CF41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CBE62-F231-4B9C-91B5-478441E9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6BCD4-455F-410A-958E-8D6C0626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BB1E9-81E9-4998-96FF-258C9184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99E14-9085-4211-A9F1-1F07ABBE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22423-7FCC-44A5-881A-03523F8D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F90E0-6669-48D9-8398-95EA24F3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3AB1C-AE92-4AC9-A962-8FD36951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F14B1-81B9-4A68-A502-5903C93A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5E507-AF14-41A3-AE0F-8F8836A3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0DCDF-DF0E-46EE-9CAA-09B57086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46A1D-2280-4756-9FAF-E81FB26E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7FE81-007D-49C2-8C81-CABAA3A5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F5C4F-E9EE-4D78-854C-5D4CB233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210830-B974-4D19-8302-C087990B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A5734-B64C-4BFB-9D78-949CF620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DA219-44A8-498C-AA38-6F4BED56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9D5440-B92E-4461-B438-D4A0C524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80BC0-913C-4BBD-9213-734C1A06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960E5-4035-455E-9F77-821CAB49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456056-213B-42D8-9341-B4C9529D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8AF62-8254-4472-B943-AD2AE706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7F90AC-6A71-4447-BFF9-FCD19784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01F43E-A44B-40BB-AD68-3FCBE69A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976D77-1B6D-487F-9277-BBBE8845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A04573-C483-4E5F-AB79-626AD2EB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49D6C-AC8F-499E-AE4C-68DB993D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60284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BC6E9F-3652-4564-A658-824973E1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E1CDC-97E7-41DB-A597-E6CC7231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728A8-BB0D-483C-A11F-0ACE9029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813C7-BDD7-4845-AF7D-E42FA82B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D2CCF-508A-40FE-B63C-018ABD87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A0855-B51B-4CEF-B8F1-0BC78ED4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09087-FCAD-4F0F-AA6F-5F1F1A47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54348-78EF-498C-8747-6939F4A1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B18E0-DF58-49D3-9E3A-6E1F83CE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906FD-2674-4965-AC47-297F199B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9A9D8-A04B-46AE-A34E-E2F0D3AA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1D3A7-E12D-4880-B9A1-8F167742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CB433-FDF1-451D-933B-884F0F2B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90A5D-1D64-409C-8C77-FF914E2B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D8F95-EE7C-4129-91CA-993AE2D2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57BF93-59C7-489B-8091-6FC15CCC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D63CA-24B8-43F8-8C17-31783FCA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310AD-D64A-4067-93DE-2E267317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1677D-F226-4EC6-B181-2A6210D9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8A40CD-26AC-4C7C-843D-17DAE7C5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C34020-C737-4AC0-B9E4-B9C9B64F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6C510-C81E-45F9-8916-82761AD0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58C25F-7836-447B-8A08-AFFFBC5D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A6678-A20E-4EC9-8486-A7FC7398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0C98A-83EC-4CC2-BD57-1D62358D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48AF44-0380-432C-9A71-B5FB390A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7C7521-FE54-4405-A447-4A27AB51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DEFCDB-73CE-4001-86AE-A7252AA8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73D1EF-64C6-4E25-893C-ECAD0B48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15B08A-1387-41AC-9435-C197F44D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BC60EA-0BAC-498A-AFA0-F4C191BE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480933-53F0-4CE4-852B-C2089BAB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7E27D5-AE59-4374-AF55-0AC72011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68D87F-ECB5-486F-8327-389CBD97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237998-2CB9-41DA-970A-65BCDFC6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156681-99B6-443E-A460-4091F1E2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620189-EA7A-441F-81C0-8C3AF91E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BBE0D0-675C-48C9-95E8-46FF6678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BFEFA9-1044-4191-9310-FB57C90D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0F7A94-7AFF-4064-B785-7234D85C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22245404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CAB688-0F64-472A-AC98-002EEE8D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44B83-8BDD-4B14-83BE-C964A0EA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93D46-CA21-472D-96BF-5AAFF646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AEA6B8-DFC3-40BC-995A-658E1174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BBFCC1-C8FA-4702-99FA-313B842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B0E62-6A1F-4C98-934D-7B1ABBE7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9FA9C-B213-40D7-9867-DD97CEBB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975E4-35D7-4D19-A2A9-54EAB208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CC01C-13DA-4E1C-9B07-8565415F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1AC99-BB2D-4679-AC04-0FD7D43E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6AC5C-EA38-48E6-8960-144D1097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C0F5F-2B33-4190-8A56-CC55855A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27FC2-7FF9-4D6F-8E7D-FEC7D675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226ACC-AA12-4C0A-862B-214EA8C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1C5A7-48AE-4657-A16E-05E8FC8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A9E8C-C337-49EB-8300-F1FA817B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C1733-21B7-49F6-A9F1-FC4D9052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49D747-CD75-4C5A-B99A-9171E8AE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83ECD4-A4D3-4CC4-AE9F-5EF2720D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D5780-A1A5-4E28-B433-BC0CA754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DE061-EBB1-4093-BA0B-10BDD631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37CE9D-1844-4F89-BAE5-7534A95F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A4BE02-BF3E-47D2-8BEE-40EB32E8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24B7FA-C92B-42D2-8E00-2E80CFA6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DAA0ED-8D19-4F31-856E-505CAE29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AE0F2-C818-42C8-B2C1-B9509285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D0ADCD-65DF-4B4E-A40D-82FB9D5E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7D4769-28B8-4E86-AB0B-53D7B730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45EB6B-CAE4-4E58-A22C-DBCF0A24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93468446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6FF0A9-50E6-4C14-8074-517D705D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14F1E-05FD-4465-BE7E-583ED61A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B98FA-A109-4E09-A8F0-A7562E7B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675C7-1E31-452D-82E3-21B18CA3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3263F-3034-4070-8224-6EDEDA93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50F1A-AE75-4987-88CE-8B5A2619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6DF06-A1EE-4F24-A72D-00A02D22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C3A54-6740-4CA1-9896-EE40589B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161A0C-A478-4D86-AB38-6C08C42D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55D70-2ADA-4C30-BA6B-A4D301A0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8BD92-8279-4C54-9D61-311319E8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C8D49-F803-431D-91D2-F892BCC3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66949-5E5C-44A3-8FA5-94AB8E95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CFBC8-67D8-4243-BC4F-3723609A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A5CE29-F406-42A0-AD44-4E66D11F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BCB01-20A8-4323-9FCC-6D184906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E34577-4655-4AC9-AED8-CACBD6BF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CFF06-4395-4839-9398-BEB79F39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66D79-33D8-4689-B866-B8C1084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ED408-CABA-486A-8ECA-9434C10C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F83D7-503A-4F38-8E1C-6C172CEE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E895E1-45D0-4560-99A1-5614B93C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F32566-EB8E-423B-A34A-79D6FA44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D6A195-A8D1-45AE-A72A-8DA44C4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AF261-EFD3-493E-9060-296AE7C1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847D25-9A02-47A5-83A0-92619AEE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35239D-56C0-44E6-A83D-502FD9CA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3E2F0-4EB5-4589-8A07-2FD2E76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FCE8AF-1896-4663-8DD5-69CBDC78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0405169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09CF9C-CC1E-4182-ABA8-0C60CE6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15185-7EAD-401D-8523-F1F238E1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0D030-EA6A-4E0E-8D8B-F30B2113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307DA-22D8-48E1-8B92-B89C1487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C68A6-D082-4A03-A06B-7F039D88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30539-A0CF-4414-AD2E-5E41C2CC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04F05-8E84-46BE-9E8E-06A27CB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92E9C-EE74-416E-B545-726077F9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1BCD5-8F3B-4CC9-AFD9-A69A5E3C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38C0C-98C5-4F8E-A619-CB90E78B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5BBD0-BBF7-42D1-ADF4-25ABFCFB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1B616-EB29-41D1-9590-B8B88C7D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600B0-92DA-4A51-BA50-0423C329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28FCB-2D07-422D-831A-61F1081E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21004-8F76-4F88-B282-94CBE99B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6A1926-C4FB-4848-A2E1-B63E8BD8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4A895F-ADFE-461B-8101-505D852D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232B02-4026-4014-84D5-40F18093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EF1C5-3859-4EC4-B0E0-30241C5F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9BEFD-2765-4B67-BFD9-7D26716C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591D8-3EC4-44E4-8839-121E1674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E438D7-2D11-461E-9C67-45E722B4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6ED006-4910-40F8-B3DE-78B475F9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59A138-E7A1-4525-857B-38C803C8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6AC1C-1088-4538-9024-8635711F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1DE730-B308-4590-9EE5-B26A56C4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A83FEB-2BDE-424E-BE32-332ECA1A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ADD511-2324-4973-8721-F844FCB9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A652A0-8BBB-45E4-9BD7-6DF8CDAB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47099642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2BC7A2-0CEC-4FA4-8363-869EAE9F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0B2E6-3C23-48AB-910A-9CCDA8D6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986CE-9E18-43C3-871A-26201B67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A6A4E-ADDD-468A-B385-01AFAA6E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2E1FE-2E5E-4AFD-B22A-B8CCBF9C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9AB36-050F-44A9-A9A9-47F83A6C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EA4B9-4041-43DC-B2FA-C1763424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4B07E-BBB6-47ED-B48D-AC287849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10FC9-D9E4-4400-A532-BB44D397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FADE1-136F-48BD-AB5C-97D06426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9CE10-4BD3-4A44-9CDE-51BC352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CAF2B-EE02-45C6-9287-D3432D0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61FD6-2A84-4AB2-A874-10C6CF9B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3261A-05C1-434B-85D6-A365F77E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1630A-7FBD-4911-8A0D-80FD8C47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9B473-EA14-4922-8428-C0161FAF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278A3-B53E-49E6-9793-15B944B4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DCF85-7B91-449B-860D-70705DB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4B46D-E4DD-45A6-8D56-03F6FD9D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F2287-E8E3-43D7-8E34-C7435104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BDF8C-CC5C-48C3-811E-AD36B1D1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4CFB21-AFFE-4DAD-A738-E41D751B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99315A-ED33-4701-8FE9-2E2E4FC5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E23862-732B-48E7-9D6F-CD5131E3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AA8FF1-9543-423A-B33D-ACD9C42D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006AA6-C128-4303-82A6-9E77E2BA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6FDEB-0E98-4777-933A-B7B99CEA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7D24CE-C5AA-4761-B40F-F0A21A71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5F603D-A8C5-4A9B-8767-AF8A8FA7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767813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DD1CBB-35F7-45B8-8644-AAC706FF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71613-ED50-463E-809F-7F8FE732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A5108-5931-41AF-A1ED-3C1B5173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50F96-6803-4924-B7D9-E7936BAE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102F2-14A1-47B6-AB98-F0DC266D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994A0-4DA5-4B07-B48D-4CF1118D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9E963-2B36-49A2-ACF6-4796D8B0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54A20-D743-42CD-8C1F-D8F1FA93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8FE16-6F71-4783-8672-DFD8C375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9157BB-7895-4A8C-890B-6FC5A980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0E5AE-1DE1-43BA-8228-F3A68E60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37D93-D472-47CD-B5F8-DEECE1A9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A41B4-9EA6-4D95-8FEC-557742FA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EDDB8-244B-4A36-A479-9EA5EE8F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1C065-8FB4-4D1B-9743-E1880FEB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3BB46-C2A4-43C3-B8E6-B10BAC6A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EF0C7-043C-462E-A265-E10796E9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48CC8F-EB83-4B77-91C3-75488023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28EA17-16EB-4FA1-A769-A6D378EE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A9138E-33DD-4127-BF8A-B91BA255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6492B-C9E5-4E47-B36B-95AB7E90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55D985-13B9-4130-9FD1-1E09E4AB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919BBD-ACC0-4644-8C15-9A4318BA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3FA96-D659-449A-8F84-CD1E1447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0A16-2F10-4E37-B785-BCD1A77F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9B3114-CC42-44C6-B4E3-D205F96F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08AAA2-0053-4105-9DF6-631A1419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8F4F32-FB6C-4555-B92C-FA3F60F2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7679C0-C863-4FC4-B92C-826E254D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8166596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6DF1A1-5769-4EF1-9EC9-4EA51F70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92CE6-EC9D-40CA-A5BD-F81C52C0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9CFE9-FAD0-4E27-A63E-75E32E72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3547F-6238-47DA-9248-5041189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FA55E-560A-497D-9C4E-3BFF3F1B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DD2D9-13DC-4293-AC6F-C9D05D34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7B5BA-C74C-4610-9C2F-105C2B8C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6A1E8-AE3C-4746-847B-301AF8BE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64E49-F0C0-43CA-8A85-3800C085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37D1D-760B-4EEB-98D9-1DCC48E7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A8844-6064-4694-B210-58B9F6EF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4239B-FD19-4E3E-A5F9-6F66ACBC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B52DCC-5A7B-41B9-A02A-6F31A977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BDD03B-5DA3-4485-9AD2-E748E7EE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B89A5-8E63-42E6-B80E-2151B3E6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E8135-4D59-4330-85F0-337EDBD0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47BA0-29C3-4859-8AD9-B3A52BC9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62F9A-4953-4FFA-93BB-197CFB2F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0D357-6268-46E7-B35F-888C4814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74294D-2F14-4FDC-86D4-545ADD9F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ADF6A2-E0C6-4141-8389-85ABEE95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5A66E2-2FC6-4D79-AE0C-5C8A35A9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F9B532-761E-438D-955D-8E84CB7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96B204-EBE6-4BA3-9C23-0DCBD211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2AC882-8239-49DF-85D2-31C18481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CBF043-D8C6-4AB2-B463-A36FDED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82DA6F-E8B0-4FB8-A87A-EAB6FA4D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D47A63-FADA-4D39-8D2A-8A40067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A12235-F738-4B76-9FB2-BDD3B119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62256175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95D456-D533-4554-BDA0-2ED8F863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0A5BF-E09F-4AA5-9520-951908BB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63B39-BAC4-4D59-853D-DC97B95E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50974-D036-4F6E-8572-34ECAEB0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48236-0D52-40F6-9CF1-9092C21E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349F6-23D1-4C19-8216-C5964F92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35C4C-F269-42AD-9362-4ABC710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8D2010-5BBB-4955-8F4E-A69F44E0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ABA35-8B4E-4089-A6D5-7E7F691E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26543-8A9F-4FEA-9ED4-FB51CD57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3BBA0-6FF0-4963-A270-7C2F0614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8AADD-F88A-4F51-9B17-31993913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54ABB5-5FD5-449A-A332-4AD9B6FC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2B6F4-F188-4E6F-ABC5-06A0FB8F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2685A3-64EA-4ACB-AEB2-F2B8892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25931-73E3-4376-A1F2-7617E077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2B1BB-4667-429A-B7D2-90668084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B91D6-6C66-45BA-AE6C-81BA6781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E901C-3F33-4989-AD6B-02AEDD15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179F9-73CC-481A-89F0-9DB1F255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21C571-D6C3-4DA8-8D9E-50B9AE54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B6C7E3-F47D-444C-9B84-F169082B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0A974F-155D-42EF-A1E0-192F1991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0DD540-4C9D-460E-85C0-9AC407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2DC303-8DF0-4CC1-8EC5-9CF28815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B2D26D-7455-471D-B3FC-3AD438A1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B44554-2025-411E-BCEE-A83758EC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C3919F-7094-4384-B54E-E5B21A38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5C5ECA-7C77-4FA5-9AE3-8FE0712E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74943464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978310-A430-464F-B274-78432275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01A94-AD01-477E-847D-34D506CC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05A8E-6066-4B83-9EC5-37AA8B8E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F890D-93AF-4E0C-9A52-AE5A9B5F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3DED-8965-4DB2-A381-043DB83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E6D72-BEDB-47E4-A5AF-3593545D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6C91C-EFE4-4653-9AE3-A57028F4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6AB95-785D-4B6C-A6EA-4D969B0C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2EF98-33EA-4D53-96CA-F933A5EA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8C9740-189B-4653-95D4-11964419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36F018-C88D-4F7E-B029-EC8D2564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D2D0F-D924-4162-803E-0E818737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BF7DA-E5D1-414F-A541-38983856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97558-3C38-4E5A-8371-E017B310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CE7FBC-7459-4303-A568-49E1AC3C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018A5-844A-4DCF-ABDE-4B742C77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BA0E9-9290-4862-993A-B5434270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6ACF4-F8E0-400F-A549-62013CEC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6DC79C-4EE3-403C-A427-EA4A080C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BED456-96B2-4D40-B125-D6F8DC14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7DE152-1F5C-4579-BB5A-3B0E5B65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FC32C-AC91-4141-AB24-6E4F52AF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26E9F9-D34B-4559-8816-14B5A589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7BB40C-C13B-49C1-8105-8F242CD4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C46582-AFDE-4DD4-A297-CCBE40B0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E9643-FEE0-46CE-8008-9718A3AD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CAC64F-041F-4309-A5A1-FD0E716D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A9AA85-76CB-469A-B193-02CC3496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520146-1F98-4BA9-A2EE-8A34DA7B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85172756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027A43-F513-4B09-9065-C4C980DB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D4D7B-C2B4-444A-9D7C-44E8C08E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A5BBF-66A2-4934-9C6A-1B5B30B1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939E0-8809-4620-ABA0-758C9F1F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4F5B2-DCCA-41D3-A8B9-3352DD6B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F3E01-62CB-42A0-97E8-B917193C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72668-D5E5-49BA-959C-8A46F996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F8FC2-381A-4AFB-A2B0-CF6B8CA9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6199C-3BC2-4E11-8497-19BFB14B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04D6-A0F7-4E35-91C1-2965ED67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1C765-F24C-42E9-BB6C-0C7985C4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7EBD2-4B8D-4EF6-A5B6-55EFA9E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176674-1D85-4EAF-A55C-16F91DC0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50CB66-F476-41DD-A017-204F332C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50A5E-9D23-4893-A5ED-634028C0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08875-7BD9-428B-B074-3A4AE016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C758B-FE46-4E2C-A3E0-815F3168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5CCB5-5EA9-43E9-AC58-C6935957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BC5BBF-B2CD-4832-9C1B-39A5E313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85054-A2F1-4B24-B370-B8CE79D0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C653ED-F0AB-4223-9DC2-E3B2FD60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485F1C-6183-47D9-B3D3-598B6C6D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2B5C0-9BA6-4208-8BF0-4A283027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D28799-C558-48D1-BB61-CC1DB297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8EAA0C-6886-4431-BE0E-293AF343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88E9E-E1C5-45EF-AFBA-B60842B2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4A6DB2-F25F-4DE4-85CC-A03285C3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7CF3A3-2BFB-40BA-85C1-AB8B7EEE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72E41F-CAAF-4181-90FB-84C61D44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3232016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1C9A7E-6039-477C-AFDD-CCC579CA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90F13-099E-4A30-968C-9CFFADC3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7E173-FE61-4BC2-96DE-617EDDD4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2475D-9E83-4A88-9932-D7E8D12A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92CAF-1559-4CBE-84F5-66550CD5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BB3A5-8E06-46F9-862F-5753EBF6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62394-C28D-4A8B-9A77-951B28B6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A6778-C0A7-4EDC-97F3-248C321F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5CB8D-3049-4E30-88C3-8C33A934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3F7B9-69BA-48A4-8715-3FEC6F0F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AFE6A-A158-4B2F-9FAB-50DB15F3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892C8-1B7A-4DF1-8F3F-86289606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46FDBB-FC7B-4A6D-87E6-29E3E7FB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0509F-B467-48FD-ACC5-46E14307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CE25B-4540-4B43-8E2C-85E1375E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A8063-C571-49E4-9C85-7B1576B0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8EC9B-F82E-416E-ABC5-74A79CB6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5DCA7-DB05-43D8-B38B-DB64CA97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E5091-8A78-424E-9487-5C8AD764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CBEB51-80C5-468C-B886-BF3A4E2B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9E656-5C47-4816-974B-BAB741C3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2B3EC-ED12-494E-868A-914C2CD8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A649DB-72B4-4C7B-83E9-3E97413B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107E30-146F-48FA-8A06-6E42A79C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4731C-5C71-4E41-8402-554A771E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8B3E7B-6B9C-4A50-A93A-C4A08940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B9510-8F3E-496E-B2A5-D997C3C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AF8B99-4085-40AC-B120-0D6CB076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C23039-819D-4354-BA51-29948D3C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5313513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9780A7-B817-4D95-86FC-4BC7EA43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413E4-2232-4507-9B24-0F32C7A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A0441-40DD-4D39-92CC-3F8311DF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9F5EBE-3427-47D2-B87A-3AB40547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2A6FB-5CA6-4227-96E7-243D0DD8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AAF2F-15F7-4A8E-A0C6-E8671681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EBCC48-AB70-4B23-BBB0-A04024A6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75D72-0CA8-4035-8A98-CEA7C389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44C319-69B4-4819-8452-5C660518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15560-D0EA-463A-A900-7BC89EF8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6EB0D-804A-48F7-A259-F0A73593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DCF47-3F3C-4C03-B33D-9DAF5FFE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FBC4A-D382-41BA-98F2-7BBEAD24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3EE66-F28A-4DB5-B85E-8A915022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39D41-CCA9-462D-A7E2-97EB28F0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62E07-4DBE-4BE5-B78B-5EFF8D62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C36A5-1F40-4FD8-9AF2-8E301E6E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74BEA-AFB7-4B19-98A4-4B40169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3E8E8E-7AA4-443A-91A1-9CC9AD5A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61753C-85F1-485E-8B21-FE88F2D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1E6144-9295-4634-A6B2-03E87F0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290B9B-4214-4A4A-8F8A-B3EE085A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2EE97-A462-4523-8629-85C416CC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95A689-56CE-451C-8E26-2D9D9555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C138E-D5C2-4D2A-A963-6BBB4897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366447-2539-4AC1-8E2B-D5B10045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BA2069-F588-410F-8114-F9CBCCBF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9D50EE-7125-485A-A5A4-774B1A40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83D78B-3EE7-4BAD-A9DC-387F5E3C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6543391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ABB6A5-83C8-48A6-9D35-F92F9D6C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00B52-9B25-4E6F-8FE4-B83D7B6B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3FC07-220F-403F-8B7E-D66BA40A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37E1E-E720-449E-80F4-F9932F33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88EDE-75AD-4DFA-A095-A1CD20BD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34172-6663-4870-BA5C-A5A8D648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04363-6B53-45AF-87A2-F0DBECE2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7BA6D-6130-4363-9FAE-F2E1510C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E0B5F-7D48-4BB1-93F6-76ACE3A2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436F5-9F88-4F10-B07A-C3A6E702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5C9C9E-8DAD-4660-BAAD-EC157AB2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D65881-EA77-4990-B29E-33BE03FE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C0115-BC69-4189-BCC7-65022F96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F9E43-D876-46BB-95FF-0C24828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08F63-9EF1-405D-8768-D83C58D5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7CFDB-3497-4189-8313-0784C4B1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DDF6D-B115-486F-9CED-229F465F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E3B6CE-CC91-4457-B77F-E17CF715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89920-0378-4E15-978C-308DA2A7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C26E7-308E-4A6B-8705-6893B47A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0E42D-7416-4DD1-83C6-8D91CAC4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AE02C-0FD8-45BF-9294-09F6EE2A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D417AA-84A8-4882-B2CF-51613DAB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999CD9-65F9-4D44-9260-CF7AC8E8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917717-DCF9-40B3-B359-8F2C34C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CCEC7B-850C-45E6-A544-B123C323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7E948A-AC8B-41EC-B720-F8D4C9E5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64DB1E-836D-45BA-96B8-0DF59FD6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7E3495-B90B-4C3E-86E4-9AB2A516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94945803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1A1AAE-973A-41B9-837E-193E2BD6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BEBAD-887B-4934-979C-1F9CF401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BC8B0-8FF6-4D17-A024-38142D5B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C2FCD-C301-419F-ADF2-676794F4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6B31B-7AEB-41EF-95D8-D7E89BB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1CDAB8-026B-4BFF-8386-CA1757EF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433A28-69F1-4A03-AA84-CE3F207F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41DD0-200B-4380-9AFA-2A534879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4F8D4E-2352-42BD-ACB4-A6029A6E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90B98-FBF4-4C28-9C88-15F7AA37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4998A-7625-4498-9D19-E1C75605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C84EB-45A8-46E0-A15F-1F14D10E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1CDC5-3C43-4342-A1D7-62C2326C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1C114-1FF9-437A-8086-0A4D3ED2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98617-88AA-4896-A7C1-F9175C9F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FF4CBC-C8C0-445F-ACA8-6384EB26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7B735-2C37-4089-9A49-F105BFEA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831E4-B0D9-4260-941A-CDCAB34E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8F131-7620-43A4-BC4E-8B5030BA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A5282-A158-425B-97BC-127D803D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70206-812E-4611-8426-54B416DD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73818-1D76-4847-8001-BF228C3E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83E8BE-67A5-4F8D-A9A4-C80E360F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BDCA43-8C5B-4B03-8BAF-0D29483A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73C794-03B9-4EB1-B2D0-92C5FC35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1868D-F40B-4E12-B998-4C66C060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7C411C-7E74-4CA1-85C2-C0AF037F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DBD722-7CD1-49D9-9645-14DC6EDA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DC18C2-8AAD-40E7-B836-75E22B95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62454169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0B76DC-E63C-4EE5-B2AA-DCBD071B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64333-5F22-4280-9FBF-887C23B9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9BDB5-D7DD-47B0-9B04-04F5ABEE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15504-DB00-4CAC-92D7-08B5C719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FE5A0-3F85-47DA-B59B-39E1E79A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FC1F-F183-4959-A06B-35CABCA3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86C2C-32EF-495C-B280-28200E76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273E3-A941-4387-9A72-09896527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6D46B-F8CD-4F56-9F6F-D4809D6F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A6504-76F6-41AF-9EE4-0509F28C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CED92-B49D-439D-AE50-52549420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C3309B-E5AB-46C8-9328-5FF9DEE4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A735E1-FBC5-4D86-AB81-103E4877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A23DE9-D678-43B6-B1B1-FCC215B2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1EC1E-D067-4A83-9815-478177AF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45D89-DAA1-4325-A23E-2E46E4A4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956DE-4AC5-41C9-AF84-AC131C8E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D1681-6127-4449-9965-CAFCF570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C05C0-76FD-49C4-B6BA-3B5D3CFF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69C1A-B160-41EF-B874-6749C1C7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479972-4D7A-4D37-9C92-D4B26CA5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12CD5C-A004-4990-A547-0EC000E9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258FC9-F9FE-4D43-A9B1-9F42B49A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7D6054-E04B-4816-A419-D9D37289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B4FF20-3EA9-4100-B9F1-03B394CE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37515-7CDC-469E-8F7B-AD6A7E1D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3485FF-ABFE-45A6-9778-42E0F2A0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7EEA54-8469-45CB-8F2B-76598F35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A4746F-489D-4E12-A2C4-C1F92106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7605941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1127E6-25AF-4BBF-82FA-F0A9EDB9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C27A7-57DF-4BBE-A321-1D0D95D8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6E4EF3-AF5B-4DCF-B4F9-BBE12A10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2CDF1-A613-47CD-B924-83075C21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E891B-24E1-4B61-914F-801D6F78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DBCA1-B03F-4946-B92C-C0B74325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066F0-C915-44D8-BE61-24F18BB0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ED480-14C6-49C1-9DDF-EE93ED46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6F49C-EF78-419B-8C14-003BF42A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EFF85-D111-45D9-A8F8-8D0BE75A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E467F-B62B-4919-8563-ADB04FED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152FE7-D47A-4F71-890E-4A41E4C6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6E2A4-C034-4E40-BBF3-43F0567A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90DFE-3BF7-4DAD-8AC1-773A4DEF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EC3F0-5202-418D-9DCE-1F6E3186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190B9-AB91-4CCA-B772-92563FDD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89193-2067-41C8-A0E8-8CB289F2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2AEB47-723B-4CD1-9A32-584589D1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421E84-2BFE-4E08-A0A6-8D39BC05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7A0E0-C137-4003-8885-E9954565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87C307-C147-4B6E-952A-A2087BAE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05C038-B458-441E-85E4-806E400B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C172FA-F8A0-4F0A-A18A-B78BE1AC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DED872-31F8-42B4-8417-C7C75C08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B21468-E506-4F87-B65F-CEE19483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1FBF98-F95C-4560-83AF-D1251AFC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ECF1F9-345C-4ADC-A68A-54A01675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9BD3C1-4313-4D46-8654-0BA4480F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7152A4-DB46-421E-B19C-884DBE16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6283687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427DF6-3422-4F38-B11D-1C7AC112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532C9-45A4-4ACA-82C9-4481AD61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85B25-BD43-4353-91B5-C608191A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D317B-AEB2-4A28-852E-059CD7E8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8A0E6-5946-416A-9BAD-6441ABEE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33C28-AD5C-4F5E-8DC8-3C04D52B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CD6BA-76E1-4368-8096-E30C55D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991E9-D514-4DF1-B526-10873D1E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073AA-5BE5-40F7-B2D6-C85B09C0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6E2BC-F8E0-42DC-8E32-F917F577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7B9DE-4FAF-4A0C-9AC3-912511B1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65B8-6978-48F0-85F4-56AE592C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B4A47-C280-41F9-9902-380654EE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C166E-7250-445B-857C-8FB53EE3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011E9B-D6FC-41B2-91B1-6B544EF0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05C0D6-1E6F-4B63-B4CA-86CCBBB6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A131D-51EF-4F0D-A1A3-18BBAD4E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34BC89-0E40-47BB-93BE-71ACA920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255C47-AE3B-4253-A3A8-142700D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D21C77-92BB-4C65-98E3-0D82100A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7EE362-8F59-42A8-BB58-0EA7698D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39FC00-CDBD-4B25-B170-AC4869B3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87C8B2-0BB2-40CD-95DA-8C8D5F80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726F2-F6CB-4E2D-8FA5-059CDA3B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93EAB3-F770-4259-830C-4CAE995C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0CB44D-6465-4D8F-86FE-45C1792A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CCA047-74A1-4E56-8389-32E77864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49A8D0-3524-48B4-A4BD-C6B08A3F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FEAF15-B031-4C92-B993-A6B75ACB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418724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6EBE7-C047-47B8-A09F-9B9FB8BF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03114-EC07-43BC-852C-E125FC96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40084-5484-4E69-8758-1E2D1203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F071E-0B03-4D3B-8E82-1B8A8E3C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10CE6-B71F-4652-9029-0E93DDCB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A1607-4C11-46E9-A1A1-4A45BBAF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8C431-27EC-482D-BFF9-8F75EB36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8B078-EC09-4257-86E6-5188E823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A912A-61F9-4AA8-A98A-F4638839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5E2D9-3F93-49E2-8FCA-34DFAB40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4CF0C-29B4-4B07-8414-114259AA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9D6D5-D316-4A59-8C74-FBBE1B5A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2C222-2FCC-475D-AE85-0F666BBA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6C87C-7F5F-48EE-9312-2313B381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B43D1-CC04-428B-A38B-5561EB06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2B6FFA-DB97-441C-9373-431982A7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9B4DFD-BDE0-4166-81A4-0A7E657C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25F72A-EA9A-4483-B41A-10BD9565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99C2F-3DE7-4C72-8480-6B1AD510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255462-5E96-4EA8-B103-48167E63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6161B-56D7-43F5-8B93-E4A90E64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3CB529-0197-45DA-BE1D-8564ED8B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2B7EDE-2DC6-40F0-911B-EA0C8E28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FA7D8E-06C3-4CF1-99D7-C207F1A0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6062F-2D8C-45B8-AB9E-04A4E53C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4DDDBF-E655-49B7-9142-DB541409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A6C94-62B7-463D-96AC-54801EFA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97D41E-AFAB-40FB-9D76-FE233AED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18A6C7-21D5-4DF1-A3ED-D4EEE794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209628613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7991C1-0B37-412E-86CC-8A26051D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DE678-DD0D-490D-9961-7E6F7E3E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427BB-F24C-4092-83A3-0D0B54F3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D14DF-7844-4755-9D0A-6452B502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E5943-84F6-404B-8E33-A129D2A1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373F9-4262-493B-8C34-8BF4EEB1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3D328-6886-40C2-AC00-4C7024FB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C602E-3396-4589-9238-7395BDF5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A78F1-A30B-4914-B0FA-CA191948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30743-8235-4991-A41A-CA2C81DB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8CA73-0A22-4C9A-96BC-568B9928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613E32-B51F-4AA7-920D-B61983B3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F3A96-43D7-4E1A-9077-4089AF43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590B8B-5AA5-445E-8259-35122B80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AC209D-0459-4A15-AF32-625C2B57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03D5DF-8C38-4C45-AB98-219DE05D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D8445-9046-44A0-B312-6E5E2182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6C926-F156-459F-8777-DBD5E56B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C78F4-0F40-4AC5-AC30-984529E9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9B855A-B3FD-476C-B028-3C293AA5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F2B3B0-2B57-4558-8977-5482FC89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D13BC2-C0DC-4842-AF83-30D533CB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ABE8E-D683-4B67-8994-06175D2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F975FA-2A68-42EA-A877-5F1F80D1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CBAB1-D024-41F4-9279-5EF9B395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5EB5BD-06D5-496B-9987-261AE302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CECCC-8338-47B0-BCB6-776E5D04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0A4D0C-2A7E-49DF-B22D-09B9B10B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EDD285-0A7B-4010-8F04-9CBA43DB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42151269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73FB7-9DA6-49E2-9EDB-61C712A9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302E0-B13F-4566-BF74-ACC7DEEB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7BE20-4853-4B80-850C-8C5CF8B4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7E260-2E3F-45A7-8537-C8F5C032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FBF91-695F-4AAE-A9EE-0B19E064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B6C05-6D05-47AF-90A7-F97ED905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582C3-BB5B-4430-932F-379E35C3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3809BE-4769-4790-A03D-E75FACB4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A178E-F928-445D-A319-76FE7890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F849D-4448-4A20-A150-7E659198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9A6AE-EED0-4380-A3D1-8E57DBD1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07BDB-4A92-4280-AA1F-7B47C5FC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2D8AB-E523-4DAD-AE7E-CF98436B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B5B7F-4EEF-4B09-A4DE-87709A51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4214F2-F2CD-48BB-8655-95BCE3BB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84270891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1A2421-4C58-4FE0-B6E6-75C18C08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6517E-63C0-44EE-BEED-518C936C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9D7F0-93A9-4230-95A0-B96C688B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296E5-EB65-40F7-9DFC-FF6FD237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A07E7-7FF0-4F5C-BDA6-65014DF6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CFA68-7E48-4B9B-B096-60D616BB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35BC4-0529-4576-B4F4-51992D7E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7FB6C-22A2-45F4-807E-8A80A002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3B1A0B-39D0-476D-A838-C1D70430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2511C9-C797-4673-9206-F9310738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6225F-4E65-4785-9503-0627C760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139E2-3414-42EA-B763-63C65B98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098A0-B946-4946-83DE-8697361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43027-1D58-451C-9AA0-B94E9F4A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D3BDEB-95AB-4A03-93AD-A69B0983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7058CE-B4C3-4829-B6F2-B78DB730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B4EE86-8F2E-482E-ABFF-B2EE0591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3F50E-2CFD-4204-8FB0-A5C19091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DB85D7-7A14-4CF3-85DB-AE24A2ED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FD670-A1C5-40AD-A51E-C41711E0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5EB833-C71F-464F-9A0D-D93425C8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C7634-1369-4F6C-A319-26EF6104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946B32-BED2-44CF-AA8B-A35B61C3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EFE8-592A-474F-A7F0-3BC8E494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4E98B7-1A7D-4811-92C9-91C66C56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76CD19-D7D6-4CA3-B733-4DCA84E3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496BBC-91F3-4AF5-8C9C-FF914DB1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CE2F0-3520-49E8-BC2B-10CD70AD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A9882C-5614-4B58-95C5-AE264A50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46643952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86119-8D3F-4F2A-878B-B4BB8E52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87B81-34F7-4549-9E28-453D621B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906D9-F6CE-4E1E-9851-EC41FF71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DCF89-C208-4835-8053-5B08E646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4C8C8-4453-442C-965F-D01936CB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D79FD-B48C-4783-BB0B-CE8FDD3E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13429ed93f46b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468DCE-D977-4F33-AB7C-DECCC295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44194994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3F6F9-B72D-4418-9301-6F12E902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AEDE5-A546-4F38-B4BC-9F605FB3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14856-65D3-4EAC-BB8C-539CF5F0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DA02C-342B-4E50-8DB9-6D9E5F65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D3BB9-3BCC-4107-B556-6FEAA3F7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E2E40-644C-4B6D-82C8-64A20BBA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31ae078beb4c2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B788D-249C-4159-A087-BBD32833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55166493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0BD0AF-BAD2-482F-8E4F-48407212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1B30F-8D86-4751-AF19-B97A3BB5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A3279-940D-4175-B60E-9AB269D6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4F3AF-76B5-4655-BE76-C3D6AF07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E8D6BF-D430-45BD-AD62-A96112CC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C7BC5-3658-4650-93D9-1F95166F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676ae4e7824b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54993-367B-4295-8BB0-ECA73E01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59444062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A054D-37D0-4BE8-B4B8-1767D6B5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728C6-D5B1-435D-923E-408ACB1D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5C8A8-B92B-462C-8DC4-C37449AE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75B39-DC2C-4966-A5CB-4301B9A3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B0E45-7EB5-4BE4-94B0-1409A53E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B199B-F9F9-438A-8873-50C3125A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0b7de72c334d8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74D4F-FF78-4795-AB6B-E02F18C4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1240D-8CF2-4F94-957B-974204AD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84344176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DD982-C27B-4F05-AE33-7E6019BA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DEC61F-08AF-457F-A0A8-9D253AF0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09143-822D-4867-BDF6-E75B9FBD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68985-F120-40AA-980B-FC853662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3DF38-F281-4206-B4FF-CF639C8F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667BC-175E-439C-B742-4E9693C6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63d4b1dc284aa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04B9D-2DE4-458F-8827-86968B9D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AAAF7-BEA8-4F13-ABBC-A4AEF311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06952170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200DC-C762-4132-AD48-6CD7EA59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450D6-20FD-4047-B64E-BF5D76E7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592CC-9136-4366-93B6-6CEBDAC5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0567C-CC5A-49B0-95CD-7A111569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F041D-C7F0-488E-92EC-491C87D6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EA7C-7048-491A-9ED4-3110CC5C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2d6eb59a85428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335EE2-B0AC-45CE-B4F8-D9745DF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831C2-B68A-493F-8DAB-774F3380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4495466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33CAEB-4C90-4E72-8364-1AA0B255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06F27-D5FD-4F51-B06F-BD445ACC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F7090-10C6-4D28-B9E6-27EB6F0E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FD1F0-3EFC-4FBF-A6D7-5221ED38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F0F75-BB31-4D48-95D9-8FA9FD4F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B7529-DF58-4C45-95F2-F50CF463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03F84-9C26-40A7-BA39-01E0D7D8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71F5A-9B81-4AF4-A35B-DB3111FF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4FAD9-85DD-4C2C-98E7-B0CC89B9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B2909-2424-405C-8499-B352DD58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12767-2C0E-440B-A558-2A7915DD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7107D-2C51-4EEC-8CE9-846BCE96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6F495-67B1-4DCA-994B-D034B0B7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55326-B02D-4BCF-ABD7-56B7D243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05E6F-4CCE-455A-89C8-93E5585E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337CFC-23F9-402F-8DDA-76C04038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A5D6C-B1C3-46F1-BE48-BEA8B975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6E52A5-19E2-4D55-A3A2-021233B3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8BF93-D05E-4F84-B20A-D3AD85BF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79522-9034-424A-BA32-544519B4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21DCB-9119-4A8A-A4C5-A723F5E8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BD7676-247F-4C4F-87B5-DCAD5836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DB1456-890C-4912-946D-46362248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A21237-11AF-40E9-988E-052EF75F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E8C214-83F0-4876-8835-3BE2EB8F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BBDAEC-EDB0-4620-8E43-ECBD873E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455DAE-DEE6-4226-8B48-DEF6D40D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342FE2-CDD5-42A5-9A29-03F9079B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40A290-4E0E-4045-9194-A6CF73ED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31EBE-B4C4-4844-8F12-99702A2D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003503-5E65-4DC8-B400-E63458B2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B05706-2ED1-4F9F-B605-2B94826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12B292-31C0-4B45-8BF7-B0B21FC5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573271-5FCC-431B-927B-943B8DEF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83AC9C-E506-4FE5-93E7-306E9150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B93E12-4DD1-48FD-AED3-0E02B975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D7FD33-B47C-492B-A566-7F59D426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9FA4AC-EFBA-4F59-9B5F-B4E512D3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95834C-0106-4832-9F7F-B2E26340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938A95-6018-4D83-BFE4-CB6837F9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B6ABF6-D5BB-4CDD-B83B-4D6B4A3F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E86051-3186-40D5-AF15-965A796E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E62350-76F1-4ED2-A735-59A1239C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90FD68-3C99-4D80-90A2-4D61A872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137B43-42EC-47CD-B602-96ABD0B3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494A52-C2B9-47CD-8791-BC4F163B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910F58-DF46-4B31-B25D-C36702F1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9A5E4B-A2E0-44E4-AAA7-0D19EC6A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BB4597F-1CFD-48D3-AF90-72CBDF1B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0EAF17-4A51-4BDA-AB8C-E1A29F01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BA7D3F-5437-4A21-8F6F-F2607201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8AF2EE-BECB-47F4-AE01-5FB63D47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F97B5F-5736-4228-9A10-2F242060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1CB979-834E-4D64-B85F-001EA6EE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2056567861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2026-07-25T02:01:41.3220000Z</dcterms:created>
  <dcterms:modified xsi:type="dcterms:W3CDTF">2026-07-25T02:01:41.3220000Z</dcterms:modified>
</coreProperties>
</file>