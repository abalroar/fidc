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25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6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7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b074a5d6674f6b" /><Relationship Type="http://schemas.openxmlformats.org/officeDocument/2006/relationships/extended-properties" Target="/docProps/app.xml" Id="R1f829adba41643ba" /><Relationship Type="http://schemas.openxmlformats.org/officeDocument/2006/relationships/officeDocument" Target="/ppt/presentation.xml" Id="R2ec9dd13f13b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0a0ebbe1b6448c"/>
  </p:sldMasterIdLst>
  <p:notesMasterIdLst>
    <p:notesMasterId xmlns:r="http://schemas.openxmlformats.org/officeDocument/2006/relationships" r:id="Rcec1dd7dc6c04a9a"/>
  </p:notesMasterIdLst>
  <p:sldIdLst>
    <p:sldId xmlns:r="http://schemas.openxmlformats.org/officeDocument/2006/relationships" id="256" r:id="R0e0cb6cee7514abb"/>
    <p:sldId xmlns:r="http://schemas.openxmlformats.org/officeDocument/2006/relationships" id="257" r:id="Rc91933f221b84e73"/>
    <p:sldId xmlns:r="http://schemas.openxmlformats.org/officeDocument/2006/relationships" id="258" r:id="R9db8a29c40e24a5f"/>
    <p:sldId xmlns:r="http://schemas.openxmlformats.org/officeDocument/2006/relationships" id="259" r:id="R11f3776f5f39479d"/>
    <p:sldId xmlns:r="http://schemas.openxmlformats.org/officeDocument/2006/relationships" id="260" r:id="Rf760d16781524826"/>
    <p:sldId xmlns:r="http://schemas.openxmlformats.org/officeDocument/2006/relationships" id="261" r:id="R86447e3698914b75"/>
    <p:sldId xmlns:r="http://schemas.openxmlformats.org/officeDocument/2006/relationships" id="262" r:id="R8ba1abf19e6e4a59"/>
    <p:sldId xmlns:r="http://schemas.openxmlformats.org/officeDocument/2006/relationships" id="263" r:id="R6703d3e04605465c"/>
    <p:sldId xmlns:r="http://schemas.openxmlformats.org/officeDocument/2006/relationships" id="264" r:id="Rf0bbce79d5694731"/>
    <p:sldId xmlns:r="http://schemas.openxmlformats.org/officeDocument/2006/relationships" id="265" r:id="R8037dbc15d0544cf"/>
    <p:sldId xmlns:r="http://schemas.openxmlformats.org/officeDocument/2006/relationships" id="266" r:id="R5bf4b4f1c5484809"/>
    <p:sldId xmlns:r="http://schemas.openxmlformats.org/officeDocument/2006/relationships" id="267" r:id="Rf11575bc382f4b1d"/>
    <p:sldId xmlns:r="http://schemas.openxmlformats.org/officeDocument/2006/relationships" id="268" r:id="R30b4d5dc158d49a9"/>
    <p:sldId xmlns:r="http://schemas.openxmlformats.org/officeDocument/2006/relationships" id="269" r:id="R063b0c0478eb48a4"/>
    <p:sldId xmlns:r="http://schemas.openxmlformats.org/officeDocument/2006/relationships" id="270" r:id="R1d1722c10cbb4850"/>
    <p:sldId xmlns:r="http://schemas.openxmlformats.org/officeDocument/2006/relationships" id="271" r:id="R45df9d22d4c44a5d"/>
    <p:sldId xmlns:r="http://schemas.openxmlformats.org/officeDocument/2006/relationships" id="272" r:id="R8dd31604ec734984"/>
    <p:sldId xmlns:r="http://schemas.openxmlformats.org/officeDocument/2006/relationships" id="273" r:id="R3fb758a1ff274609"/>
    <p:sldId xmlns:r="http://schemas.openxmlformats.org/officeDocument/2006/relationships" id="274" r:id="Rffbc633a5ce14039"/>
    <p:sldId xmlns:r="http://schemas.openxmlformats.org/officeDocument/2006/relationships" id="275" r:id="Ra91d90b9f2904e50"/>
    <p:sldId xmlns:r="http://schemas.openxmlformats.org/officeDocument/2006/relationships" id="276" r:id="Rca8559ca8f874fda"/>
    <p:sldId xmlns:r="http://schemas.openxmlformats.org/officeDocument/2006/relationships" id="277" r:id="R88cf193662f74eb5"/>
    <p:sldId xmlns:r="http://schemas.openxmlformats.org/officeDocument/2006/relationships" id="278" r:id="Ra3ff25078db140df"/>
    <p:sldId xmlns:r="http://schemas.openxmlformats.org/officeDocument/2006/relationships" id="279" r:id="Rc052377868914f2d"/>
    <p:sldId xmlns:r="http://schemas.openxmlformats.org/officeDocument/2006/relationships" id="280" r:id="R1f4e3fb2dfdf4b92"/>
    <p:sldId xmlns:r="http://schemas.openxmlformats.org/officeDocument/2006/relationships" id="281" r:id="Rba9ac978dfe34ac6"/>
    <p:sldId xmlns:r="http://schemas.openxmlformats.org/officeDocument/2006/relationships" id="282" r:id="R3a65c3deaa8f4121"/>
    <p:sldId xmlns:r="http://schemas.openxmlformats.org/officeDocument/2006/relationships" id="283" r:id="R4b94e37da4334734"/>
    <p:sldId xmlns:r="http://schemas.openxmlformats.org/officeDocument/2006/relationships" id="284" r:id="R18f9f031bbeb4ff3"/>
    <p:sldId xmlns:r="http://schemas.openxmlformats.org/officeDocument/2006/relationships" id="285" r:id="R82de075b113d474a"/>
    <p:sldId xmlns:r="http://schemas.openxmlformats.org/officeDocument/2006/relationships" id="286" r:id="Rd3df73155e664364"/>
    <p:sldId xmlns:r="http://schemas.openxmlformats.org/officeDocument/2006/relationships" id="287" r:id="R66b53d4fcc824266"/>
    <p:sldId xmlns:r="http://schemas.openxmlformats.org/officeDocument/2006/relationships" id="288" r:id="Rec4f85e9f02f4fcb"/>
    <p:sldId xmlns:r="http://schemas.openxmlformats.org/officeDocument/2006/relationships" id="289" r:id="Ra6e25edaff8c4e15"/>
    <p:sldId xmlns:r="http://schemas.openxmlformats.org/officeDocument/2006/relationships" id="290" r:id="R84546c45273c40fb"/>
    <p:sldId xmlns:r="http://schemas.openxmlformats.org/officeDocument/2006/relationships" id="291" r:id="R1c0ab4ac61ad4b91"/>
    <p:sldId xmlns:r="http://schemas.openxmlformats.org/officeDocument/2006/relationships" id="292" r:id="Reb1e7998dc164fc0"/>
    <p:sldId xmlns:r="http://schemas.openxmlformats.org/officeDocument/2006/relationships" id="293" r:id="R6176432237854e39"/>
    <p:sldId xmlns:r="http://schemas.openxmlformats.org/officeDocument/2006/relationships" id="294" r:id="R8ca29dcc606c48b8"/>
    <p:sldId xmlns:r="http://schemas.openxmlformats.org/officeDocument/2006/relationships" id="295" r:id="R1f0943094d46415e"/>
    <p:sldId xmlns:r="http://schemas.openxmlformats.org/officeDocument/2006/relationships" id="296" r:id="Rb0bcbfb0bc4f4199"/>
    <p:sldId xmlns:r="http://schemas.openxmlformats.org/officeDocument/2006/relationships" id="297" r:id="R7c0bd82cd2fb4000"/>
    <p:sldId xmlns:r="http://schemas.openxmlformats.org/officeDocument/2006/relationships" id="298" r:id="Ra0a8eace47e140a9"/>
    <p:sldId xmlns:r="http://schemas.openxmlformats.org/officeDocument/2006/relationships" id="299" r:id="Rbe43d5474756492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29084998c648b4" /><Relationship Type="http://schemas.openxmlformats.org/officeDocument/2006/relationships/slideMaster" Target="/ppt/slideMasters/slideMaster1.xml" Id="R870a0ebbe1b6448c" /><Relationship Type="http://schemas.openxmlformats.org/officeDocument/2006/relationships/notesMaster" Target="/ppt/notesMasters/notesMaster1.xml" Id="Rcec1dd7dc6c04a9a" /><Relationship Type="http://schemas.openxmlformats.org/officeDocument/2006/relationships/presProps" Target="/ppt/presProps.xml" Id="R1fa88938ece54df5" /><Relationship Type="http://schemas.openxmlformats.org/officeDocument/2006/relationships/tableStyles" Target="/ppt/tableStyles.xml" Id="Re7dcce7c61504e33" /><Relationship Type="http://schemas.openxmlformats.org/officeDocument/2006/relationships/slide" Target="/ppt/slides/slide1.xml" Id="R0e0cb6cee7514abb" /><Relationship Type="http://schemas.openxmlformats.org/officeDocument/2006/relationships/slide" Target="/ppt/slides/slide2.xml" Id="Rc91933f221b84e73" /><Relationship Type="http://schemas.openxmlformats.org/officeDocument/2006/relationships/slide" Target="/ppt/slides/slide3.xml" Id="R9db8a29c40e24a5f" /><Relationship Type="http://schemas.openxmlformats.org/officeDocument/2006/relationships/slide" Target="/ppt/slides/slide4.xml" Id="R11f3776f5f39479d" /><Relationship Type="http://schemas.openxmlformats.org/officeDocument/2006/relationships/slide" Target="/ppt/slides/slide5.xml" Id="Rf760d16781524826" /><Relationship Type="http://schemas.openxmlformats.org/officeDocument/2006/relationships/slide" Target="/ppt/slides/slide6.xml" Id="R86447e3698914b75" /><Relationship Type="http://schemas.openxmlformats.org/officeDocument/2006/relationships/slide" Target="/ppt/slides/slide7.xml" Id="R8ba1abf19e6e4a59" /><Relationship Type="http://schemas.openxmlformats.org/officeDocument/2006/relationships/slide" Target="/ppt/slides/slide8.xml" Id="R6703d3e04605465c" /><Relationship Type="http://schemas.openxmlformats.org/officeDocument/2006/relationships/slide" Target="/ppt/slides/slide9.xml" Id="Rf0bbce79d5694731" /><Relationship Type="http://schemas.openxmlformats.org/officeDocument/2006/relationships/slide" Target="/ppt/slides/slide10.xml" Id="R8037dbc15d0544cf" /><Relationship Type="http://schemas.openxmlformats.org/officeDocument/2006/relationships/slide" Target="/ppt/slides/slide11.xml" Id="R5bf4b4f1c5484809" /><Relationship Type="http://schemas.openxmlformats.org/officeDocument/2006/relationships/slide" Target="/ppt/slides/slide12.xml" Id="Rf11575bc382f4b1d" /><Relationship Type="http://schemas.openxmlformats.org/officeDocument/2006/relationships/slide" Target="/ppt/slides/slide13.xml" Id="R30b4d5dc158d49a9" /><Relationship Type="http://schemas.openxmlformats.org/officeDocument/2006/relationships/slide" Target="/ppt/slides/slide14.xml" Id="R063b0c0478eb48a4" /><Relationship Type="http://schemas.openxmlformats.org/officeDocument/2006/relationships/slide" Target="/ppt/slides/slide15.xml" Id="R1d1722c10cbb4850" /><Relationship Type="http://schemas.openxmlformats.org/officeDocument/2006/relationships/slide" Target="/ppt/slides/slide16.xml" Id="R45df9d22d4c44a5d" /><Relationship Type="http://schemas.openxmlformats.org/officeDocument/2006/relationships/slide" Target="/ppt/slides/slide17.xml" Id="R8dd31604ec734984" /><Relationship Type="http://schemas.openxmlformats.org/officeDocument/2006/relationships/slide" Target="/ppt/slides/slide18.xml" Id="R3fb758a1ff274609" /><Relationship Type="http://schemas.openxmlformats.org/officeDocument/2006/relationships/slide" Target="/ppt/slides/slide19.xml" Id="Rffbc633a5ce14039" /><Relationship Type="http://schemas.openxmlformats.org/officeDocument/2006/relationships/slide" Target="/ppt/slides/slide20.xml" Id="Ra91d90b9f2904e50" /><Relationship Type="http://schemas.openxmlformats.org/officeDocument/2006/relationships/slide" Target="/ppt/slides/slide21.xml" Id="Rca8559ca8f874fda" /><Relationship Type="http://schemas.openxmlformats.org/officeDocument/2006/relationships/slide" Target="/ppt/slides/slide22.xml" Id="R88cf193662f74eb5" /><Relationship Type="http://schemas.openxmlformats.org/officeDocument/2006/relationships/slide" Target="/ppt/slides/slide23.xml" Id="Ra3ff25078db140df" /><Relationship Type="http://schemas.openxmlformats.org/officeDocument/2006/relationships/slide" Target="/ppt/slides/slide24.xml" Id="Rc052377868914f2d" /><Relationship Type="http://schemas.openxmlformats.org/officeDocument/2006/relationships/slide" Target="/ppt/slides/slide25.xml" Id="R1f4e3fb2dfdf4b92" /><Relationship Type="http://schemas.openxmlformats.org/officeDocument/2006/relationships/slide" Target="/ppt/slides/slide26.xml" Id="Rba9ac978dfe34ac6" /><Relationship Type="http://schemas.openxmlformats.org/officeDocument/2006/relationships/slide" Target="/ppt/slides/slide27.xml" Id="R3a65c3deaa8f4121" /><Relationship Type="http://schemas.openxmlformats.org/officeDocument/2006/relationships/slide" Target="/ppt/slides/slide28.xml" Id="R4b94e37da4334734" /><Relationship Type="http://schemas.openxmlformats.org/officeDocument/2006/relationships/slide" Target="/ppt/slides/slide29.xml" Id="R18f9f031bbeb4ff3" /><Relationship Type="http://schemas.openxmlformats.org/officeDocument/2006/relationships/slide" Target="/ppt/slides/slide30.xml" Id="R82de075b113d474a" /><Relationship Type="http://schemas.openxmlformats.org/officeDocument/2006/relationships/slide" Target="/ppt/slides/slide31.xml" Id="Rd3df73155e664364" /><Relationship Type="http://schemas.openxmlformats.org/officeDocument/2006/relationships/slide" Target="/ppt/slides/slide32.xml" Id="R66b53d4fcc824266" /><Relationship Type="http://schemas.openxmlformats.org/officeDocument/2006/relationships/slide" Target="/ppt/slides/slide33.xml" Id="Rec4f85e9f02f4fcb" /><Relationship Type="http://schemas.openxmlformats.org/officeDocument/2006/relationships/slide" Target="/ppt/slides/slide34.xml" Id="Ra6e25edaff8c4e15" /><Relationship Type="http://schemas.openxmlformats.org/officeDocument/2006/relationships/slide" Target="/ppt/slides/slide35.xml" Id="R84546c45273c40fb" /><Relationship Type="http://schemas.openxmlformats.org/officeDocument/2006/relationships/slide" Target="/ppt/slides/slide36.xml" Id="R1c0ab4ac61ad4b91" /><Relationship Type="http://schemas.openxmlformats.org/officeDocument/2006/relationships/slide" Target="/ppt/slides/slide37.xml" Id="Reb1e7998dc164fc0" /><Relationship Type="http://schemas.openxmlformats.org/officeDocument/2006/relationships/slide" Target="/ppt/slides/slide38.xml" Id="R6176432237854e39" /><Relationship Type="http://schemas.openxmlformats.org/officeDocument/2006/relationships/slide" Target="/ppt/slides/slide39.xml" Id="R8ca29dcc606c48b8" /><Relationship Type="http://schemas.openxmlformats.org/officeDocument/2006/relationships/slide" Target="/ppt/slides/slide40.xml" Id="R1f0943094d46415e" /><Relationship Type="http://schemas.openxmlformats.org/officeDocument/2006/relationships/slide" Target="/ppt/slides/slide41.xml" Id="Rb0bcbfb0bc4f4199" /><Relationship Type="http://schemas.openxmlformats.org/officeDocument/2006/relationships/slide" Target="/ppt/slides/slide42.xml" Id="R7c0bd82cd2fb4000" /><Relationship Type="http://schemas.openxmlformats.org/officeDocument/2006/relationships/slide" Target="/ppt/slides/slide43.xml" Id="Ra0a8eace47e140a9" /><Relationship Type="http://schemas.openxmlformats.org/officeDocument/2006/relationships/slide" Target="/ppt/slides/slide44.xml" Id="Rbe43d547475649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fa97afbb604c7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e4e7d70d554b2e" /><Relationship Type="http://schemas.openxmlformats.org/officeDocument/2006/relationships/notesMaster" Target="/ppt/notesMasters/notesMaster1.xml" Id="R7332caf0a90640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d09ed6849b4a83" /><Relationship Type="http://schemas.openxmlformats.org/officeDocument/2006/relationships/notesMaster" Target="/ppt/notesMasters/notesMaster1.xml" Id="Rc94a0f43aec647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daeb0d6d0344f9" /><Relationship Type="http://schemas.openxmlformats.org/officeDocument/2006/relationships/notesMaster" Target="/ppt/notesMasters/notesMaster1.xml" Id="R63e9ca89be0d45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1f79cacd4c4934" /><Relationship Type="http://schemas.openxmlformats.org/officeDocument/2006/relationships/notesMaster" Target="/ppt/notesMasters/notesMaster1.xml" Id="Rf3d2945112564c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24da2c2f1e474f" /><Relationship Type="http://schemas.openxmlformats.org/officeDocument/2006/relationships/notesMaster" Target="/ppt/notesMasters/notesMaster1.xml" Id="R3cc59e13944449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739818f1d94f87" /><Relationship Type="http://schemas.openxmlformats.org/officeDocument/2006/relationships/notesMaster" Target="/ppt/notesMasters/notesMaster1.xml" Id="R3ff4fb4e26c543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a5864f91854fa7" /><Relationship Type="http://schemas.openxmlformats.org/officeDocument/2006/relationships/notesMaster" Target="/ppt/notesMasters/notesMaster1.xml" Id="R3a187e89841c4e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945247052540d2" /><Relationship Type="http://schemas.openxmlformats.org/officeDocument/2006/relationships/notesMaster" Target="/ppt/notesMasters/notesMaster1.xml" Id="R0422ca54a01646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8ac883ce0b47bb" /><Relationship Type="http://schemas.openxmlformats.org/officeDocument/2006/relationships/notesMaster" Target="/ppt/notesMasters/notesMaster1.xml" Id="R87cbc3c819cc49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4e75af806243f7" /><Relationship Type="http://schemas.openxmlformats.org/officeDocument/2006/relationships/notesMaster" Target="/ppt/notesMasters/notesMaster1.xml" Id="Rad1ebed9709848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879c5f985c4610" /><Relationship Type="http://schemas.openxmlformats.org/officeDocument/2006/relationships/notesMaster" Target="/ppt/notesMasters/notesMaster1.xml" Id="Rbabc9fa34cde4d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2b6be7aa804308" /><Relationship Type="http://schemas.openxmlformats.org/officeDocument/2006/relationships/notesMaster" Target="/ppt/notesMasters/notesMaster1.xml" Id="Rbd4cbd0ac30d4f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04066659f8473d" /><Relationship Type="http://schemas.openxmlformats.org/officeDocument/2006/relationships/notesMaster" Target="/ppt/notesMasters/notesMaster1.xml" Id="R7ba8a5b5aa2148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bb5c14d75964a74" /><Relationship Type="http://schemas.openxmlformats.org/officeDocument/2006/relationships/notesMaster" Target="/ppt/notesMasters/notesMaster1.xml" Id="R41afdcb402de44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8d024fd1d7c4248" /><Relationship Type="http://schemas.openxmlformats.org/officeDocument/2006/relationships/notesMaster" Target="/ppt/notesMasters/notesMaster1.xml" Id="Re4fb06e78d39417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6eb09fd33754e5d" /><Relationship Type="http://schemas.openxmlformats.org/officeDocument/2006/relationships/notesMaster" Target="/ppt/notesMasters/notesMaster1.xml" Id="R5d6c0a653f454d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c878229599c41ac" /><Relationship Type="http://schemas.openxmlformats.org/officeDocument/2006/relationships/notesMaster" Target="/ppt/notesMasters/notesMaster1.xml" Id="Rf02c8d996394413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7f6dd1dab2488d" /><Relationship Type="http://schemas.openxmlformats.org/officeDocument/2006/relationships/notesMaster" Target="/ppt/notesMasters/notesMaster1.xml" Id="Rd9fef57e68b9414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043c48f1b894f00" /><Relationship Type="http://schemas.openxmlformats.org/officeDocument/2006/relationships/notesMaster" Target="/ppt/notesMasters/notesMaster1.xml" Id="R8f9458d9c22e45e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e18977e84c74205" /><Relationship Type="http://schemas.openxmlformats.org/officeDocument/2006/relationships/notesMaster" Target="/ppt/notesMasters/notesMaster1.xml" Id="R8d83696467ec459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3e1dd8e231b439f" /><Relationship Type="http://schemas.openxmlformats.org/officeDocument/2006/relationships/notesMaster" Target="/ppt/notesMasters/notesMaster1.xml" Id="R6583f26ad9e14c1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1bb6c171f544e5a" /><Relationship Type="http://schemas.openxmlformats.org/officeDocument/2006/relationships/notesMaster" Target="/ppt/notesMasters/notesMaster1.xml" Id="R64b30e8ff133462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ca28afd9a514f53" /><Relationship Type="http://schemas.openxmlformats.org/officeDocument/2006/relationships/notesMaster" Target="/ppt/notesMasters/notesMaster1.xml" Id="Rf69b1113b53d4bf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8f5854d7df04283" /><Relationship Type="http://schemas.openxmlformats.org/officeDocument/2006/relationships/notesMaster" Target="/ppt/notesMasters/notesMaster1.xml" Id="R2168bf86ba98483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3b53801d42a425d" /><Relationship Type="http://schemas.openxmlformats.org/officeDocument/2006/relationships/notesMaster" Target="/ppt/notesMasters/notesMaster1.xml" Id="Re7ce4114f9a34f1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353b817a5cd4f1f" /><Relationship Type="http://schemas.openxmlformats.org/officeDocument/2006/relationships/notesMaster" Target="/ppt/notesMasters/notesMaster1.xml" Id="Rc734dd8b58cd4fb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317ef7e741940c6" /><Relationship Type="http://schemas.openxmlformats.org/officeDocument/2006/relationships/notesMaster" Target="/ppt/notesMasters/notesMaster1.xml" Id="R293aa4511101411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3d0f9a0658849a5" /><Relationship Type="http://schemas.openxmlformats.org/officeDocument/2006/relationships/notesMaster" Target="/ppt/notesMasters/notesMaster1.xml" Id="R7cadbb65ede64fb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b19d4e03c9d4467" /><Relationship Type="http://schemas.openxmlformats.org/officeDocument/2006/relationships/notesMaster" Target="/ppt/notesMasters/notesMaster1.xml" Id="Rcbf78004e6074d1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3c9a9177c6c4a76" /><Relationship Type="http://schemas.openxmlformats.org/officeDocument/2006/relationships/notesMaster" Target="/ppt/notesMasters/notesMaster1.xml" Id="R1175f58bda274c2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aac013516f04ce2" /><Relationship Type="http://schemas.openxmlformats.org/officeDocument/2006/relationships/notesMaster" Target="/ppt/notesMasters/notesMaster1.xml" Id="R0cc8520a8a7e421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ab8c01f5f2148da" /><Relationship Type="http://schemas.openxmlformats.org/officeDocument/2006/relationships/notesMaster" Target="/ppt/notesMasters/notesMaster1.xml" Id="R5b5243f6b7304b0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1cf007010b3407f" /><Relationship Type="http://schemas.openxmlformats.org/officeDocument/2006/relationships/notesMaster" Target="/ppt/notesMasters/notesMaster1.xml" Id="Rb775f80c932644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89c3f4cb13f457c" /><Relationship Type="http://schemas.openxmlformats.org/officeDocument/2006/relationships/notesMaster" Target="/ppt/notesMasters/notesMaster1.xml" Id="R1c2133fd7609408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b0cb77cea49420a" /><Relationship Type="http://schemas.openxmlformats.org/officeDocument/2006/relationships/notesMaster" Target="/ppt/notesMasters/notesMaster1.xml" Id="Ra109d0845eee43e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e5ce26cf2e94945" /><Relationship Type="http://schemas.openxmlformats.org/officeDocument/2006/relationships/notesMaster" Target="/ppt/notesMasters/notesMaster1.xml" Id="R7bcf1e1ca7124f8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b01d1a12c084352" /><Relationship Type="http://schemas.openxmlformats.org/officeDocument/2006/relationships/notesMaster" Target="/ppt/notesMasters/notesMaster1.xml" Id="Rc0063163d9644c9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4d23500fa0d4d2c" /><Relationship Type="http://schemas.openxmlformats.org/officeDocument/2006/relationships/notesMaster" Target="/ppt/notesMasters/notesMaster1.xml" Id="Rb11eddb3f0494fd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2ae16a7c9f34501" /><Relationship Type="http://schemas.openxmlformats.org/officeDocument/2006/relationships/notesMaster" Target="/ppt/notesMasters/notesMaster1.xml" Id="R7c04416421244fd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dafb42775674154" /><Relationship Type="http://schemas.openxmlformats.org/officeDocument/2006/relationships/notesMaster" Target="/ppt/notesMasters/notesMaster1.xml" Id="R8f4197377c19425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9d46981bffd4b65" /><Relationship Type="http://schemas.openxmlformats.org/officeDocument/2006/relationships/notesMaster" Target="/ppt/notesMasters/notesMaster1.xml" Id="Rdbb2ef127d424c7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8ec7224140c4e7a" /><Relationship Type="http://schemas.openxmlformats.org/officeDocument/2006/relationships/notesMaster" Target="/ppt/notesMasters/notesMaster1.xml" Id="R2f7a8e8e5b9e4b5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c95f7b930284db8" /><Relationship Type="http://schemas.openxmlformats.org/officeDocument/2006/relationships/notesMaster" Target="/ppt/notesMasters/notesMaster1.xml" Id="R7b4b2ea717dc463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f274b97315846d2" /><Relationship Type="http://schemas.openxmlformats.org/officeDocument/2006/relationships/notesMaster" Target="/ppt/notesMasters/notesMaster1.xml" Id="Rb60adf0c1f4442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eb41b1676044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d066db624a4cd7" /><Relationship Type="http://schemas.openxmlformats.org/officeDocument/2006/relationships/slideLayout" Target="/ppt/slideLayouts/slideLayout1.xml" Id="R7e132161afb94d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132161afb94d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d9c3155804dba" /><Relationship Type="http://schemas.openxmlformats.org/officeDocument/2006/relationships/notesSlide" Target="/ppt/notesSlides/notesSlide1.xml" Id="Rc258b32d278643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1423f89ef4fc2" /><Relationship Type="http://schemas.openxmlformats.org/officeDocument/2006/relationships/notesSlide" Target="/ppt/notesSlides/notesSlide2.xml" Id="R4255862f993746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aa02e72ed4a88" /><Relationship Type="http://schemas.openxmlformats.org/officeDocument/2006/relationships/chart" Target="/ppt/slides/charts/chart1.xml" Id="R7d506642a77d49a2" /><Relationship Type="http://schemas.openxmlformats.org/officeDocument/2006/relationships/notesSlide" Target="/ppt/notesSlides/notesSlide3.xml" Id="R769d9c0991ac4d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5d6b154a704bed" /><Relationship Type="http://schemas.openxmlformats.org/officeDocument/2006/relationships/chart" Target="/ppt/slides/charts/chart2.xml" Id="R9517153e282547b0" /><Relationship Type="http://schemas.openxmlformats.org/officeDocument/2006/relationships/chart" Target="/ppt/slides/charts/chart3.xml" Id="R0264c92e633f4336" /><Relationship Type="http://schemas.openxmlformats.org/officeDocument/2006/relationships/chart" Target="/ppt/slides/charts/chart4.xml" Id="Re993562eeb99431c" /><Relationship Type="http://schemas.openxmlformats.org/officeDocument/2006/relationships/notesSlide" Target="/ppt/notesSlides/notesSlide4.xml" Id="Rc89103dfb02947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e039d95fa49e8" /><Relationship Type="http://schemas.openxmlformats.org/officeDocument/2006/relationships/chart" Target="/ppt/slides/charts/chart5.xml" Id="Rce6c962dcdfc4b70" /><Relationship Type="http://schemas.openxmlformats.org/officeDocument/2006/relationships/chart" Target="/ppt/slides/charts/chart6.xml" Id="Rd62cd93011864a1a" /><Relationship Type="http://schemas.openxmlformats.org/officeDocument/2006/relationships/chart" Target="/ppt/slides/charts/chart7.xml" Id="Rfb8e2e6d627f46ea" /><Relationship Type="http://schemas.openxmlformats.org/officeDocument/2006/relationships/chart" Target="/ppt/slides/charts/chart8.xml" Id="R6be20a9f0eb64cef" /><Relationship Type="http://schemas.openxmlformats.org/officeDocument/2006/relationships/notesSlide" Target="/ppt/notesSlides/notesSlide5.xml" Id="R9f6d09e0abfb43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9172592a14cec" /><Relationship Type="http://schemas.openxmlformats.org/officeDocument/2006/relationships/chart" Target="/ppt/slides/charts/chart9.xml" Id="R1e3c2a22120d4d77" /><Relationship Type="http://schemas.openxmlformats.org/officeDocument/2006/relationships/chart" Target="/ppt/slides/charts/chart10.xml" Id="Ra026f5cddc3f4b2a" /><Relationship Type="http://schemas.openxmlformats.org/officeDocument/2006/relationships/notesSlide" Target="/ppt/notesSlides/notesSlide6.xml" Id="R00074896f03a4e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f5e90ec374b6f" /><Relationship Type="http://schemas.openxmlformats.org/officeDocument/2006/relationships/chart" Target="/ppt/slides/charts/chart11.xml" Id="R9f1e485a21524865" /><Relationship Type="http://schemas.openxmlformats.org/officeDocument/2006/relationships/chart" Target="/ppt/slides/charts/chart12.xml" Id="R485c76a719f44a5d" /><Relationship Type="http://schemas.openxmlformats.org/officeDocument/2006/relationships/notesSlide" Target="/ppt/notesSlides/notesSlide7.xml" Id="R02549e1299d240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fc700cc7d4d39" /><Relationship Type="http://schemas.openxmlformats.org/officeDocument/2006/relationships/chart" Target="/ppt/slides/charts/chart13.xml" Id="Rd0264a47ad774882" /><Relationship Type="http://schemas.openxmlformats.org/officeDocument/2006/relationships/notesSlide" Target="/ppt/notesSlides/notesSlide8.xml" Id="Red0a82db04d34a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e68585f5b4a35" /><Relationship Type="http://schemas.openxmlformats.org/officeDocument/2006/relationships/chart" Target="/ppt/slides/charts/chart14.xml" Id="R0878d997b5084b8e" /><Relationship Type="http://schemas.openxmlformats.org/officeDocument/2006/relationships/notesSlide" Target="/ppt/notesSlides/notesSlide9.xml" Id="Rffb5a6695a584d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401a53bb04891" /><Relationship Type="http://schemas.openxmlformats.org/officeDocument/2006/relationships/chart" Target="/ppt/slides/charts/chart15.xml" Id="R99d687637cdd4345" /><Relationship Type="http://schemas.openxmlformats.org/officeDocument/2006/relationships/chart" Target="/ppt/slides/charts/chart16.xml" Id="R13cdb9c87c9e46eb" /><Relationship Type="http://schemas.openxmlformats.org/officeDocument/2006/relationships/notesSlide" Target="/ppt/notesSlides/notesSlide10.xml" Id="R429c42eddaa34b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568e841aa46a1" /><Relationship Type="http://schemas.openxmlformats.org/officeDocument/2006/relationships/chart" Target="/ppt/slides/charts/chart17.xml" Id="R304528e85dc74854" /><Relationship Type="http://schemas.openxmlformats.org/officeDocument/2006/relationships/notesSlide" Target="/ppt/notesSlides/notesSlide11.xml" Id="Rb9a7278638a94b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c7f1da862470d" /><Relationship Type="http://schemas.openxmlformats.org/officeDocument/2006/relationships/chart" Target="/ppt/slides/charts/chart18.xml" Id="Rb906932eb13b4e54" /><Relationship Type="http://schemas.openxmlformats.org/officeDocument/2006/relationships/notesSlide" Target="/ppt/notesSlides/notesSlide12.xml" Id="R30d3b91e03e54d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abcb249c447dc" /><Relationship Type="http://schemas.openxmlformats.org/officeDocument/2006/relationships/chart" Target="/ppt/slides/charts/chart19.xml" Id="R6523023359f04fca" /><Relationship Type="http://schemas.openxmlformats.org/officeDocument/2006/relationships/notesSlide" Target="/ppt/notesSlides/notesSlide13.xml" Id="R1de251b85bb448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7502598d042d8" /><Relationship Type="http://schemas.openxmlformats.org/officeDocument/2006/relationships/chart" Target="/ppt/slides/charts/chart20.xml" Id="Rbf76b358be4847ca" /><Relationship Type="http://schemas.openxmlformats.org/officeDocument/2006/relationships/chart" Target="/ppt/slides/charts/chart21.xml" Id="Rb332e6d8f1b7420b" /><Relationship Type="http://schemas.openxmlformats.org/officeDocument/2006/relationships/chart" Target="/ppt/slides/charts/chart22.xml" Id="R4345528b66884d35" /><Relationship Type="http://schemas.openxmlformats.org/officeDocument/2006/relationships/notesSlide" Target="/ppt/notesSlides/notesSlide14.xml" Id="R836e2757f7ed44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e4a46a96c42a6" /><Relationship Type="http://schemas.openxmlformats.org/officeDocument/2006/relationships/notesSlide" Target="/ppt/notesSlides/notesSlide15.xml" Id="R4cb757e1731245b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053150d684c4f" /><Relationship Type="http://schemas.openxmlformats.org/officeDocument/2006/relationships/notesSlide" Target="/ppt/notesSlides/notesSlide16.xml" Id="R1fda269d8c9f4b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d9cba8bf04251" /><Relationship Type="http://schemas.openxmlformats.org/officeDocument/2006/relationships/chart" Target="/ppt/slides/charts/chart23.xml" Id="R6a2e81a70b634f08" /><Relationship Type="http://schemas.openxmlformats.org/officeDocument/2006/relationships/notesSlide" Target="/ppt/notesSlides/notesSlide17.xml" Id="R721a5d82948440c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6081ef44e4501" /><Relationship Type="http://schemas.openxmlformats.org/officeDocument/2006/relationships/notesSlide" Target="/ppt/notesSlides/notesSlide18.xml" Id="Rb2cdf943b2d54dd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296da50c94102" /><Relationship Type="http://schemas.openxmlformats.org/officeDocument/2006/relationships/chart" Target="/ppt/slides/charts/chart24.xml" Id="R1f8a1fe9f9ee425a" /><Relationship Type="http://schemas.openxmlformats.org/officeDocument/2006/relationships/notesSlide" Target="/ppt/notesSlides/notesSlide19.xml" Id="R880646500a2f44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760a88b644941" /><Relationship Type="http://schemas.openxmlformats.org/officeDocument/2006/relationships/notesSlide" Target="/ppt/notesSlides/notesSlide20.xml" Id="R07e4772d19ed4db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880f577c394f75" /><Relationship Type="http://schemas.openxmlformats.org/officeDocument/2006/relationships/chart" Target="/ppt/slides/charts/chart25.xml" Id="R0a8bac3e31dd4273" /><Relationship Type="http://schemas.openxmlformats.org/officeDocument/2006/relationships/notesSlide" Target="/ppt/notesSlides/notesSlide21.xml" Id="R9b066b6ef53f4b3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9b4f335054d1a" /><Relationship Type="http://schemas.openxmlformats.org/officeDocument/2006/relationships/chart" Target="/ppt/slides/charts/chart26.xml" Id="R6c4b69df8925424d" /><Relationship Type="http://schemas.openxmlformats.org/officeDocument/2006/relationships/notesSlide" Target="/ppt/notesSlides/notesSlide22.xml" Id="Rac045e7e838c482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ec5a41e124c06" /><Relationship Type="http://schemas.openxmlformats.org/officeDocument/2006/relationships/chart" Target="/ppt/slides/charts/chart27.xml" Id="R232141ed197a40dc" /><Relationship Type="http://schemas.openxmlformats.org/officeDocument/2006/relationships/notesSlide" Target="/ppt/notesSlides/notesSlide23.xml" Id="R6ea542fe74924e2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8509d9e084a6f" /><Relationship Type="http://schemas.openxmlformats.org/officeDocument/2006/relationships/notesSlide" Target="/ppt/notesSlides/notesSlide24.xml" Id="R7c0bd5872b524e1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860584d3344c6" /><Relationship Type="http://schemas.openxmlformats.org/officeDocument/2006/relationships/notesSlide" Target="/ppt/notesSlides/notesSlide25.xml" Id="R73edb4ba9289452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0e49b7b6540db" /><Relationship Type="http://schemas.openxmlformats.org/officeDocument/2006/relationships/notesSlide" Target="/ppt/notesSlides/notesSlide26.xml" Id="Rd7af252bf0ad432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91dc0615e4fee" /><Relationship Type="http://schemas.openxmlformats.org/officeDocument/2006/relationships/notesSlide" Target="/ppt/notesSlides/notesSlide27.xml" Id="Rb23addac5407415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b0162148c4a72" /><Relationship Type="http://schemas.openxmlformats.org/officeDocument/2006/relationships/notesSlide" Target="/ppt/notesSlides/notesSlide28.xml" Id="R355f99b6defc4c8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5efd8b3bb4c41" /><Relationship Type="http://schemas.openxmlformats.org/officeDocument/2006/relationships/notesSlide" Target="/ppt/notesSlides/notesSlide29.xml" Id="Ra0f119dfb5f0412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6fbff7d774547" /><Relationship Type="http://schemas.openxmlformats.org/officeDocument/2006/relationships/notesSlide" Target="/ppt/notesSlides/notesSlide30.xml" Id="Rd2f4a9e03bcb4e8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b645696e44512" /><Relationship Type="http://schemas.openxmlformats.org/officeDocument/2006/relationships/notesSlide" Target="/ppt/notesSlides/notesSlide31.xml" Id="R99d33bcdefc84e4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f92b2096b64edd" /><Relationship Type="http://schemas.openxmlformats.org/officeDocument/2006/relationships/notesSlide" Target="/ppt/notesSlides/notesSlide32.xml" Id="Re969bbb8639c4d6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3be893e164daf" /><Relationship Type="http://schemas.openxmlformats.org/officeDocument/2006/relationships/notesSlide" Target="/ppt/notesSlides/notesSlide33.xml" Id="R67b3202699a7470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222d219214068" /><Relationship Type="http://schemas.openxmlformats.org/officeDocument/2006/relationships/notesSlide" Target="/ppt/notesSlides/notesSlide34.xml" Id="Rd634a82900ca4fc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65bdd26814cde" /><Relationship Type="http://schemas.openxmlformats.org/officeDocument/2006/relationships/notesSlide" Target="/ppt/notesSlides/notesSlide35.xml" Id="R02f085d22cfb495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08c22191f418e" /><Relationship Type="http://schemas.openxmlformats.org/officeDocument/2006/relationships/notesSlide" Target="/ppt/notesSlides/notesSlide36.xml" Id="R4fcf1c453fae4e6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e4965b72b4475" /><Relationship Type="http://schemas.openxmlformats.org/officeDocument/2006/relationships/notesSlide" Target="/ppt/notesSlides/notesSlide37.xml" Id="R648abd5eadcf482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8525bcebf4860" /><Relationship Type="http://schemas.openxmlformats.org/officeDocument/2006/relationships/notesSlide" Target="/ppt/notesSlides/notesSlide38.xml" Id="Rce7973f0ba2240a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9cb03c9154a22" /><Relationship Type="http://schemas.openxmlformats.org/officeDocument/2006/relationships/notesSlide" Target="/ppt/notesSlides/notesSlide39.xml" Id="R400e0b088601407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dedae19d24d39" /><Relationship Type="http://schemas.openxmlformats.org/officeDocument/2006/relationships/notesSlide" Target="/ppt/notesSlides/notesSlide40.xml" Id="R18be9281077f44c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b1bac11214278" /><Relationship Type="http://schemas.openxmlformats.org/officeDocument/2006/relationships/notesSlide" Target="/ppt/notesSlides/notesSlide41.xml" Id="Rbf579d8ef98e442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988ad19464f3a" /><Relationship Type="http://schemas.openxmlformats.org/officeDocument/2006/relationships/notesSlide" Target="/ppt/notesSlides/notesSlide42.xml" Id="R252d8c092a5049b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b76c9ab1344c2" /><Relationship Type="http://schemas.openxmlformats.org/officeDocument/2006/relationships/notesSlide" Target="/ppt/notesSlides/notesSlide43.xml" Id="R13d5b1613f8544c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b05b4a7084c8f" /><Relationship Type="http://schemas.openxmlformats.org/officeDocument/2006/relationships/notesSlide" Target="/ppt/notesSlides/notesSlide44.xml" Id="R5ef28fedcb4841d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6EC5E9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1D4080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Genial</c:v>
              </c:pt>
              <c:pt idx="1">
                <c:v>Bradesco</c:v>
              </c:pt>
              <c:pt idx="2">
                <c:v>Daycoval</c:v>
              </c:pt>
              <c:pt idx="3">
                <c:v>Oliveira Trust</c:v>
              </c:pt>
              <c:pt idx="4">
                <c:v>BTG Pactual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49.791555930259996</c:v>
              </c:pt>
              <c:pt idx="1">
                <c:v>50.02522483326</c:v>
              </c:pt>
              <c:pt idx="2">
                <c:v>54.205320400379996</c:v>
              </c:pt>
              <c:pt idx="3">
                <c:v>55.848683708799996</c:v>
              </c:pt>
              <c:pt idx="4">
                <c:v>109.74781118374001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20.98235935844</c:v>
              </c:pt>
              <c:pt idx="1">
                <c:v>22.01425002545</c:v>
              </c:pt>
              <c:pt idx="2">
                <c:v>26.694370669599998</c:v>
              </c:pt>
              <c:pt idx="3">
                <c:v>34.007826304160005</c:v>
              </c:pt>
              <c:pt idx="4">
                <c:v>40.313986110689996</c:v>
              </c:pt>
              <c:pt idx="5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787D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1D4080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Bradesco</c:v>
              </c:pt>
              <c:pt idx="1">
                <c:v>REAG</c:v>
              </c:pt>
              <c:pt idx="2">
                <c:v>Daycoval</c:v>
              </c:pt>
              <c:pt idx="3">
                <c:v>Oliveira Trust</c:v>
              </c:pt>
              <c:pt idx="4">
                <c:v>BTG Pactual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48.781716176079996</c:v>
              </c:pt>
              <c:pt idx="1">
                <c:v>49.18187183748001</c:v>
              </c:pt>
              <c:pt idx="2">
                <c:v>60.3404601286</c:v>
              </c:pt>
              <c:pt idx="3">
                <c:v>72.34396085720999</c:v>
              </c:pt>
              <c:pt idx="4">
                <c:v>109.27981553644001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4A259-53C4-426C-8228-AAADC2AF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63A8BC-82F0-4414-9CB0-E0ED04E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63442-1F7D-46CA-8BF9-57097227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FC5BD4-BDCA-419D-919B-0681B05E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6165F-F8EC-4160-83E7-E0F2C140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B4E36-D0C6-4FEC-B25B-9AEF9153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A1A32-7015-4897-B701-2E67767B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8620881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404E9D-09A5-4623-9B12-D2421BD0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41B01-E52B-47B9-BED0-9E1FF343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A4C06-BFC1-4706-9B2D-8E23FCB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FEF93-27A8-417E-8D2A-83E076F9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4E3B-BC14-4011-8035-83FD5853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9CF1D-9E65-4D6A-A276-5FD0077B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5CF92-1E3F-4A68-8C92-E217E80D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7AFB1-C422-48DF-8F96-D9C925C2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8DD22-FEAD-4955-AAF5-EAD2991C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DDAD42-92D1-4B51-8C87-22B98AF2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FCB47-45E2-4218-A68C-786E7C9F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D8ED0-866E-4416-A28B-512AC415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48CE0-7038-4E78-A903-19C16D60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73DE72-F7A5-437E-9E11-527B743D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00705-D382-4ABB-BA9A-BD3E9588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C74E0-49ED-4CE9-934A-5F34EE04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7B56D-F695-4635-BCD6-C852EBA0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1BA32-2284-46F1-83D7-658F17C3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3222B-4817-4802-B5E8-84B1E300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47842-DF5B-4C5C-8782-89F46618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37A0F0-4511-4E66-A2B2-AB1921AC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965702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5BE020-BDB7-4014-9DB6-37F765F6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EE5C61-C0F9-45EA-B006-50860694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BDC1E-C4E7-4152-84FD-B9B3762D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6844C-B62F-4961-9D0B-A276C3C2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5BE22-58F8-456F-A048-E39F299F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2ADE9-93E9-4A35-B18B-568071F2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506642a77d49a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E4823-4B49-420A-AD2C-8D687E00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3675C-7EC6-443D-AD0C-1DC72D4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50682-26A5-4205-8F1B-7A80E9D3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CE233-F649-4228-AEF4-535C8903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74E7F-09CA-4446-9BFE-DF80D60D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67CDB-9C90-45C0-9F17-3F55F76E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B1637-5F3A-4631-9669-A8A26C79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BEF0F-CF20-488F-B65E-758D4D40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614C9-0B44-4707-9782-DEB405E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E28604-20A6-457C-81CD-03FFF806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8BEF1E-3FA8-43E9-A807-92BA95C3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27804-8A95-4E35-9705-D8AF4CAF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D1334B-9A51-4510-A18D-BC5DAA7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F60F75-E495-4DAE-A5CD-509EAAED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999950-158E-476F-AD3B-B9D2DF0C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BF7F4-7D5F-4963-8730-3FD87C9B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9EC7B-7741-49ED-B949-8C3D9F7C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AE85DB-0CEF-40B8-946D-CE1A1CC0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168374-FB4E-4F86-9571-ECA2BF77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E34831-2151-442F-AC0E-48D887C4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A87165-98CB-4AE4-8D39-AB74B810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407BD7-7975-4DB0-97C0-5852456E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7549674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7D3694-D69C-41F9-B1CA-DA8DB0B8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90E0E-404B-435E-A838-BC782D6F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A6659-5BEE-48C2-9592-8BBD46C6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1C40E-8F36-4968-A5F3-DBED780B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301A1-F9E6-4E66-9F14-B04521E6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CBCB9-19DC-4F65-97D5-7EFE65C5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75EA2-6B18-41BD-9B8F-1FDE21DC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D9283-34FE-432A-B1CF-9E96FFC6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17153e282547b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D181F-D898-4B71-877B-149975CD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B9863-332A-42F4-BCC1-344A28F7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70339-A656-43D2-A6AD-E99F7DE0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F5C19-2FC7-4E46-8F8C-4501F6CF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64329-C27E-45B5-89A6-8D6921FF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B349BF-432D-448A-A0D2-82727C89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8B0F48-0F13-4038-B597-A27F504C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64c92e633f433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BFC558-6404-46BF-B46D-E493DD88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8183B8-0C7B-435C-ADDE-4D86CEEE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C4DA07-1937-4B10-B734-F65DC994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7EF33A-BADC-49C7-9397-A65A0797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ABC35F-F626-4BB0-8216-9DA51BEB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FFDBE5-F25C-4FF3-9AD3-494836B6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97B869-A170-4EB7-955C-07B46EF8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93562eeb99431c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7E162-F02C-45CA-A0FA-30A95A95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6766070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8C6ED8-4C06-47A7-AC72-65419D41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9FCC5-F01D-456D-9826-1DA62F7A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B2BA-A1E6-4177-9795-587BFD19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73216-CFC4-43DC-84D4-299E753E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D209A-147E-490F-B2DD-AF5C418D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DE66E-3C1C-417F-8EFB-A3F1BFB7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07EF8-6F1C-4A26-B675-206AEBCB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07247-0360-4898-A371-C821C7B3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C3CEE-56E7-490E-BFF9-F9B4AD05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513BC-E621-4561-8A0B-06064F7B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A793A-D779-4829-AF06-EB7F67DA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09414-7861-4C3A-8708-C0D2A537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6c962dcdfc4b7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5304D-49D2-4830-9BB4-8D38A493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921E7-0E6F-4CDA-AC5C-CF06C40F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2cd93011864a1a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8B7358-75EB-46B2-B6D0-F8FEF318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79CE3-35CC-4155-8866-76FDECD4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8e2e6d627f46ea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C50F8E-1DFE-4F16-82AD-A28E17E2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54AA0D-86E3-4400-8090-0AB5AB21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B61B27-06E1-4E6E-A61A-C03DFD02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e20a9f0eb64cef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3562B1-B0DA-4943-8ED4-A4DC4512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C43503-0914-431C-9B9F-D06CE3CE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3657437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F264A-9F8A-4994-A009-CFE9BDAA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8533C-474B-41F0-897D-3626C3A3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BB9FC-05FE-4125-8277-A1DD8299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4DE80-9FD8-4B8C-A7C7-307D3FC0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423F1-2C6E-4838-AEF2-311EBF1C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78A54-7B7A-4901-9E7F-9943F44B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C0628-9E93-4133-8320-C1EA5EC9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33EE3-5290-41A5-96A4-29FDDE9F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3c2a22120d4d7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0C5E13-F18A-4254-87AD-1AECB232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7D40F-8766-4015-8D10-14D3C334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26f5cddc3f4b2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0475E-E45E-4F14-9D2C-FEBE7070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A8CD0-CDB5-4245-9189-4485B65E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AA50ED-BCFB-46B3-B36A-3B9CB4F9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041702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D07896-00DC-4C7C-BD91-602388C0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A0193-C026-4743-A73D-1E462532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71479-AF91-4FCC-9681-2A89A975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A09FB-7F27-4399-8056-EC59A601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B2BBC-F1DB-4AAB-837B-D99CA9A5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54805-FE5C-488D-9199-1D6D0012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1D8142-FDAF-4714-8514-2DDEA4DF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2C4A9-51C5-45EC-B743-CF1B5D3D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1e485a2152486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F597EC-1E45-4141-A298-1472CFE9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E465B-7571-4C99-AF56-56C6CC5F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5c76a719f44a5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0157CC-5939-45F8-ACDB-6C34165E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F88C31-BD2B-461D-BC30-C591FE6E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D87A31-D2C0-4F6F-A904-3E01144C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A5295-7911-4F3B-A720-E5CA65BC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D0FD7C-4135-4041-A0C7-C5FC738F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49015-D4FB-4B72-ABD3-24889574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6CC5E-D486-463B-89CD-FAB72E4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EF36B1-03A3-455C-A4AC-4092EF50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8D9501-8D09-4E6A-9A4B-B7148657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BEBEA-36C9-4ECF-88B0-7ADFFFD0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20614488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F4B848-7581-492A-826A-AA3CA1CC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29841-B43D-4F22-8093-D50F4642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1771B-B767-40B2-A86D-C55039CD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28FEC-ECA4-4353-A9AB-255293BC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E9E0F-C594-45A2-83B5-E9E7E7DC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FFED8-90A4-4A44-91A1-567C5221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D23E4-C60A-45AA-BB6D-CBACE5B8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DA514-82FD-477C-9C8B-053A6BB5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264a47ad77488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6DAAB-155B-4050-B759-4048A1B3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9FE49-3C9A-4AFD-A42B-62E55BBE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C0C47-82CB-46A7-8E13-BD020AF5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6A57F-1A1F-415C-8D59-A608877C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19A37E-476E-4E29-9523-5BAF2339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AA10B-A871-49AA-8BC4-6DE04BF5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B9524-A081-4964-B6E7-74B086CB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22BE4-9331-445B-919A-300154A9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664FAD-F052-4459-B985-B0881392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ADAE60-9D38-4460-AB83-C5706EE0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E0969A-A0EC-4D1B-9CDF-DB1B598B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7D993-D255-4073-AE77-F314F024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B02926-F86F-4AFD-8922-4EB03A8D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5D833-2AE1-44A7-A555-A186CC8F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CF3CC5-2117-476F-A4C3-ABF59EB2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1ABCF9-668D-4B78-9A42-1EA1C98D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87B5ED-2D5D-4E55-91CC-8EDB20EC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616622-B79D-4E73-8E06-21A7578B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EF0CE8-8B7D-4610-920E-9CFA530D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114E71-5E7D-4D2C-BDE7-B91313EB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C4E79F-EC4C-4B17-87D5-12329D48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86327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4F475A-25B0-4967-9137-826B272B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763758-C353-4A16-8A75-670F5874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responde por R$ 16,7 bi da quebra de reporte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8C3F5-E482-46DC-BAD0-692E074D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AA181-67F4-4322-9E71-2176106C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06EF1-38FE-4F6A-BE86-FA6126B5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CVM, regulamento, AGE e DFs. A troca Sefer→ID coincide com mudança de apresentação; a série não é like-for-like.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62A91-ABF0-452D-89A9-60AFE99B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78d997b5084b8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E89DD-6368-4C26-93C8-A2F452B4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C30EC-79E9-4AAB-A6D2-01952F98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E5913B-6545-4118-98E0-8083BEFC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6E16D-0599-42A0-AFC0-9E3EBE6B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8A12B-EB69-4115-94F0-261614B9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A08BF8-8852-4643-BEF6-9CAE0CA1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6D928-D258-4D03-BD3E-78C568AE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A3729-E456-4DAC-B7AC-A6EFE877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B0A1F-7F1A-48A2-8C6E-106B0727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11253-3856-4069-9E2C-0F107F63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185268-703B-4641-8F25-A3A71346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4C631-0C4C-4940-A057-074D1FF6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33900"/>
            <a:ext cx="319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EC7000"/>
                </a:solidFill>
                <a:latin typeface="Arial"/>
                <a:ea typeface="Arial"/>
                <a:cs typeface="Arial"/>
              </a:rPr>
              <a:t>Caso Atlântico detalhado no apêndice · slide 44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6F8994-EF5E-44B7-9312-DA99BE36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36D6EC-4B17-4D09-BDF0-D9E26745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CC2252-2B91-4335-AC17-69042BD6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028C0F-2C65-4D7F-B5BA-BC14426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0C023-0B7B-4B02-B3D3-2556BAB4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75238D-5E29-4199-854D-037A09A6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DFF6E-DF87-4919-AF1D-F772CA2A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DCF6D-D7CE-4768-A01E-5D34929B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883F32-3773-4530-93B0-C6B7E257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41CEB4-D41A-4B28-928A-BC10BBDE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104923-1407-4D09-A557-2E51C64A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BEAF8C-4B1E-4041-BA38-B1062BDE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A086AC-1396-43A7-B4B6-9E2699DA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F13B51-1B02-449A-AC1B-BD39A6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8F6F72-FA20-4D79-8D56-26E8BCBC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7B9776-B4D5-4228-A103-EF0D468D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5C7A4E-5685-4B0A-A26F-4B96D268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6D846A-EA1D-4A23-8986-82BE8851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5E2A56-74CD-432E-93CC-9FA0024D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E7839D-678F-4D49-9F92-A774A79D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4D32CE-1E0C-452A-B2A1-5DB90CC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DB2EDF-5597-44E7-BD1E-FB51E677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D6D23C-4B71-466D-ADBE-56ABB291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51B419-05C5-4DE0-AEF7-030A95CF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F7649C-0351-4E89-A045-47E403AF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8B2DD9-967D-405D-AABC-D56C2366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11DFA5-27E4-47D4-9ACF-56D595CD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7837707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3D81E-CF38-4F07-AE04-DE41C13F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841BB-FF6B-4181-8729-44113B10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AA3B20-9945-4FE1-A4DA-6A01BD72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2E78F-0A52-462E-9CCA-7DB48925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1C6F4-099C-4ABE-9EB9-72A1857F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508F4-C93E-4EBE-827C-F56230E8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5C6AC-4A4A-4A5C-937B-AD4BD94D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8CED42-EBE4-4D21-A30E-4E2C1B6D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d687637cdd434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79F13-C76A-43CB-9159-5D92FE4F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43ADA-96AD-4A94-8D3B-8876BB0D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55F80-D222-4A91-9AF5-4D661E5B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cdb9c87c9e46e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527620-3341-4435-89A3-D394F422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613E6-5F80-460A-8A07-8E9C045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66ADF9-9334-46FB-87CE-2935459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D1F9C7-CE3F-46D6-8B18-2B08637C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39D703-7FF8-4C65-90DC-BB30953F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D6EDC2-8A32-4E2F-9B64-D4FC85FC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2248D-4AE1-44B4-A916-E2C0D501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15324648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1A4F3-8AD7-4FC8-B575-C945F23F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491AF-D9B2-4FF4-B848-83AD0860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33DC8E-4B88-4FC7-94DC-776848ED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F7FDB-C820-43DB-AE35-1580E34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50A2D-09A2-4397-BC7D-60646B65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B5EC6-745B-4301-9112-AA74B6D4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4528e85dc748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91024-8436-4ADF-9067-F0EA53A1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2032067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BDF19-DC21-4F92-9185-DCB6CD07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F4C73-1885-4B55-86C8-181E6152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5D1A6-137F-43C2-A70E-8CA2D59E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E590C-FA92-4DF4-9490-DF6206C6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1C110-ED41-4D30-9EEE-FBC660AD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B5FE8-08FA-4FC6-85B5-FA1B55C3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06932eb13b4e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1E9F6-D7A3-40DF-8D65-9B64315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0715546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EF1F77-2871-41C8-ADE9-9C8C19B1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C62B7-F885-4200-B654-20AFDFC7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BD7B7-F087-41B2-B388-5DE84BF5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607FB-0984-4B8F-902B-EDD6CEB5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B81D0-9269-4C09-AA3E-62C61777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EE69E-3B5A-47CA-ACA7-33FE45EF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23023359f04fc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4808F-F869-4661-A874-91F77D0F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21190420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0115D90-EB7C-4460-A5A9-8864AE19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8171D-8D19-4BE3-8E9B-FBC200D0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Tech lidera administração e custódia; BTG lidera gestão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E142E-4C6B-4254-BCE5-E9B597C0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8ED14-A958-4F74-84EB-4B2D7A02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6F448-4876-4997-A444-DDDD26DB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CVM. PL ex-FIC; Sistema Petrobras e TAPSO excluídos em todos os períodos. Administração observada; gestão e custódia de dez/24 e dez/25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99778-44EE-46A7-8538-C83A2C11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0DC0A-D8D2-464F-AC45-75C86C4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1155E-AEAA-4D9F-B537-382F1E48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0015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AC27B-F6A7-448A-87BE-625088B5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657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AEE0C-BB08-48EC-A9D3-65A30D56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478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01A80C-A64C-4F75-BE68-056B5879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447800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F4717-CD9B-4F89-8D7A-BFEAB16F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47800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8B92F-860F-4A22-9B2E-DE87BD05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4478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39B03D-9BFC-48E5-B5AB-03AD3BFC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FB34C5-54EB-473C-A076-B6548CD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9763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A7A505-B809-4546-922F-96EC6750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D77044-3C22-43B6-85E6-E200972D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716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87,0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D5C914-9BBC-4A0B-9257-45A90EEC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716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120,9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0E3EA-29AF-4521-AEFE-1B36918F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71650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122,5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0EE49-362B-4CF6-B04D-816EEAC8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19288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3623C5-0EE8-47A8-80BF-A6C43CE5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85975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7954BF-8734-4D70-A92F-F93CA0FE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7863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345A8F-DE72-43D6-9D13-75DC7398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78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62,5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D589E0-6A3A-4E0E-8830-E5DDFC57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9478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82,9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9DC041-9075-42B3-9E4D-4F789473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47863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109,7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060CB4-DF8D-434D-80EE-97457B39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14623E-F45E-4B39-9070-77706691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2188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FC352-362C-42A7-99EA-DA6F699F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50A542-DD46-4C70-B5E2-9AEB52EB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2407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62,3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1C4799-1B22-4CC6-9D1C-AE65317F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2407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48,8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EFBDC8-6E7C-4793-85B6-77CA9275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124075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55,8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927B57-C4ED-433A-87AE-1FD80FD1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71713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AC93ED-F8D9-487D-ADDA-5D8C31C2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38400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FE0828-0EBF-4AED-B2E4-A975FD11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0288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994046-0FB5-4F9B-9285-CB26D494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028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39,1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50A334-F08E-4EEB-AD3B-1A6FD0AF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30028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52,1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7A49A0-3F3F-486B-BD0F-C6DBEC4F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00288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54,2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542F1D-21F3-472E-9FDE-928AED49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B64FCA-BDD1-46B0-BC54-6D9B8446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4613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F4C9A2-23F7-47CC-AAE0-B2433F6A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BBB82D-8071-4669-AFE5-D568045E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7650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 · 25,2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2951CB-941B-40DB-AFF9-FB31542D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47650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45,5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631318-8F0D-4C36-983A-74FC547F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76500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50,0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D55D2C-621D-4FA7-9311-1BA3CE18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4138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A57ACE-8D3B-4E6E-B1FC-06ACB652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90825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94CAD4-40B2-4CF4-98A2-EC998F84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52713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2D2F49-758F-4432-9400-D393B899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5271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36,1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490899-3217-435C-928C-A6E0753B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5271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 · 44,3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127E79-33E4-4FE5-8045-63B3A1C7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652713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49,8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DF1E4F-78E1-4F11-8882-4CF62FB4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19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76b358be4847ca"/>
          </a:graphicData>
        </a:graphic>
      </p:graphicFrame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DB24D6-A823-4410-BA1B-F0F9BC54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40816E-8130-48B6-A1ED-762E6DFE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E6EEE88-10E4-4120-8D88-195EFF38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657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D64668-CF11-421D-9FD8-2496BADA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52775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Participante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2DC1B3-66CC-4977-BE71-746A4408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5277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Dez/24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5E13633-3B26-419E-8972-B8D2CAEE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15277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8E78B6F-2A42-4476-AD0B-5103C3F6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52775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124015A-3E71-4E05-A187-58902E27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9718446-63DF-4BC8-A44B-3931E818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4738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7BF3DA9-5CB1-4924-A585-45723AE2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76625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F021431-8FA2-4125-8811-8011915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7662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39,2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2C08B26-F6EB-4690-AA3C-7881D573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47662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46,3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0C5B537-2280-49A6-8462-649F4171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76625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65,6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C7A5548-7658-428C-940C-78F26428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24263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1E7E0BE-B8AA-44FD-80A2-8C990130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CE095C1-0097-4B2C-AB5E-2DF272BA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52838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55A63E1-3034-4ECC-88EB-9CE0EDF2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5283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26,7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596A46-ABB7-4DE7-AE43-C7780A9B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5283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34,2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17CD436-2DB9-43B6-B3E6-22BCA8F5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52838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40,3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D557BF5-0751-4617-899F-80E177C3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00475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A21B081-3B71-449A-97EA-9DDCC3CA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67163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8806D5F-70B2-4F55-AE8F-DB320C6C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8ACB547-6DAB-4C74-AA1F-AB00997F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290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21,1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B3C06C5-9A66-49C5-BB34-95EE07EE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8290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27,2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0356694-218D-4DB1-B31C-868CAB66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829050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34,0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9BADFC1-7572-424E-89C9-61353671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76688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F79887F-4177-40C2-972B-8D59D046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F135609-635A-4BAF-BF13-CCF6536B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5263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EEFCC5D-7201-4235-978F-113332FA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052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22,7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725A0B1-0707-4FAC-9A01-F2013206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0052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23,7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8C2B52C-3F70-4856-89CD-246D6611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05263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26,7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DF8B0C2-B8FF-46ED-BE9F-7699ABAE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B64431F-522D-43C2-AD26-24AAE116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9588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7F5140D-65BB-463B-8AF2-DCD47985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81475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Tercon Investimentos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39ECBA7-CA1D-4CBD-8EE6-2DE118D3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8147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 · 16,5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2582013-76F5-47F8-8722-16F70A83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18147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19,9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B3062B-9E71-47E2-9B9E-C55D764B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81475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22,0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B12300F-C2AA-4FF1-8E11-23520BF3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9113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0332EB4-10DB-47FA-ADF4-64B480C2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95800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85A03E3-35E5-4ABB-AC07-55D30F72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57688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D9F8B8E-E8C6-4B93-B8FE-19CE619F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5768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26,3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3C0334B-F8D1-4BB8-8A1A-7A575BD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5768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32,5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6F5F195-3C54-4E89-96B5-A254E9C1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357688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21,0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B4B4F7B-D18E-47D1-9CDC-4016EA52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2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32e6d8f1b7420b"/>
          </a:graphicData>
        </a:graphic>
      </p:graphicFrame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A1F1A57-597B-4DE9-A43E-80952A5F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4EB9EA3-4786-4E08-B1F1-F1FFA853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010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39D4A10-D88A-45C1-9EFA-2378D2E9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29175"/>
            <a:ext cx="6572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F2F1667-4A13-49DB-941F-17C93479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5775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Participante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C5F1C79-47BB-40AB-9DC0-995E6683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57750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Dez/24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2838CF1-05B5-4C1B-AF32-4DE65CC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57750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EFF6C51-5C0B-4CB2-BF6E-DAB999AF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57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8DA5452-DC10-4F04-8207-82D28C54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98D9A32-A82A-45AE-B9E9-0E546870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19713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0174DAC-10A5-42F5-8A8D-74466146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81600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7504E7C-02F9-4532-85BE-D86C0786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8160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78,2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F8C5C93-4F8B-48B0-9634-9A3A7B54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18160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114,4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C188475-AAF0-4F90-9EC2-63D104F7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181600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 · 120,6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4630476-01AC-4987-B494-EB4EC65F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9238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EAD3063-0A59-4A71-8B15-6886C730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5925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47094A3-D576-4CA0-8438-960F38C8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57813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12100E6-F988-45C3-9968-5838159B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35781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64,5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4358E14-EF7F-45F8-98ED-0F779528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35781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88,2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D97E021-27F3-4376-A1D9-F310C77D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357813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 · 109,3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831AE98-573B-4D0D-8964-7C94DB71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5450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F3E6399-3FA5-4C63-8948-599329A6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2138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E3A8905-8003-4467-AEB4-E2109CF5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4025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99F4FBA-75C9-4D6E-BC05-EF9B5B71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53402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46,8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C347191-060E-4F2D-8F7C-FB3E6E27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34025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64,2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3F42A25-5D83-4A66-949F-8A6540E0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4025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72,3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8F2D5B0-7029-4D9F-8775-B4653649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81663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DEF5C0C-36C0-479F-AA06-FDCD8DC7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DD3F785-D782-4731-AD3A-4D427DB2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10238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Daycoval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FB714E8-B307-40D8-940C-4AFD3230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71023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45,5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5BDE9DF-CB7B-4585-B3EE-68C2BE94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710238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57,2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EBD4E14-441E-4618-AF9D-A42F1E3F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710238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60,3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1286A5B-C8EB-4894-B9E2-4C40265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558ECFF-AA4D-4197-BE93-7EA0AFB8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4563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9B62959-8F35-4E35-A445-E3E96F65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86450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REAG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F8CBED8-29DB-4F16-9224-4C231C6A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8864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 · 49,9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83102D3-77A8-4521-8275-72D068AD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886450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 · 62,2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EC53C61-4F84-451E-AD70-845B0D30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86450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 · 49,2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F900DC9-5EFB-442B-BEC3-DA075E00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4088"/>
            <a:ext cx="6572250" cy="1762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167A23A-3A09-47D9-ADE0-82198D2B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00775"/>
            <a:ext cx="6572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6E923AD-B3AA-4D1F-A85F-312510AE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62663"/>
            <a:ext cx="2743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B31A5AA-20E1-4A70-9D27-A299C1AB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0626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36,5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E47F43C-6C64-4B15-80E0-57204051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062663"/>
            <a:ext cx="1076325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41,8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49B6DC7-43C7-43B9-93C4-72216AC8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6062663"/>
            <a:ext cx="1219200" cy="1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 · 48,8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73A2E55-2DB0-4F0D-BFC6-D53EC3FA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28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5528b66884d35"/>
          </a:graphicData>
        </a:graphic>
      </p:graphicFrame>
    </p:spTree>
    <p:extLst>
      <p:ext uri="{BB962C8B-B14F-4D97-AF65-F5344CB8AC3E}">
        <p14:creationId xmlns:p14="http://schemas.microsoft.com/office/powerpoint/2010/main" val="7715133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047AA92-758C-4C5C-9780-39EDF7B0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84490-9FC2-46B2-8470-526E81A9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40BC1-DEEE-4BC6-BCE8-8B3BD082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DA54B2-316A-463B-99D0-56DE2CB9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BD0D5-EF20-445C-8CAA-E954AAA5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2EB53-4049-4F6F-B26C-923F2F0F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BE637-2406-4AFB-8446-903DEABA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561E1-1094-494F-B1FD-336A7CB9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B1122-B5A7-4BB6-8BFF-51DDA4C5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ED096-8249-40A1-9E78-2883356F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8E286A-4991-40A8-8719-F06EB219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F3056D-0A9E-450C-9963-C89CA550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8B296-AEFB-46FE-B9C4-08272971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2DFA4-809F-438E-86F1-3A29D4C4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9F97F0-3A6A-4E84-87E8-46745E03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1FC04-3DD8-4F84-9428-B65BD0DE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8FC23-B55A-4AAB-9A15-32D5A90D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55EB7C-E3F4-42F1-A68E-788CAFEE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AAC460-B5AF-49FC-969F-AC4DD88B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53017-B8D9-404E-A4BC-85547107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7A5174-0CFE-427F-8FE6-A4EB131C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D79B8-B4F3-4593-A234-EFE7DEBF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60A204-EB4A-4D26-9F2E-88AB89D6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658700-95D8-46E0-84B3-D1F4C68C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D81A9B-7769-466C-B9F1-B8C8450D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4E7D4-CFC5-4E4A-9FB6-F87EB41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D93463-D664-4BA8-A3D8-AD404E95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8FF473-BB67-4230-AD9C-5579634D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874407-5091-470F-AC2A-BBAB84B3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964C4B-D2A6-4793-AF57-6F80729B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A954F2-A956-494A-B9B6-B1D18627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69CFDD-74D4-4AF6-AF1A-733FC5FC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A91EE0-F2F9-42B3-8D4D-CF139B36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6385DD-8873-47DD-9B0E-E62E27C9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960408-3E21-4223-AD0B-4227EBF5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024E3D-0736-44E6-A8D2-82DAA067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50EDBB-C3C3-46B7-805A-C434A533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FD0717-D72C-4ADB-9AE7-6D9A8414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E3C974-C726-4606-AB9D-F19F6BAC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742EBA-EB8A-407D-93CF-859AABD5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F55AF4-CB00-427E-806B-DFBD84FD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8F6DD3-073B-4549-82D5-B517E339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8E09CB-07DB-442D-A85C-2326557B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1343C2-8C58-4B47-B7EA-CB122FC8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756E18-EDB0-4D0B-A277-773AC0AC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FE1EF7-A7EF-430F-9B9D-EE1D213D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6CD4EA-32C4-4B75-ACA8-B978B057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E471DC-8B5E-4807-9B8F-0A946A06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135629-91C6-4501-ABA3-63BE11FD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0BA530-1358-4674-AC5A-5351DF2A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09B0AC-FEA3-4D55-B411-A8CD35AD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544B45-2DB1-4132-93AD-8E71D940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A3C121-C092-4614-BBC4-E7208E52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243EEC-873C-4958-B4EB-743B24E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6DFC9F-581C-4649-8D03-014155CE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33103E5-9197-4197-8A48-06C380DC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70E64C-EB2D-4631-AC88-BEF82D2E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056D2B-F113-48C2-8B49-7B3D2AD1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DB2C87F-2D82-49E2-99B4-23F8B683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AEE6973-92CA-41F0-B74E-3D3A939C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A881D31-C057-41A4-8C9C-64C1C6EB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DCC996-F2D2-498C-B3B9-8DD4EBBC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E1D9437-4A18-427E-9ACF-DB53D321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70499A1-A19C-47EE-B47C-D145EB7F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14D52E-D187-4F93-8695-B65CC725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9A193E0-D4FE-400A-A5AB-7BF2DEA4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1D5E74-93A9-4293-AE66-691DC24F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99EE79-A163-4B11-B3B1-F93BE17F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1F91591-C612-4C86-93C5-56B872FE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F3C6E8D-5CA0-4F41-A3CE-A2732A3E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43052B4-9D68-4013-9F23-FB9F6B57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55804F0-1B77-4CDC-9743-1FD5D84C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302EA7B-13DC-42E0-82C1-CDEB710E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EF239E-DD8D-464C-89CA-CB95F419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07ACCAD-B9D9-4F92-BD32-E7F093ED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1C151C0-A244-4200-80DC-65026EF3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3A6DFC-69D4-4CFB-9D2C-07D25B38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6FF4292-9A72-420E-B910-85000091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F48B607-F235-4F30-8EC9-468A8917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7D28ADE-364A-4B1D-9731-3B55B607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8D006E3-799C-4891-8A84-0E7E533B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DD00F1-8C6F-4E47-AC10-717BDDD2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F169146-87C5-406E-8643-AB3E1809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1ADCD31-8F0F-4682-8021-AC5264CB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491657F-39D1-4BB8-A745-FC7817AC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C05F56-CDBA-4803-861D-A21C3D2A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2E1E3F-C04A-4F3D-9842-F4FF4F34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724B818-8077-49EB-8D60-F24430FA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F2FDAC6-0E6F-4B93-8B08-7766B5D6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D0935FB-9799-4ADB-882B-F4D33C4A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933C0DA-65CC-4BB4-A0AB-5705EF92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01A6330-6D78-4BB8-A343-86B86266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024D982-CF87-4855-B1E4-E8D0EB21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79BDC1B-9FF6-4759-96F5-68503575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8615233-B809-4CE8-A6F6-47440ED1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7E06734-6FD8-4E1C-A439-B7813DDE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8A50392-6C89-464F-9BB9-C48CF0D1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0CF28B9-6F7F-496C-9CE6-556522EF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58782E9-61ED-428C-B4B7-56AC3F0B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2C2F3F8-7D4B-4218-83F9-4405D779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76259B5-28AD-4109-B20A-07880682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AD2115B-F820-4A02-9C21-6A3C5960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8D8AF18-4EDF-424E-96AD-0ADBB1F8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DE5575A-A93A-48CD-B215-0428098E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1A950B1-FE65-4581-A062-E03CCB43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F85FD0E-E312-40E0-B81C-850940FF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F83BE5A-F9E3-48ED-AF3A-A901FFC8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E70F98E-8248-4F50-BD44-9D6A4DB7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95D0E7D-069F-4220-A138-27F1A3A7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FD83A1B-E709-40F4-978C-8B847A6D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7DD86B4-36F5-4F0D-810F-8F92CD73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966F981-3FA2-4897-8D2A-841B4B99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EB957B8-17A7-497A-AFE0-95E832EE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78258F7-CD44-4D01-B522-B666B969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2371C5F-237B-4DA9-872E-18CEDA05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457CE6E-4870-4F88-B559-1587E913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CB4782A-078D-4DA4-9D07-ED6D5469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5A68987-A9C3-4315-9869-DBA56AC4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BB4B99F-9A69-4D95-B41E-C5B24FE9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180A282-E327-4330-8161-9F79BDC8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4139887-AB2D-4BCB-B99B-845F3DFE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9556A23-7DBA-4DAE-9DF0-B7DEFB8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0FA339E-C0AC-4C75-9A77-59CB8E04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F87DC20-AF2C-4642-BE73-46D02F5E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E5ABFE0-44ED-402F-BBE4-C4B9F08B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24A51B3-5E4A-46E0-B001-A67A8B4A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EE5A490-EDE8-41E5-A2C0-FFB01841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5546181-7EBB-4725-B15E-92A961F2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B582866-185A-4CDC-9CED-127D4F3D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EE80E4F-CE5E-4C62-A95B-B194F598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025CCE7-91C6-455D-B813-C5C7E92B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9692CFF-02E4-4A49-A5EC-1A96F93B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1A06479-582C-4AEA-8C3F-AD02491D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05DA4A4-5D14-4F70-939B-2D25D5D0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8ABF7AC-3DD1-4A82-930A-6D5D193F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82C4039-BFA9-4383-AF68-20FAB94A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83E984F-27BF-4CE8-8AE1-5560F262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E9FC80A-4713-4FC0-9DE0-7BDFCDCC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6564E98-5E48-4E1D-A795-90588A00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ADE1AAA-D64E-4909-AE94-46BC865E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7C6EBFA-69FF-49F3-86C3-617B4BF2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FE007FC-FD69-4867-AF2B-4A01A9E2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4E2AD19-E731-4CF4-9527-B4B9E358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20D45F5-5380-4A9F-9A98-1DADC49A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765AF50-5F68-4CFD-B537-FB8AFD26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1CE921A-E5DF-4422-9C96-794A383A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FF73D91-EF2D-43DE-B754-1568F168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E98D304-3A07-4869-A0D6-0FDA7BD6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A063D4D-4832-41C4-84DB-418524F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428661C-D785-4840-9058-9C5E8A95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7B5FCC6-8F5E-413A-8D3D-A4299642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6B26A38-C634-432E-B5F8-5FF9844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AD8DE4F-D14D-4C54-BB7D-E81A5BD5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992BA02-AB6B-4624-A6FC-78E79E8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71474E3-F769-4B4C-8C5C-C306740B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E93779E-1D40-4E99-A57A-F2FC65FF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BA2D04F-246F-45A0-9E91-8961E4DE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21E4C98-9D37-46DC-8A71-32647C68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27FE275-1F39-4214-A353-797D7FE3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21D00C8-83A3-4199-A69C-7B1BED0F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D57988A-A5C8-499B-9C58-7D19D5C1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0FBE8E3-18AB-4E73-898D-D66FFBF5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0B6F3CE-615C-463D-B1A8-304C7432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B9B11EE-2EA2-420E-8737-8DFD46B3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1E0E581-E706-4FDB-89CE-849D6141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6F031E1-8056-417B-A3BB-B6579DEA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E57F777-E236-4CF0-B2C8-EFFEF5EE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8803B1A-CF06-4BF5-8943-5EB6A471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0C29EFE-87E7-41FD-9014-7C708AD8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7DEFF7FB-4A8B-4402-BC6C-1A5F65A7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1D62200-F8D8-4E0A-9CA9-F408FD93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23394FE0-0AD1-4142-B892-7ADDDC7F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61B1EB53-68A3-4C7A-9EEC-39551BD0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81F613E-9E3E-49C5-A84A-66F90D59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062821F-7FBB-46A0-869A-C8790FFA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0690082-B010-42B9-805F-DD384AC0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3B1FDEC-D9D6-4A59-8185-19378BA5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212B51F-2837-4486-A90D-4A2324F3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1D9BD82-A3C8-4161-90FF-EDB9C353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D5BE1D2-0418-4FB2-9A2C-E8124870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5250011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8BB8F37-1115-40DF-8106-C0E5A45C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54000-C806-45BA-B06D-C493E0E2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C1E61-7191-40F6-B772-F1CE5C1C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36977-F49F-4731-B3BD-62C01603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EB913-D834-4326-8CA6-6F8C59D3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0DD7D-21BE-45E1-96BB-80BB32C7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68FBA-FC7C-48D3-A05A-FA0B482A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550EA4-F24F-4D48-A777-84F59167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4BB72-4CCC-4BE8-B8BB-BA026716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383E5-6E10-4FD7-AF35-3455CDFE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588871-B6FE-4AEA-8B11-E1FA3DAC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097FB-D3AF-43F1-8F58-32EA830D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1736C-5E77-4D94-8725-109BD5F6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CCBAA-57D9-4AA0-A859-F41CE6E7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692E6-79D4-46F8-AAA8-91BBD993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08957-0162-466B-B666-BA9084DD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B2982C-65C1-4F63-A670-44AF8E18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0AFAE-E7EF-485F-84E4-A052038B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94990-8F49-4CDE-9D88-C635F716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74D705-CB7F-4506-8F02-F3435AB2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13D6C-9B4C-4A0D-8F7D-1D26295E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88A3EE-B088-4DAF-8481-1BABB226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F69BD4-B61C-4142-83D4-EC29E45F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A4DC2-E320-4EB3-BD4D-E8311FE5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A0196-C1B4-46C0-A833-AB7FFBDB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954FF8-E402-4AE4-AD26-B9F8C775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812809-A97F-4078-8BB7-B8F5266D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058D96-7073-4D23-B6C0-68AC143B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D9468B-FE94-4118-B099-434A3792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DF800F-B013-48BD-A0C0-C7062EE4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238FDC-3C40-4643-A6A1-313CC3CC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468017-DA7D-4477-AAF3-3662FA3A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2A15B5-446F-488A-88E3-9443093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9CEDD4-6E82-4347-BDEB-08338FFD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087901-7619-487A-A999-5561E147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EDE538-355C-46B8-BC74-41B48598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4641E1-E353-4A05-BA0B-114ED2B1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263650-15DF-4713-A3CC-E8D86834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0C9A10-66D7-453D-809D-29CF48E1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1C1D5D-A7F0-4707-A109-99017895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21E8B3-268A-4079-AC07-993A2CAB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8FE0B1-7DAD-4FB0-AA85-E9A6B03D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9C0BB5-F588-409C-A0B6-A7D23B18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5E114B-0EAD-444F-9737-777F589A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0F9951-B5B2-4DF4-8FFD-A2D1FBF3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785D26D-EEE5-4CFD-8A50-714EFDB1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A05E63-0B78-4DC8-9545-B8CCDD17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EE85F8A-8C2C-491C-B553-452F8A23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144E99-43FE-4261-97B2-520238B1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CB5D63-8DF0-4DC4-9030-34132124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91956FC-AB0D-4782-BB27-07143C56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969E7C-422B-4715-8258-E1605F14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B4FD04-4161-4698-B7B8-C9E36E02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B630120-26E2-4D99-AF4C-0CAE774B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B3F14B-EF2A-4699-A6F1-4F6E4D4E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1934B8-4B54-49DF-9A42-E3262253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CE2197-CD6E-48FC-963C-E8F5065B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35D2A2-A331-467D-9CB9-D633452F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62FFB71-1123-4BC7-AFC2-12866072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DF0052-8F60-46C7-857B-C9548AEC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6BF950-4931-4EC9-ADE4-575AA789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51B8693-3DA8-4D0B-9532-85D3E40E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108D3D2-3BEC-4731-8644-00BF7E27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86CD7E8-3250-4B97-B36F-AF18127D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81DF4D7-C987-4DC6-91FD-E19B34AE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1754C1-51E2-41D6-8A34-39753C63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63A6105-4D17-42B9-8253-87E6FFC0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6535393-4828-4E8C-86F3-38592B38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63F698C-8803-4E80-8323-EF14CFBC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CFB589D-8CA3-46FC-90C5-8219FC1A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5587858-3028-455D-B8EB-36B90CA9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CB417C-204A-45A3-806A-6A69E9D5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C990E63-25E6-4B6C-8AF0-F79501F9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E109D85-4C28-4C97-AD3C-27176A8F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C8A4C05-E735-4C56-A8C1-D2A61803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7F2C1F2-42FB-42E9-BB11-5DD7D798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3EFACD1-0796-47C0-94EB-412F892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3A2FB8A-4B91-4CD3-87A5-ED960BB2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543EBC3-7938-4F87-BC1D-2B027E49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FDEBE24-688D-4900-93E3-419F2015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C5C833F-A434-4CDA-B480-B62ED359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C94EAAD-4019-442D-8826-EC4C5E2C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3DBFE9B-8FBC-4BB1-9D8B-41C9DE07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54037CF-5EB9-4196-960F-8ECCB510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2CAB436-F7A8-4C3E-B8F1-6F711F3C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5C662F4-A743-45DD-B171-A3167968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90A7B3C-A9D1-445D-8BA6-DDF64A00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E42E70F-7AF1-41AB-A705-87AAE150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86D3564-4AE3-4F50-B0E9-F3438DD1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334D36E-5C08-433F-9D06-093D3743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05A18B-6950-4085-9134-92A8E15A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7E3B1DE-98BA-4C10-A6A1-E0F977D6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2595740-F3FD-444E-AFE6-4960A2BC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8ABC50D-993C-46FB-BA63-76636927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669578F-B906-43B5-B13C-85600D6A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1005F12-FE76-4892-9A1C-69AA7E8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DC11E51-E384-41BB-AA73-DD0A6C7F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1299CA1-0D05-477A-9B2B-D60C7A5A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EAECFF5-D918-4B2D-A8D4-EBEDFAC1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F6638F0-A402-4954-AE8A-C07FE2C4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5E52B0B-3892-4AD5-BFD5-5A5F128A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B8DEEF8-017D-47C8-83A9-FF02459F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3C44D54-7E82-4E9A-8B7D-16862FC0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3CCB407-9A4D-4B7D-B45B-9EB73973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721999E-0F64-42DE-91B6-17FD76B1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D2668C0-6E78-491E-93F4-17561EFB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DAB435E-78D6-48F2-AF2B-4169DD54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8242C28-448E-4A39-815C-F10BE43B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3D8CC68-F98F-4A16-A088-B0A5CF06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4A0349D-66C8-409B-8AA5-DEBC5DD9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1C10125-1BD5-4063-80BA-5D4F916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5A96E9B-FB50-4E1E-A23B-5E00C88F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C5543D8-A4B1-4E8F-A2AE-7C2FDBFE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A8D4A0E-1699-4D4B-BB41-C3085BCB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7F42DC7-581A-46FE-9CFC-C9CD7227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C5A6DAE-BF21-4E48-85AD-68A43273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E94008C-B844-439F-A579-22947082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5CF4923-33F4-4C9F-A0F1-5AECDE97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3F283B1-C3EA-42D7-B670-ED3E0D7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2358854-29ED-492D-B3E8-661AD48E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028FBC1-BE80-444C-A941-C9AE4AD8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3FBEC0-6CA7-4315-833C-7639CF9B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EFFEB89-BEE9-4179-939F-74447235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3334FC2-DBE2-4FDF-BE59-D2AF4341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33F97D3-8A3E-445E-A312-892157AE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5072D28D-2174-499B-95EB-DAE1A8E5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A44F1B29-BA95-4C2D-8C31-C13A236E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0DC1597-569B-4368-897C-438A0E04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C6542A2-8150-46E5-BD07-AB7CFC2C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E4EC16E-8A73-4412-9A4E-06CC75D3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A64914F-F12F-4431-A7F9-80B11458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54FE595-55ED-4CC6-8E52-F4CD850C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3E5D1D0-F513-42F3-96A9-46D50F2A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30D09E9-79CA-4B1E-9CE6-BCF4D4D5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3115E7B-3AFE-4AA7-9327-2B694CB2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9D96371-BB44-4A6C-9BBA-75E4FFB2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D2F381D-F632-44DB-8F8D-BBBE13E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1141CFD-D5DC-44C8-B906-692C01C5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1D7E84E-03C5-41CE-AF07-8C3891F9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59282F9-4F85-4179-8999-77B46F9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1678F7B-B9A2-4912-A509-74D38C3A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145C73F-1C29-4A66-B6E3-CAE18ED1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46CB075-EDAC-436D-909D-6B125D5B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184050F-B1CC-47CE-8901-AE467E16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B54C430-A20B-43DA-A2D2-2E15B1C6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61CE20E-7160-4136-A313-AC9E440B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C9D88F1-8835-458F-A286-4F20588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20A2823-DDDE-4B95-B52D-CD0044E1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668ECE2-369F-49DD-968E-0377390C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73089A3-A270-452B-8BF4-907336CA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A5BE43F-799D-44B0-B4E3-B14F3809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E3B0526-7918-4537-BABA-26C31663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B4BF551-8715-4A1E-BEB0-A438265E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8D65830-0A1C-4826-B667-B89D0830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26EBC0B-8028-4313-8BBD-6DD2D442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AECF892-4869-41AE-BAB3-70EE5395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7D5D14F-414F-468F-BB23-775E68BA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0193DC7-EBEE-4B7D-97AE-1EB89656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8901044-A791-4358-9EFB-2C5C83B8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9BE94E3-8F27-47B5-93DB-37F87866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6EB63E9-9CE2-4615-8091-0A4089C2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6DD349D-826F-403C-B28D-EBF27E15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BD20972-4CC3-4FD4-8215-807BA804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9F20613-87DC-4A56-ABF2-A6943D17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0EF191B-5784-409D-81F8-A704D3C4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1596CF32-73DA-4868-B6B6-C045CEAD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F23524E-621B-4DC6-B4BB-C825D98C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5A88DF8-7C27-4698-8F63-42E02C28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4BA2EA0-295C-4943-8722-3FEC64CF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DAD9E04-5F22-4E20-9B35-DAEAF943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0FAC4CF-7628-4F79-AD15-2CF6B817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B25F82A1-C844-4928-8C42-1284B6E5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4651D2E-44D8-425D-B18D-1E738E40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1CEDFF78-0D2B-4E02-91E9-AFB607AE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DD659A87-03FA-47BD-AD5E-F2C1C5B7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B04E81C-4F72-478F-8157-5839C5B9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09A846E-241C-4EFD-A4A5-D044240A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6889B78-3C0C-4C63-AA3F-F3B1A0D5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1CF9855-7AB3-400C-8941-ECCBCE1D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8CF90FA-D1D5-4F8B-B7C7-B427E1A2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763433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A7C194-A35E-4C86-B60B-CB88EC8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36AD1-8595-45AF-9B5B-64EA2A13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64422-730D-4121-AFE6-C5736FE4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171D6-33A2-426F-ABA3-5E41E175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8F42F-FCC1-481E-A3DA-83C736D6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9518F9-5CF9-4B44-A66B-2E348C3A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2e81a70b634f0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A4A683-73F0-4860-BFA7-6EF86EC6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5D264-A2A0-4F62-8CB3-93614C04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C8709-A157-4F5F-A3BD-8ACC86EA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ED8AD-6506-43C2-9763-55D14DF2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621D28-9190-4C5C-B02E-28B44729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3AE0A-5D8B-4922-9B19-56368602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DCBCA-0F99-44B3-91FD-AEBFAF9C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194F9-28CC-416F-B264-343A8C56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EC175A-EF92-4CF4-BFFC-EB98AA91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32CF7-EE63-4013-AE6E-576F05AE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270F8-A917-41EA-86A8-8EAE2EA2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4BBD97-3548-49DC-A049-0D1DD990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F6079C-74DD-4A71-96E1-7EDF0F6B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0D669C-9939-4C6A-B877-B78C23BE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AEF5B-3F87-4CB7-B1FE-D9B79744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991BC6-2F4D-49F5-ADF9-7A3DF343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82BF14-8451-45F8-97FC-FADC6BCA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ED5F6B-5C0C-4CE2-AED5-2ADCCBF1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08D734-5A1E-4D28-AFC1-4BE29FDF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023AB-11D3-43B4-B19D-9C39FBAB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21304040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9064A67-DD4B-41C6-AAC0-9661272A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76909-BFEC-49BC-9AB1-6249D9CC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A9B67-616E-4443-A848-94A8A9E4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45B4C-5D9F-4556-A8A9-D1B60C27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28D52-8C53-4B75-A84D-8FE63785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7BD035-259B-4FB8-8BDD-7879433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92435-0CF3-4854-B6FB-75131978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F5342-F06F-4DC9-9544-9446449E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3749B-91ED-4995-A2E1-E32FDA98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2009F-C1C3-4107-B7D5-0B71A3EE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97408-981B-4AAC-980B-CEF0B7AA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B2FE2-AD83-495A-8512-56E7688E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AFEAE-39C5-4949-A4C6-E46E042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EDAC3-182D-454B-A67C-EDD27A38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31BAB-D74E-43AC-87A2-027214BB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59647-D6E2-435F-A3D9-ACF0E0AD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FD1291-02BF-441C-BDB9-133D7A19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6122B5-81E5-4FE0-A712-0F0D9A31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2F4B05-21AC-434D-BD64-41A3C216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793CC-23F3-47CC-898F-788830D6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85E55-90E1-43DA-BFD0-D3C6274A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51A7B-248E-4F98-8EAB-45570B0D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8B7EF-9328-4FFD-B752-227E4D26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748693-C3B9-4D59-8231-9AAC2D70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A13746-A543-463C-9A0F-A81CC655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89ED83-8A19-4409-B271-14B3E9F4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8075D2-54B7-430D-8810-784396D6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64ABDB-5511-4F71-9D4F-32564182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64EC3A-093E-4D78-9693-0367C712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3A652C-36B7-4AC8-8E26-9F19C284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95A0D-E8B0-46B0-8BC4-F104AE86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49A894-CA29-476F-AE54-CB63CCA0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D7ED4A-3A6A-47BF-9053-69BD995D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D9FD7B-BD8D-4EEE-B6F9-136691A3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7DE822-8946-4F10-8EEB-D8330DA9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669F55-43B6-44C9-9CEB-8763123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68FC3D-EEE8-4082-AF4D-19B008F0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643747-3A17-488C-907E-F646470C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CCF29-7E7C-4665-9C9A-7315797B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5D718B-98F5-4F8C-9FFC-378962D8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C5DDD1-AF7E-45CF-9C24-1A277490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D131F8-A1F8-4D38-95BC-3CF4CD5E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BF8B20-9927-4FCD-8326-C47700AE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4A0470-F27C-457E-A5ED-EE8EECDE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9BEADE-3D96-4273-B9BC-E18B0A3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1229DF-41D3-4CA3-8974-407F0227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984A86-AF9B-4A83-B6F2-9A08DB59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2FA06F-89BA-4A32-BF52-71017A50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5E6CB0-8A30-44FB-870F-53B26B94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3E88E4-1BB7-4F46-B89B-0DF48804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5394948-326B-41D1-B850-1669F700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710E18-05D0-47E5-B04B-2F9806CE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C246FB-3CA6-4450-9F3B-8A6A7061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15508E-DE09-4DCE-A391-F7E8C8C0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B4F047-D421-4145-A9B0-A891C5C1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C79F81-72D1-4F11-8E80-2DF5CF7C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15296FC-69A5-401E-8B50-6431D172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586DFDE-314B-4D85-8835-2BC035BF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E602D8-1B29-48D9-B613-A708C5F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9A217BC-0279-4C9B-A2C4-8203DAEF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85DE66-3265-4C9F-A4AE-F03C6099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0F7F1A4-229E-4302-9988-567CB1E2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A49EA3-A473-4296-A4E6-6C01E99F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BC0EB6E-A538-480C-9D6E-E2CB819D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ADDE0BB-94A6-46B7-AD8D-206FDA39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81C4C53-954C-49AF-AA6F-FABE849C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A84CF3B-7380-4F0A-AA5B-798EA62F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6D47671-710D-4C64-A4FF-9387A1F3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90489E-D668-4253-A1D8-33A6197F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0D9FA8-5DEF-4523-BC9E-CC00FDA1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2C2BC10-0B68-44C3-B757-CD29B101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6DF2BF-4332-4DFA-BFBB-BCE819E0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848922A-09FD-4EB2-98BA-68D335B1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05C72E4-FDF2-44B8-A975-C4892BA7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20DD9D6-08DE-4503-A929-E11F2683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6174C23-6741-40B8-B11B-013E8BB5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A5CACEF-66B3-4580-9C11-0EFE48B7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C844A86-4FDB-4E36-B63F-15FACCFC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700582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AF82C9-CD07-4658-9C77-1ACFDAD9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F65B2-91FC-471A-87EB-04EBB6D8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CCFB5-F3CE-4BEF-AD0F-574624AF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192F5-095E-49F0-A9ED-B26E0680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CC06E-E3C6-4772-9B18-FB3B1E8A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5B068-4322-41C4-86DB-949B9539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26A2F-9FCB-4684-A89A-964EDCE0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D1DC0-87FF-40D2-B785-8D54E3DE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8a1fe9f9ee425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35894-C2F7-47AB-9804-C0F1CBFC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C81B4-3A97-4BFD-BD4C-C227A804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8F00E-2715-4A97-B1A4-CBC70860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8B145F-9813-4632-BAF0-3809B690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680D4-65A8-4E65-B8AF-E3512243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D43B2C-83A9-4F3F-96D9-7E98978F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23613D-A363-4560-B01C-F559E036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8ABB32-7869-4D68-B0A6-E34E4560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2F33A-52D7-4EE7-B8B2-8E17D11E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F9263F-0A8A-472A-9B62-B1A893B5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DE2E8-8590-46B7-B9FE-6227A180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0703E-18E2-4E72-B842-0E0CA28B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D77846-3E44-4259-8BBD-5E9B73B3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56595-2564-4752-8045-63A513BA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50ECA0-BA11-46EC-98EB-0D324C3A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C910F5-E169-47CC-B84D-B54B067F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538CDB-9D79-44AF-BDC1-B7C96893B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E68C9F-A802-4E58-8F0F-0C772D15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F88407-9A08-4B73-810E-E3C2F5A6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C2BE34-21DC-4A67-A536-710BAB49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641BAB-6282-4AB1-9579-41EDE89C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22372708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BFD64D-0884-466E-A2C6-4D628326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042F1-A19F-4DD6-84AC-4E676305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C4205-6B50-43F9-9E52-527CEDC7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19FD1-034E-4747-BDF4-D52192C5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9BF54-D4D8-484C-8E55-F58786C4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437A7-5EE7-4DF0-9480-B085B411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BC10A-3928-4653-98CB-A8A10A1A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512C1-8A58-426E-9EA3-A04F01FD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8D088-0FE1-4F84-A0A9-17AB24A5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A77260-F1B5-4707-88C6-F97D8929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43B80-C012-46C1-B00B-BE40BF07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56AE7-F751-4997-B0C2-E5DDFF8B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39E60-5600-4F3E-B8B9-7380F5A7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C56C1-1CC8-4FD0-96F0-76B6AC1F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FE41D3-9306-4867-AF0D-B6306223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9BBA3-2E14-45BB-86E2-3C20E604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B6E39-92E0-45C0-B4A4-A7ECC6B6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E75D9F-B7BA-4E39-894E-1730FCFB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1E4C0-BF08-4684-BC93-0FF2525D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3D209-44DA-4163-954D-62B9BC4B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FDC800-3FC4-4326-AE17-FCFC9D1E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91302-5A11-4A72-BB8E-8468CADF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D6531E-285D-43F1-BB19-430E2854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5037C1-BD80-4253-8BC1-9CAEA50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7DB23-9494-4AFC-B76F-CEB37219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35CC41-2938-4D47-97A4-449492CC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419BF7-AE05-4B2B-8BAC-4E450CB7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87D90B-3602-431E-ADB2-0D25CAF9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025629-AA3B-4034-B391-C4A4E9F5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36F19C-5D0D-4BE9-9A38-71D46C0B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126A07-A6FC-491D-B4A1-0F7DE8BA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027FE9-5EC9-4666-A4C4-0A67FBDE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6C7B89-A481-46E5-8904-BC9DF34B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1512F2-5616-4278-A199-D2D559A4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693C92-325C-48AE-B600-0B4E90E2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141116-3CAB-484E-B075-5752788C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190DD3-38E5-4803-B7C4-BC32F0C1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2F35AB-1B77-4463-9410-0E23B863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DC6ED8-61A7-40A8-A937-E123A562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B34F50-DB0A-4B0F-A634-10239640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45864262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0D2DA-E354-4834-AD94-8FB346B1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59327-463A-446D-964C-D423FF27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74838-551E-44B3-A8A3-67A85772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28EFB-BC69-49AA-9835-054EABE4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21856-FBFA-4084-A76F-6870AB2F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F8F78-5E66-4BE6-85B6-88C1D85E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8bac3e31dd427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BC4A7-E31A-4D84-8EF3-F875D200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48130-F7EE-4D27-B1BB-02ACCB26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21428304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4EE45-B133-4E5D-B814-29082D41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561AC-B47C-44F7-8E12-C4610152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FEF21-B58B-4B8E-9F50-D81E7C01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224C4-22D8-4FDC-89BF-DDA41168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CDD09-F1C9-404E-91B4-91E353FB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C87AAB-D26F-48F6-A2A2-868F5F15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4b69df8925424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38DAC-234B-463E-BA25-2CD36D1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9DF54-E028-4249-A435-BA9BBE42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98238650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BF6D2-388B-41BE-84E7-2BB9DA25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73398-C139-4247-9B29-7E216440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BE3F7-F977-4FF6-BDF7-E14718F0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A5639-ABB7-4AFA-8BCC-7B8E2205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FCFE6-34AB-4ADE-A460-587201E6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A504B-318F-4E5E-AEC8-8C18A611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2141ed197a40d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05D62-013D-4E64-B133-DF79D324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2C9DE-35A2-4723-B428-5D1CC251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4579338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07BE83-FA2E-419D-8B3D-F93DECE8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21EA0-1973-4DDC-9CDD-5C3BABDF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EBE46-FFEB-49A3-9D63-21248FED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8CA49-2024-46DD-A05E-DDDC63B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D3A06-B4D6-485C-90F9-72FF04AA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13E7F-1E9E-4B16-BA9E-301A6C7B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306551-23C3-4F77-945D-13E5C426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70542-1F03-4948-974B-9117CCD7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32D54A-52EB-4F74-B02B-7C36AA58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3B140-1AF3-4FDF-96EE-F9EA115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E90AA-61B1-4358-9BF0-8E7964D8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61A17F-82C1-43A5-8DD9-7D4334FD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5A5344-A031-4ECF-BA66-8511962A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1EBFE-ED4D-4576-B58F-40C0B2AA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3DBBC-4DAE-46E6-B986-3C554D63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1E694-BDF7-4B82-BC79-B68C7173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82943A-B052-4EDC-9EF4-F0A0378F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85F50-86FB-4F37-A7AD-91AB7F15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234F11-FF7E-4CFB-B412-A696891F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99B36-2A38-45A8-9638-42647BDC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739A9B-B12D-4407-ABB0-1DB90DFB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9B50CC-248F-435F-9623-90C14840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64020-3ABC-40D4-81C4-3A500E84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7D9CA8-DE74-4CDC-9F87-A3BFC6C9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90712D-4C8B-4CA5-A156-00ED29AA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7E6938-97B6-44F2-BCB7-C028B9B9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48334B-8629-4AF0-88F4-B308CC64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92620A-ACCA-4ADA-BE73-53740A7D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33ADF8-400D-4365-BFD0-3F3B6A09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19453909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8F4E12-6C53-4CC0-8445-27CEC048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11371-02CF-42DA-B22B-E0382FA7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2E0D1-4917-4227-8D77-C148AA16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892CB-FAD3-4534-A4BC-61B2A994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DFF12-F00E-4E9D-AF57-FCA3CA85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D1169-AB77-4113-BD13-9E072FA8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DDDC2-CABA-43C6-A7F0-9219F9E2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6A199-D3A0-4EBE-9605-BE9B547C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2558A-4CF3-4DEF-9C4C-02F94E5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73637-56F8-4E5F-A74E-DB7F8D7F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EFB112-E4DE-4773-965E-4471255A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DBA23-38CF-4D1B-A82B-0231F71D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CDBDA-04A7-4E3C-8418-CBC9D95E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5E283-C448-4555-B0A4-4B799A09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86424C-A05E-4921-AA85-DA74EEF5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0F012-B4A6-4259-8FD5-D1A35C55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E7456-23D2-4A13-B27A-07A47F84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8ACCD-1A53-4E6B-A0B9-CC4F05BE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E26D40-06A1-4EB9-BED7-2FAD5B7B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E505CC-F48B-4941-BF4C-BB097CEB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AC0A9-475A-4BF9-BF08-50743BF5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8E583-FB4F-4364-8FBE-6FBC3B85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995D98-4E02-4709-918A-D7F2CDC9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392173-F359-41F6-89C3-3756B13F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57E39B-F1A7-4514-B9A5-7B56DB07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97DBD9-D2AF-45E7-86A0-B21A70A1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D69966-F3A8-4116-8794-7D3E9969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4783E9-D174-43CA-9655-E66FFE1C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D992E5-289C-4F62-BE62-811EAC24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21505656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DA19F2-A8F7-4971-B69F-27E55631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C83D7-7323-4FAC-9DE8-C030C451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08937A-4BC7-4AF2-A714-0D907F13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DF373-0164-4B5F-9DAE-72250853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7FC6F-ADA1-4A59-8A4D-D71FF220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73047-1E54-4AD6-A32B-7B980C9F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73F76-DCD7-4BC3-B56B-BCCDE541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1ED48-7DFA-4BF1-9ED7-961CF8C2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4061-A5A1-40B1-8003-DA08F9C1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4A51-5994-484D-ADE2-0020EDDF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9FF3E-08B6-4EE3-9221-01A765C2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C6B7D-E12E-4761-9D2C-78648958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9E33A5-14B9-402E-8879-C1A0EAB3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E69C9-367A-4AFD-85F0-FE43D335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A8337C-3697-4674-AE47-621F70B2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8F0BE-BEC8-4A78-BD2E-042F3BDD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5F12BF-B518-4C6A-BBD6-BC6B8C58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B3A62-9DFE-4888-92F1-23B0C190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72CE8-785C-4E6A-9E8F-9419921D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95D98B-39FF-462F-85F2-F698C95D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D854BE-1D51-46C3-980A-F12FAE2A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BD7B74-D6DA-4684-81E5-C0D661CB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7BC241-7C3F-4C1C-B9A1-843B4698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61421E-01F1-41B6-8ED6-DBB1EBC8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BE025C-577D-4B73-9F57-9F5AA5B4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76D80-11A7-4337-8878-F138A7CD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B9AC24-8A97-4D43-B9E8-9D557FE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5AF544-ED82-4FEA-80A6-63CA74BF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A134B2-432C-4F6C-A29A-350B39D5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385244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91E8EE-E786-4EA0-A6C0-7EDFDF8A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9694D-943A-4E82-AE43-90B8E812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3A1F2-2158-4662-A467-B16B407F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2B234-2E49-4AF8-BBF1-6AC3CF00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5E859-E083-4E89-B8B8-8374754A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DDA7E-1B0A-49AB-99D3-59216A6F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246EB8-5AAD-4521-9605-DFA0B312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FA432-BC76-4F53-8052-FE7E4DC7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85989-3543-476D-8E40-29804ED0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AEF54-928F-4D7D-949C-226B8E98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2439C-CE90-455A-ABEA-C8647DFD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697DF-AABD-4971-ABA5-66A77241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6A97D-320F-44C6-991C-159850D0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66CDE-BD2C-4EC6-909B-D27DC995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062EB-DF09-4CAE-997F-3C263BD7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9CA92-EA21-4C69-9CFA-023F135C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A879A-EFD7-437B-BAD3-AACF71A5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430A8-4CC3-4862-8291-DFC5791F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9BFF41-8FB2-4FB0-8988-83A994DB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014D0-3356-4BAF-BC8B-76E3E379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7778A7-A1AC-4093-8BCE-8800BEAD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1CC134-6A8B-45EE-9E20-07DD9640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98287A-D4A5-4B24-8C75-87B82F8F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2E5900-AF78-4BA1-A860-6659E914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5819E2-A0C2-4C58-9995-DADE2B63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DBAB45-9D2C-440C-8A6B-8C5C9CCB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BF196B-B1A3-4AE5-A13A-AA843489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1880EF-465C-44B0-9123-795ED079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798B0-7930-4D45-9F12-91E8619A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165215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55F48F-08AD-4D50-8040-5DD6979B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DD1B8-AEDB-4C02-81F3-216DA8CB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09804-FDED-4ABC-B11D-A238968B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FB86C-2A3C-4384-A143-762B7471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123EB-09D5-44BD-BE38-2C9D2A32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CDAD5-76B3-4428-A513-869E79B9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AEC9A-79C0-4412-A85E-5B5762CB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4225E-74F3-4779-A0B7-618B9605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DEC49-0D03-4E90-ABCA-46B1F5C3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C3D75-B503-44AE-A85E-3070391B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72CD9-73D1-45CE-B840-02F089DD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30ED4-F6AB-420B-88CE-DC2D7E13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B4E24-2B1B-4F0A-81B8-931B926A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9938DC-1514-4D94-B5D2-B5B29DCC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E19A8-A80C-4D2F-A067-6EC86608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DD085-114E-437A-8736-B0B8F402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E4FD7E-0979-448D-85DD-5CE84BD7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9FDF75-0EF6-4FEC-A8CC-95F181C6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F6A9DE-587C-4D56-92E6-97C3AFEE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1EB16-1510-4EE3-BBEA-AB94D985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B0700-2B41-4B1A-A064-D7034C52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81337-3637-46AB-B407-729A6799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D263CD-1271-4F0A-9587-BE6EAA6B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9FDE86-CA4E-47C0-A213-35F19B99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2144DF-E876-48DA-BB5F-E6A2672A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895054-138E-4776-9931-AFA4246D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DF9737-F7FD-4EFA-98A1-624189A7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14A63D-01FB-4C20-8E16-D44D6212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ABB5A9-4DDE-435E-80AD-8365714F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21147161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A9C01-D174-4B08-98E3-DB064D62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F8BC4-B50A-437C-BF98-00ACFFA6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01A2E-1A77-4BF7-8DB9-089B9F3C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0B19C-F14D-4435-B2A5-0F7180E2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5020A-B889-4972-8CA3-7B07037B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BC7E5-88C7-4FEC-A1A8-6CCC16EF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5AE30-53FE-4814-BF43-10FBD2C5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43D78-1F0B-4AF2-AA9E-5B5819E3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9B597-505B-4CED-9C01-05E84BA4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1C55E-7A58-46B8-BA7D-E5AFBE52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3E2AA-642C-452E-B41E-564455BE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2FFCC1-879D-4A30-8321-1D912B65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EF2C89-9784-4E6E-AF93-2B0F8AD4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B4B7A-0D4C-49B2-AB58-862FE5F9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3913B3-49BF-465B-A441-A661001A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837FD-5D7E-4AEB-A22B-2F08ADBD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09852-2820-495E-B9A1-0FB21BA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D4ED47-3F49-4A94-8C4B-C07D2C52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25CD95-5613-4425-AA14-EF338B53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DF7E96-5C4A-4A49-A1A6-43AFF607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EDB99E-30F7-43BF-855B-390D7CEC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47668-04F1-45A2-B0DD-D33F1EAA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C60B0C-47BC-4BA9-88FA-D6C86FFC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5EA19F-A5B2-481D-986C-4A03E29F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1D9BB-F4FC-4C9B-867B-995390C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D6275E-CA16-4327-858E-A4C77A25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085AC8-7652-4B5D-B771-8121EF0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2FB299-9361-4244-B1BE-F77B042A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056F6B-E048-4D21-8E5C-F99E7D8E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1196244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D9EF5D-8D01-4250-ADBD-8E87E646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E3CB0-5E94-44FD-83C0-76F99AF8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A8BF1-7BD6-45F8-8824-E73DB8FE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B2BB5-57CC-43F6-8CA5-CCA33F01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CB469-461B-4BBB-8FCC-50895EF4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645B4-A8C8-4E2F-9D29-343426DD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8A582-DF24-455C-A237-27C314FF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F68A1-C3B1-4CF1-8EF1-46C50B7F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BB400-A6CE-4BFA-8365-FBD0A01E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4874F-D0A3-4666-8C29-D100DA42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FFABAB-857D-42BE-9B70-8278A612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BF6D85-9D59-4BF5-8727-AB562969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CEF35-7EA0-474D-A74C-2524B60C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1DFD1-9D4F-41A0-BC2C-CECE888F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36C1E3-E622-47F2-A7E5-425D3035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95683D-81C4-4B50-BEE8-1ECC9436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3FCCDD-C074-494D-8392-905DEA07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51A2D1-4E49-4810-A77B-60436831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355F69-1835-426F-AE1F-AEF9CAAD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7F1EF8-BEC4-4B4B-AE4B-7474C589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E8C24A-45C2-4361-A866-DD34CF04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FAC6AE-91C6-4621-B2B8-AE3E3F7F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A4E40-6C3C-4E04-90B6-F2769250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E9CA7F-E416-404F-9902-C40CCFDF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214C34-A6DB-495F-AEFF-B8511C26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93CC68-688F-418B-B7AB-2670A6B7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431AF-032F-4F6C-83E0-9CCE185A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7F7C39-EC29-4EAD-8DE0-EEC8DA45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C55495-4579-4DDA-8EB6-182AB7EB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55363960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76EC4B-CA70-41CE-A365-25907E38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C6BAD-F663-499A-85F3-DF8BEDE7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5A399-889E-4DBC-8C30-7E4B3A6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E9D6A-ADC0-4508-86B4-210DD680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A8A3-25CE-4328-B6F1-8B29E603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375346-66C2-447F-9511-A8D190F1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1CEE8-EAA3-450B-A89E-7FBCBDE0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52DCBA-9194-49C0-85B5-C25566C6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EE870-D395-414F-978F-657D3F95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9AE77-157B-4ADB-864C-843C49D7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3FB27-EEAF-4BBD-B93B-406CE64E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A05E7-416B-46BA-99B2-8BF2430B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283FC-E8C9-477E-8F76-ED93950C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8D3C7-F325-4522-BB22-F7B4AAC6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2F821-884B-42D1-AE7A-006254F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8F729-4FE6-4817-8C65-0D413AB2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40711-C324-40BA-89A8-7A0FA584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EA7E60-4FE2-4542-8526-211BA035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B4564C-EA48-462E-B055-D450F4A5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B2F92A-60D5-4AD4-9751-FE028D38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735BD6-8E4D-4BEC-BC0C-F6CBA642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B14C0E-4A40-448C-9AAA-C10B23ED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74846-38FA-42C8-A42F-0AF94BCD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15458-A256-4292-AED3-C8546B1F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7EB506-2304-4EAB-84EE-41D07873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094AB9-6745-4B9F-871F-8C7E2E78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7674D4-A771-4F07-86B1-7DB8B970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8970EB-FE18-4253-8294-A8008ADC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17CE45-98DA-4DC8-9044-2AE6814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60918245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CE24CD-54B5-46E9-9B39-7A416615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F3C99-8FC9-4D8A-8893-153B30B0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2DB72-A411-48A0-92A1-782FA067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FC645-6CEE-483F-AC95-3FF3891A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8ADDA-36E2-4BC2-B4B4-CE7AC24A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18AB2-C26B-492D-9DD7-13A94A71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B485E9-5BA2-40CE-96EC-9A9306FC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628C3-51BB-4927-9014-ABAE1989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E2956-C4F6-477A-A831-AA5DB782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B5FBE-1C04-4638-938C-3D2B2722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0A5ED4-D4EE-425B-9597-4C24FBE7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E7653-65F5-4A82-829E-E32CCE45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22E63A-3FC8-4FEE-8E63-2887B4A2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E330C-7523-4130-9492-200FF527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9DEBA3-7438-4EB9-A58A-6325F427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AB9DC9-8C64-4B91-A0DF-5423B39B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EF2BCF-1C85-4507-BEFD-487EC1AF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D77EAA-A348-4BF5-845F-F080C30E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7CC5F-CD5A-4A17-8A5D-6F78B23B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9E9C8A-10A2-4B16-8BDB-8553CF19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C92435-DC02-498C-8AA9-384C1B23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74D3C6-A361-420E-9BA5-530F27B6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0FA07A-06F1-41C3-8023-7E3CB863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698799-2467-4831-8097-8E0CFD07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5E1C2B-9EA1-495B-A563-88600BD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5A4FE4-D7DD-4130-AABB-2C247B0B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A6FAEA-46B6-446F-BDB0-4CD43CA3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87BCE3-A7B6-4555-BD2B-CBA37AFA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341C08-0809-441F-922A-26E4E300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6422707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69B862-3DDC-4B6F-B906-FC8909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22F81C-606B-46EE-9E66-CCF11464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2F971-CE86-4238-A953-98332B53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AC31B1-F5A3-482C-AB11-15D4F763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2679E2-C06A-41CF-8EB6-C73621C0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AA930-506A-4ED7-A0FF-5A1AEC8D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8F436-0FC9-44EA-8E31-EA235B74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525195-F545-4058-8EC9-3CA00449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AA3B6-82E2-44DB-B154-F34F8407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5E9CDD-95DC-4FBD-8C1A-D5577E27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8405E-AB86-4984-8156-BFE77949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65B59-8D52-4895-8FD9-FE6485F5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1B58A8-C457-4D63-9AB5-F8067426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4E542-0CCB-4BCB-90CF-C273D4A2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3EEE1-251D-466D-A822-2CF2C23C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E38019-CE85-4FFA-8DFF-9FCBA940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D0A5C-0EA6-466E-8B3B-C89A01B8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1D86A-6D09-4E0D-BC1E-030598D4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75A6BE-15D5-41D5-9AB9-2BA5A5E1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BEB0AB-671F-49AF-A8B6-E37296B4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259EC-3BBF-48B7-B38D-83809E94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8105CB-EAD7-4833-BB31-11E9AA82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8F42C0-33B5-4AFD-A647-28DCE29D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ACC7E6-A96D-4250-91E1-DA8CE880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93D90F-DA83-41A2-BB12-2EE915C7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88BF51-523A-4442-BDCB-2CA0162A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9AD782-4E69-4AAA-B6CF-9E58855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41A75D-378F-48C0-9AFC-A82D354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11D577-525B-46AA-8D31-FF7E5866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8834403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BBAE9C-2822-438D-9DEB-AA5A87D7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4EA97A-DCDB-44CD-876D-4403BB3E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8E948-1C32-4785-9CA1-17B5ACF8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68D41-9DDC-42B3-A8C3-4B879E59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2F831-A3DD-44D7-9162-A120C39C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DE00C-158C-4476-A23C-19A55B92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A18DE-722C-47CB-B7C4-F73964B9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F4A53-5E84-4C02-B20E-C3909AC3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74C24-95A4-499D-BDAB-797D255D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935EE-BE35-403F-889E-30403404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27A54-17E4-419C-80A8-24BA2C80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E5702-7295-413E-83DB-DF3B7CE8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58232-94B8-4EB6-9064-F722750C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F2BF2-3B8C-4FE1-A8AB-B913A507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349DF-0912-458C-91C8-285E0DA7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EC57DC-346A-4C90-8EBC-2B555CB7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2A888A-455A-40A8-A21B-97C62094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AB31C8-A173-4184-9193-B612BDB7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6344D-0E15-445C-89A3-2DF5789C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7FCFE2-593F-4DAE-BB00-05C978AC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9694CA-BEB1-42A7-9C09-0F0D7686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CDFEE-91EE-43AA-B606-F6A675CD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BE2EA-DDA9-49B5-9E13-AF5EAABF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A65D64-EFBA-481D-92EA-2778B665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189854-E15F-4201-8977-626E914A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709FE5-7CF3-4E46-8C63-821AFAAF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11D751-3888-4543-84D7-B9E34A22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77026-8A90-4CFA-B5A1-A56E6BBD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9AC514-F7D8-4761-B0FA-6C607BA0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3383294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0F9CCC-8851-4E65-B427-F05817E7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21FC6-8F28-4DF2-B881-A9339EC3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9F6E2-ABBC-40F9-A769-A8069D41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7CA21-7A32-4431-85D9-290E2240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83F18-16E3-4DA3-858F-5B0733A2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C1795-FBFF-4722-9CDA-9513E560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90DF9-6108-48A8-912F-EC7135B8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631DB-575F-4EBC-9558-7E2E88FD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F18BD1-4142-474A-B8F0-D0A320CD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4C9A73-510E-445C-96A8-E1FCCA46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5E19E1-63A3-4DBA-ABE0-1DD7715A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F2502-0EEC-45E5-B2C6-F282EA60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21F4A-3BF0-43C6-A05D-F49DB705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FB0B7-3CF5-4601-A8D8-C7922328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A21137-B3FB-47B4-9F0A-F5D8B92F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D14C73-F544-436D-9980-2C1622FC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81B5C-04C5-464F-9B52-7B12625F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C8B6CE-4CA1-46E7-A2CD-112D2572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1FCC6F-FA43-458C-B26F-1CE59E69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CB9F9-5ACF-4313-A050-7244658F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F9D27-CBA2-4C35-9715-B029E3C3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E561E-11A6-4FB1-B07B-37ED9699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A3CE86-52EE-4E38-940A-55901080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760FB9-D91A-43C5-9AF5-414AB98A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281EAB-A425-48B3-A19D-BE5296AA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08B761-AE95-441B-87C3-539EF198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E249A9-3BBD-48F4-9F70-06970A24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9F0E6E-ED39-412F-97A4-99C60EDF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D5660E-B2E2-4C84-B140-FC1C7AEB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90764226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0268B-5440-49CE-8ED5-B9129D04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18D30-E171-4FAA-9AEA-34C5FFF7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5648E8-14B0-4DA2-AA71-9745BF48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40B63-4282-4019-9BA4-3AD161AE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D2741-2D5F-47D0-8BB6-EC4E47C0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B7F2D-A2FF-4CE6-B2C9-B5B96A06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9B02E1-DDE7-42F3-9C99-53EE09D3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8BC45-578F-4AE7-96D4-DEDA5E78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FB8ADF-83D4-4CE2-91F8-67A861D0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5258F7-C5A1-4D34-A855-E44BAD09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6C2112-7EA9-416B-A7C8-ECF4AA32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774DCA-1160-4D62-A568-CF8E88F1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721E7-8621-429A-B6E6-66AB766A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C00DC3-8A2C-4CB3-A9A0-16AC3D26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79D4B-4168-4B63-AD0F-02D5B5BD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9DA16-6D0E-41AB-B835-10C70A23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28228D-9C8F-447B-89AA-D94581E3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FEFEE-EC88-4600-936C-E6D80AC0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1EEDA-28A9-4684-925F-C2A3FC70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00DE9C-92AE-4D20-9B85-5D52990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4E4E5-E943-4EA3-B392-5FA649E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2D7BB3-9951-4DEB-BB7F-EDB11DBC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AF593-6402-429B-A405-19799061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BB72CA-0CFA-4671-B307-E727EFB2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70D18-4DB1-49ED-AE9C-008D9479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09884F-9A7D-4CCA-8DBC-8A8C80F6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B97F3-6CC1-4CBF-9091-20E5364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84ED54-0001-40E8-B602-28CB48B4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351471-0F49-4872-B386-F8AFF716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4741218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8E8A7F-2410-4911-A11F-3B210019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7436B-DD4B-49FD-BC2E-79263B11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8C75A-199D-4643-B858-15482F6F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50311-0B79-4EBF-AD16-BA7D758C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0005B-6B5E-4C1E-8902-5F2934E5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F18A9-4201-45E5-B905-37C9DA0B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0AA88-0541-4893-A1CD-3FE504C9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3BC70-1CE1-451B-81FA-08E26173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E857B-82D4-4C99-B2FB-08432D31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7C0EDB-6D48-404E-A312-68B4ED4C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15B697-97FC-4256-B579-EB38DFC1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6DE180-B221-431A-9885-8B7C31BF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6E230-FD91-4509-94A7-845B62B6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299DA-F592-4267-9C22-29E3703F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1D0739-9FEF-4B97-B724-B8297EAA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C36363-DE11-48D5-8772-9099621F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5A7BAF-6586-415E-8E32-4F7AA746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62AD5F-904D-4C1D-99E8-FBAB64B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3692D2-52DC-4A84-B785-3CCCA6AC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F35FF3-F052-486D-B2AA-E321DB9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5C973-0AFA-4C07-98CA-1E856F2B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833D0D-C645-4C43-BA03-89E8384B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BEF3E8-2445-4AD7-A6A4-AB908CEE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9DF70-2012-41DA-81D5-8519CD24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CEE232-BF71-4228-BDE4-A4318906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58CF64-8A2E-4D7C-9EF6-B1260D53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0E44A2-D15B-439F-80BC-D546410E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9A3309-2FAD-4B79-AB7D-E9285DEA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EA116C-DA80-4B05-8090-3EBF18CD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8762788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CDCB9E-BEBF-4BBF-A820-20563698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ABE5C-F2FC-47C6-838C-F40DEF7B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F56D1-7709-44CD-8683-308AF5A4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74CE7-0768-4452-97E2-8940449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AA3E9-C1CD-4409-AA5A-9CD736F2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4B80E-026D-4A70-94BA-BC7BF06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50A29-69F1-40D2-A99B-AAA4795E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273C6-CC48-4B78-9B4C-9162A3F5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B9768-A2AC-40FA-B2F3-674D5D5F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FEF05-5350-4DCB-BF81-F2C9282F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DB5DA-5089-4C39-AFF9-627EFCCE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0CABC-47E5-4FBC-BF67-199FBC6B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0A96F-C980-48C4-8B2F-4D37DB9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83788-80DF-4FBE-8182-BE41010C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F2586F-9D3A-4A62-A96C-517E45A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AE4AC-9DE8-42AB-B8AB-A318F5CE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EF8CCD-83AA-424D-BDFA-B71B9E5F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7DFE93-4626-4C8A-90FE-2A91F9C9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F6C943-D956-4022-9945-0510B17A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159887-3B7D-43C9-BA7A-BE759831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7D9DA7-0A8D-4254-B80B-0B160508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AA3C2-D27E-41B1-9295-1376A304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C62A53-8A41-4325-A800-104B4BF1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A4E01C-6FC0-4033-98FE-09C8EFD7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AD9E8E-E3F8-4F82-B07C-B03A7523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C54257-45F7-4878-AB76-81DBA735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2264EF-499B-4117-8ADB-426F98D3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E88D11-50D0-45F5-A90D-35FCD6FD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D71385-7F4E-44F9-ADF7-1F5A7E99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59854700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3D8464-6C88-418F-B83C-A69D260B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B76CB-B856-477A-9762-8E0CD022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8447C-ADCB-482F-9332-F28FB737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3C032-7778-4701-944F-F04B6316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3DAF4-C848-43C7-9D17-8589EE20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774E7-29A7-493D-B9C5-89EE107C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61CEF-E49C-4FA8-8015-94F6A7E3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A12DE-AABD-449C-BE9F-6F4C8D0F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115F9-2E46-4F70-BEA0-1AA1F300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B96F5-5A2E-40E1-B253-B9A14FE4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DB038-A393-42E4-AB92-8C2826A7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D61EC-2841-4560-B693-1F3E7187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59B10-BF1F-4F7C-ACD0-23B3A8AF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60C44B-E2C5-43B5-BE78-AE0FDD91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FE476-55C8-4B71-A75C-395C1AC1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9400EE-5A85-44D8-821B-1E389429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EE263A-5C80-4F09-A9FD-B80E847A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435B5-510F-4B1D-98B1-DB0F3D46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5C7B6-C077-478F-8EDC-DE720B88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6A48B2-9F98-403A-96E9-F52562D3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37B30B-3839-4C55-A597-6C5C707D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6BED67-DABF-42F3-AE63-8BACBDE0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61292-46E1-4DAB-AEAA-BE22FC92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B65BE6-6544-4EE6-A3CB-5D1D203C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07DA10-27BF-4914-AE7B-62FB0C9F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AEBACA-E5AC-416F-BF4B-8091919E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DA6A7C-DA27-4155-8F74-38C615C7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C07DF6-1A42-4D98-A4DB-CB983DFB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145CF1-D802-4E70-AFF7-E9C71B0C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9173426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F4EEC8-3CAE-4929-A2C9-517D5D6A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C3E40-6492-4F94-9E2F-B64EB80C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4379B-74F3-4EC2-953F-04358EB3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49B4A-FC85-4401-8250-7AFAF973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134CC-A6DE-49EE-B9D2-D69B9997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8AC5E-10CA-4FF7-A7F3-ED0E38BB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D382B-95DC-413A-BE6F-F3762A9A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68E4E-692A-4CB9-9235-2C8D455F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5728A-7E17-4FD0-BAD9-5D5D3378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F3001-CC99-40A9-B60A-D64D8932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F00AC-06C7-4BC4-898C-3070AEBD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7D61F-F745-42D9-986B-6D66C6CE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BCC5A-9820-4DC2-808C-755F53FF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688E5-E90A-4CA9-9E38-EB69F09A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71CFF-7FDB-4D3E-A5B3-A67187DC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BDF7C6-935B-40F1-BF5A-F24AAC53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867C30-E471-4DA0-B6F9-E2F3EF08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8D9F8-4EBA-411B-99F3-F390FCB0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87B1DB-B498-4C15-B01E-6028C2D9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9044A-9AE1-4429-855A-56909085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89811C-4539-4BFA-8D05-8E4AF63F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2FCA46-4134-4E77-AE5D-C55C9CE0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2F4086-46F9-490C-AB5D-2E09AFB7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10CE5-3C70-4FC9-86AE-2F7AFB66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A9B4BA-635C-4569-99A3-4D7150F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EA02C4-06F4-46B4-8425-E42E75BB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86A3D9-3677-4434-B63E-73942C63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A062FA-04B8-4BB3-8013-B89E0469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2F8EF2-1A5B-4477-BB6F-0E72A805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4406968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185266-8E9D-4857-BBDF-BB88F741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62C0E1-1F58-448F-9018-02911DDB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50B48-ED33-4D80-B878-9D0252A4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0F8053-9C51-4203-9714-0D768E81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77465-2D12-4264-9446-0845D766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31E2A-0B69-4F9E-BE95-5AC4550C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56047-18C4-49A6-BD5E-5B55664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8E99B-E4D1-4B71-9770-AA83CEC2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848A5-7D6B-446C-ACE6-B59AEAB8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4DB4F-BED0-401B-97F0-C0ACBCA9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6C550-A655-43F2-B3FF-C59FF2C1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D4FEC-9F72-4751-A643-85E2587F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BA101-DB55-4573-8F20-88597645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99082E-1E4E-452B-BE10-5509F6C0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3A2AB4-8FC4-480A-AEC2-41468E9C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8AEB87-9C67-40AD-8E29-E4A9721D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EF14F4-8370-488B-9D03-FB8812EA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42857-D068-4279-83F2-A4FA3E5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8AE9DF-FAE6-4E53-8B7B-F12559C7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040877-A735-48F6-99EC-2981608B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4DF3D-B39E-4E23-929F-AD0CEC98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6928E9-3C6A-4367-8899-38025F3A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CED19-BAD4-44E0-8DD7-7FB0B796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E52580-7BAE-45D3-9FE0-2E7E0C34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5BFEA-C742-45FB-92A9-78CFF6A2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1AAB24-C226-47E1-8127-0E67CC56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4AD89E-0C24-4B5F-A6C8-F505E783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628EA0-5096-4E93-82A3-5E41D8CD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3AA63A-4F55-4B24-AD01-397E237D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68313732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671D54-730B-4E9F-88E5-12E76BB9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DB75C-D2FA-4E8E-A3CE-0270412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09023-DCE2-45E6-8C88-ECB18A9E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83540-894B-48A8-95C3-DAEBE313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F681C-DECB-41A0-8B5D-6263800D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41466-6FFF-4AAB-B7DF-48281413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38FC1-9540-468B-B7A0-8F648507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CB8C-75B9-4ED3-B84C-83870BCF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9905F3-53BA-4409-B86C-66CAC2C1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C24F8-8F5F-41C6-A2CF-0C2C7946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BEDA0-54B0-4041-B58D-D5B593E7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1B037-DBDF-423C-AF90-8968B75E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4A033-4885-4467-9DF6-FED856D0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EC080-C59B-4FFF-B618-2BC22295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CE310-AF05-4A45-B362-4E2EBCD8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201281059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24594C-33E1-4D04-9C9C-3B70FE1B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BA645-4D62-4337-B2CF-253E6360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8F6D6E-15F9-430B-8075-61AA3BE8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5D083-346C-48E0-BBCD-7FF67A2E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D29A-0232-4150-8EEE-896656E0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4C752-C6BA-4B3B-8113-FDFC438D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3FA26-3FF0-46B7-B1D9-86007705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DB7E9-C3DF-425F-802B-92442C0A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959F7C-BA52-4A5D-B4DE-579FCDD5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625CF-6F8D-4843-8807-EF7A3D88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3F073-8B6D-4099-9E0D-E31EFAF3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1FD583-F3EF-4237-A3BD-A0FBCB74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8B4C1-7AE2-46CB-AE13-97D7B131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74E3DE-1A01-4FAD-9A1A-819162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8B878B-C575-4BA7-AB88-8044881C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CF05E4-736B-4E4A-B435-FA76063C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126E45-6828-404D-9AF0-089BC9D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C9E5B-CE0D-41B3-8327-EF75591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82420-BA80-4EA5-9522-22914F40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C988FA-E7C7-4525-A11F-C8145CE5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701F4A-FE17-4D42-90D2-73BD1B96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CD4D46-614E-476A-9678-B8A29E91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7BE7C7-83A8-4148-86BA-36122D5A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34579E-138F-4EB7-93FE-738F4EB2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3C89E6-DDFF-40D3-8F20-EA3CF867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8D004A-3269-4D54-9DB4-FB214CFF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59B04F-DD13-4193-8043-F2AD6AFF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85C955-38F3-4B9D-8A2F-D2B88F87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A74B5F-29DF-40D3-8CBB-6A24907C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85433442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E96EFD-2979-42F3-BEEA-C223FF7E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E90B0-61C3-4FAA-B84F-CC7EA19D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4A04A-58E5-4E3E-A8DB-8529F46A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3252A-63F6-4F85-86F6-7427160E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46E76-988E-4D9F-96E5-E787A4C2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7F246-6F2C-4C49-927F-5CB2960A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E3949-BF74-4C15-9CF3-46C3E9A7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2FA4D-9AE3-4673-8058-42AD88B1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92054-8896-4C60-A039-72772EAE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4393A-46EE-4A50-A959-A8674EA5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06DDF-A54F-448C-A00C-DC1A4406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12F8D-C564-49EA-B961-7466EF5F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5D940-5C44-4DA5-8005-178BC183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D5FE4D-5DD8-48BC-957E-6041AC2E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D5FA44-77E5-45F2-8F88-69F666BC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A9534-6FA0-404A-B373-CFED4A83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C43F17-336F-4EC3-B4B6-858B7115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189B4F-6406-4091-9BBC-89C8069F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A03DC9-9FBE-4E40-9B02-F7CF4626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E2019-6DE1-4B8A-83B4-A3B783D3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7BF459-580F-4487-BCBA-00D642B3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DF8F2B-BDE4-4E1E-AB82-E7DB31B8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07513-C983-427B-8B9D-08EA0B86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728094-82D9-465C-81B9-A85BD57C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4FA269-21F6-4182-9A24-D55E55A1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062F0D-FD1E-4C75-A90F-4D3702A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D0274F-F9E6-411D-ABC3-402CCDD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53B3C0-FBCA-427A-98EB-C8D0E087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D31857-BBD3-413A-B303-3589E385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F282C-CC56-4E17-B3DB-7436DFCC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3F8D22-EC68-45E6-8F65-D3D6DCD2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A9FB94-982E-4F0D-9BD5-8A3A4124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081ADE-8A97-4F32-A66C-488146DD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14E8DE-E0E6-4ECA-931A-25CDECA6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F969B8-87D8-4ED0-A8C2-3CC3100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A4A113-3B0A-4B3F-A2B1-B8A262D0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B9D4D8-4193-4961-BDFA-A2571795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415E3E-6885-4767-839D-6736716B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222B5C-6E5D-4F72-A566-A1C4B46F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194A6C-2E37-4798-B322-A4B30033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9CDE3F-5334-4AA4-949E-5554A1EB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0B1AC4-F95C-4E25-9145-24625CCF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8F324B-01E8-4D16-99B4-6921525F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EC30AE-04C8-40E5-85A3-40E49913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8773DB-2FF2-4BA5-9504-1C0AAA50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8881DF-5A8A-4080-9616-C29DAD22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96865B-F6AC-4FDC-8AD0-8FE97D4D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50FC2F-EC87-4491-B8AA-D9BBD3C7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7912BB-9C21-40B2-B71D-461BD041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A52BE5-22A7-41B2-8DF4-3929B0F5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1F7F12-C621-476A-84DF-4F816AA6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A06333-5199-4B46-8561-B70AE6FA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2EFCCFA-4D1E-4E45-B28E-286AEEA1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82DDD0-8A55-40B9-AD1A-11D4C50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522791604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2026-07-17T20:32:51.3010000Z</dcterms:created>
  <dcterms:modified xsi:type="dcterms:W3CDTF">2026-07-17T20:32:51.3010000Z</dcterms:modified>
</coreProperties>
</file>