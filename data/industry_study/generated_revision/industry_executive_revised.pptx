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4a2e4522424207" /><Relationship Type="http://schemas.openxmlformats.org/officeDocument/2006/relationships/extended-properties" Target="/docProps/app.xml" Id="R27399e1909dc4c99" /><Relationship Type="http://schemas.openxmlformats.org/officeDocument/2006/relationships/officeDocument" Target="/ppt/presentation.xml" Id="Rc18f2889e1ce45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f4471853a8438e"/>
  </p:sldMasterIdLst>
  <p:notesMasterIdLst>
    <p:notesMasterId xmlns:r="http://schemas.openxmlformats.org/officeDocument/2006/relationships" r:id="R5476bd049f734b30"/>
  </p:notesMasterIdLst>
  <p:sldIdLst>
    <p:sldId xmlns:r="http://schemas.openxmlformats.org/officeDocument/2006/relationships" id="256" r:id="Rcbb357450adb4c95"/>
    <p:sldId xmlns:r="http://schemas.openxmlformats.org/officeDocument/2006/relationships" id="257" r:id="Rd3f3e12ba66b4696"/>
    <p:sldId xmlns:r="http://schemas.openxmlformats.org/officeDocument/2006/relationships" id="258" r:id="R3d92bed3b6ec4513"/>
    <p:sldId xmlns:r="http://schemas.openxmlformats.org/officeDocument/2006/relationships" id="259" r:id="R803059e9498f4432"/>
    <p:sldId xmlns:r="http://schemas.openxmlformats.org/officeDocument/2006/relationships" id="260" r:id="R9c8b4202e9e14952"/>
    <p:sldId xmlns:r="http://schemas.openxmlformats.org/officeDocument/2006/relationships" id="261" r:id="R4ed3f6d4a8ec4014"/>
    <p:sldId xmlns:r="http://schemas.openxmlformats.org/officeDocument/2006/relationships" id="262" r:id="R5e32acea85424037"/>
    <p:sldId xmlns:r="http://schemas.openxmlformats.org/officeDocument/2006/relationships" id="263" r:id="R816036054a7b4f02"/>
    <p:sldId xmlns:r="http://schemas.openxmlformats.org/officeDocument/2006/relationships" id="264" r:id="R7797e5273d264e6d"/>
    <p:sldId xmlns:r="http://schemas.openxmlformats.org/officeDocument/2006/relationships" id="265" r:id="R9ea400657f0044ea"/>
    <p:sldId xmlns:r="http://schemas.openxmlformats.org/officeDocument/2006/relationships" id="266" r:id="Ra3fd0fb949714e0d"/>
    <p:sldId xmlns:r="http://schemas.openxmlformats.org/officeDocument/2006/relationships" id="267" r:id="R5ef4b035062645e0"/>
    <p:sldId xmlns:r="http://schemas.openxmlformats.org/officeDocument/2006/relationships" id="268" r:id="Rc1ba46602fe742bb"/>
    <p:sldId xmlns:r="http://schemas.openxmlformats.org/officeDocument/2006/relationships" id="269" r:id="R281046a53d8c4cb7"/>
    <p:sldId xmlns:r="http://schemas.openxmlformats.org/officeDocument/2006/relationships" id="270" r:id="R47d57741365146ac"/>
    <p:sldId xmlns:r="http://schemas.openxmlformats.org/officeDocument/2006/relationships" id="271" r:id="Rd43b4ccf8e854854"/>
    <p:sldId xmlns:r="http://schemas.openxmlformats.org/officeDocument/2006/relationships" id="272" r:id="R5c6c37cd50064af5"/>
    <p:sldId xmlns:r="http://schemas.openxmlformats.org/officeDocument/2006/relationships" id="273" r:id="R5d61af6521d149e0"/>
    <p:sldId xmlns:r="http://schemas.openxmlformats.org/officeDocument/2006/relationships" id="274" r:id="R7f0afddd7d5b4d43"/>
    <p:sldId xmlns:r="http://schemas.openxmlformats.org/officeDocument/2006/relationships" id="275" r:id="R5b773e87b36a4be0"/>
    <p:sldId xmlns:r="http://schemas.openxmlformats.org/officeDocument/2006/relationships" id="276" r:id="R9a34742fc102458a"/>
    <p:sldId xmlns:r="http://schemas.openxmlformats.org/officeDocument/2006/relationships" id="277" r:id="R3c11251cb05043f5"/>
    <p:sldId xmlns:r="http://schemas.openxmlformats.org/officeDocument/2006/relationships" id="278" r:id="R697a9e999f69449c"/>
    <p:sldId xmlns:r="http://schemas.openxmlformats.org/officeDocument/2006/relationships" id="279" r:id="R943534d8ef4a4755"/>
    <p:sldId xmlns:r="http://schemas.openxmlformats.org/officeDocument/2006/relationships" id="280" r:id="R46121cfda45a405b"/>
    <p:sldId xmlns:r="http://schemas.openxmlformats.org/officeDocument/2006/relationships" id="281" r:id="R27947580be9448d8"/>
    <p:sldId xmlns:r="http://schemas.openxmlformats.org/officeDocument/2006/relationships" id="282" r:id="R43c4bae905924a51"/>
    <p:sldId xmlns:r="http://schemas.openxmlformats.org/officeDocument/2006/relationships" id="283" r:id="R3d63f2abafd847af"/>
    <p:sldId xmlns:r="http://schemas.openxmlformats.org/officeDocument/2006/relationships" id="284" r:id="Re8c630f027844d74"/>
    <p:sldId xmlns:r="http://schemas.openxmlformats.org/officeDocument/2006/relationships" id="285" r:id="R07a6cdd3e46a48c6"/>
    <p:sldId xmlns:r="http://schemas.openxmlformats.org/officeDocument/2006/relationships" id="286" r:id="Ra2ccc6fbff544cae"/>
    <p:sldId xmlns:r="http://schemas.openxmlformats.org/officeDocument/2006/relationships" id="287" r:id="Rdfd00ba9c73c402f"/>
    <p:sldId xmlns:r="http://schemas.openxmlformats.org/officeDocument/2006/relationships" id="288" r:id="R864a51913df84109"/>
    <p:sldId xmlns:r="http://schemas.openxmlformats.org/officeDocument/2006/relationships" id="289" r:id="Rbb428d6ee8624bf0"/>
    <p:sldId xmlns:r="http://schemas.openxmlformats.org/officeDocument/2006/relationships" id="290" r:id="R7cbea77c41914cf7"/>
    <p:sldId xmlns:r="http://schemas.openxmlformats.org/officeDocument/2006/relationships" id="291" r:id="R4725bb538c304ed6"/>
    <p:sldId xmlns:r="http://schemas.openxmlformats.org/officeDocument/2006/relationships" id="292" r:id="Rac8ef3013e1b4d94"/>
    <p:sldId xmlns:r="http://schemas.openxmlformats.org/officeDocument/2006/relationships" id="293" r:id="Rf2d590fe46664c61"/>
    <p:sldId xmlns:r="http://schemas.openxmlformats.org/officeDocument/2006/relationships" id="294" r:id="Rfa17505cb13d489d"/>
    <p:sldId xmlns:r="http://schemas.openxmlformats.org/officeDocument/2006/relationships" id="295" r:id="Raee1d15b2aa240bb"/>
    <p:sldId xmlns:r="http://schemas.openxmlformats.org/officeDocument/2006/relationships" id="296" r:id="R4fe735593b124649"/>
    <p:sldId xmlns:r="http://schemas.openxmlformats.org/officeDocument/2006/relationships" id="297" r:id="R63664a55571845be"/>
    <p:sldId xmlns:r="http://schemas.openxmlformats.org/officeDocument/2006/relationships" id="298" r:id="Re775a3c40e30437b"/>
    <p:sldId xmlns:r="http://schemas.openxmlformats.org/officeDocument/2006/relationships" id="299" r:id="R0b71d54c65e74f30"/>
    <p:sldId xmlns:r="http://schemas.openxmlformats.org/officeDocument/2006/relationships" id="300" r:id="Recc54b07ab1646fb"/>
    <p:sldId xmlns:r="http://schemas.openxmlformats.org/officeDocument/2006/relationships" id="301" r:id="R21f4eada92bd473e"/>
    <p:sldId xmlns:r="http://schemas.openxmlformats.org/officeDocument/2006/relationships" id="302" r:id="R6f99534e40674335"/>
    <p:sldId xmlns:r="http://schemas.openxmlformats.org/officeDocument/2006/relationships" id="303" r:id="Rf02e18ea86dd40d8"/>
    <p:sldId xmlns:r="http://schemas.openxmlformats.org/officeDocument/2006/relationships" id="304" r:id="Rdf574fcca7bc4e14"/>
    <p:sldId xmlns:r="http://schemas.openxmlformats.org/officeDocument/2006/relationships" id="305" r:id="Re790b9a30e9c4d7b"/>
    <p:sldId xmlns:r="http://schemas.openxmlformats.org/officeDocument/2006/relationships" id="306" r:id="R84bdfb181d1042cd"/>
    <p:sldId xmlns:r="http://schemas.openxmlformats.org/officeDocument/2006/relationships" id="307" r:id="R640a52b2f83747cf"/>
    <p:sldId xmlns:r="http://schemas.openxmlformats.org/officeDocument/2006/relationships" id="308" r:id="R98d04438f08c401d"/>
    <p:sldId xmlns:r="http://schemas.openxmlformats.org/officeDocument/2006/relationships" id="309" r:id="Rf9e0c8df1e7d4f4a"/>
    <p:sldId xmlns:r="http://schemas.openxmlformats.org/officeDocument/2006/relationships" id="310" r:id="Rb10ad1bc3f3a46b9"/>
    <p:sldId xmlns:r="http://schemas.openxmlformats.org/officeDocument/2006/relationships" id="311" r:id="Ra8da4a5cf8264ca4"/>
    <p:sldId xmlns:r="http://schemas.openxmlformats.org/officeDocument/2006/relationships" id="312" r:id="Rb951d5fb616f4367"/>
    <p:sldId xmlns:r="http://schemas.openxmlformats.org/officeDocument/2006/relationships" id="313" r:id="R308167407c734b7e"/>
    <p:sldId xmlns:r="http://schemas.openxmlformats.org/officeDocument/2006/relationships" id="314" r:id="R118976bac38e49d7"/>
    <p:sldId xmlns:r="http://schemas.openxmlformats.org/officeDocument/2006/relationships" id="315" r:id="Rf26b7f8b8d514595"/>
    <p:sldId xmlns:r="http://schemas.openxmlformats.org/officeDocument/2006/relationships" id="316" r:id="R9fd2c772ecc04d62"/>
    <p:sldId xmlns:r="http://schemas.openxmlformats.org/officeDocument/2006/relationships" id="317" r:id="R46bcc607e94f4d51"/>
    <p:sldId xmlns:r="http://schemas.openxmlformats.org/officeDocument/2006/relationships" id="318" r:id="Re59f18556d6d4739"/>
    <p:sldId xmlns:r="http://schemas.openxmlformats.org/officeDocument/2006/relationships" id="319" r:id="Re482121547ab44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40e1dc48524e44" /><Relationship Type="http://schemas.openxmlformats.org/officeDocument/2006/relationships/slideMaster" Target="/ppt/slideMasters/slideMaster1.xml" Id="R76f4471853a8438e" /><Relationship Type="http://schemas.openxmlformats.org/officeDocument/2006/relationships/notesMaster" Target="/ppt/notesMasters/notesMaster1.xml" Id="R5476bd049f734b30" /><Relationship Type="http://schemas.openxmlformats.org/officeDocument/2006/relationships/presProps" Target="/ppt/presProps.xml" Id="R6436ac5af4484d00" /><Relationship Type="http://schemas.openxmlformats.org/officeDocument/2006/relationships/tableStyles" Target="/ppt/tableStyles.xml" Id="Rd56e9ed7d08c459b" /><Relationship Type="http://schemas.openxmlformats.org/officeDocument/2006/relationships/slide" Target="/ppt/slides/slide1.xml" Id="Rcbb357450adb4c95" /><Relationship Type="http://schemas.openxmlformats.org/officeDocument/2006/relationships/slide" Target="/ppt/slides/slide2.xml" Id="Rd3f3e12ba66b4696" /><Relationship Type="http://schemas.openxmlformats.org/officeDocument/2006/relationships/slide" Target="/ppt/slides/slide3.xml" Id="R3d92bed3b6ec4513" /><Relationship Type="http://schemas.openxmlformats.org/officeDocument/2006/relationships/slide" Target="/ppt/slides/slide4.xml" Id="R803059e9498f4432" /><Relationship Type="http://schemas.openxmlformats.org/officeDocument/2006/relationships/slide" Target="/ppt/slides/slide5.xml" Id="R9c8b4202e9e14952" /><Relationship Type="http://schemas.openxmlformats.org/officeDocument/2006/relationships/slide" Target="/ppt/slides/slide6.xml" Id="R4ed3f6d4a8ec4014" /><Relationship Type="http://schemas.openxmlformats.org/officeDocument/2006/relationships/slide" Target="/ppt/slides/slide7.xml" Id="R5e32acea85424037" /><Relationship Type="http://schemas.openxmlformats.org/officeDocument/2006/relationships/slide" Target="/ppt/slides/slide8.xml" Id="R816036054a7b4f02" /><Relationship Type="http://schemas.openxmlformats.org/officeDocument/2006/relationships/slide" Target="/ppt/slides/slide9.xml" Id="R7797e5273d264e6d" /><Relationship Type="http://schemas.openxmlformats.org/officeDocument/2006/relationships/slide" Target="/ppt/slides/slide10.xml" Id="R9ea400657f0044ea" /><Relationship Type="http://schemas.openxmlformats.org/officeDocument/2006/relationships/slide" Target="/ppt/slides/slide11.xml" Id="Ra3fd0fb949714e0d" /><Relationship Type="http://schemas.openxmlformats.org/officeDocument/2006/relationships/slide" Target="/ppt/slides/slide12.xml" Id="R5ef4b035062645e0" /><Relationship Type="http://schemas.openxmlformats.org/officeDocument/2006/relationships/slide" Target="/ppt/slides/slide13.xml" Id="Rc1ba46602fe742bb" /><Relationship Type="http://schemas.openxmlformats.org/officeDocument/2006/relationships/slide" Target="/ppt/slides/slide14.xml" Id="R281046a53d8c4cb7" /><Relationship Type="http://schemas.openxmlformats.org/officeDocument/2006/relationships/slide" Target="/ppt/slides/slide15.xml" Id="R47d57741365146ac" /><Relationship Type="http://schemas.openxmlformats.org/officeDocument/2006/relationships/slide" Target="/ppt/slides/slide16.xml" Id="Rd43b4ccf8e854854" /><Relationship Type="http://schemas.openxmlformats.org/officeDocument/2006/relationships/slide" Target="/ppt/slides/slide17.xml" Id="R5c6c37cd50064af5" /><Relationship Type="http://schemas.openxmlformats.org/officeDocument/2006/relationships/slide" Target="/ppt/slides/slide18.xml" Id="R5d61af6521d149e0" /><Relationship Type="http://schemas.openxmlformats.org/officeDocument/2006/relationships/slide" Target="/ppt/slides/slide19.xml" Id="R7f0afddd7d5b4d43" /><Relationship Type="http://schemas.openxmlformats.org/officeDocument/2006/relationships/slide" Target="/ppt/slides/slide20.xml" Id="R5b773e87b36a4be0" /><Relationship Type="http://schemas.openxmlformats.org/officeDocument/2006/relationships/slide" Target="/ppt/slides/slide21.xml" Id="R9a34742fc102458a" /><Relationship Type="http://schemas.openxmlformats.org/officeDocument/2006/relationships/slide" Target="/ppt/slides/slide22.xml" Id="R3c11251cb05043f5" /><Relationship Type="http://schemas.openxmlformats.org/officeDocument/2006/relationships/slide" Target="/ppt/slides/slide23.xml" Id="R697a9e999f69449c" /><Relationship Type="http://schemas.openxmlformats.org/officeDocument/2006/relationships/slide" Target="/ppt/slides/slide24.xml" Id="R943534d8ef4a4755" /><Relationship Type="http://schemas.openxmlformats.org/officeDocument/2006/relationships/slide" Target="/ppt/slides/slide25.xml" Id="R46121cfda45a405b" /><Relationship Type="http://schemas.openxmlformats.org/officeDocument/2006/relationships/slide" Target="/ppt/slides/slide26.xml" Id="R27947580be9448d8" /><Relationship Type="http://schemas.openxmlformats.org/officeDocument/2006/relationships/slide" Target="/ppt/slides/slide27.xml" Id="R43c4bae905924a51" /><Relationship Type="http://schemas.openxmlformats.org/officeDocument/2006/relationships/slide" Target="/ppt/slides/slide28.xml" Id="R3d63f2abafd847af" /><Relationship Type="http://schemas.openxmlformats.org/officeDocument/2006/relationships/slide" Target="/ppt/slides/slide29.xml" Id="Re8c630f027844d74" /><Relationship Type="http://schemas.openxmlformats.org/officeDocument/2006/relationships/slide" Target="/ppt/slides/slide30.xml" Id="R07a6cdd3e46a48c6" /><Relationship Type="http://schemas.openxmlformats.org/officeDocument/2006/relationships/slide" Target="/ppt/slides/slide31.xml" Id="Ra2ccc6fbff544cae" /><Relationship Type="http://schemas.openxmlformats.org/officeDocument/2006/relationships/slide" Target="/ppt/slides/slide32.xml" Id="Rdfd00ba9c73c402f" /><Relationship Type="http://schemas.openxmlformats.org/officeDocument/2006/relationships/slide" Target="/ppt/slides/slide33.xml" Id="R864a51913df84109" /><Relationship Type="http://schemas.openxmlformats.org/officeDocument/2006/relationships/slide" Target="/ppt/slides/slide34.xml" Id="Rbb428d6ee8624bf0" /><Relationship Type="http://schemas.openxmlformats.org/officeDocument/2006/relationships/slide" Target="/ppt/slides/slide35.xml" Id="R7cbea77c41914cf7" /><Relationship Type="http://schemas.openxmlformats.org/officeDocument/2006/relationships/slide" Target="/ppt/slides/slide36.xml" Id="R4725bb538c304ed6" /><Relationship Type="http://schemas.openxmlformats.org/officeDocument/2006/relationships/slide" Target="/ppt/slides/slide37.xml" Id="Rac8ef3013e1b4d94" /><Relationship Type="http://schemas.openxmlformats.org/officeDocument/2006/relationships/slide" Target="/ppt/slides/slide38.xml" Id="Rf2d590fe46664c61" /><Relationship Type="http://schemas.openxmlformats.org/officeDocument/2006/relationships/slide" Target="/ppt/slides/slide39.xml" Id="Rfa17505cb13d489d" /><Relationship Type="http://schemas.openxmlformats.org/officeDocument/2006/relationships/slide" Target="/ppt/slides/slide40.xml" Id="Raee1d15b2aa240bb" /><Relationship Type="http://schemas.openxmlformats.org/officeDocument/2006/relationships/slide" Target="/ppt/slides/slide41.xml" Id="R4fe735593b124649" /><Relationship Type="http://schemas.openxmlformats.org/officeDocument/2006/relationships/slide" Target="/ppt/slides/slide42.xml" Id="R63664a55571845be" /><Relationship Type="http://schemas.openxmlformats.org/officeDocument/2006/relationships/slide" Target="/ppt/slides/slide43.xml" Id="Re775a3c40e30437b" /><Relationship Type="http://schemas.openxmlformats.org/officeDocument/2006/relationships/slide" Target="/ppt/slides/slide44.xml" Id="R0b71d54c65e74f30" /><Relationship Type="http://schemas.openxmlformats.org/officeDocument/2006/relationships/slide" Target="/ppt/slides/slide45.xml" Id="Recc54b07ab1646fb" /><Relationship Type="http://schemas.openxmlformats.org/officeDocument/2006/relationships/slide" Target="/ppt/slides/slide46.xml" Id="R21f4eada92bd473e" /><Relationship Type="http://schemas.openxmlformats.org/officeDocument/2006/relationships/slide" Target="/ppt/slides/slide47.xml" Id="R6f99534e40674335" /><Relationship Type="http://schemas.openxmlformats.org/officeDocument/2006/relationships/slide" Target="/ppt/slides/slide48.xml" Id="Rf02e18ea86dd40d8" /><Relationship Type="http://schemas.openxmlformats.org/officeDocument/2006/relationships/slide" Target="/ppt/slides/slide49.xml" Id="Rdf574fcca7bc4e14" /><Relationship Type="http://schemas.openxmlformats.org/officeDocument/2006/relationships/slide" Target="/ppt/slides/slide50.xml" Id="Re790b9a30e9c4d7b" /><Relationship Type="http://schemas.openxmlformats.org/officeDocument/2006/relationships/slide" Target="/ppt/slides/slide51.xml" Id="R84bdfb181d1042cd" /><Relationship Type="http://schemas.openxmlformats.org/officeDocument/2006/relationships/slide" Target="/ppt/slides/slide52.xml" Id="R640a52b2f83747cf" /><Relationship Type="http://schemas.openxmlformats.org/officeDocument/2006/relationships/slide" Target="/ppt/slides/slide53.xml" Id="R98d04438f08c401d" /><Relationship Type="http://schemas.openxmlformats.org/officeDocument/2006/relationships/slide" Target="/ppt/slides/slide54.xml" Id="Rf9e0c8df1e7d4f4a" /><Relationship Type="http://schemas.openxmlformats.org/officeDocument/2006/relationships/slide" Target="/ppt/slides/slide55.xml" Id="Rb10ad1bc3f3a46b9" /><Relationship Type="http://schemas.openxmlformats.org/officeDocument/2006/relationships/slide" Target="/ppt/slides/slide56.xml" Id="Ra8da4a5cf8264ca4" /><Relationship Type="http://schemas.openxmlformats.org/officeDocument/2006/relationships/slide" Target="/ppt/slides/slide57.xml" Id="Rb951d5fb616f4367" /><Relationship Type="http://schemas.openxmlformats.org/officeDocument/2006/relationships/slide" Target="/ppt/slides/slide58.xml" Id="R308167407c734b7e" /><Relationship Type="http://schemas.openxmlformats.org/officeDocument/2006/relationships/slide" Target="/ppt/slides/slide59.xml" Id="R118976bac38e49d7" /><Relationship Type="http://schemas.openxmlformats.org/officeDocument/2006/relationships/slide" Target="/ppt/slides/slide60.xml" Id="Rf26b7f8b8d514595" /><Relationship Type="http://schemas.openxmlformats.org/officeDocument/2006/relationships/slide" Target="/ppt/slides/slide61.xml" Id="R9fd2c772ecc04d62" /><Relationship Type="http://schemas.openxmlformats.org/officeDocument/2006/relationships/slide" Target="/ppt/slides/slide62.xml" Id="R46bcc607e94f4d51" /><Relationship Type="http://schemas.openxmlformats.org/officeDocument/2006/relationships/slide" Target="/ppt/slides/slide63.xml" Id="Re59f18556d6d4739" /><Relationship Type="http://schemas.openxmlformats.org/officeDocument/2006/relationships/slide" Target="/ppt/slides/slide64.xml" Id="Re482121547ab44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01f08c924e49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ce2528e96347a2" /><Relationship Type="http://schemas.openxmlformats.org/officeDocument/2006/relationships/notesMaster" Target="/ppt/notesMasters/notesMaster1.xml" Id="Rc56df151f6ee48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73887c9d3b420e" /><Relationship Type="http://schemas.openxmlformats.org/officeDocument/2006/relationships/notesMaster" Target="/ppt/notesMasters/notesMaster1.xml" Id="Rfbf450fa81e543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1403f70e57423d" /><Relationship Type="http://schemas.openxmlformats.org/officeDocument/2006/relationships/notesMaster" Target="/ppt/notesMasters/notesMaster1.xml" Id="Rbf535308919349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f3f0001a35474b" /><Relationship Type="http://schemas.openxmlformats.org/officeDocument/2006/relationships/notesMaster" Target="/ppt/notesMasters/notesMaster1.xml" Id="R3662abbb7c4c4d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0202466fbb4089" /><Relationship Type="http://schemas.openxmlformats.org/officeDocument/2006/relationships/notesMaster" Target="/ppt/notesMasters/notesMaster1.xml" Id="R37830c79463340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1e4e443851482b" /><Relationship Type="http://schemas.openxmlformats.org/officeDocument/2006/relationships/notesMaster" Target="/ppt/notesMasters/notesMaster1.xml" Id="Rb036fd1b8af644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6b3065e5314101" /><Relationship Type="http://schemas.openxmlformats.org/officeDocument/2006/relationships/notesMaster" Target="/ppt/notesMasters/notesMaster1.xml" Id="Rf68563c608524c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6b4d430c904df0" /><Relationship Type="http://schemas.openxmlformats.org/officeDocument/2006/relationships/notesMaster" Target="/ppt/notesMasters/notesMaster1.xml" Id="R9869ae6b779541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6d60ae21d44482" /><Relationship Type="http://schemas.openxmlformats.org/officeDocument/2006/relationships/notesMaster" Target="/ppt/notesMasters/notesMaster1.xml" Id="R9206b070665e4d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71ee8a61014f8d" /><Relationship Type="http://schemas.openxmlformats.org/officeDocument/2006/relationships/notesMaster" Target="/ppt/notesMasters/notesMaster1.xml" Id="Rbc97940e36044e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4aca72096c4b14" /><Relationship Type="http://schemas.openxmlformats.org/officeDocument/2006/relationships/notesMaster" Target="/ppt/notesMasters/notesMaster1.xml" Id="Rb400692fe26d44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37161fdc3744fd" /><Relationship Type="http://schemas.openxmlformats.org/officeDocument/2006/relationships/notesMaster" Target="/ppt/notesMasters/notesMaster1.xml" Id="R4d894711a4c44b1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26a926e5a14205" /><Relationship Type="http://schemas.openxmlformats.org/officeDocument/2006/relationships/notesMaster" Target="/ppt/notesMasters/notesMaster1.xml" Id="R7ef3de157b0f40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35e995203b54f2b" /><Relationship Type="http://schemas.openxmlformats.org/officeDocument/2006/relationships/notesMaster" Target="/ppt/notesMasters/notesMaster1.xml" Id="R0c683fcf27c742a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9d28be24ee14e80" /><Relationship Type="http://schemas.openxmlformats.org/officeDocument/2006/relationships/notesMaster" Target="/ppt/notesMasters/notesMaster1.xml" Id="R11f8018f421344e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0b6d1d1a9846f9" /><Relationship Type="http://schemas.openxmlformats.org/officeDocument/2006/relationships/notesMaster" Target="/ppt/notesMasters/notesMaster1.xml" Id="R7a3be093579f46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8e06142d1064d4c" /><Relationship Type="http://schemas.openxmlformats.org/officeDocument/2006/relationships/notesMaster" Target="/ppt/notesMasters/notesMaster1.xml" Id="R4b4f0bc516794da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239703efb87479d" /><Relationship Type="http://schemas.openxmlformats.org/officeDocument/2006/relationships/notesMaster" Target="/ppt/notesMasters/notesMaster1.xml" Id="Ra11c3742a57544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c8d4a1f0ab24526" /><Relationship Type="http://schemas.openxmlformats.org/officeDocument/2006/relationships/notesMaster" Target="/ppt/notesMasters/notesMaster1.xml" Id="Ra866d78cdf524eb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d8d2e0333ac44c1" /><Relationship Type="http://schemas.openxmlformats.org/officeDocument/2006/relationships/notesMaster" Target="/ppt/notesMasters/notesMaster1.xml" Id="R35c6fcd38c1942c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32d602580b04911" /><Relationship Type="http://schemas.openxmlformats.org/officeDocument/2006/relationships/notesMaster" Target="/ppt/notesMasters/notesMaster1.xml" Id="Radc95791b0874ea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dcc0645a36f43b3" /><Relationship Type="http://schemas.openxmlformats.org/officeDocument/2006/relationships/notesMaster" Target="/ppt/notesMasters/notesMaster1.xml" Id="R18599f47010b4eb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3dd003377d74dbf" /><Relationship Type="http://schemas.openxmlformats.org/officeDocument/2006/relationships/notesMaster" Target="/ppt/notesMasters/notesMaster1.xml" Id="Ra589ae27973646c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e0070f8e5b14dda" /><Relationship Type="http://schemas.openxmlformats.org/officeDocument/2006/relationships/notesMaster" Target="/ppt/notesMasters/notesMaster1.xml" Id="Rce2f515ad1af451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bc83ec61d4e4201" /><Relationship Type="http://schemas.openxmlformats.org/officeDocument/2006/relationships/notesMaster" Target="/ppt/notesMasters/notesMaster1.xml" Id="Rdb5ff1c661c94a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a8a630fe3d84556" /><Relationship Type="http://schemas.openxmlformats.org/officeDocument/2006/relationships/notesMaster" Target="/ppt/notesMasters/notesMaster1.xml" Id="Ra6a480d22302484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0b88a261e534b60" /><Relationship Type="http://schemas.openxmlformats.org/officeDocument/2006/relationships/notesMaster" Target="/ppt/notesMasters/notesMaster1.xml" Id="R0169867b140847a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ba4233ff3d14f97" /><Relationship Type="http://schemas.openxmlformats.org/officeDocument/2006/relationships/notesMaster" Target="/ppt/notesMasters/notesMaster1.xml" Id="R2861309c5c71452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f15850189984c11" /><Relationship Type="http://schemas.openxmlformats.org/officeDocument/2006/relationships/notesMaster" Target="/ppt/notesMasters/notesMaster1.xml" Id="R785fc77cab3240f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69ff76efa0040a7" /><Relationship Type="http://schemas.openxmlformats.org/officeDocument/2006/relationships/notesMaster" Target="/ppt/notesMasters/notesMaster1.xml" Id="Rb02c176abdf7478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bff51ccaa334b8e" /><Relationship Type="http://schemas.openxmlformats.org/officeDocument/2006/relationships/notesMaster" Target="/ppt/notesMasters/notesMaster1.xml" Id="R38a5f9cd79ca4e0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165e470779b42f2" /><Relationship Type="http://schemas.openxmlformats.org/officeDocument/2006/relationships/notesMaster" Target="/ppt/notesMasters/notesMaster1.xml" Id="R2ee6d3137fe94c9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709c386837147a7" /><Relationship Type="http://schemas.openxmlformats.org/officeDocument/2006/relationships/notesMaster" Target="/ppt/notesMasters/notesMaster1.xml" Id="R84118f75d33248d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0de60f96f65423b" /><Relationship Type="http://schemas.openxmlformats.org/officeDocument/2006/relationships/notesMaster" Target="/ppt/notesMasters/notesMaster1.xml" Id="R06bc949cf4df4ad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53d2dc4a2404211" /><Relationship Type="http://schemas.openxmlformats.org/officeDocument/2006/relationships/notesMaster" Target="/ppt/notesMasters/notesMaster1.xml" Id="R534143abdc044c8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06216cf09aa4b98" /><Relationship Type="http://schemas.openxmlformats.org/officeDocument/2006/relationships/notesMaster" Target="/ppt/notesMasters/notesMaster1.xml" Id="R298d8de313314b8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8042fdc7fca4e39" /><Relationship Type="http://schemas.openxmlformats.org/officeDocument/2006/relationships/notesMaster" Target="/ppt/notesMasters/notesMaster1.xml" Id="R36c918e47935467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47bc11102be42a7" /><Relationship Type="http://schemas.openxmlformats.org/officeDocument/2006/relationships/notesMaster" Target="/ppt/notesMasters/notesMaster1.xml" Id="R5674d8cc2e48428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11a92b527e448bc" /><Relationship Type="http://schemas.openxmlformats.org/officeDocument/2006/relationships/notesMaster" Target="/ppt/notesMasters/notesMaster1.xml" Id="Rde36c971032f49d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370de9564b34a56" /><Relationship Type="http://schemas.openxmlformats.org/officeDocument/2006/relationships/notesMaster" Target="/ppt/notesMasters/notesMaster1.xml" Id="R7578a4b81b794f5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5e62cb5174040d7" /><Relationship Type="http://schemas.openxmlformats.org/officeDocument/2006/relationships/notesMaster" Target="/ppt/notesMasters/notesMaster1.xml" Id="R028abf0ce669409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dd7740fc8e8485a" /><Relationship Type="http://schemas.openxmlformats.org/officeDocument/2006/relationships/notesMaster" Target="/ppt/notesMasters/notesMaster1.xml" Id="Rfcf424a92b55474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534f011126a4337" /><Relationship Type="http://schemas.openxmlformats.org/officeDocument/2006/relationships/notesMaster" Target="/ppt/notesMasters/notesMaster1.xml" Id="R82acd46afbb34a5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1c7dd1d8d0f4819" /><Relationship Type="http://schemas.openxmlformats.org/officeDocument/2006/relationships/notesMaster" Target="/ppt/notesMasters/notesMaster1.xml" Id="R022d4634484a488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ee728659ac34533" /><Relationship Type="http://schemas.openxmlformats.org/officeDocument/2006/relationships/notesMaster" Target="/ppt/notesMasters/notesMaster1.xml" Id="Rf10d24575ecb41bc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a94dc2970b24971" /><Relationship Type="http://schemas.openxmlformats.org/officeDocument/2006/relationships/notesMaster" Target="/ppt/notesMasters/notesMaster1.xml" Id="Rcfff8a906a394cd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5f8cbc296e943d2" /><Relationship Type="http://schemas.openxmlformats.org/officeDocument/2006/relationships/notesMaster" Target="/ppt/notesMasters/notesMaster1.xml" Id="R6420bae37999464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6b7ee00df4e48f4" /><Relationship Type="http://schemas.openxmlformats.org/officeDocument/2006/relationships/notesMaster" Target="/ppt/notesMasters/notesMaster1.xml" Id="R7e46f43ec93e4b2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d91a54394c545a4" /><Relationship Type="http://schemas.openxmlformats.org/officeDocument/2006/relationships/notesMaster" Target="/ppt/notesMasters/notesMaster1.xml" Id="Rcf478dd5bcf44c3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d2dbb64d51a4261" /><Relationship Type="http://schemas.openxmlformats.org/officeDocument/2006/relationships/notesMaster" Target="/ppt/notesMasters/notesMaster1.xml" Id="Ra8ba068398004c9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5d674a2dcd44b09" /><Relationship Type="http://schemas.openxmlformats.org/officeDocument/2006/relationships/notesMaster" Target="/ppt/notesMasters/notesMaster1.xml" Id="R710c8848215c4d67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a2ebdc9126b541ea" /><Relationship Type="http://schemas.openxmlformats.org/officeDocument/2006/relationships/notesMaster" Target="/ppt/notesMasters/notesMaster1.xml" Id="R2ade8b942cf0465f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5d5081e6980458f" /><Relationship Type="http://schemas.openxmlformats.org/officeDocument/2006/relationships/notesMaster" Target="/ppt/notesMasters/notesMaster1.xml" Id="Rb56c11a4ed1347ec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053d6a665a504fc2" /><Relationship Type="http://schemas.openxmlformats.org/officeDocument/2006/relationships/notesMaster" Target="/ppt/notesMasters/notesMaster1.xml" Id="Rac80928b0c544a32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9a2062b20684fbf" /><Relationship Type="http://schemas.openxmlformats.org/officeDocument/2006/relationships/notesMaster" Target="/ppt/notesMasters/notesMaster1.xml" Id="R31c41f4e7f16424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dc8375a06504dde" /><Relationship Type="http://schemas.openxmlformats.org/officeDocument/2006/relationships/notesMaster" Target="/ppt/notesMasters/notesMaster1.xml" Id="Ra7159d3148474dfb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88f656197aa047f1" /><Relationship Type="http://schemas.openxmlformats.org/officeDocument/2006/relationships/notesMaster" Target="/ppt/notesMasters/notesMaster1.xml" Id="Re3c9680bacb84d1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8b48e1e53e24ff8" /><Relationship Type="http://schemas.openxmlformats.org/officeDocument/2006/relationships/notesMaster" Target="/ppt/notesMasters/notesMaster1.xml" Id="Rf43287f4ea254b81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edf682cae61b45a6" /><Relationship Type="http://schemas.openxmlformats.org/officeDocument/2006/relationships/notesMaster" Target="/ppt/notesMasters/notesMaster1.xml" Id="R81ea05b1c845498f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2f26c0d13e0f42c5" /><Relationship Type="http://schemas.openxmlformats.org/officeDocument/2006/relationships/notesMaster" Target="/ppt/notesMasters/notesMaster1.xml" Id="Raf329094a8704fe4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4bb93dbc4b324ee4" /><Relationship Type="http://schemas.openxmlformats.org/officeDocument/2006/relationships/notesMaster" Target="/ppt/notesMasters/notesMaster1.xml" Id="R511da0c6edb64632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11683135fbe34476" /><Relationship Type="http://schemas.openxmlformats.org/officeDocument/2006/relationships/notesMaster" Target="/ppt/notesMasters/notesMaster1.xml" Id="R0df820058f47498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f20876323f00484b" /><Relationship Type="http://schemas.openxmlformats.org/officeDocument/2006/relationships/notesMaster" Target="/ppt/notesMasters/notesMaster1.xml" Id="Rda8fe526a8884546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f0601b9594bf44a4" /><Relationship Type="http://schemas.openxmlformats.org/officeDocument/2006/relationships/notesMaster" Target="/ppt/notesMasters/notesMaster1.xml" Id="R97c2c9ca2c7345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4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17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fde3f0e9dd4f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69a199a5e949da" /><Relationship Type="http://schemas.openxmlformats.org/officeDocument/2006/relationships/slideLayout" Target="/ppt/slideLayouts/slideLayout1.xml" Id="R3fef54b5932345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ef54b5932345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962ea94ec4a50" /><Relationship Type="http://schemas.openxmlformats.org/officeDocument/2006/relationships/notesSlide" Target="/ppt/notesSlides/notesSlide1.xml" Id="R06016784e62547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0efd60e8248f0" /><Relationship Type="http://schemas.openxmlformats.org/officeDocument/2006/relationships/notesSlide" Target="/ppt/notesSlides/notesSlide2.xml" Id="R65013f729ad74c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33009aa36411b" /><Relationship Type="http://schemas.openxmlformats.org/officeDocument/2006/relationships/chart" Target="/ppt/slides/charts/chart1.xml" Id="R276d77fbb67c44d2" /><Relationship Type="http://schemas.openxmlformats.org/officeDocument/2006/relationships/chart" Target="/ppt/slides/charts/chart2.xml" Id="Rd454c2cbece5481c" /><Relationship Type="http://schemas.openxmlformats.org/officeDocument/2006/relationships/chart" Target="/ppt/slides/charts/chart3.xml" Id="Raab907305e884ee4" /><Relationship Type="http://schemas.openxmlformats.org/officeDocument/2006/relationships/notesSlide" Target="/ppt/notesSlides/notesSlide3.xml" Id="Rea57ebb7b0bc47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becb28dce4aea" /><Relationship Type="http://schemas.openxmlformats.org/officeDocument/2006/relationships/chart" Target="/ppt/slides/charts/chart4.xml" Id="R80a8f8ccafe540b6" /><Relationship Type="http://schemas.openxmlformats.org/officeDocument/2006/relationships/chart" Target="/ppt/slides/charts/chart5.xml" Id="R60dc749a49c94c6f" /><Relationship Type="http://schemas.openxmlformats.org/officeDocument/2006/relationships/notesSlide" Target="/ppt/notesSlides/notesSlide4.xml" Id="Rb3375d8a98b346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21b3f6e82418d" /><Relationship Type="http://schemas.openxmlformats.org/officeDocument/2006/relationships/chart" Target="/ppt/slides/charts/chart6.xml" Id="R63f7e0478ed64316" /><Relationship Type="http://schemas.openxmlformats.org/officeDocument/2006/relationships/notesSlide" Target="/ppt/notesSlides/notesSlide5.xml" Id="R6150081f490341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f17af0a0c4b9d" /><Relationship Type="http://schemas.openxmlformats.org/officeDocument/2006/relationships/chart" Target="/ppt/slides/charts/chart7.xml" Id="R8bb42d58a26e4634" /><Relationship Type="http://schemas.openxmlformats.org/officeDocument/2006/relationships/chart" Target="/ppt/slides/charts/chart8.xml" Id="R86d01820efed4299" /><Relationship Type="http://schemas.openxmlformats.org/officeDocument/2006/relationships/chart" Target="/ppt/slides/charts/chart9.xml" Id="Rf19fe77be601471b" /><Relationship Type="http://schemas.openxmlformats.org/officeDocument/2006/relationships/notesSlide" Target="/ppt/notesSlides/notesSlide6.xml" Id="R1f81af1e8c684d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991c0e080442e" /><Relationship Type="http://schemas.openxmlformats.org/officeDocument/2006/relationships/chart" Target="/ppt/slides/charts/chart10.xml" Id="Re184982ee8ff4c25" /><Relationship Type="http://schemas.openxmlformats.org/officeDocument/2006/relationships/chart" Target="/ppt/slides/charts/chart11.xml" Id="R7f7e87b05bce4f0f" /><Relationship Type="http://schemas.openxmlformats.org/officeDocument/2006/relationships/chart" Target="/ppt/slides/charts/chart12.xml" Id="Rde60bddab052474a" /><Relationship Type="http://schemas.openxmlformats.org/officeDocument/2006/relationships/chart" Target="/ppt/slides/charts/chart13.xml" Id="R718297300eec42b3" /><Relationship Type="http://schemas.openxmlformats.org/officeDocument/2006/relationships/chart" Target="/ppt/slides/charts/chart14.xml" Id="Rdfea15b36e824435" /><Relationship Type="http://schemas.openxmlformats.org/officeDocument/2006/relationships/notesSlide" Target="/ppt/notesSlides/notesSlide7.xml" Id="Rc7ee600bcb7544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7d966bad14e25" /><Relationship Type="http://schemas.openxmlformats.org/officeDocument/2006/relationships/chart" Target="/ppt/slides/charts/chart15.xml" Id="R3d4cc66020a74117" /><Relationship Type="http://schemas.openxmlformats.org/officeDocument/2006/relationships/chart" Target="/ppt/slides/charts/chart16.xml" Id="Rbc2f0021e9e749e2" /><Relationship Type="http://schemas.openxmlformats.org/officeDocument/2006/relationships/chart" Target="/ppt/slides/charts/chart17.xml" Id="R841e18888c0d4c4e" /><Relationship Type="http://schemas.openxmlformats.org/officeDocument/2006/relationships/notesSlide" Target="/ppt/notesSlides/notesSlide8.xml" Id="R8393cf6a10014a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cd5b5f76d74294" /><Relationship Type="http://schemas.openxmlformats.org/officeDocument/2006/relationships/chart" Target="/ppt/slides/charts/chart18.xml" Id="Racd4faa6f2334753" /><Relationship Type="http://schemas.openxmlformats.org/officeDocument/2006/relationships/chart" Target="/ppt/slides/charts/chart19.xml" Id="R9478de7f96614742" /><Relationship Type="http://schemas.openxmlformats.org/officeDocument/2006/relationships/chart" Target="/ppt/slides/charts/chart20.xml" Id="R700b79af02e44c13" /><Relationship Type="http://schemas.openxmlformats.org/officeDocument/2006/relationships/notesSlide" Target="/ppt/notesSlides/notesSlide9.xml" Id="Ra1984d7003fe4b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4820af69a4ca8" /><Relationship Type="http://schemas.openxmlformats.org/officeDocument/2006/relationships/chart" Target="/ppt/slides/charts/chart21.xml" Id="R78314c460d1b42ba" /><Relationship Type="http://schemas.openxmlformats.org/officeDocument/2006/relationships/chart" Target="/ppt/slides/charts/chart22.xml" Id="R75125e71ee444577" /><Relationship Type="http://schemas.openxmlformats.org/officeDocument/2006/relationships/chart" Target="/ppt/slides/charts/chart23.xml" Id="R760b0e4b00e44a7b" /><Relationship Type="http://schemas.openxmlformats.org/officeDocument/2006/relationships/notesSlide" Target="/ppt/notesSlides/notesSlide10.xml" Id="R4a1cc4246dbb43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5c11403154a36" /><Relationship Type="http://schemas.openxmlformats.org/officeDocument/2006/relationships/chart" Target="/ppt/slides/charts/chart24.xml" Id="Rdc67637373754a9b" /><Relationship Type="http://schemas.openxmlformats.org/officeDocument/2006/relationships/notesSlide" Target="/ppt/notesSlides/notesSlide11.xml" Id="R59d2a3c84ef749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48386ab24404c" /><Relationship Type="http://schemas.openxmlformats.org/officeDocument/2006/relationships/chart" Target="/ppt/slides/charts/chart25.xml" Id="R53e2a2f770914516" /><Relationship Type="http://schemas.openxmlformats.org/officeDocument/2006/relationships/chart" Target="/ppt/slides/charts/chart26.xml" Id="R6c3b6693327e4cc4" /><Relationship Type="http://schemas.openxmlformats.org/officeDocument/2006/relationships/notesSlide" Target="/ppt/notesSlides/notesSlide12.xml" Id="Ra3bad08cb2b24a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f55d2ea8842fe" /><Relationship Type="http://schemas.openxmlformats.org/officeDocument/2006/relationships/chart" Target="/ppt/slides/charts/chart27.xml" Id="Rf074ef85cf9148de" /><Relationship Type="http://schemas.openxmlformats.org/officeDocument/2006/relationships/chart" Target="/ppt/slides/charts/chart28.xml" Id="R3187aaa3997a41f4" /><Relationship Type="http://schemas.openxmlformats.org/officeDocument/2006/relationships/notesSlide" Target="/ppt/notesSlides/notesSlide13.xml" Id="R126c67f60782465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0abb26a804150" /><Relationship Type="http://schemas.openxmlformats.org/officeDocument/2006/relationships/chart" Target="/ppt/slides/charts/chart29.xml" Id="R21b57a220e274057" /><Relationship Type="http://schemas.openxmlformats.org/officeDocument/2006/relationships/chart" Target="/ppt/slides/charts/chart30.xml" Id="R7b04e91493f84bb9" /><Relationship Type="http://schemas.openxmlformats.org/officeDocument/2006/relationships/notesSlide" Target="/ppt/notesSlides/notesSlide14.xml" Id="R4b1884cc561b4e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142bb31f145fa" /><Relationship Type="http://schemas.openxmlformats.org/officeDocument/2006/relationships/notesSlide" Target="/ppt/notesSlides/notesSlide15.xml" Id="Ra34e82d3e2534d4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3a6393bc64927" /><Relationship Type="http://schemas.openxmlformats.org/officeDocument/2006/relationships/notesSlide" Target="/ppt/notesSlides/notesSlide16.xml" Id="Ra62a7542a2484f8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e7a26309949f4" /><Relationship Type="http://schemas.openxmlformats.org/officeDocument/2006/relationships/chart" Target="/ppt/slides/charts/chart31.xml" Id="R862ef9e4eff044ea" /><Relationship Type="http://schemas.openxmlformats.org/officeDocument/2006/relationships/chart" Target="/ppt/slides/charts/chart32.xml" Id="R1f4f8e40d0b34e26" /><Relationship Type="http://schemas.openxmlformats.org/officeDocument/2006/relationships/chart" Target="/ppt/slides/charts/chart33.xml" Id="R851d5d8117be415d" /><Relationship Type="http://schemas.openxmlformats.org/officeDocument/2006/relationships/notesSlide" Target="/ppt/notesSlides/notesSlide17.xml" Id="Re7742aecf6904fe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fdc5f855a40f1" /><Relationship Type="http://schemas.openxmlformats.org/officeDocument/2006/relationships/notesSlide" Target="/ppt/notesSlides/notesSlide18.xml" Id="R0b462e9ac896400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5b28d9bbf4fbf" /><Relationship Type="http://schemas.openxmlformats.org/officeDocument/2006/relationships/notesSlide" Target="/ppt/notesSlides/notesSlide19.xml" Id="R1b2bad926fb24d5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9faac31cc4cdb" /><Relationship Type="http://schemas.openxmlformats.org/officeDocument/2006/relationships/notesSlide" Target="/ppt/notesSlides/notesSlide20.xml" Id="R1cd0818714e4432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1444a22c24e86" /><Relationship Type="http://schemas.openxmlformats.org/officeDocument/2006/relationships/notesSlide" Target="/ppt/notesSlides/notesSlide21.xml" Id="Rebd18fba2a3643e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eefaf48eb4762" /><Relationship Type="http://schemas.openxmlformats.org/officeDocument/2006/relationships/notesSlide" Target="/ppt/notesSlides/notesSlide22.xml" Id="R8aabde132e93476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698580a6f4c73" /><Relationship Type="http://schemas.openxmlformats.org/officeDocument/2006/relationships/notesSlide" Target="/ppt/notesSlides/notesSlide23.xml" Id="R2031a9a5ff20440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e33bef3dc4e97" /><Relationship Type="http://schemas.openxmlformats.org/officeDocument/2006/relationships/chart" Target="/ppt/slides/charts/chart34.xml" Id="Rad9a0a5abfb94cc1" /><Relationship Type="http://schemas.openxmlformats.org/officeDocument/2006/relationships/notesSlide" Target="/ppt/notesSlides/notesSlide24.xml" Id="R415e4d1ad48348b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2e63cc5db4db3" /><Relationship Type="http://schemas.openxmlformats.org/officeDocument/2006/relationships/notesSlide" Target="/ppt/notesSlides/notesSlide25.xml" Id="R8bbace25db7c403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7a6a2eff143c6" /><Relationship Type="http://schemas.openxmlformats.org/officeDocument/2006/relationships/chart" Target="/ppt/slides/charts/chart35.xml" Id="R3198dbe1643e438a" /><Relationship Type="http://schemas.openxmlformats.org/officeDocument/2006/relationships/chart" Target="/ppt/slides/charts/chart36.xml" Id="R7f65327c42c74840" /><Relationship Type="http://schemas.openxmlformats.org/officeDocument/2006/relationships/chart" Target="/ppt/slides/charts/chart37.xml" Id="R2039c58c71eb415e" /><Relationship Type="http://schemas.openxmlformats.org/officeDocument/2006/relationships/notesSlide" Target="/ppt/notesSlides/notesSlide26.xml" Id="R3e84b181329341c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c46d6bd334312" /><Relationship Type="http://schemas.openxmlformats.org/officeDocument/2006/relationships/chart" Target="/ppt/slides/charts/chart38.xml" Id="Ra39db7e5594d483c" /><Relationship Type="http://schemas.openxmlformats.org/officeDocument/2006/relationships/chart" Target="/ppt/slides/charts/chart39.xml" Id="R90f5488c94cd4ac9" /><Relationship Type="http://schemas.openxmlformats.org/officeDocument/2006/relationships/chart" Target="/ppt/slides/charts/chart40.xml" Id="R843b7369822b4bc3" /><Relationship Type="http://schemas.openxmlformats.org/officeDocument/2006/relationships/chart" Target="/ppt/slides/charts/chart41.xml" Id="R68543fbc8c474a56" /><Relationship Type="http://schemas.openxmlformats.org/officeDocument/2006/relationships/notesSlide" Target="/ppt/notesSlides/notesSlide27.xml" Id="Rfa15a8ee19c8488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7bd807b604c77" /><Relationship Type="http://schemas.openxmlformats.org/officeDocument/2006/relationships/chart" Target="/ppt/slides/charts/chart42.xml" Id="R997b4b3f2cbb4754" /><Relationship Type="http://schemas.openxmlformats.org/officeDocument/2006/relationships/chart" Target="/ppt/slides/charts/chart43.xml" Id="R3deccacd7a5d4f83" /><Relationship Type="http://schemas.openxmlformats.org/officeDocument/2006/relationships/chart" Target="/ppt/slides/charts/chart44.xml" Id="Rd7d61be6c9b24637" /><Relationship Type="http://schemas.openxmlformats.org/officeDocument/2006/relationships/chart" Target="/ppt/slides/charts/chart45.xml" Id="R32f10f719c7b4b14" /><Relationship Type="http://schemas.openxmlformats.org/officeDocument/2006/relationships/chart" Target="/ppt/slides/charts/chart46.xml" Id="R81dd22f7c06d4643" /><Relationship Type="http://schemas.openxmlformats.org/officeDocument/2006/relationships/notesSlide" Target="/ppt/notesSlides/notesSlide28.xml" Id="Rfd4086e14cc8429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741fa5d0940f6" /><Relationship Type="http://schemas.openxmlformats.org/officeDocument/2006/relationships/notesSlide" Target="/ppt/notesSlides/notesSlide29.xml" Id="R2cc27c210db84b4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e1e51fe624151" /><Relationship Type="http://schemas.openxmlformats.org/officeDocument/2006/relationships/notesSlide" Target="/ppt/notesSlides/notesSlide30.xml" Id="R9d412d9f3abb4ed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092cc644a4dda" /><Relationship Type="http://schemas.openxmlformats.org/officeDocument/2006/relationships/notesSlide" Target="/ppt/notesSlides/notesSlide31.xml" Id="R6a6c98c18781456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4a23a085b40a8" /><Relationship Type="http://schemas.openxmlformats.org/officeDocument/2006/relationships/notesSlide" Target="/ppt/notesSlides/notesSlide32.xml" Id="Rcec15f1b23d04a7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6fa2199334ccf" /><Relationship Type="http://schemas.openxmlformats.org/officeDocument/2006/relationships/notesSlide" Target="/ppt/notesSlides/notesSlide33.xml" Id="Rc8c8644e0a9643b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a3edd23ff4d79" /><Relationship Type="http://schemas.openxmlformats.org/officeDocument/2006/relationships/notesSlide" Target="/ppt/notesSlides/notesSlide34.xml" Id="Ra550c981c8ba471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10e21e2ed4f98" /><Relationship Type="http://schemas.openxmlformats.org/officeDocument/2006/relationships/notesSlide" Target="/ppt/notesSlides/notesSlide35.xml" Id="Rf6a506bab42e4c9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8c7f12bec4fb8" /><Relationship Type="http://schemas.openxmlformats.org/officeDocument/2006/relationships/notesSlide" Target="/ppt/notesSlides/notesSlide36.xml" Id="R2773e7425ab3451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c941cee594aab" /><Relationship Type="http://schemas.openxmlformats.org/officeDocument/2006/relationships/notesSlide" Target="/ppt/notesSlides/notesSlide37.xml" Id="Rcbe50c1beda64ec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bcb9c11d04329" /><Relationship Type="http://schemas.openxmlformats.org/officeDocument/2006/relationships/notesSlide" Target="/ppt/notesSlides/notesSlide38.xml" Id="R57c7f8ddc9824e8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4130ecc564deb" /><Relationship Type="http://schemas.openxmlformats.org/officeDocument/2006/relationships/notesSlide" Target="/ppt/notesSlides/notesSlide39.xml" Id="Rfb3e1d8c13da461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a39e7fc0b4aaa" /><Relationship Type="http://schemas.openxmlformats.org/officeDocument/2006/relationships/notesSlide" Target="/ppt/notesSlides/notesSlide40.xml" Id="R26e8a557aa5d483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e1e6ebf0947d4" /><Relationship Type="http://schemas.openxmlformats.org/officeDocument/2006/relationships/notesSlide" Target="/ppt/notesSlides/notesSlide41.xml" Id="R1d69935aafd1423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b7cd594cc41ab" /><Relationship Type="http://schemas.openxmlformats.org/officeDocument/2006/relationships/notesSlide" Target="/ppt/notesSlides/notesSlide42.xml" Id="Raad13b161ac143e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cbd3c4aa64eda" /><Relationship Type="http://schemas.openxmlformats.org/officeDocument/2006/relationships/notesSlide" Target="/ppt/notesSlides/notesSlide43.xml" Id="R6541b513b94c4fd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93b86122e4329" /><Relationship Type="http://schemas.openxmlformats.org/officeDocument/2006/relationships/notesSlide" Target="/ppt/notesSlides/notesSlide44.xml" Id="R85c1ac9d456646e3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05b3a3f9844e5" /><Relationship Type="http://schemas.openxmlformats.org/officeDocument/2006/relationships/notesSlide" Target="/ppt/notesSlides/notesSlide45.xml" Id="R95362732dfee4db9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3d2345bcd4c82" /><Relationship Type="http://schemas.openxmlformats.org/officeDocument/2006/relationships/notesSlide" Target="/ppt/notesSlides/notesSlide46.xml" Id="R167c77083e1b482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669b9fb1b4c2f" /><Relationship Type="http://schemas.openxmlformats.org/officeDocument/2006/relationships/notesSlide" Target="/ppt/notesSlides/notesSlide47.xml" Id="Rf39a8eec82314fc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07924e16340c1" /><Relationship Type="http://schemas.openxmlformats.org/officeDocument/2006/relationships/notesSlide" Target="/ppt/notesSlides/notesSlide48.xml" Id="Rdfa32d2cfb96406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bb2f1e8ee4232" /><Relationship Type="http://schemas.openxmlformats.org/officeDocument/2006/relationships/notesSlide" Target="/ppt/notesSlides/notesSlide49.xml" Id="R6b96b335c6f047f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5ac123b18464a" /><Relationship Type="http://schemas.openxmlformats.org/officeDocument/2006/relationships/notesSlide" Target="/ppt/notesSlides/notesSlide50.xml" Id="Rbf985974918644f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27b10a0584b3c" /><Relationship Type="http://schemas.openxmlformats.org/officeDocument/2006/relationships/notesSlide" Target="/ppt/notesSlides/notesSlide51.xml" Id="R670e040f751648b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e4ceaca3e4d39" /><Relationship Type="http://schemas.openxmlformats.org/officeDocument/2006/relationships/notesSlide" Target="/ppt/notesSlides/notesSlide52.xml" Id="Rf1f0773e80964e3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ae393aa3d459e" /><Relationship Type="http://schemas.openxmlformats.org/officeDocument/2006/relationships/notesSlide" Target="/ppt/notesSlides/notesSlide53.xml" Id="Rd909124abb4a446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6a7de28d74b82" /><Relationship Type="http://schemas.openxmlformats.org/officeDocument/2006/relationships/chart" Target="/ppt/slides/charts/chart47.xml" Id="Rcfe46403ab8a48d3" /><Relationship Type="http://schemas.openxmlformats.org/officeDocument/2006/relationships/chart" Target="/ppt/slides/charts/chart48.xml" Id="R49323649bd0247c2" /><Relationship Type="http://schemas.openxmlformats.org/officeDocument/2006/relationships/chart" Target="/ppt/slides/charts/chart49.xml" Id="R318c0d3a9479440b" /><Relationship Type="http://schemas.openxmlformats.org/officeDocument/2006/relationships/chart" Target="/ppt/slides/charts/chart50.xml" Id="R6972b00251da4ea7" /><Relationship Type="http://schemas.openxmlformats.org/officeDocument/2006/relationships/chart" Target="/ppt/slides/charts/chart51.xml" Id="Rd3629dca6d63416e" /><Relationship Type="http://schemas.openxmlformats.org/officeDocument/2006/relationships/chart" Target="/ppt/slides/charts/chart52.xml" Id="Rec0099b3719e4e41" /><Relationship Type="http://schemas.openxmlformats.org/officeDocument/2006/relationships/chart" Target="/ppt/slides/charts/chart53.xml" Id="Rb397134c20044f22" /><Relationship Type="http://schemas.openxmlformats.org/officeDocument/2006/relationships/notesSlide" Target="/ppt/notesSlides/notesSlide54.xml" Id="Rd3a88eb88057475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0bb3402e24409" /><Relationship Type="http://schemas.openxmlformats.org/officeDocument/2006/relationships/chart" Target="/ppt/slides/charts/chart54.xml" Id="Rfbcdea1cdb6d48a2" /><Relationship Type="http://schemas.openxmlformats.org/officeDocument/2006/relationships/notesSlide" Target="/ppt/notesSlides/notesSlide55.xml" Id="R5796f424a65d45e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5f937ef63493a" /><Relationship Type="http://schemas.openxmlformats.org/officeDocument/2006/relationships/chart" Target="/ppt/slides/charts/chart55.xml" Id="R93dad7bee7464152" /><Relationship Type="http://schemas.openxmlformats.org/officeDocument/2006/relationships/chart" Target="/ppt/slides/charts/chart56.xml" Id="Rbb0c48633d554138" /><Relationship Type="http://schemas.openxmlformats.org/officeDocument/2006/relationships/notesSlide" Target="/ppt/notesSlides/notesSlide56.xml" Id="R3f12a4b18d48492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1cc6831744997" /><Relationship Type="http://schemas.openxmlformats.org/officeDocument/2006/relationships/chart" Target="/ppt/slides/charts/chart57.xml" Id="R4030b15237bf4439" /><Relationship Type="http://schemas.openxmlformats.org/officeDocument/2006/relationships/notesSlide" Target="/ppt/notesSlides/notesSlide57.xml" Id="R7efdde044137454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f1200b6cf405e" /><Relationship Type="http://schemas.openxmlformats.org/officeDocument/2006/relationships/chart" Target="/ppt/slides/charts/chart58.xml" Id="R28ec24af02f542f9" /><Relationship Type="http://schemas.openxmlformats.org/officeDocument/2006/relationships/notesSlide" Target="/ppt/notesSlides/notesSlide58.xml" Id="Ra0490fac0ac446f0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909edfc4d4492" /><Relationship Type="http://schemas.openxmlformats.org/officeDocument/2006/relationships/chart" Target="/ppt/slides/charts/chart59.xml" Id="R92429e056d8346c0" /><Relationship Type="http://schemas.openxmlformats.org/officeDocument/2006/relationships/notesSlide" Target="/ppt/notesSlides/notesSlide59.xml" Id="R65ed8814037d473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39cfc9694425d" /><Relationship Type="http://schemas.openxmlformats.org/officeDocument/2006/relationships/notesSlide" Target="/ppt/notesSlides/notesSlide60.xml" Id="R35f8f37570d34276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21e753b8734bb2" /><Relationship Type="http://schemas.openxmlformats.org/officeDocument/2006/relationships/chart" Target="/ppt/slides/charts/chart60.xml" Id="Ra9ca09370a344d89" /><Relationship Type="http://schemas.openxmlformats.org/officeDocument/2006/relationships/notesSlide" Target="/ppt/notesSlides/notesSlide61.xml" Id="Rde6d82b8cd364296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f88c0ecfd4e8e" /><Relationship Type="http://schemas.openxmlformats.org/officeDocument/2006/relationships/chart" Target="/ppt/slides/charts/chart61.xml" Id="R394c16dba1734182" /><Relationship Type="http://schemas.openxmlformats.org/officeDocument/2006/relationships/notesSlide" Target="/ppt/notesSlides/notesSlide62.xml" Id="Rd48a1f2c9db34355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65f4f1e2c4da2" /><Relationship Type="http://schemas.openxmlformats.org/officeDocument/2006/relationships/chart" Target="/ppt/slides/charts/chart62.xml" Id="R5ec40fc5c35a4aee" /><Relationship Type="http://schemas.openxmlformats.org/officeDocument/2006/relationships/notesSlide" Target="/ppt/notesSlides/notesSlide63.xml" Id="R0b4bd420d4a740d4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ed99c9dc6456f" /><Relationship Type="http://schemas.openxmlformats.org/officeDocument/2006/relationships/notesSlide" Target="/ppt/notesSlides/notesSlide64.xml" Id="R659ebef85a964f6a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F4125-73E7-4011-9707-7A443406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3A1796-5348-4EF6-952C-4E118DD0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13F94-7F19-4A61-9C49-6F4BDB76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7C63E-2631-4CE5-B15C-B3962B39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8EE5D-36F4-4812-B502-799853E6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A293A-C433-4F14-AF76-3E0ACDB9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273D7-B7EE-4F5B-9831-162A9190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056232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85400B-7E01-4C17-A22E-2E9D52A5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F1689-B6E9-4175-8517-06F3E332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B083EE-9763-4324-8168-4D955B8A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AA7AC-903E-4964-B4C8-0FD4B791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D5990-A1EA-42AB-9BBA-41AA2983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4170C7-87A9-4605-9FDF-F2A61190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57AFC-8889-453E-B8DC-A8439279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CE141E-FBBA-4F33-B689-62475520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F2BFE-038F-498E-859E-D5E65A71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F63A8-16E8-4C92-957A-20AF5581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F42EE-15F5-4C57-8213-B220819C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4639A-6884-4405-A562-2047DB22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35936B-293C-48E5-A87B-2906A09E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E0A2E-6AC9-40EE-9D87-9798CF4B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BF02D-E555-4691-8718-D1B33020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23373-5CE6-443E-AC87-4C113578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D071B-AFE6-4B27-9113-1AB3BD6C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2F10C9-F78C-45EA-8D5E-4A014441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CADA53-38F7-4E71-BB37-ED3DDA72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60604B-F659-4789-A09D-D4BD4B12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EFF5C1-AC21-4AFE-866D-70BBF552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R$ 342,9 bi de R$ 961,5 bi de PL bruto; inclui FIC-FIDC.</a:t>
            </a:r>
          </a:p>
        </p:txBody>
      </p:sp>
    </p:spTree>
    <p:extLst>
      <p:ext uri="{BB962C8B-B14F-4D97-AF65-F5344CB8AC3E}">
        <p14:creationId xmlns:p14="http://schemas.microsoft.com/office/powerpoint/2010/main" val="12129731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5ECD4-AEC9-44EA-83BA-B73B8BD1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2F777-A1A6-4086-8A18-5F638BE9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CA9F0-9789-4CC6-AA1C-94192292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0B9116-FB79-4DB1-A0AF-8026D719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83D20-5E7C-423D-A1E6-60560450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2265F-6828-4058-87E9-CA1D746A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2B4488-382A-4CE1-ABFD-C36DB2D5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2BF6E-7EF0-48E8-BFA7-7F3B301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6d77fbb67c44d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EA529-2F98-46A1-BCC3-1219EE8C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3A28C-7386-4B55-BD37-8B8263A0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D7DDF-8EF2-4B71-BAD8-D14FFB53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54c2cbece5481c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b907305e884ee4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98DB4-3D53-437B-AC9C-3E7C02A0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267C6D-A29C-45A6-B4CD-2835780B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1EFAB-E17A-40C3-9634-914D38C6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3492870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AD90EB-EB50-41D9-957F-6CF963B3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21BD3-FD1D-4F48-A1E9-B4113E09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70677D-0BCC-4336-BF79-8BBE0A11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9F5C9-846F-434F-B5D7-495AD56A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AD409-2AA4-48F1-84FD-BA8CBEF7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5D4F23-752B-4D19-8C7B-CB90834C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37705-8856-4A65-861B-D6DFCE9E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8386B2-C4CF-4DC8-9D2B-5A52267D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a8f8ccafe540b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EF1BD-B44E-4E88-8319-5DADDDE6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C8862B-E291-45DC-880A-140445F0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dc749a49c94c6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C91FB-1D11-4CF1-B67D-345BBFF0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5AB9E6-34BA-4CA2-A2F8-A97D8CB3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78D624-E187-4E19-B55A-9B29A4A0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1ED6F-61F4-47A9-9E4E-0B42AF10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2F20F-2564-49CA-9725-F1C9E8CC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11D830-DBFF-4026-86DF-685CDCB5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0A5275-79AB-452A-A07C-A9EBCF0F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6BC60-4975-448A-AA4A-63A0A7BD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C79446-71C0-4DFB-B2F6-6FD09B9B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DBE79B-CE1B-4FB0-9320-2AFEF541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FEBA86-AA13-411B-B159-E1A835B0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DC26F-E428-4DFF-AA9A-9DE56812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2225368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6B243C-E83A-42F8-9539-1224972F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F653C-172A-43BC-B981-86592728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59AC5D-B59D-4168-9141-4CC2CA7B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2FA21-B136-4BE3-B140-9C1F3050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B6B70-D4B9-446A-AB98-B06D9026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94640-4ECF-4A95-91CA-B9B56084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E1C5E-1193-489D-A0A9-56946D4C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F43AF-945A-4B6D-906F-212D5BBE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f7e0478ed6431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97111-428F-4E29-A2E3-55EFAC6D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E6D119-83AA-4C72-8952-548D711A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52379-3005-4C56-BF5C-C5687647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04D752-EF7B-4772-B649-76228C3E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27FE4-0634-4C72-AEC9-4809824A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2BFA40-B60B-4073-BB1A-E0E1C9C9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B55FB8-F093-4922-A2BF-69E5E643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397946-E963-4ADB-A2C7-A35EB687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C20D9A-3512-49B0-8EE6-91666DB0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994D27-84AF-4095-B36A-6227EE7C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A05392-946C-4B77-8DD5-D98B938B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A72C38-AD31-493D-BAC5-8D40654A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6834489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135AF0-80E8-43BD-BE6E-2FB9AE5D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34A81A-A11F-4632-8560-E260A24B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2BA47-F6B3-4088-BAAE-32235AD1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07E6A-A89C-4C39-A6D6-E4D4B46F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C8A1D-D1D9-473F-A12A-D599F7B3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74B5F4-0D61-4E2D-BAFA-56A1769B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B4FD7-0B47-40BA-84A1-A1FCCF71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9D9E7A-3E54-4259-903C-F110A1EA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b42d58a26e463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839679-271E-4875-AD27-32603541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609A8-E2F0-427C-826C-ADD4C4C9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d01820efed429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C8CFE-85BA-49A5-8455-5D2756A2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B3513-CCBA-45B4-BE54-57DD600D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9fe77be601471b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7EC391-406D-4C34-BA0B-9A9D3585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5853268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16246C-3F61-4D14-AFAC-4CE00377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05AC45-C6B4-47B3-A0E7-D23A2101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BB70E-AA81-4FCC-8218-520A5201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F8C238-2950-4ACE-8C6D-81895DDC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144F6-7147-45B1-8C7C-8279AE0A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8072B-3544-4DDA-8EF7-A90D6F15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84982ee8ff4c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00174-6D08-428F-83F0-1BB541D2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32B343-99C4-4DCB-B05F-E5F360B0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7e87b05bce4f0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00570D-F98A-4A63-9433-5F94FFC0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0C59BA-261E-43DB-9A6E-B2F50CAD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60bddab052474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E20D1B-F406-4B98-89BE-D64C3E50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C21412-A4F7-4034-AB1F-7A4C98EB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8297300eec42b3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C30F0-D72A-4E3C-B323-8A27D67C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2FC0A5-4868-4106-BDF7-09F83DFE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25DA26-0926-4F20-BD3B-3A6AE516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ea15b36e824435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0CAC1-9FF8-48A4-ABE7-C3BD6540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AC0B42-83B5-4C85-A4CE-52920004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7193410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134E1A-05C8-4626-9E8F-6A36A9EA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6FC08-41FD-4430-B29C-3469146B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CA4C0-710A-49DF-BADC-BC9D752B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93AEC-0581-4110-B89E-4024E429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23CB3-8AF0-48FB-935C-33B19CA0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908C07-012B-499B-B4A6-926B5AC2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8A7BCD-3F3F-437A-9996-D3A68DFA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6B519F-35CD-44CE-A845-71F1347E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4cc66020a7411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6520D-9608-44D2-B241-151FB86A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D26DC-214C-4DD3-9CF7-76B9325D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2f0021e9e749e2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1e18888c0d4c4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1590CE-0455-4D4F-9B54-5FB6A2D5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A0206-EF62-4728-BB2A-7CE8C983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Cinco propostas documentais, somando R$ 35,5 bi, permanecem em validação; o gráfico reproduz a classificação oficial.</a:t>
            </a:r>
          </a:p>
        </p:txBody>
      </p:sp>
    </p:spTree>
    <p:extLst>
      <p:ext uri="{BB962C8B-B14F-4D97-AF65-F5344CB8AC3E}">
        <p14:creationId xmlns:p14="http://schemas.microsoft.com/office/powerpoint/2010/main" val="19447015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DC885-D98B-4D91-BDA2-D70E6DEB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B751C8-B337-49DA-B9B2-F4A550FD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B76BA-25B1-4B5B-9BCB-E8726DAE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18BFA-E60D-42D4-B0E2-429D39D1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584BC-5305-4A22-8D87-ABF944DF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2826E-5E44-434F-BCA1-BD81EC95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F6FA7-4081-49D2-BCA0-7020F974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A637A5-B743-4199-8691-7BFE050A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d4faa6f233475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5CE75C-B1D5-4B62-9D42-E78CB703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5FE96-42D6-4A5D-9F64-73AB51BB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78de7f96614742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0b79af02e44c1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EFF3DB-184D-46F3-8B06-D5AE6A4C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6427131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753857-2159-4DE4-9662-8576725A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2B2F6-F7D4-413D-9473-CAEEFD69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8BC09-0AD4-4F37-85C6-B23449AD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ECA5FD-1376-4597-97A3-31A6C4D3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F9E97E-A267-4F60-931A-7EA51B64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D0392-6E04-4164-8E68-C93F2CC9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BFF8A-965B-45B2-AF8C-4A820B9D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922CF-CFA5-4A24-A670-0013084F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314c460d1b42b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9225F-8158-4E61-B58B-847B840E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CDB5C-3CA2-49BE-B1C8-15A2403C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125e71ee444577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5018C5-BEC1-477B-94C0-5D07BD79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2592F3-1CC5-45ED-8876-C0F5D40F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0b0e4b00e44a7b"/>
          </a:graphicData>
        </a:graphic>
      </p:graphicFrame>
    </p:spTree>
    <p:extLst>
      <p:ext uri="{BB962C8B-B14F-4D97-AF65-F5344CB8AC3E}">
        <p14:creationId xmlns:p14="http://schemas.microsoft.com/office/powerpoint/2010/main" val="15075384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A2216B-6BA7-43F0-BEFD-6453EEBF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59595-F9B1-40B9-9181-11F61CA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F90DE-2AC5-4CE3-A7F9-EFFD7EDD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3C531-6EF0-4590-BE3B-2D40D0DE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DD7E7-BA0B-4028-8036-E7FF3099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58317-5CA3-4A80-8AD5-8B303968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CF2C5-09D8-4734-9ADC-3D23A299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818A1-5C64-4C40-92E4-E1648218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67637373754a9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56513C-7C84-420D-AF09-D5B22E76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D3C5E-47EA-4FFE-9ADD-6A3C76A7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193F6-45F7-48B7-A495-9FBAA310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9C8FB-3485-4535-AA7F-5D744C9C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DED55B-5F7A-4BF8-99E7-600F1197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C2BCA5-4361-458D-B9F2-EF7C4933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C7D16C-7EF8-46F5-8103-650C0618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6FCD68-81BF-4D85-A462-57B778D3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8C86D-1A8F-45DD-84BF-63213001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C70C1-0E10-4277-8387-E964DE6E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70E8F-BBF7-4511-A2A4-72E1988E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58489D-2AD9-4567-A051-261AE3D4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EEDC8B-FF31-4EF0-B87D-0790BC1C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602FC5-275A-40F6-A7C8-93B058C9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FF1300-9A92-4302-A99D-15CD5B36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B31712-9766-478C-AE97-7A434576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534D6E-B5D4-4069-A8B3-5E6EC7CD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FC389-A274-4466-B367-F75258DC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9DA368-4C11-44EE-9CE6-894CC19A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EC3664-3A50-4BF2-B489-6E75C631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2CD960-1DC6-4CCC-A61F-2928AF25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8532888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FCFF9-B68D-43D1-9455-631CEC40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1D1CF-982E-4FF0-82DC-1C5ABA81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2DE9F-7CC0-4EB2-A1FC-07AF8374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65AE7-3BE3-4FE6-BE7E-934D1EE5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F8CCD-920E-4E8D-8654-E1C242A0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ED9B5-E0D8-4941-93FF-2CF0ECE4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976AD-553A-4916-AF28-1D56ED1B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1F446-9CDA-4EC6-81D8-5C758862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e2a2f770914516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3b6693327e4cc4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753D3-90C9-4A2E-B243-707EA295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8CAFC-1C12-4C19-A8A7-4DC09981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9585DC-42E6-4E52-BE12-B9A3AF3A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B480B7-0F0D-4482-8C1C-E0860239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292C5-2042-4BF6-8366-77254605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9433650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447BD0-2888-4961-A1CE-B4FA5B81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64D24-D964-4E61-867E-430E06E6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90458-13D0-4934-9D3B-970537BB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F491A-4777-4B1D-9796-E87EDAF0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61963-753C-4D77-848B-0B33AA78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64558C-4C6F-4E7E-8565-0515F194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382C5-4F13-44C7-B8EA-6C2B493D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E52DA-3894-4C66-90A9-4B09EB93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74ef85cf9148de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87aaa3997a41f4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5DD49-BB36-474F-899B-BEC55755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54075A-4738-4D98-9C60-9AAD5EB3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15C6FD-56F5-4E2A-9019-B829DEEC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91F26-4EBD-40E4-A6F6-449F024C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AB473B-A4F2-4F42-8C9C-2FB0081C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8488232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69CE8-2D81-4171-A87C-A5108F09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3129D-6759-4F70-9921-83F09BC0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68B481-F9C1-4BB3-9072-A4A790E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26F2D-634A-4B3D-ADBD-D4E9C04F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0AE3D-7503-417D-89F4-F3F80CC8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C259A-FD4A-479A-A21E-9A8A852C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1D2228-71D0-4605-89AC-00474745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74300-EA80-4089-8904-CF6DF730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b57a220e27405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677DF-CCA4-4F18-A6F4-028D69FB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EA269-606D-4AC1-8676-AF0704D1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04e91493f84bb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9AA15-78D1-4FDF-865C-ED89DAEE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78877182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A7582-2B19-4584-82A9-2B805235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AEB28-E638-4E2E-A47B-64B30C94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21699-EBAD-4A08-B8FC-8A64C955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A9D829-B038-4705-9B12-234D09EF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DB0AD-A3D7-4240-8348-8F4BFD02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6DE96-EE9E-40CD-93F7-A539DB68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086E6-C362-407A-9DB3-837CC0A2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89458096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33254-BEE5-4DAB-86A6-2359D25C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787AD-CA27-400D-B832-D14DA01A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318E7-C762-403C-BDBD-7E23A41C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EB002-5690-43A9-9FA6-9E7F14AE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249EA-C572-4FEC-A0D6-1040EBFC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85280-6966-4A68-B457-7F58CB85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60403F-3217-4C09-947F-E8C2FA7C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799D5-B384-4883-BC0B-7060CAD1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7FC9A8-E520-4DD1-8A56-E8D7AA2D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79486-23FC-47F5-ADAD-77A0146E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D3F98E-7782-49DF-BF15-BFA7E91C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6429548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5037FC-704E-45E3-9AD4-0EC3EE5E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7B2DD-6E8C-46A1-8BA5-93BD0E8F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FE5AB4-7232-4E4E-9285-71C8E3A1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870F02-03FC-4E56-BF95-B8A8A412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C09575-3746-4DBC-83A3-0885FC1C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58AC8-9ADA-40BD-81BD-8EA19D00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223FA6-7254-4F92-93EF-72DEBE84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75E805-4537-48AD-903B-9C6B15AC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2ef9e4eff044e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08A27-8A81-464F-A486-13F48C99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33D581-DDA0-418B-836F-2607148C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C28F9-8581-4A52-9F31-80AAA0F7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4f8e40d0b34e2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FA06B-3D7A-4892-A3AC-FE21C435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1B2AA3-E406-4BCE-BEE2-000F2149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516C0-E072-4877-9C74-84D1E9B8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1d5d8117be415d"/>
          </a:graphicData>
        </a:graphic>
      </p:graphicFrame>
    </p:spTree>
    <p:extLst>
      <p:ext uri="{BB962C8B-B14F-4D97-AF65-F5344CB8AC3E}">
        <p14:creationId xmlns:p14="http://schemas.microsoft.com/office/powerpoint/2010/main" val="14173757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5B6ED7-C7D0-45D5-9FDE-51EE9691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352FC-B15D-4DDB-A7A8-4498F288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2B363-DF23-43C1-88CF-CB7EFB14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31EDD-A436-43B4-A06E-7362FED5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BF5E8-D8EB-4C91-8A8E-6778385F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8F3797-0E66-4243-A948-45D977A0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437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01860-F01E-42B2-A412-DF374766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353B5-6953-4A84-990F-EF3A7642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do Tipo literal Outros; 9,7%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3D6AA-465D-416A-ADD5-FFE04E92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DCB9F-F9F2-4C20-9D0D-6336B068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07540-92A0-46C0-99B5-B951CEFA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2417A-AD4D-4836-925A-E6156AD1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4571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EB0AD-D309-4E18-BDCE-7F417456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EFA26-69BA-43A1-9A43-5BEA216A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R$ 32,3 bi · 37,3%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1D98B-7524-4782-8293-3F58C43C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270A49-266A-4F29-B871-0960ED5A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9CCD0-B738-48DB-95C2-3014E574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7814A3-4A1D-42AC-86A2-E51F56D6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VERMILLION I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GV ATACAMA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SB CRÉDITO MULTISSETORIAL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ROYAL 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SEVEN POUNDS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568438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D41F3-EB51-4B8B-96DA-24660A02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34442-262F-4602-87F1-A7A78BDA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R$ 121,0 bi · 64,0%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626B0A-D7A2-4EA5-9304-30A79746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96051-5656-4A3F-8D78-FB88A426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ECA18-40D3-422C-9C12-526046E7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3D7C9-EF47-4E26-AD6F-4ED0FBEE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integrantes do Sistema Petrobras que cedam direitos ao fundo; o regulamento não traz lista fechada de cedentes.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nos documentos selecionados.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Comercializadora de Energia S.A. — CNPJ 34.475.373/0001-30.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comerciais e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Listo Instituição de Pagamento Ltda.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588003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C487D-80CD-4FF3-9FDA-4954E2B7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FF43E-EBE5-4AAC-AA94-E208D80E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R$ 120,8 bi · 48,6%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14F9A-5393-4667-9E66-6C0C3B49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BAC77-B554-48A4-8F56-6ED8A962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BC26F-D857-4576-96BD-94ABC472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6E89D-C275-4598-9B86-23CA31FF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 e instituições financeiras parceiras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Crédito, Financiamento e Investimento S.A., como originadora e endossante das CCBs.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Instituições financeiras que concedam as CCBs; nomes individuais não identificados no regulamento selecionado.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 da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Instituições financeiras que concedam as CCB; nomes individuais não identificados no regulamento.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Usuários finais, clientes e estabelecimentos subcredenciados do PicPay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 titulares dos instrumentos elegíveis; nenhuma entidade única foi identificada.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 do Brasil Automóveis Ltda. e Renault do Brasil Ltda.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Instituição de Pagamento S.A.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METEORO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 EMISSORES DE CARTÃO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Instituição de Pagamento S.A.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CLUBCARD VAREJO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PHRONESIS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no documento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SCD, Stone e afiliadas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003208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928A8-3BFD-4AC3-8DAC-938C6462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9CE34B-D5B8-42D3-98A5-E9A16943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R$ 89,8 bi · 25,2%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00979-3A52-43A0-97C3-1620B5CF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8E1A5-EF8D-4A1E-8A02-C38892BA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3311B-6FD8-48A9-B361-959920E7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CE85D-7AC6-4D39-A883-3BD1D66F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único expressamente identificado.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 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credenciados, representados pelo PagSeguro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 Instituição de Pagamento e Serviços de Pagamentos Ltda. (originadora); estabelecimentos (cedentes de recebíveis de pagamento); instituições financeiras parceiras (endossantes).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 ou cedente nominal no regulamento consultado.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 que cedam direitos;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 BMP Sociedade de Crédito Direto S.A. ou outra instituição autorizada (cedente de CCB).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 localizado no FundosNet para o CNPJ consultado.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 ou cedente nominal no documento selecionado.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 recuperação judicial ou não;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 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 cessão; nome individual não informado.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467428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ADFDC8-8CEE-49CF-B20C-8B354E3F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3B701-ED39-4000-9B06-31B6B54C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03DE5-E5B0-445D-9A30-A1918158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856D2-BF0E-4243-9F4E-50126435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2F45D-7E1C-4117-A26C-F22FF1F8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bruto, inclui FIC-FIDC.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08DE0-1CE8-4BB3-8699-0569481A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9a0a5abfb94cc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AC198E-7645-45E0-9706-BB6F84F4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38EC22-6940-4457-9974-03C98D90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18944-584F-4AD5-90DA-3976A63E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062FC5-9261-4675-B30B-06EA1F9D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E8B51-5778-41B4-B479-46FA67E0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138DB-B16B-4BAB-8A40-9FD3AE04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F69DD6-1750-483D-92A1-9DC71E69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AC537C-898A-423A-B07D-B39E45FD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9F2B67-E86A-4BA8-96CC-AA546934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F6320-31DF-48DE-BE30-7117A58B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0F3992-17DB-41C0-A68A-2151AA11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11A6CD-20DC-4B55-8ECB-EBCE60CE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F9B92-8E74-49D6-A1B0-20B8F1ED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5F578-87B1-4ED9-B501-50B38AD2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E571DC-DA75-4240-967E-1104F0D1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B77458-6BD1-4AAF-B985-56E2121E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00D46C-B6AC-4544-9401-D5487169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326630-C519-436A-B096-343975BF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3105A3-F616-42AB-B544-CFCC2BAC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ADB79B-E7F5-4E8F-8699-5E5FC950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1DCD83-FEFC-4B28-98B7-17481A58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8160519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C265AEC-A52C-4669-9700-A378136C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3529F-A442-4FA1-8BA3-6237BD8C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A9647-B0C3-4EA3-95D1-2B0416A7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F1C62-C265-4358-8F41-A7029328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5741E-BEB9-49EE-9CB4-F5044462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BC62C6-F999-468A-A4EB-58BFACEC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9FA2C3-0AA8-48FB-81CB-10AB76AE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74D40-3024-44EA-8BC6-2BED37A9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1C124-9810-48EE-890D-23109832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440FF-CDC0-4840-BF1F-C2CD6505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6CEA0-7129-4B3D-9B9F-E353E328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52F36-FDCB-441C-8198-BDDDBD66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A6A90D-878D-43E0-871C-02A1CB33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02122-8F3B-4998-8DF3-0EEC2F2E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1D82D-818D-433C-B646-B5361EC6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7C7312-D344-4E1A-8C14-B83CA7CE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EFBFAA-F887-46B7-8220-5132C25B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004504-F140-4760-845B-78C586AD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A3A06-DB88-4A04-9B9B-0CAD64EB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9F5AAC-168E-43B9-ABF0-9021660E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66B4E7-65C9-4A06-8042-8FC6881B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DF812F-E369-40DB-AD60-3C570C49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BAE71B-FA04-49F1-8B01-7065217E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420021-DEDA-4B66-B020-19E57075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528FAA-1FA0-4D85-A3D1-A3B2D10C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BA82D4-A89D-4E7E-A159-242DA255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BCD967-F9FA-4CA7-B872-52BA2A3B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D6897-3C98-4979-8C01-E65FAAB0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B471DD-3825-48C3-9104-B6B16F5B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B956DD-AEA2-4FE0-8CF6-5951958F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E3CD23-6E11-4D64-ABD6-5337217B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D0D5E5-CCAA-4623-9F5E-921060EC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925961-6657-49B3-8F74-611C3605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21A075-CEC7-401F-83EE-6C7FDE32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866C5C-B81F-42D7-8DCD-9E0F6A3F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25DB82-A13E-4BD5-AC3E-532FEDE5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E60FE9-41DD-4BE2-AAB0-AA9851E0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1E59E1-7D72-4C1C-8FBA-9260C18C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FD855D-85D5-40FE-8771-D01F06E9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11EDD7-2E52-48E3-A872-DEAB6D02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B07281-4A3C-457B-9197-C24D88DE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00776A-01D1-4F18-BB3B-B8F95B3C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4087BD-D9DF-4499-9D3E-1FB7C591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89700A-5755-41BF-B85A-2BE3123B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3D94C9-DDA8-45C3-A44A-0E8EF467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3FAE00-CC5B-407C-9F77-78E6DA6C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49A9903-6207-49EF-A6A9-C57AF3BB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E9701E-0978-4460-9089-16E16E9C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0B79BB-6367-4412-A505-2D2318B8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5B85837-2545-48C1-8063-5E2EF0ED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C581DDB-EE36-4EF8-8BDB-730509C8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C2A298-1218-43FE-B1D1-D5A5F4F4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E798D7D-0FBA-488E-8D27-5F89267E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961E47-81C7-4C9E-BFA3-BF6A893A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7C0C02B-D0AC-40FF-B2A5-B77ECFA6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DA2A0B3-6AE3-4CE3-94C9-CB9B05F9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5506B95-7AC7-4F7A-8A31-ADD84472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E652D8-CFE7-4934-A1A8-A3E68B4E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186662-04B5-4702-A919-DD3BF81B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28B731-4A4D-4BB9-82A5-9E8DB6F6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D97ADCB-236E-4E01-ABBA-129874D9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9F62A26-180D-4786-9DB9-A831071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85C81D3-2D7A-451D-A55B-112965CA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33080C0-8449-4B91-9CF4-7879299F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EE34778-D6CE-403D-97FF-79F8465D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9AEB09B-624C-4DC3-8E6E-33674167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D8D635E-7D33-40C8-AE3B-DE9F54FE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FCB60B9-BD45-4BA2-88B1-F112F90E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A569438-CC7D-4195-AF8A-A3EAF866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5A254E9-362A-4840-8DE5-E59CA0DD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51E70DC-7BBC-49BE-AD91-32FBEAD6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C6293D8-B6C0-4475-87D8-0748C33D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3AA646E-A92F-4D81-8C37-161CD041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B02E78B-768E-4DB9-840D-3F3896AD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1674F40-3051-411E-ABD2-A4FD689C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CE2B849-A85C-43D2-9B15-C1CC2A01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3A2E435-409E-4BC1-B77C-C5EBA3C2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24E142E-6FDD-44BB-A13A-E7970D60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5D14C78-B14F-4623-A0B9-590FBEBD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77873522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9349BF-7D61-423A-9F59-0035F69E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D95D3C-31E1-4899-9D8C-E46BC760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09515-C059-45EE-AA2A-2F4B2403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BED71-AC83-40F1-B5DC-2B981A2A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94D5C-A5F7-4CC6-BBFD-B33E8A36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92EF7-D63F-4255-A15A-CBA14655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855CB-00F4-46D6-85BA-F07EB8E6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A2B7A-03A4-4E6B-B74D-7D8B8FB8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98dbe1643e438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709DC-DAE8-4FE5-AAC1-903D633D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C14794-74BF-4EDE-830D-BACCFB45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65327c42c74840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39c58c71eb415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9528A8-0B53-4BD3-866C-41A15DA0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2CF2F7-6D54-4471-B68D-F89AC633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5746777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F9B81-931F-46F2-AAF1-4FD6DFD9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46D92-14BF-469B-9822-BE1238AC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36B4C-B839-4BC8-BB2D-B71C01FE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F78CF-19EB-4D97-B074-D845C522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D46AF-147E-47F1-AA78-01861FB5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E8BBB-84FF-4CF8-A01B-D8235B19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A184C-B17D-4200-AC28-46F197B0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8958-2FEC-4322-92A8-26113270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9db7e5594d483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55663-62D9-449D-9524-C80467C4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A27F3-0E52-47AA-9BC3-B9A8D599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f5488c94cd4ac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C4C2F-1C19-4D23-A57B-2784235A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DA7099-A8CB-4AFD-9E11-51BA8293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3b7369822b4bc3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8543fbc8c474a5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9CB41E-E7CE-4E0B-BE1C-675DF8BF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5E3B30-7132-467F-ABCD-C2CB23DE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026D2-9D67-4B8C-83FD-051D9FF9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607EA7-5144-4254-8CB2-90D8442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6205F4-9EE4-4833-ACA4-50F1F442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BE3CC-77F3-4264-BCA8-8AB4C647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8DE89F-F13C-4A54-B60E-173665F6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B908C9-D924-49AE-B462-182FEACF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7C1D6C-CABF-4304-AD87-0516FDAF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163614753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8519E3-2C09-44E1-B5D0-DEACB107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0C99E7-AD5D-4046-8944-D25E9FA9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16150-569B-4014-AA62-AC231C95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2D266-3C30-4B0A-A4FF-C7B367F7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4A079-F6D1-45FD-B878-36BB9518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35D7F-EA06-4604-8F63-84F06B2F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5E889-70A8-4669-B6B1-55CC4171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20B3B-DA9C-4461-A364-CCE7ABE7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7b4b3f2cbb475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C4581A-011F-4ABA-90CC-120F1178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034695-03AF-414F-98EC-406E5AF1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eccacd7a5d4f83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d61be6c9b2463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38C5E-C7A7-41C2-B7F0-B22578FA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96DDF-C12C-4EF6-8ABF-02CD2D4A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AB58C-E592-41B4-8936-3D2A4304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f10f719c7b4b14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F3AB7B-1A79-4058-BCF0-D832BBF1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722216-BFF8-4F55-9F0F-166332D2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dd22f7c06d4643"/>
          </a:graphicData>
        </a:graphic>
      </p:graphicFrame>
    </p:spTree>
    <p:extLst>
      <p:ext uri="{BB962C8B-B14F-4D97-AF65-F5344CB8AC3E}">
        <p14:creationId xmlns:p14="http://schemas.microsoft.com/office/powerpoint/2010/main" val="4098863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152ABC-F839-4E0F-A46F-B5F3272C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4B0F2-D4C0-47CF-A68F-F6DA1FF7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384327-4AEB-4A0C-A03A-8CDF6360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4CD272-29AD-4427-8124-0DA4DDF9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2BC38-2078-42FA-A2A0-8D213EE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69AD14-EF28-429D-8A43-27FC68EB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3255E-5E8F-43D6-8D09-23C17CDF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836D8-1466-4943-9150-C01F43BA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8EC30-C12C-4712-A723-4647E371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86CEE6-61F3-455C-ADED-2808D35B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26854C-0321-41AC-9E2A-1A1C882C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C66B0D-8800-46F6-B388-956F9EEA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DD2EB3-989F-4050-A7A0-47F6E4F0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96446159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11B20C-FC87-4257-841B-F5A982AF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AE7B0-4ED5-412D-A014-6DBCD86E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3E646-E977-49E7-BFE6-DE9A5E3A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E4A09-AB15-468F-92BC-EA884A03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7E238-FCC1-4D09-ADFC-14D6167E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1F23E-3726-4030-9D99-259CCB35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4434B-13EF-44AB-8513-81903B3B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51A43-FB88-48EB-86BC-04807BB6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92A00-93B5-414C-9443-5FB92FFC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710A5-1E4B-410C-945A-BF46C28E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1D3831-B94F-4084-8698-78E6C3B0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36DD0-E6DC-4687-B9F8-5B7CE490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265A9-2A12-4334-A256-DC1526E0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35044504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58B4A-F4B9-4959-AEBB-E8CD9180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6F177-77AD-464B-AB3A-66746454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F2FEB-9E81-4F23-8B2A-BEE24A76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8E381-9970-4E29-B38D-DE0CC578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EBBC7-CF04-4AF6-8283-E881C10C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ADDC2-0870-4ECD-B2CC-CCDC39B8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34E99-E5EC-477E-8EEC-572A0C4B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8E085-3E0D-4454-A488-7B48C153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91149545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6AFF75-87F3-485B-99DE-144FF144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4F5B9-F17D-4050-AE0C-E9363C31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E74F7-7814-4D3F-B9AF-C0CA3BDC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68131A-5EBF-4EE2-8529-2D2A1392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22AA9-889B-4374-AF11-E7A40F49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7E1DB-0A0F-4B4D-BC57-F275D489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ED676-F96F-4DE8-9D63-999B4A99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94D10-AA0B-470E-B85A-A0FF636B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8B110-49FC-4A9F-ACCD-15AFE1E1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6BD87-6B4E-4033-A6A5-F0DE2BB6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D1115-2FE8-4666-BCF8-C04B8190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CB863B-41AF-4499-B083-FD5F738B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452B2-B481-4F5F-9563-B7884156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300FC-1F57-4C3A-9F0D-E927AF6F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B1BCB-F537-4441-99E2-C8F118BD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67588-D5B3-4D25-A173-F733E174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71403B-8088-4563-A0F8-63A6376A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7B795-80EB-461B-A1FC-AACA22C4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C4FB3-84B7-43B4-8031-F899FD76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40BB1-24D4-4220-9E54-3C64D3E5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CD89AE-6659-4B66-B8DC-072C4856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A44492-0869-4DD6-B524-17B965A7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AEF049-146E-4EBC-99A1-E75222F4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65,7% dos R$ 78,1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26E34-29B1-4A4F-BCCA-7ADDC68E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5C4CB1-6BE5-4EBF-A152-D32985A6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6ECF05-D8F1-40A2-B933-CE1AED16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8620F4-D1CF-42A0-A451-027B073F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5786744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CDF7802-9C7E-4213-BCB1-0A3B7FAA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4D694-66AC-4C05-B4F5-0D236C64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285B9-EB51-4806-8B45-86607042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0EB73-4C49-4B49-98A1-3A05C707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51D58-8AA1-43A8-B830-95FAED3A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D5B9A-9748-46B8-BB24-BD87D1DD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74337-DCAF-4CFF-9635-520A5763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0A6C58-1677-48C2-BF42-81F06A9C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DA6CF-B5E0-4FEB-B03C-61FE1EF2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F87A07-4A2D-45A5-8769-F25F2AE3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58841-1374-42AA-A972-ABE2F4CB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7DCC38-DBEC-4AF1-B7F2-FBF4C2A3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86EBBE-DED2-4A7B-987E-7AF952A8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BE696-48C3-46F2-BA03-3AA02771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EE8CE6-D69B-491C-930B-C748D3B5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8B223-7073-4B44-BA29-94B79A77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AA1C3A-1D4C-469D-AF66-3FCFF860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B9138F-5A38-4C28-AE82-4F8AF757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7BC8A4-EAB3-4D05-9AF1-8814CEC5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4A841C-DD0F-478F-9896-DA55D087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A535E-52B5-4572-903F-1A17C351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CF161F-B615-4C01-8D15-FB11AF2F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C588D-58A6-4C51-BBDD-CB8E7F8A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19A2DD-02E9-4F5C-8A2B-D11FF749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9762C3-C8F8-4B39-B8EF-AF9DF19E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038B84-FD33-4046-95D3-CBF885D9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234FD2-3054-4024-B1F1-A6E53AA4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FA4E5A-D777-42EC-835A-501492C7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EE4E56-DF43-4DFB-9AF4-977A8F84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F285C6-3FFE-4EEE-B49B-E1037691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FC18C7-284B-4DFD-A863-B4E7832B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21C1C4-29EF-446E-9FB7-BA8031FB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D93FD8-390F-4510-8590-B98B6F9F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D53791-7C3A-4088-BA27-85521657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AF2079-998C-4BDA-B37D-D56D4528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inclui FIC-FIDC.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B0175E-3E37-46A9-9A5D-B4D8D488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95A3ED-25AA-40B1-BB58-F32D7C0D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CA0279-19B7-4400-A931-17044177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DD5165-193F-47A4-AA44-EFEEDE64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0A00A0-BA6B-411D-817F-857086E2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EE688F-9C80-4AE3-84AB-C7F493ED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80E347-AB6A-44C7-953C-E79FAE5F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D9D8F4-25DD-485F-B357-08B38ED0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E5B2AF-6BD0-4520-B204-3B2139D4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1EDF4F-09BC-4FE1-B660-76D40EA2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70787285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717863-6F93-4E33-9BC3-76F5AE6A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5B9AC-1330-498E-ACB4-2BC94BFE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23F2B-FBBA-4654-AB64-A3E48B4F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C1138-9F18-42D6-A3D7-DBBDC070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E18F3-CC5F-437C-B622-5CF9F133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735B3-5192-498E-9698-285F1FF9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2200A-10CC-40D6-B52B-B28409CB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89F07-073F-4A15-8460-7A28BDB0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71EB3-3019-49DD-A7FC-C098AC3F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253D3-7D34-40B4-A62C-30680A38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AD1DF-9875-424F-8476-BE0097B8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77695-4748-45AF-BB2D-619E7421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AB84B-5561-4F01-9BD1-D2B4A822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D9C44-ABBD-489A-88C5-A2EFBED0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CC843-DDD5-44F6-A7B1-C86AE3E0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4E6AA-E1A0-4D27-837C-3E1FD1D2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B3E5C-BCF9-495F-B083-F40E32AF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A1D02-A203-4B85-A458-F3473C67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39A37-4E43-449D-AE86-2308965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8083ED-631C-470B-A3C9-762EE9B8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43920-4E50-4921-9850-758897FC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3474BF-663C-4175-906A-109A11CF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8EF596-1D87-4164-B8F5-D8E4C281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DF751D-CA79-41F9-9745-3440948C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9DE65D-5FFA-4811-A331-BBCF0D33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6CF9E6-A425-43D6-A766-2D0021EA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C517F2-527D-49F2-B648-AA72EF93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6888BF-1BC1-4C60-AA60-E3536C02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BE6706-3BF9-4BA6-9225-7BABCB69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75585878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1E663D-0E18-4F52-93E5-BC21EE7E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CE21DC-2693-408A-8BEE-5B29D53E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BBF0AC-0C60-4C34-8187-185E098E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75B0F-993C-4226-92A6-318206AF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93AB3-AF12-4376-925F-AA750EBF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9A443-544F-4FA1-A6CA-8A5DD5B3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F0A60-81A9-4CC7-9291-A8466718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08157B-370E-46C5-892A-A34A7548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0FD41-2A2D-4354-B991-10E72BE1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FD690-A46E-47D6-8CF2-56657CFF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E2BA4-A88E-446C-87F7-D84F532A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36A72-5963-460F-9DE1-00F261E4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7CD0E-D61A-4EDC-B25C-05B388CA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BDEE7D-F360-4BE3-B6F1-A4994027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4DA5E8-3FE6-4C99-BF73-007D7645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CD4FBF-B350-4C56-BB86-E18C7E73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A23B64-7FD5-4202-8294-73E38401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BDE81A-17DC-4F76-A784-C528DC11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669246-81E2-4A5C-B30D-2E6246B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F14718-DA4F-4616-A1C4-551B516C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637AFE-3E39-413B-9AA5-6FC028C8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259ED9-1E0B-4879-B1AE-89F51E39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AFCCBF-F720-4478-8D03-3BD7B50C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3E447E-ED75-413B-8124-9DCEE8BC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0E8DBE-C445-49FB-860E-E7AE7B9C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259B99-B275-420B-A8D8-64ED8DB9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3B9AB5-E9E5-491C-9C2F-646B4AF4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EC74A9-AD5E-48AB-A4C3-CFB692A9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EF0C1F-4724-4342-8382-C7078F93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17726709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39DBA9-12ED-4F88-93FE-52F086FD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366AB1-DA6C-4849-ACC7-8F8D9D7A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93BF4-1F99-41E1-BC23-282BA680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72C16-E81D-46BD-A53F-09002730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DDAF7-D41E-4449-B340-FA420FDE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B33A0-428E-4545-B229-21E0CA0B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3DFB81-DFA0-4658-92D7-AE8DE953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B692E-C699-482E-8959-EA377371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D5F3D-4D4D-4335-81CF-1E8BE52D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2A790-4295-40E4-B91B-25BC98CF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2A908-5BB3-498C-9CD5-5B9F005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B5545-9268-4EA2-9C1F-AA2170C2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5BD067-CB37-4B2D-B3DE-FC1839F8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39DC56-0D6F-453F-B5BB-93E2199B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790D7-C942-40BE-9C78-79B99168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4C3AF3-0CA7-4F00-8D1B-B6D6D6A0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476EAA-1564-4212-89E7-5551ED25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671CD9-CD5B-4F20-8644-24BB1D3D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B06585-DDC1-4BAC-AAC3-B69892B3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18F50-E4DE-4558-B990-E35008EC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2C73DA-FCA7-482C-B1A7-ECF98CDE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FD5DC2-0A32-4B13-ABBA-F82B6819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65E2C-234B-4560-A53C-4A889F63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133ECA-1402-45E3-A85C-37BB811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92B1A-A460-40B3-B901-06A901A8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35656A-4E19-43F0-9142-A272AAA9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CA248B-F970-4814-8098-A3D4DB13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539E82-C536-4C9F-9770-E62F5F21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C266BA-41E8-4837-A8B1-3E66C248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20138723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6B0E3C-1B4D-470F-935B-5F95912A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7B134A-D6DB-4D4B-A190-5F02ADA0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2F35E-B2A3-4E8F-9D4D-962DD322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1A5F1-68E6-4AFD-AAB7-A7CB90E7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A51EA-9EFA-46B9-842B-10EF6680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C920AF-8634-4425-9ADB-78DD6347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32DEC-87A7-47FF-B4EA-E104A5BF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382F8-71AA-4013-9918-99CFA77C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BAEEC-9320-4483-B9A0-3588A910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9B9E1-B9B5-4D47-89AF-7481C6EF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46106-5E95-4F97-8F5D-7D929F9F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61079-2046-4980-8DC4-E65D599B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C0038D-3BD3-4613-8EA4-7C5F097E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2070C7-8C86-47DB-9AC7-16E33D66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31CBC1-94ED-43E0-9813-5E375881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4AC3EC-14F6-48B3-880C-9812EF85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098E6-EBE3-4B1F-8916-D1799FA1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8FFC8E-F07A-41CD-A619-3ABCC91E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2787D9-CC93-49FE-9A9F-6716FB96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D21CDD-E070-4967-A37B-8943AB73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E7AA24-66C9-4B16-B08C-1B71D6A1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577F0C-89EB-41D8-9601-40698B24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E5F6AF-C7BA-4CCE-A6CD-BF9C5E68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DAF6EF-E491-4D70-B75C-B4FCE519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E62513-A43D-4D65-B24F-902880EB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6D7107-44C7-47EE-BBF0-DCE97CC4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48AB80-FAFB-4A3C-A008-522BB4D4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1557DE-DA7F-49C2-A213-225621C1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554CF-90FF-489B-80AA-7B78BE3B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2715907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79EC7B-8A7E-454A-A255-D9D228E9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FA15D-A5FC-4F07-933E-05825119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36D67A-BCF7-4BF3-B8F3-C9B5A1A3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2F456-565B-4A3D-A89C-EBDC8307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1A640-3F42-47D0-A910-B7A10B9A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B0473-184F-4ECE-BC4F-AE9E8FE7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39FFA8-85DB-4153-9F0A-CD75CD64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F9C76-8EE5-42BC-B407-3BDE3766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9E7C8F-183E-4240-ABFA-B7B23A7B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592948-C9B0-4FB1-A84E-0A596346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B464C-B5F1-4318-9834-6E017CA8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EA877-8DAE-453A-B757-15177B79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3D7678-D95F-41F4-9E3F-65852B3F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C5B63D-D42E-4D8D-9E06-A770F046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882B08-2130-47D8-B23A-15CB7EC1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FB08E5-5EFC-4BE8-A50C-A00B2107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382B6-3C52-45F5-B7D2-6F12EBB6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9491E-50D2-479C-B564-4BBA240F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6069E-21C3-4B50-B402-67842D2B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5AEE34-6336-4D95-B784-83A680CD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4A709E-6D17-45FD-AEF5-6293F346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CCDFB3-A68D-4866-AD05-7FD4131B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40C0A9-EA1F-401E-9FD7-D05F36BC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F3D17A-B927-4009-AA9D-2705FA16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2F0ABF-51F9-493E-8CA0-C3FC77C3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0F737A-0198-4083-B052-1A2A4554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E99D35-0A56-4310-8B83-083F98DA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BDF1F1-70B6-49AF-913C-82ED0D8F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13B2FA-9723-48A7-A327-270E57D5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18517814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35B70B-7FF0-42F9-826C-80E04E4E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8A66C-0160-4BEF-ACDC-CB56777F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4278C-17E0-4E9A-8957-E12AC17F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A1899-580B-4D2C-8C10-3523B142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79C04-CEEC-4A9C-A350-5EBC8AF3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82BE5-FBD3-44BD-A715-36609EE6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79740-F4F7-4495-8634-23A08EBC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EDC21-A76E-40C6-BF02-F813B70E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37CAB-6762-45A6-B4A8-17D2D010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2B804E-C374-4664-AD2D-0D16777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842517-D71C-4DE8-9252-4DE78D61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8D3AA-F18E-4C96-BA37-04BCE91A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7CEE15-8932-4D3D-A8C3-3E14549B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58AA0C-F2E7-433A-B2C1-E6168C8B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A6101B-CCEA-43D0-8E71-BCA80DEA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CD294-F736-4189-AB2C-3AFBC9FA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19201F-BD3C-46D7-8F29-D1A9B509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12B768-9B08-4435-BFFD-D7265FC5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421734-950C-4B8B-BFC1-3D1F3FCD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12AF2E-784A-421E-B00D-B1BE1EBD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F367B7-B87C-4B0B-ACC4-110F5C3B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A60092-CB6D-4CF3-A235-19CE998C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A0B568-4DAE-48E0-B6B8-57AB7E62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F0EA20-C9FA-456C-9C32-434F91B9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C789CB-0E27-4DE1-A3B2-02A85D06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F77770-CBC0-46C8-AE3B-A20ADDF5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EE2E29-C346-4064-8942-678333AE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F755D2-9355-4C47-9572-5B52E6F3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C93AE6-C95C-488A-B5C7-EFD850F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87837402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6CFC7F-A9D0-4D13-9CC2-997AF06D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5E8CD-31F9-41E1-8592-0A402EE8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C8BDA-9C07-4AB9-BE60-156C2371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28C6C-E91C-4492-8FB7-F65E99E1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2E047-E0E5-49E9-92C3-8F7DA9AB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C8B34-02C0-4DAB-8E89-9817DE29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10997-9B2A-4B87-80DE-29236496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5C142-6E74-4E86-B70C-348DD9AF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385F3-F000-40C6-AA57-CBF477D1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F40292-D03F-4EE0-AAB4-4D89CD8A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FB61C-7BAA-4FA8-9D03-8AD800B7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FBD4CE-F36F-4C79-B7D4-31B7FECF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B89C4D-88B4-4AA7-8BC9-02DD2BBF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4E3609-758D-4C55-BDD9-D234DCBF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859481-5107-498C-BA5C-A607997E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71AE7-CBB6-4D92-9D8E-F3678026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E750FF-B563-4D94-BCE8-F408DC6E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CDF7F-233B-4EF2-BE01-958EB0CD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E7500-ECF6-450F-9C42-BA9820E0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0F30F-1C94-46FD-B15B-51E79C5D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D2C35C-5F91-402B-8FFC-43A79461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DE3E68-EEE8-43C7-B392-FA58D8D1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70DB28-3EBE-4FC7-AA3C-FCDD72E8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95AF97-B6B2-42EF-8899-E4EB149C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C0D12C-3402-4EF6-900C-4A2827C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36DD92-8A24-4CA7-A4C9-E72FE1D8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D10BBD-D97A-4436-9F34-2502D436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DB508A-3ABA-4309-8EB7-E01D9AB0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212673-687E-4852-A0CC-C8218291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57382595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01E2FB-3388-4927-9828-CD2234A4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929DA-23AB-452B-BB6C-5E3E9385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F46E4-3F38-4272-8B3F-F714248C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78358-A399-4067-8DF7-74812DED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AC007-A34B-4197-8DCF-25EFF27D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BF53F-2DB5-4ADA-8C6F-35B508B7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C2FD6A-5938-42E2-8736-B93104E2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4036FB-EBDD-4B7D-A554-ECD70CAF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3A65D-5C9B-42A0-AA0C-1A4E5B64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1450E2-2DE6-4F44-A7D4-CD784FF9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ADC5B3-13D5-41F0-8078-B6EA2A38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2593A-19FF-459B-9409-693267DA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7B1846-6159-4E8C-AF9C-AC7FDE60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088E1-8814-4EF0-A5E5-FF700127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199FF6-CEB9-4E0A-B056-9990D561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F57B5A-1D28-4811-89BA-A4223082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975A4-C6FE-4290-9C62-F8741FEE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032FB6-A433-4BA2-BCBB-2FDBBE82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1A7529-D7CC-48D3-98EF-D96DAC14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162C8F-32CD-4090-8A4E-3743D6BF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26991A-54C6-4A40-9564-ED0FF0B3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49A736-5D5B-469A-8A5F-278AF798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07A2A8-CB31-4FA4-AF2F-7C0DE162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AF8CE1-B0B6-4E5D-ACA9-85177DFB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04FB1B-679E-434F-A776-94CBFD8C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B8EA9E-9AB5-469F-8066-6246C0CD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394C99-4E48-46EB-BD34-DCEA48A2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633EB-AE7E-4016-B36D-15F6875A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4E6922-6EE5-49C7-AA6B-B627EA47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80205516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1A4C40-8138-4F80-8330-8F1CC1DA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AD30C-BDE7-4DA0-ADAF-597D5860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30EAD-364F-4F25-93DE-3C21459E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CC674-32D9-4107-A911-BB7352FD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F648E5-855E-46E3-900A-BC11F502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D3ABE-162C-4DCD-A993-BBA7DD90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F1824B-9860-474B-B51A-7851654C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F0A24-BCD3-47FE-AB48-EA1A4884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E900F-C196-4DC0-9F5C-B6A41697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7A5668-8215-4D94-A904-1EB08044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3FA4E-EB0F-4E0E-A1A7-CDF87DF0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2042D-9145-4509-AE10-73E92846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6868D7-497B-4BA5-9B3F-18454029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4BD101-63A6-4BDC-A02C-999895D7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CBF0B0-C6DE-40D3-845C-64E82EFD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F09CB8-627E-4967-A758-BEE4D22D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85988-8D75-4F6E-8664-9D7855EE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E2855-3B6E-4E54-96ED-AB08357F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1BDAD8-FFE4-4105-ABCF-0F2EA3EC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5EE19E-DA02-42B6-9066-226DF31D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928130-FBA8-4927-B224-577505EF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797764-3B66-4A4D-82FD-4810A944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D7E97F-780B-4B89-86DF-85864F74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97AB11-D9D7-447D-8005-5843F9BF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DFAD5D-E40D-46E4-AEAD-8EE042CE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37F208-F946-4E45-BAA8-194B2521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ADA02D-6893-46C6-A56E-6679D05A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2F7BB6-B9D0-4203-AFD6-4B06B847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702360-30FA-47DB-ADAB-4FBF69EA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6568395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C52452-393C-4B70-B552-2E9447AD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52515-9A82-47AF-A1E9-06190BB2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AD8B3C-C892-42B4-82AD-9961BEC9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15619-9168-450B-9B56-A23A0B84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A704A-1148-4C18-B820-F6CA8603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917E6-9E04-4560-88A8-6769EE85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12233-74F1-484A-9A27-B5B4ED51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BBC09-500F-4A64-BCC5-D183817A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DAEF6-1243-4252-8F68-484AB4C4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8C3D98-BC11-428C-8129-25F0846C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D095C-AE24-44FE-97C5-032009CC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15196-8981-4963-AE22-95E4EE51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C767B6-9623-4AE8-AE84-82567476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E308D-D671-41AE-B2C9-CAC056F3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AEEA2D-BB64-445A-924A-F28549B9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F05D6-DBDC-4D4F-BC56-256BDCB1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56614E-0413-4FDB-BF3A-A9CB2AF2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80A860-899F-4F3B-AA9F-B37523F6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A41AC2-511C-4B00-A8C1-456B70E6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9DF74-B1D3-451E-A214-1EFF774C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334C6C-38B8-41C1-81E9-9ADC05B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801920-72CB-4180-A621-F7D618CA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66484B-203C-4F8C-85D4-F78D464C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26CEE-0734-4597-A90D-4E89A1CF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87FDA6-654E-4F96-A3E1-CC14EAB3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3DCDB8-AED9-45D4-90AD-9A129D27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0D5A95-7F51-4052-975A-8E8BBA14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FDCEC5-0B6B-4B62-8740-A9BC92AA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C5E875-9057-4959-A944-D57FED13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84584330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CEE905-9702-4CDD-80D8-F6749BCF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D7CC6-114D-4FC0-81E1-1C8EE10D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8A39C-4E58-465F-9273-483E92E5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8F2E1-79A2-4389-93AD-6046D240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068936-ECBA-4CEC-B422-8D2ED7AB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B0E8F-A749-4416-89EA-44284445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7CB4E-464C-438B-AF2A-A10CD502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11832-9511-48A5-ABE4-782D695D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5BF9E-9B11-455A-91AC-EA9E8793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577579-C285-4C43-AEFE-C7661010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62FC6-6C6C-4EFA-A00D-BAF0D193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DF2E1-6BAF-4479-93D4-CFE9A7AB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C9E2F-412F-46A7-AAFB-F82D1661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814A2-249B-4167-B1BD-BD8BFBA7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D7C98E-52EF-4F32-8922-EE9D2892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2CBF40-5957-4459-8F14-0A5E5257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5AC9AF-0848-4269-9FDD-77F9F04B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DD370E-FDE0-423C-B052-21D35318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E5133-1AFD-448E-A899-92D93CB6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37CAFE-D9CC-4E9C-80D0-5C10A46E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B6704-68F1-4381-990E-7DC9D149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4568A7-F384-4E5F-B7D7-700F8A56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CBDCA-C1CC-48D2-A210-BFCCD89F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3540FC-861F-476C-9C60-ED36644D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A6228-2CBE-4B16-AB87-7B14467C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746F2B-1552-4594-835D-CEBB6271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7C8669-7CC8-42B8-82F5-25DD858A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FCC498-1F5D-494D-8B18-3BD1BA69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233C0A-9F56-47BF-8E7C-5CC9FE2A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4544577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CA292A-669E-4DB5-8FBE-99081193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D9D5F3-6979-499F-9414-9CEECC82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A5C20-6222-4A2E-A58D-248637F5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85011-40DC-4DAC-A099-13A57864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1034FE-91B9-4FC3-AC18-4420322E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6B50A-B187-488E-9945-FFDA7659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B4811-2BD2-4882-95BB-55953087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FE507-B293-4875-807E-44760461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F32A72-0C9D-4341-8193-E9318125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CEC631-40E0-4395-BE4B-5F4F3DF4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DD5E3C-B554-4754-8A43-4EFBAD4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C4E82E-BD85-4BEA-8B01-E45593AB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344167-5A5F-4222-B310-8CADABFE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BBF774-5D35-4C37-80F8-0B50F5C2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AF9E09-F6CA-40AF-B508-C322EACD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5AC6A-374C-4377-A140-B42F29E2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95CF17-A671-4F83-9D4B-FDD39807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768F9-7E24-468E-A426-3E4DDC9B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B71B1B-12E7-4BFB-85A7-1A7697B5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1C85D-8E38-4910-A1F9-16A75DF7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52748B-EA4C-452D-A65E-F90E4307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6B51F4-AE45-499A-B0C8-DF6F6448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8FA8A1-13ED-4620-A4A8-5DCF89D5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91BA88-6430-47E1-8DCF-A8095822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B4CF15-EC99-48BB-8129-3B1761E5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5A2D69-6E29-4393-82AB-75A0840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AA48E2-DA13-4A11-B0FB-844FC661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8020FF-71BD-48AB-A5DE-3DA06CDE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B184C7-9CA9-4F6D-AD4D-FE59DA16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64492318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D6A0BB-7A77-4370-A93C-388E7AD7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76A5F0-831A-47E2-873C-4D173CBD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74540-35A9-42ED-81F9-CB78AB30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CD437-C35E-4884-AC1B-2D592C62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0CFC3-985E-4723-B2FB-05BC74A0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B4E1F0-C641-4DD6-81E1-5BBBB9A8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D3259-C61C-44D1-9EF7-4CEB76C9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E597C-91C7-4391-A4A5-5B63F233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DD3900-2F90-4BD4-85B1-D4376B51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D1D64-5A7C-48AE-9753-486E804A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17F93-CF68-46DD-A025-4521B422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C0E8A0-899D-4DBB-9F33-3F5A5F49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93215-E730-46BD-AC16-42ACED53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BC7BA-93BB-4E4E-87AD-92CE9B0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AFDB3-4E69-4829-A1CE-0B059F9C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948ECF-E6CA-472B-A4BF-8EAC58C3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34AF53-87A9-421B-8565-332D003A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95FC50-7F2A-4B51-AAC7-C03A5E56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FD47FF-FF05-4A1B-BDB3-BFB01ECB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2C659-02DD-4E1F-B711-E3F772E4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2E085E-2849-4806-8AC9-43D6A75A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752D7E-1573-4DB6-B4B4-AD1835BF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93142-52CF-4A4A-90B7-7B1BBD74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542ADA-7BEF-4BA1-915B-1D0886B9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40B0F-55A9-41FD-97E6-0205A530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158231-32D1-45CE-A1FB-A313A374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22BACA-E0C3-4B0A-884F-1D78BD45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8D1B1B-0CC4-4951-A305-5DB24DD3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9897C6-21F1-4B21-A808-E6F7481B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25965182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124CBD-4A05-4F8F-B9FB-25D5E561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75660-A25F-4146-A779-BA3D2A4A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16DA3-350D-42DC-93DE-66F2191B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1BE01-94D4-45B4-A42C-36BF3E6F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D0A1A0-D2DF-4445-846A-7928E3D6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8C5011-42BF-4112-BCDB-60DF4E55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C28C44-D924-4AD2-8DDB-A47FC605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8D0D0-99B8-4EEC-A99D-BB4A02F8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A2B6F-28A3-4627-A68B-5083CC4D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69088-D25D-441E-A13B-13716775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4BA182-D518-4418-943A-14D5562A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15573-210E-4742-B709-4BE54CFD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FFAD4-09F0-44BD-8469-BA62BD06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38DA0-42F1-4E0E-8A30-49596F25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2C8D20-3C3F-4040-A2D4-8F555949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94B2E-8C1E-4414-9922-FC470610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03805-A95D-436A-81B7-E26ABF9C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C5A904-0C9F-4F42-A063-CA4A4876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C4F7FC-071F-418C-AB91-46A596D0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D0FC09-6F12-42AB-A12E-8C9EF7BD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3393D8-A6E5-4CD9-9424-FB8FA50D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7C6CB9-8787-4C6D-AC1F-6A8541A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60B2EA-C8A6-4212-83B8-BC075E00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2B68C4-E62D-4E93-8D4F-C95EE76E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79EB95-5FBD-4991-8CD6-6B9F2318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5B17D8-12B2-49D0-9288-6D06EBAC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631722-7C9C-42A5-88CA-3E3070EF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81E236-1316-4526-AB5F-CA71A8A7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2AFA1E-ED83-4301-8231-87AD80F6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48098864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03F0C5-ACD3-44A4-8C27-2922F04D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A8B61-65B1-41C7-9072-56053095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8AF08-E210-4754-9DE6-389EF40A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6EC09-1BDD-4435-BD4C-F52CE627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10342-C33D-4488-895C-2857BE0A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2EE3E-488C-4D8A-9259-9FCDE0AB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E7F2BF-7914-40D7-8CD5-95068F4C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E8718-A696-4638-804F-BCA8A7B0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171FF-516E-4F2D-B0FE-967A7AF0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4E5013-3800-4F38-9023-043009D3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752DE-86E7-4CF4-BA59-5DCA51A2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866D0E-2C7D-4342-928B-EED88912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86FA64-C0F0-40F9-A5A1-09D9593D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F4CE1E-9F85-4432-8E7C-655387B4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C09C87-3E7B-4E12-BB1F-A0E283B5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0C654F-2FB2-4665-9326-B3F1AEE7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880F6C-B8DF-4359-B104-53BACBA1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47238B-C903-42D5-8945-B5F8941C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F1E163-BFEB-42BA-89FC-42C7989A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27172D-D827-49B6-A156-618EA7DE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EAA408-0A8D-44A8-A507-F4289A95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CE0CB8-EA48-4040-91D5-068688B5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C2473C-D0BA-43E5-AB7F-A63A77B0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AC75DD-5C5F-4317-929E-9659D533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5B1EAD-D402-4054-ADC2-113E6411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8BDCB4-9AFA-45F1-8DE6-BF5629C4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C7B94B-99CB-4788-AE70-CF93CA70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1CEE90-ACFF-4F60-8617-04229A92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A36136-8478-40E8-88A5-71959D75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03463305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CAE268-4F57-4A38-B1FB-BD83717B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B4AA-F96F-4FBC-B669-D3FD1AE4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4383C1-2B12-4D56-88B4-FDA20FE4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552CD-F731-4CA8-9237-F8D006BC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CE944-EB12-42DE-8829-D02308AA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D91A2-24DA-46F1-9426-2A95AC33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1B0A9D-E29A-4B4C-A5CB-34214F97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5057B-EA0C-4C0B-B5F9-865719AE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C4A10-A200-46F7-8277-1B48767D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D7D987-556A-4A28-B5B2-135FA427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86E2C-905A-42AD-927C-1F52CCED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29F78-452F-477B-B459-1359579F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639DF-4FB8-44EE-AA04-5F1B55A4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5EF47-8601-4F88-ADF4-79F8BCA6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D1FE5-551D-44DB-9380-D4F1C0F8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26F8B0-C4FF-4DB5-BFD8-CA0B73C9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E7142-67BB-4B38-89CE-E5B8838D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2EA87-6F2C-44C3-8F4D-11BB66D5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757E57-50A9-41A5-A50A-A34E5264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88A60B-BBCC-41F3-9379-FD7AEA8B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A77F65-2912-4939-B737-9D81544F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89B06C-892E-4543-9A41-195A2B4F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EDAE14-BD46-4175-93C0-7A7767E7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FEEE74-49C8-4CC6-A177-F6F25A5E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DF6FA7-F7F4-4F7C-8A86-E7A998D3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66939-9143-45CC-9E69-5849D49D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354237-2A4B-4804-B940-7768E322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98EB2B-39DE-488F-AAB8-43FAB277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498207-0904-461B-849D-AB5B7136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39658877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C97D0F-FB4B-4852-B9A2-64B67910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81BDB-BB9F-4B59-95A7-5ED35D3F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34475-44BF-4004-A336-712FA453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D4E37-6552-4A46-8361-A0B710F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0E5D47-0E2B-4C7E-8BED-08571B30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775433-BA87-44AD-93D0-7D0A8E3E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04DA7C-355E-4ADE-8CC3-7E52C284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60B213-6D5B-48B8-AF05-6F334A6A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5F49D-CFAE-4146-B1C5-8C768D96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1CF68-9C5F-4C54-B509-56DC9CC4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68681A-D25F-4AFD-98E7-7E461935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3C19B-D2FE-47EE-BF48-0FBD65D8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856FA7-EAB7-4B62-86D6-B80FB31B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F55BF-E9D4-470E-879D-D94342F9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062573-3C20-4F4D-987A-1D08B6BC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0B9C19-0E31-4839-BBF9-092ECF2F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1344AD-D80B-456E-B51B-E24F8580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3356C-EA28-489D-B0DB-9B7747A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EBC5F8-5711-414D-B47A-919796B2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12A51-E0AB-4A3F-BE07-BC6C6F5F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11BB2-A378-4B5F-BBAF-830E5DDD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554E9B-A3E3-4DD5-88CA-7C9ED0B5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1FC782-9006-475E-868A-B8E851A8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7FAAEF-284D-4BA1-B64E-64027749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D49C75-8199-4A11-959C-BC9A1895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8E6634-A054-454A-90C5-AD875273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DFB941-2104-4A4B-87D7-3CEDF107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891E27-A0EA-4244-84AC-0F9FAF14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6F169C-6929-4FBA-BDC7-B8AC1796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95403576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92A7F4-8A31-4CBA-A162-2BB14F19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2F2A35-2EB6-405E-BA64-73EB536E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09D57-6588-4E7B-8C6A-B057EE4A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CF9D2-91CF-47A0-A1A9-5A2FF28F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29DE1-C7FB-432A-B6DC-703E60BF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8FA84-396C-4465-A626-F3281B35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D79A6-FD3B-457E-9325-FA787207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04D66-1E4C-4B17-8500-96A5AE39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736277-300A-4623-BDD2-A38727EB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A9868-9AEA-4DB0-B416-2A510BC3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B50F3-E5A9-4195-ADBE-5FE2C843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97B58-A6BE-439E-90F0-743A53BB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DFC15-E29F-462B-81C9-480C0423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8F0C40-7E20-4DB9-A860-767E7392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61494-F6CC-4D6C-A029-CDB19B1F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8F8096-F510-4FC6-AB05-33729D30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CC146A-0D27-4921-8FD3-14736415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5154F3-EFF7-4ECD-AAF1-A85F41AC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D71B2B-EE4B-46AC-8BFD-CD46A668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A5FC8-3295-4987-A4BA-6E3F87AD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6F315A-8072-4453-ACED-1FFF4DD2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E39E07-A899-403D-B3A4-27F0BD88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E346AC-EE82-4103-86F5-4C3DA2B0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819EE3-2A9B-469A-B412-3464554A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C8DB4F-8711-4FFA-88D4-7628DEC6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81BB9-A653-4AEE-A508-A3AD19E6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D5EDF2-282A-4A21-B63C-913A5A66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870491-5404-4F7F-BB49-EFD0F6EF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D8AF05-8900-4F42-A80A-072F41C2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164118670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1174DD-17C2-4F9F-ADD4-8DD34B4E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B740E-640E-4268-A392-2248FF15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8AC88-F405-4838-9864-21D21A2B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4A3EA-3C76-4AC8-9C89-059BFA17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5AACB-96F4-4E6B-89C1-BA386869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30303-8ACF-4BFF-B615-3E7FE616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6C0DE-0F68-4FA6-9379-606DC2B7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79E02A-8A02-4DDA-B75D-21B19EA3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4957E-7E73-4A25-B791-E0514283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04D6F-5D7A-465B-9686-EA8DAEF1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57F41-6D59-4C4B-89E9-25215BA9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CF3942-C8F1-4B14-BEA9-B3676131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0EC77B-B65A-479E-9121-AD733F6B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9669B1-246B-41EB-8BEF-6F0F46D1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D72A9-210F-4043-97B9-8EFC7DCB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95F1F-39C3-4F67-9F85-B12F69CF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9FF8A5-17DB-485A-AB86-87BA850B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FAFCE-A4B0-41BD-BC3E-3885D026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26A017-4C0F-426E-9990-6DFD8F07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22D43-D87B-459C-9BC5-E9A6187C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7F1614-99C8-489C-90EB-89F7F173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5A7E7E-3AA8-425E-A0AE-1F06EDA0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7A4F67-AFE9-4477-9D70-13AC8F64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AAD596-5A86-4799-BEF7-CEEBE36C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FEA601-648D-4012-94E4-B476D1FD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04A55E-9248-484C-9FF9-DD85EFB7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8E87DA-7674-490B-89D5-1D8B10AC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C09C16-BCFE-4A7D-8B14-9D8AB7C6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679B80-3655-42AD-9673-25826D68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42393459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7C88FB-6C2C-4BFD-B7DE-18B39277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0C70A-C366-4EE7-8C36-B30A0BAE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A353E-BB07-411F-9E29-9FB8E93C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618E2-EA77-4F61-B461-72C0E8C8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3B36E-F46A-4E23-B6AE-8827494F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79506-C0ED-4366-B7BA-FBEE3C21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E8D22-22CB-4D05-BE5C-B183A6C2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69AC1-FB66-47CC-9BBA-8551A6FE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0B8AF-9724-41C3-9D9D-8BB73EA8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BB7B6B-85F0-440C-B525-FF07231E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66C1F3-4299-46E2-BB34-1EDBFD9C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E4C37-1D6F-4C61-A19D-F5FEE58C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EC9A2F-6B9D-4FE3-8451-2F03413B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A76A81-C642-4C00-8643-A79B279B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672B9B-0841-489E-94F9-1A81A44B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7FE335-B52C-4D95-BB53-37E0CCF5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086C33-45BA-499B-83E6-AFDCCA0B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E47D9-5CF3-4C9D-976D-91A0DA53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315D6B-6489-45E9-A457-F09A4982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89B2DF-3EDB-4EA0-8325-6387C3D6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805AFE-773A-4E79-921C-9E3F104E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F685A9-D213-46F2-B029-0D11FD5A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A11175-164F-44A2-88A5-8B981890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62ADCC-B0D6-4876-BE4F-EDFD02B8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DFF96E-68F2-4261-9B3E-C0DA1C67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F6725E-8138-4DE7-90E8-B931CAF2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7D62E7-0E6E-4D08-AFC4-2141B953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0F5A10-D247-4CC0-AB8E-CCA0BB05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5DD696-13A0-4FAD-B436-B7B5C338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92094899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F1E547-6C63-49BC-93B2-51D0AC0D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5CEEB-A0F0-4A1C-B338-2DE0C40B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4FE9E-DD1F-4340-BAF7-6F3A2116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70932-FC69-4B7E-A300-895C83DA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DD055-9D96-4ECF-83B3-074514F2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47DE6-3DA9-462F-916A-4631D763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e46403ab8a48d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4E586-311A-4576-B2D8-EFE15644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4FE58A-E5C6-4ADD-89B0-C714CBB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F4CC0A-F59D-461F-8549-F2D1FBCF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323649bd0247c2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1B403-7539-4855-9EB7-1AA4746D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8c0d3a9479440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14FB2D-F563-49F3-9DAE-37211C08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72b00251da4ea7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12C42-CEFC-4EE8-8D46-237B4449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629dca6d63416e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54678E-B9A8-4023-A186-6D203E1B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0099b3719e4e41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1CB120-6540-4681-B414-96E986B4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97134c20044f22"/>
          </a:graphicData>
        </a:graphic>
      </p:graphicFrame>
    </p:spTree>
    <p:extLst>
      <p:ext uri="{BB962C8B-B14F-4D97-AF65-F5344CB8AC3E}">
        <p14:creationId xmlns:p14="http://schemas.microsoft.com/office/powerpoint/2010/main" val="75097154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FF5EBA-FFAE-46C4-8C7B-029E4490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251E2-9D93-4D6D-9486-C767E866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8C1239-DE85-4179-B6AC-0A1EC976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910CC5-B13E-4BE3-A438-A5E38144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7BF7C-3A5A-4A63-B9E0-66EB7EE5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BF7A9C-62CF-48E0-9DD2-A3608B1E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02A22A-1332-45D4-B4BB-D7903249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1DAEA-82EC-42CD-A980-29BF4622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cdea1cdb6d48a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C324E8-646F-4307-849B-C3E2910B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3832F-A720-491D-A922-A70E92D3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0AF0D-9781-4B73-A66C-F645C027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1A528-658C-4DFB-9531-CF2DA337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211649735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59886A-0F92-4CF7-B2F0-064699E1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64E7F-CD4F-41B5-AE99-08501E45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A5DAD7-9F4F-4141-9EBF-55BEA07E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FE93B-073A-47AC-873D-DF0C8D8E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FFD86-FF7B-4607-AE29-A1E01DC4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75D74-B4D4-40BF-9904-2C086958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23AC6-EF27-4523-ADA0-089C5860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AC118-F6CC-4F6B-9B19-ED020C65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dad7bee746415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CD0DD2-30FA-4797-A2B1-18884E3D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BFD3A-9507-4CA4-9639-B5715A0B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E7E329-63FA-4BB3-BB1F-A1581CFF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D56895-B011-4B15-BDEC-84C5E910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0c48633d554138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DA9239-F4BE-4DB4-BDCF-AECF4FED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CB546E-9744-4686-AF3D-AE8794AA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B3BF35-33B2-4CCF-B86F-3A4EA266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4362665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55B5F-82CE-4C91-8D35-E4D3BC1E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A6A4DA-4662-43CE-A937-EDB106C2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4087F-19D3-4A01-9EB1-0E122BF7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BA221-5684-4F75-8C00-26D8ADC0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AEFFB-34ED-4397-83C0-42BC9269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D8D5C-5E5C-4D3D-8E55-815BD730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30b15237bf443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901F76-9D9E-4FC7-B06A-AC8731C0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70335416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CD457-2A1A-4068-9A96-3F6A4683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6C6B8-22F8-49E4-A817-020F857A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DB3F5-E3D1-449D-A0C9-1D8FB323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C59AB-F08A-48A7-9BF7-8013CC46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BA82B-BA2D-481D-BFB3-9296A891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58FAA-B5D8-40A9-A4DD-05BFDC1B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ec24af02f542f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A0E58-68A6-431D-A3AD-142B70A2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28236655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CE9BEE-8464-4ABB-9668-7DF62E47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62D6E-62E7-4C7C-A978-986E8082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7CD49-AF38-4409-B02B-946CA985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C2D94A-38D7-4A1C-9D23-F0E26DEC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D7478-9D38-4A90-88B2-C6E94F3C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319EE-146E-4CCD-A981-A9DD74A3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429e056d8346c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6F6B-6026-4010-8D09-DF82318D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92670994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7A2A52-7C52-4EB5-BC95-63397188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8847C-3114-48C9-ADF4-751B7224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7,2% do PL comparável mudou em 2025; 35,0%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71F7C-9C64-49AA-A74E-9149AF84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06EB4-6C22-490F-B5DA-779CA564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2A088-2AFB-460F-95B7-0C5FD02A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557A5-2E14-4976-B723-D9F7F6DC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D9560-E005-439F-87E5-84CE7C85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AC703-D3FD-4BAD-BE14-06BFAAAD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R$ 455,9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27,0%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B0AC47-4629-446E-B99F-08A86007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9E4346-F382-4A47-80DF-3F8E2FFC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44495C-0E3B-4AC3-88DF-F5D70806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46C0F9-163A-45CD-9489-A9C5D19E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8D0AFF-71E5-4684-A07C-01473DC6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193058114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73671-37E8-414B-9734-0D616226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BF490-7AB8-479B-9102-931D4340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675F8-67DC-4353-9636-7D383973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58FE0-7D0A-4457-91F4-C578C831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7F347-C98B-4071-A227-2019845A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D2179-77BA-46EC-9EBA-60B1D533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ca09370a344d8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714C2-0237-44A6-BB61-C355CAC1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2BD2FF-4853-465A-8468-DA492455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4544834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45B2F-EA6C-41AB-8C6D-C3F8AFA0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56D6C-1E58-4916-ABA7-209311B3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424FB-40C7-4F4D-ADE5-09EC84D7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195A6-BD51-4113-9F67-95D6F7DA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ECF13-A26D-4DBC-A9AB-3DE0C4C1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BF5DC0-F335-4002-A4D1-63D18773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4c16dba173418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16ECBD-39D1-4347-B216-DA63464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DCFCC-7DF1-45CF-9ECD-3BA10080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80099237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F8AE7-6A25-47BE-B571-A6698056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8AC4EA-BAAE-4F27-B6F7-C9BE4C15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E13F8-41EA-446E-8292-420B6A92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12AA7-9535-4398-98D8-CCE5A65B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8521B-C520-420C-B883-B7752D09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1E2FE5-EB12-4EEE-BEAA-48E9836A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c40fc5c35a4ae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B9BF6-216E-4059-8A99-769F30D8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7583D-BDDF-4380-AE1D-6E90D062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53931334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5BBAF77-A8C3-4FE7-BE04-1F71CD9A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092211-A2CB-42A6-90B6-514C3844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B3D4A-7D84-4D4F-88E1-23AADBE8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1A81D-4FE4-4AC1-B3A6-AF034649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69F6B-4437-435F-9CA9-D4F44442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C66601-C21C-48C8-8A07-75D734E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183FE-AB39-4522-851C-E530F22D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EA869-5EC7-4BA6-8EE8-9C7F9A50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AF749-6DFC-4B2B-98EC-29DB43F0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9F3B9-D8C6-4FEE-9E03-4BFB8FBC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B88FD-0FCF-4C68-A782-11CE4155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75E811-32AC-4C67-BB89-4D869F3A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C967D2-1084-4D21-85CA-92576214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383146-2E7C-4229-A740-5C07FC5B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BFF268-A0FE-406A-A2C1-FC5042D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F9282C-7096-4A9A-8A54-E0B0D348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93DD85-3835-4AF8-AD45-2BFA9EF6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992CB8-5BC8-490D-9DCA-C6C6CAC0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6DD574-FF14-4478-906C-CCDE05D8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8E32C7-09E5-4EE3-85B1-47DFE8A3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1F7A2C-6987-4583-BA2B-55EA5DF9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AAFFDD-44BF-421E-8294-DDA08A85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380B51-19EF-4450-9C52-309670CF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9B25B3-C501-4C77-8BFC-B386F358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3D0A3F-B774-401D-86C2-9FAC2146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FABE15-84C7-41AA-96B0-CCD41509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4FC60E-83F9-4B7A-84E9-87D141FC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824E7-1980-4D70-AE2D-C7E333CB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C7B9F1-8EAF-401B-BF3F-AAAA10FE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26277D-0846-4650-8C72-6E368092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709466-DD13-4DC3-BBD5-C8DC3C9D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2A7BC6-CB20-44A2-AFA6-2FE5CE36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322FDF-2378-4A53-B00C-D39E7F10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E43648-586E-4E0F-8037-C539A904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0DCC6E-F035-4041-9E42-F01C3BD6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9B74F0-7646-4D90-B4C4-E5F102C5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31D5A7-1D8E-46ED-8C10-FBB9B5EA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304005-44A1-4CE4-BC4B-EB535BC4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E392842-4D10-46C5-B65A-67A28872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D1299C-24D1-456C-875C-FA972BA1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657689-134C-466E-8F58-FFBB2DB6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1E523B-DEA8-46D9-94AE-378A0B74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6A472E-8BBA-4902-BF55-01AB38EB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C4B160-C43D-4233-95B3-8B26208F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58D021-AAC2-4645-A777-CB9602DF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141EAB-C515-43D5-B340-BD3E8253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A7CE04-FA31-4C05-97F1-25222899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D72978-4A8E-428F-8366-E6FC6B05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6EF9AE9-1A0F-4C0B-BECE-00E322F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0FA438F-AE3D-4B17-A045-D23FC6CB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4614E6-670B-48AC-8501-AE649388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113C64C-79D9-431D-9BCF-D2A3300B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2B52EBC-D4CB-4A0B-B75F-18386DB1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FA53B8-E37A-4995-B90D-8CAB760E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897915439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2026-07-28T05:25:43.4390000Z</dcterms:created>
  <dcterms:modified xsi:type="dcterms:W3CDTF">2026-07-28T05:25:43.4390000Z</dcterms:modified>
</coreProperties>
</file>