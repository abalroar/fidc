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7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5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5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slides/charts/chart54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55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6.xml" ContentType="application/vnd.openxmlformats-officedocument.drawingml.chart+xml"/>
  <Override PartName="/ppt/slides/charts/chart57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58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59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60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61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2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63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9814f60ce14aff" /><Relationship Type="http://schemas.openxmlformats.org/officeDocument/2006/relationships/extended-properties" Target="/docProps/app.xml" Id="R078f6f8bd79b4575" /><Relationship Type="http://schemas.openxmlformats.org/officeDocument/2006/relationships/officeDocument" Target="/ppt/presentation.xml" Id="Ra5d2585376db4f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5de6b257c245eb"/>
  </p:sldMasterIdLst>
  <p:notesMasterIdLst>
    <p:notesMasterId xmlns:r="http://schemas.openxmlformats.org/officeDocument/2006/relationships" r:id="Rc0d6e0364a1541f5"/>
  </p:notesMasterIdLst>
  <p:sldIdLst>
    <p:sldId xmlns:r="http://schemas.openxmlformats.org/officeDocument/2006/relationships" id="256" r:id="R375be83441a04af1"/>
    <p:sldId xmlns:r="http://schemas.openxmlformats.org/officeDocument/2006/relationships" id="257" r:id="R12a573e253ef419c"/>
    <p:sldId xmlns:r="http://schemas.openxmlformats.org/officeDocument/2006/relationships" id="258" r:id="R829bb9dcc58d4908"/>
    <p:sldId xmlns:r="http://schemas.openxmlformats.org/officeDocument/2006/relationships" id="259" r:id="R5292eae7af8e483f"/>
    <p:sldId xmlns:r="http://schemas.openxmlformats.org/officeDocument/2006/relationships" id="260" r:id="R3cffcdd1a1434d0f"/>
    <p:sldId xmlns:r="http://schemas.openxmlformats.org/officeDocument/2006/relationships" id="261" r:id="R733c83f850384590"/>
    <p:sldId xmlns:r="http://schemas.openxmlformats.org/officeDocument/2006/relationships" id="262" r:id="R8843342e256d464f"/>
    <p:sldId xmlns:r="http://schemas.openxmlformats.org/officeDocument/2006/relationships" id="263" r:id="R1e4fd22775884a96"/>
    <p:sldId xmlns:r="http://schemas.openxmlformats.org/officeDocument/2006/relationships" id="264" r:id="R8adfbff841344c97"/>
    <p:sldId xmlns:r="http://schemas.openxmlformats.org/officeDocument/2006/relationships" id="265" r:id="R25e0adbba67a48a5"/>
    <p:sldId xmlns:r="http://schemas.openxmlformats.org/officeDocument/2006/relationships" id="266" r:id="R251ebb4f11164b92"/>
    <p:sldId xmlns:r="http://schemas.openxmlformats.org/officeDocument/2006/relationships" id="267" r:id="R619d4c6b056f4229"/>
    <p:sldId xmlns:r="http://schemas.openxmlformats.org/officeDocument/2006/relationships" id="268" r:id="Re4c1376324b641ad"/>
    <p:sldId xmlns:r="http://schemas.openxmlformats.org/officeDocument/2006/relationships" id="269" r:id="R410554386e7444c4"/>
    <p:sldId xmlns:r="http://schemas.openxmlformats.org/officeDocument/2006/relationships" id="270" r:id="Rb0b26251144941a9"/>
    <p:sldId xmlns:r="http://schemas.openxmlformats.org/officeDocument/2006/relationships" id="271" r:id="R635c09e3dd844a20"/>
    <p:sldId xmlns:r="http://schemas.openxmlformats.org/officeDocument/2006/relationships" id="272" r:id="Ra8bf32449a0f44dd"/>
    <p:sldId xmlns:r="http://schemas.openxmlformats.org/officeDocument/2006/relationships" id="273" r:id="R9926a50ebdd84fc6"/>
    <p:sldId xmlns:r="http://schemas.openxmlformats.org/officeDocument/2006/relationships" id="274" r:id="Rb9dfa2ce1dd045a0"/>
    <p:sldId xmlns:r="http://schemas.openxmlformats.org/officeDocument/2006/relationships" id="275" r:id="Rb699529d2edd42f2"/>
    <p:sldId xmlns:r="http://schemas.openxmlformats.org/officeDocument/2006/relationships" id="276" r:id="R523511d356a34c1e"/>
    <p:sldId xmlns:r="http://schemas.openxmlformats.org/officeDocument/2006/relationships" id="277" r:id="R1f897f7266014748"/>
    <p:sldId xmlns:r="http://schemas.openxmlformats.org/officeDocument/2006/relationships" id="278" r:id="R2f69d3529ed74639"/>
    <p:sldId xmlns:r="http://schemas.openxmlformats.org/officeDocument/2006/relationships" id="279" r:id="R0c420d803f194c0e"/>
    <p:sldId xmlns:r="http://schemas.openxmlformats.org/officeDocument/2006/relationships" id="280" r:id="Rae02d9a21e2740bd"/>
    <p:sldId xmlns:r="http://schemas.openxmlformats.org/officeDocument/2006/relationships" id="281" r:id="Rf99bf9ca21ac45f9"/>
    <p:sldId xmlns:r="http://schemas.openxmlformats.org/officeDocument/2006/relationships" id="282" r:id="R17a1755836ee46a3"/>
    <p:sldId xmlns:r="http://schemas.openxmlformats.org/officeDocument/2006/relationships" id="283" r:id="Rdeca5ff5b2734325"/>
    <p:sldId xmlns:r="http://schemas.openxmlformats.org/officeDocument/2006/relationships" id="284" r:id="R1f529ab1c9004351"/>
    <p:sldId xmlns:r="http://schemas.openxmlformats.org/officeDocument/2006/relationships" id="285" r:id="R9d261fe841974925"/>
    <p:sldId xmlns:r="http://schemas.openxmlformats.org/officeDocument/2006/relationships" id="286" r:id="R426b2c8719554272"/>
    <p:sldId xmlns:r="http://schemas.openxmlformats.org/officeDocument/2006/relationships" id="287" r:id="R31d0a7c3739a45c3"/>
    <p:sldId xmlns:r="http://schemas.openxmlformats.org/officeDocument/2006/relationships" id="288" r:id="R071d09db62294d66"/>
    <p:sldId xmlns:r="http://schemas.openxmlformats.org/officeDocument/2006/relationships" id="289" r:id="R7809a228295e48f8"/>
    <p:sldId xmlns:r="http://schemas.openxmlformats.org/officeDocument/2006/relationships" id="290" r:id="R7fa20977258c47e6"/>
    <p:sldId xmlns:r="http://schemas.openxmlformats.org/officeDocument/2006/relationships" id="291" r:id="R9ddf88273cd84c93"/>
    <p:sldId xmlns:r="http://schemas.openxmlformats.org/officeDocument/2006/relationships" id="292" r:id="R06870db86921493e"/>
    <p:sldId xmlns:r="http://schemas.openxmlformats.org/officeDocument/2006/relationships" id="293" r:id="R9b55393490474c01"/>
    <p:sldId xmlns:r="http://schemas.openxmlformats.org/officeDocument/2006/relationships" id="294" r:id="R71589f7baf144215"/>
    <p:sldId xmlns:r="http://schemas.openxmlformats.org/officeDocument/2006/relationships" id="295" r:id="R8af2cf364f6d4529"/>
    <p:sldId xmlns:r="http://schemas.openxmlformats.org/officeDocument/2006/relationships" id="296" r:id="R000f9e9f3cad439c"/>
    <p:sldId xmlns:r="http://schemas.openxmlformats.org/officeDocument/2006/relationships" id="297" r:id="R9863e61d096c4269"/>
    <p:sldId xmlns:r="http://schemas.openxmlformats.org/officeDocument/2006/relationships" id="298" r:id="R1a0804759d17447f"/>
    <p:sldId xmlns:r="http://schemas.openxmlformats.org/officeDocument/2006/relationships" id="299" r:id="R82a2000a9d8c4cee"/>
    <p:sldId xmlns:r="http://schemas.openxmlformats.org/officeDocument/2006/relationships" id="300" r:id="R9fa2d51eabe8402a"/>
    <p:sldId xmlns:r="http://schemas.openxmlformats.org/officeDocument/2006/relationships" id="301" r:id="R760a606bb0b14fd1"/>
    <p:sldId xmlns:r="http://schemas.openxmlformats.org/officeDocument/2006/relationships" id="302" r:id="Rcda853f20c124e64"/>
    <p:sldId xmlns:r="http://schemas.openxmlformats.org/officeDocument/2006/relationships" id="303" r:id="Rb88cda56f3f44fa2"/>
    <p:sldId xmlns:r="http://schemas.openxmlformats.org/officeDocument/2006/relationships" id="304" r:id="Raa5c706c802241dc"/>
    <p:sldId xmlns:r="http://schemas.openxmlformats.org/officeDocument/2006/relationships" id="305" r:id="Re1217fe26e2a445a"/>
    <p:sldId xmlns:r="http://schemas.openxmlformats.org/officeDocument/2006/relationships" id="306" r:id="R26cfff190af44793"/>
    <p:sldId xmlns:r="http://schemas.openxmlformats.org/officeDocument/2006/relationships" id="307" r:id="R736bbfe3034f41fc"/>
    <p:sldId xmlns:r="http://schemas.openxmlformats.org/officeDocument/2006/relationships" id="308" r:id="R46b1f82ac6b5479c"/>
    <p:sldId xmlns:r="http://schemas.openxmlformats.org/officeDocument/2006/relationships" id="309" r:id="Rfea165eea4f94f4c"/>
    <p:sldId xmlns:r="http://schemas.openxmlformats.org/officeDocument/2006/relationships" id="310" r:id="R5f8d18960653420e"/>
    <p:sldId xmlns:r="http://schemas.openxmlformats.org/officeDocument/2006/relationships" id="311" r:id="R8aa8523e1a4f4ca0"/>
    <p:sldId xmlns:r="http://schemas.openxmlformats.org/officeDocument/2006/relationships" id="312" r:id="R62b17ae89d5841e2"/>
    <p:sldId xmlns:r="http://schemas.openxmlformats.org/officeDocument/2006/relationships" id="313" r:id="R700690edcf774740"/>
    <p:sldId xmlns:r="http://schemas.openxmlformats.org/officeDocument/2006/relationships" id="314" r:id="Re2a9661911344937"/>
    <p:sldId xmlns:r="http://schemas.openxmlformats.org/officeDocument/2006/relationships" id="315" r:id="R32a8864479294bfa"/>
    <p:sldId xmlns:r="http://schemas.openxmlformats.org/officeDocument/2006/relationships" id="316" r:id="Rb90b5d778d8f488d"/>
    <p:sldId xmlns:r="http://schemas.openxmlformats.org/officeDocument/2006/relationships" id="317" r:id="Rd623a3a50b8848ad"/>
    <p:sldId xmlns:r="http://schemas.openxmlformats.org/officeDocument/2006/relationships" id="318" r:id="Rbaa4bf4b15664629"/>
    <p:sldId xmlns:r="http://schemas.openxmlformats.org/officeDocument/2006/relationships" id="319" r:id="R26e22cef128f49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a86b6080274d38" /><Relationship Type="http://schemas.openxmlformats.org/officeDocument/2006/relationships/slideMaster" Target="/ppt/slideMasters/slideMaster1.xml" Id="Rcc5de6b257c245eb" /><Relationship Type="http://schemas.openxmlformats.org/officeDocument/2006/relationships/notesMaster" Target="/ppt/notesMasters/notesMaster1.xml" Id="Rc0d6e0364a1541f5" /><Relationship Type="http://schemas.openxmlformats.org/officeDocument/2006/relationships/presProps" Target="/ppt/presProps.xml" Id="R7faee84ca7d642dc" /><Relationship Type="http://schemas.openxmlformats.org/officeDocument/2006/relationships/tableStyles" Target="/ppt/tableStyles.xml" Id="R216ce69c0891497b" /><Relationship Type="http://schemas.openxmlformats.org/officeDocument/2006/relationships/slide" Target="/ppt/slides/slide1.xml" Id="R375be83441a04af1" /><Relationship Type="http://schemas.openxmlformats.org/officeDocument/2006/relationships/slide" Target="/ppt/slides/slide2.xml" Id="R12a573e253ef419c" /><Relationship Type="http://schemas.openxmlformats.org/officeDocument/2006/relationships/slide" Target="/ppt/slides/slide3.xml" Id="R829bb9dcc58d4908" /><Relationship Type="http://schemas.openxmlformats.org/officeDocument/2006/relationships/slide" Target="/ppt/slides/slide4.xml" Id="R5292eae7af8e483f" /><Relationship Type="http://schemas.openxmlformats.org/officeDocument/2006/relationships/slide" Target="/ppt/slides/slide5.xml" Id="R3cffcdd1a1434d0f" /><Relationship Type="http://schemas.openxmlformats.org/officeDocument/2006/relationships/slide" Target="/ppt/slides/slide6.xml" Id="R733c83f850384590" /><Relationship Type="http://schemas.openxmlformats.org/officeDocument/2006/relationships/slide" Target="/ppt/slides/slide7.xml" Id="R8843342e256d464f" /><Relationship Type="http://schemas.openxmlformats.org/officeDocument/2006/relationships/slide" Target="/ppt/slides/slide8.xml" Id="R1e4fd22775884a96" /><Relationship Type="http://schemas.openxmlformats.org/officeDocument/2006/relationships/slide" Target="/ppt/slides/slide9.xml" Id="R8adfbff841344c97" /><Relationship Type="http://schemas.openxmlformats.org/officeDocument/2006/relationships/slide" Target="/ppt/slides/slide10.xml" Id="R25e0adbba67a48a5" /><Relationship Type="http://schemas.openxmlformats.org/officeDocument/2006/relationships/slide" Target="/ppt/slides/slide11.xml" Id="R251ebb4f11164b92" /><Relationship Type="http://schemas.openxmlformats.org/officeDocument/2006/relationships/slide" Target="/ppt/slides/slide12.xml" Id="R619d4c6b056f4229" /><Relationship Type="http://schemas.openxmlformats.org/officeDocument/2006/relationships/slide" Target="/ppt/slides/slide13.xml" Id="Re4c1376324b641ad" /><Relationship Type="http://schemas.openxmlformats.org/officeDocument/2006/relationships/slide" Target="/ppt/slides/slide14.xml" Id="R410554386e7444c4" /><Relationship Type="http://schemas.openxmlformats.org/officeDocument/2006/relationships/slide" Target="/ppt/slides/slide15.xml" Id="Rb0b26251144941a9" /><Relationship Type="http://schemas.openxmlformats.org/officeDocument/2006/relationships/slide" Target="/ppt/slides/slide16.xml" Id="R635c09e3dd844a20" /><Relationship Type="http://schemas.openxmlformats.org/officeDocument/2006/relationships/slide" Target="/ppt/slides/slide17.xml" Id="Ra8bf32449a0f44dd" /><Relationship Type="http://schemas.openxmlformats.org/officeDocument/2006/relationships/slide" Target="/ppt/slides/slide18.xml" Id="R9926a50ebdd84fc6" /><Relationship Type="http://schemas.openxmlformats.org/officeDocument/2006/relationships/slide" Target="/ppt/slides/slide19.xml" Id="Rb9dfa2ce1dd045a0" /><Relationship Type="http://schemas.openxmlformats.org/officeDocument/2006/relationships/slide" Target="/ppt/slides/slide20.xml" Id="Rb699529d2edd42f2" /><Relationship Type="http://schemas.openxmlformats.org/officeDocument/2006/relationships/slide" Target="/ppt/slides/slide21.xml" Id="R523511d356a34c1e" /><Relationship Type="http://schemas.openxmlformats.org/officeDocument/2006/relationships/slide" Target="/ppt/slides/slide22.xml" Id="R1f897f7266014748" /><Relationship Type="http://schemas.openxmlformats.org/officeDocument/2006/relationships/slide" Target="/ppt/slides/slide23.xml" Id="R2f69d3529ed74639" /><Relationship Type="http://schemas.openxmlformats.org/officeDocument/2006/relationships/slide" Target="/ppt/slides/slide24.xml" Id="R0c420d803f194c0e" /><Relationship Type="http://schemas.openxmlformats.org/officeDocument/2006/relationships/slide" Target="/ppt/slides/slide25.xml" Id="Rae02d9a21e2740bd" /><Relationship Type="http://schemas.openxmlformats.org/officeDocument/2006/relationships/slide" Target="/ppt/slides/slide26.xml" Id="Rf99bf9ca21ac45f9" /><Relationship Type="http://schemas.openxmlformats.org/officeDocument/2006/relationships/slide" Target="/ppt/slides/slide27.xml" Id="R17a1755836ee46a3" /><Relationship Type="http://schemas.openxmlformats.org/officeDocument/2006/relationships/slide" Target="/ppt/slides/slide28.xml" Id="Rdeca5ff5b2734325" /><Relationship Type="http://schemas.openxmlformats.org/officeDocument/2006/relationships/slide" Target="/ppt/slides/slide29.xml" Id="R1f529ab1c9004351" /><Relationship Type="http://schemas.openxmlformats.org/officeDocument/2006/relationships/slide" Target="/ppt/slides/slide30.xml" Id="R9d261fe841974925" /><Relationship Type="http://schemas.openxmlformats.org/officeDocument/2006/relationships/slide" Target="/ppt/slides/slide31.xml" Id="R426b2c8719554272" /><Relationship Type="http://schemas.openxmlformats.org/officeDocument/2006/relationships/slide" Target="/ppt/slides/slide32.xml" Id="R31d0a7c3739a45c3" /><Relationship Type="http://schemas.openxmlformats.org/officeDocument/2006/relationships/slide" Target="/ppt/slides/slide33.xml" Id="R071d09db62294d66" /><Relationship Type="http://schemas.openxmlformats.org/officeDocument/2006/relationships/slide" Target="/ppt/slides/slide34.xml" Id="R7809a228295e48f8" /><Relationship Type="http://schemas.openxmlformats.org/officeDocument/2006/relationships/slide" Target="/ppt/slides/slide35.xml" Id="R7fa20977258c47e6" /><Relationship Type="http://schemas.openxmlformats.org/officeDocument/2006/relationships/slide" Target="/ppt/slides/slide36.xml" Id="R9ddf88273cd84c93" /><Relationship Type="http://schemas.openxmlformats.org/officeDocument/2006/relationships/slide" Target="/ppt/slides/slide37.xml" Id="R06870db86921493e" /><Relationship Type="http://schemas.openxmlformats.org/officeDocument/2006/relationships/slide" Target="/ppt/slides/slide38.xml" Id="R9b55393490474c01" /><Relationship Type="http://schemas.openxmlformats.org/officeDocument/2006/relationships/slide" Target="/ppt/slides/slide39.xml" Id="R71589f7baf144215" /><Relationship Type="http://schemas.openxmlformats.org/officeDocument/2006/relationships/slide" Target="/ppt/slides/slide40.xml" Id="R8af2cf364f6d4529" /><Relationship Type="http://schemas.openxmlformats.org/officeDocument/2006/relationships/slide" Target="/ppt/slides/slide41.xml" Id="R000f9e9f3cad439c" /><Relationship Type="http://schemas.openxmlformats.org/officeDocument/2006/relationships/slide" Target="/ppt/slides/slide42.xml" Id="R9863e61d096c4269" /><Relationship Type="http://schemas.openxmlformats.org/officeDocument/2006/relationships/slide" Target="/ppt/slides/slide43.xml" Id="R1a0804759d17447f" /><Relationship Type="http://schemas.openxmlformats.org/officeDocument/2006/relationships/slide" Target="/ppt/slides/slide44.xml" Id="R82a2000a9d8c4cee" /><Relationship Type="http://schemas.openxmlformats.org/officeDocument/2006/relationships/slide" Target="/ppt/slides/slide45.xml" Id="R9fa2d51eabe8402a" /><Relationship Type="http://schemas.openxmlformats.org/officeDocument/2006/relationships/slide" Target="/ppt/slides/slide46.xml" Id="R760a606bb0b14fd1" /><Relationship Type="http://schemas.openxmlformats.org/officeDocument/2006/relationships/slide" Target="/ppt/slides/slide47.xml" Id="Rcda853f20c124e64" /><Relationship Type="http://schemas.openxmlformats.org/officeDocument/2006/relationships/slide" Target="/ppt/slides/slide48.xml" Id="Rb88cda56f3f44fa2" /><Relationship Type="http://schemas.openxmlformats.org/officeDocument/2006/relationships/slide" Target="/ppt/slides/slide49.xml" Id="Raa5c706c802241dc" /><Relationship Type="http://schemas.openxmlformats.org/officeDocument/2006/relationships/slide" Target="/ppt/slides/slide50.xml" Id="Re1217fe26e2a445a" /><Relationship Type="http://schemas.openxmlformats.org/officeDocument/2006/relationships/slide" Target="/ppt/slides/slide51.xml" Id="R26cfff190af44793" /><Relationship Type="http://schemas.openxmlformats.org/officeDocument/2006/relationships/slide" Target="/ppt/slides/slide52.xml" Id="R736bbfe3034f41fc" /><Relationship Type="http://schemas.openxmlformats.org/officeDocument/2006/relationships/slide" Target="/ppt/slides/slide53.xml" Id="R46b1f82ac6b5479c" /><Relationship Type="http://schemas.openxmlformats.org/officeDocument/2006/relationships/slide" Target="/ppt/slides/slide54.xml" Id="Rfea165eea4f94f4c" /><Relationship Type="http://schemas.openxmlformats.org/officeDocument/2006/relationships/slide" Target="/ppt/slides/slide55.xml" Id="R5f8d18960653420e" /><Relationship Type="http://schemas.openxmlformats.org/officeDocument/2006/relationships/slide" Target="/ppt/slides/slide56.xml" Id="R8aa8523e1a4f4ca0" /><Relationship Type="http://schemas.openxmlformats.org/officeDocument/2006/relationships/slide" Target="/ppt/slides/slide57.xml" Id="R62b17ae89d5841e2" /><Relationship Type="http://schemas.openxmlformats.org/officeDocument/2006/relationships/slide" Target="/ppt/slides/slide58.xml" Id="R700690edcf774740" /><Relationship Type="http://schemas.openxmlformats.org/officeDocument/2006/relationships/slide" Target="/ppt/slides/slide59.xml" Id="Re2a9661911344937" /><Relationship Type="http://schemas.openxmlformats.org/officeDocument/2006/relationships/slide" Target="/ppt/slides/slide60.xml" Id="R32a8864479294bfa" /><Relationship Type="http://schemas.openxmlformats.org/officeDocument/2006/relationships/slide" Target="/ppt/slides/slide61.xml" Id="Rb90b5d778d8f488d" /><Relationship Type="http://schemas.openxmlformats.org/officeDocument/2006/relationships/slide" Target="/ppt/slides/slide62.xml" Id="Rd623a3a50b8848ad" /><Relationship Type="http://schemas.openxmlformats.org/officeDocument/2006/relationships/slide" Target="/ppt/slides/slide63.xml" Id="Rbaa4bf4b15664629" /><Relationship Type="http://schemas.openxmlformats.org/officeDocument/2006/relationships/slide" Target="/ppt/slides/slide64.xml" Id="R26e22cef128f49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b48a69d13145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cbebbf5f7d4f5d" /><Relationship Type="http://schemas.openxmlformats.org/officeDocument/2006/relationships/notesMaster" Target="/ppt/notesMasters/notesMaster1.xml" Id="R2e09d854cf994b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7c7e80653a4945" /><Relationship Type="http://schemas.openxmlformats.org/officeDocument/2006/relationships/notesMaster" Target="/ppt/notesMasters/notesMaster1.xml" Id="Rf934e4d3f65c42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072a4242fc4cec" /><Relationship Type="http://schemas.openxmlformats.org/officeDocument/2006/relationships/notesMaster" Target="/ppt/notesMasters/notesMaster1.xml" Id="R38be742fb8a147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e73e444bbd48d2" /><Relationship Type="http://schemas.openxmlformats.org/officeDocument/2006/relationships/notesMaster" Target="/ppt/notesMasters/notesMaster1.xml" Id="R565ba97005824a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337ba405004529" /><Relationship Type="http://schemas.openxmlformats.org/officeDocument/2006/relationships/notesMaster" Target="/ppt/notesMasters/notesMaster1.xml" Id="R52f3d077d1e747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689f85385044c8" /><Relationship Type="http://schemas.openxmlformats.org/officeDocument/2006/relationships/notesMaster" Target="/ppt/notesMasters/notesMaster1.xml" Id="R9d7b2892dcb444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009079e91142bf" /><Relationship Type="http://schemas.openxmlformats.org/officeDocument/2006/relationships/notesMaster" Target="/ppt/notesMasters/notesMaster1.xml" Id="R5687bf723f22493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502878cb124ad7" /><Relationship Type="http://schemas.openxmlformats.org/officeDocument/2006/relationships/notesMaster" Target="/ppt/notesMasters/notesMaster1.xml" Id="Rbdde27f2b34a4a3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f81a5956f6457b" /><Relationship Type="http://schemas.openxmlformats.org/officeDocument/2006/relationships/notesMaster" Target="/ppt/notesMasters/notesMaster1.xml" Id="R7d4a4f9f15274c2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6d45dc7ffb4607" /><Relationship Type="http://schemas.openxmlformats.org/officeDocument/2006/relationships/notesMaster" Target="/ppt/notesMasters/notesMaster1.xml" Id="R9bfcceaf1ce545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931808b7084507" /><Relationship Type="http://schemas.openxmlformats.org/officeDocument/2006/relationships/notesMaster" Target="/ppt/notesMasters/notesMaster1.xml" Id="Ra5e26b45d43047c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6b577b2c35a48a5" /><Relationship Type="http://schemas.openxmlformats.org/officeDocument/2006/relationships/notesMaster" Target="/ppt/notesMasters/notesMaster1.xml" Id="R73ffa5b2f4ca4de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0b981502d544b37" /><Relationship Type="http://schemas.openxmlformats.org/officeDocument/2006/relationships/notesMaster" Target="/ppt/notesMasters/notesMaster1.xml" Id="Rce24334ac6d1448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d34c6d209f34b80" /><Relationship Type="http://schemas.openxmlformats.org/officeDocument/2006/relationships/notesMaster" Target="/ppt/notesMasters/notesMaster1.xml" Id="Rd971eeba7fcd4e8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5619bfcc25d4e38" /><Relationship Type="http://schemas.openxmlformats.org/officeDocument/2006/relationships/notesMaster" Target="/ppt/notesMasters/notesMaster1.xml" Id="Rb19a8e7d1ce442a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4979a2bdfbf487c" /><Relationship Type="http://schemas.openxmlformats.org/officeDocument/2006/relationships/notesMaster" Target="/ppt/notesMasters/notesMaster1.xml" Id="Rbaf77ab417674e1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4a21a74097941ac" /><Relationship Type="http://schemas.openxmlformats.org/officeDocument/2006/relationships/notesMaster" Target="/ppt/notesMasters/notesMaster1.xml" Id="Refc0c4eb524b475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47bfbcb567448ad" /><Relationship Type="http://schemas.openxmlformats.org/officeDocument/2006/relationships/notesMaster" Target="/ppt/notesMasters/notesMaster1.xml" Id="R38b83396e0cd44c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5832ebe86de4940" /><Relationship Type="http://schemas.openxmlformats.org/officeDocument/2006/relationships/notesMaster" Target="/ppt/notesMasters/notesMaster1.xml" Id="R33cd5b54d9684e5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fd6772775264f22" /><Relationship Type="http://schemas.openxmlformats.org/officeDocument/2006/relationships/notesMaster" Target="/ppt/notesMasters/notesMaster1.xml" Id="Rabfd346c4a4148d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1920029ac024579" /><Relationship Type="http://schemas.openxmlformats.org/officeDocument/2006/relationships/notesMaster" Target="/ppt/notesMasters/notesMaster1.xml" Id="R9420e5c9dd82477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86dad3316984c3b" /><Relationship Type="http://schemas.openxmlformats.org/officeDocument/2006/relationships/notesMaster" Target="/ppt/notesMasters/notesMaster1.xml" Id="Rea004c1c93e646f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415622d43914656" /><Relationship Type="http://schemas.openxmlformats.org/officeDocument/2006/relationships/notesMaster" Target="/ppt/notesMasters/notesMaster1.xml" Id="R3fa8995147424d4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32bdeaaf69f467b" /><Relationship Type="http://schemas.openxmlformats.org/officeDocument/2006/relationships/notesMaster" Target="/ppt/notesMasters/notesMaster1.xml" Id="R4c0f1f267119458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be87279d914453b" /><Relationship Type="http://schemas.openxmlformats.org/officeDocument/2006/relationships/notesMaster" Target="/ppt/notesMasters/notesMaster1.xml" Id="R09ec55ee729d47f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0d752f075a64f24" /><Relationship Type="http://schemas.openxmlformats.org/officeDocument/2006/relationships/notesMaster" Target="/ppt/notesMasters/notesMaster1.xml" Id="Rbb924446f0314e1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681bf608796400c" /><Relationship Type="http://schemas.openxmlformats.org/officeDocument/2006/relationships/notesMaster" Target="/ppt/notesMasters/notesMaster1.xml" Id="Ra53384f35fe241d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54e8af4fbf44752" /><Relationship Type="http://schemas.openxmlformats.org/officeDocument/2006/relationships/notesMaster" Target="/ppt/notesMasters/notesMaster1.xml" Id="R2ff22e93458b448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43bc21d481f4c8f" /><Relationship Type="http://schemas.openxmlformats.org/officeDocument/2006/relationships/notesMaster" Target="/ppt/notesMasters/notesMaster1.xml" Id="R37d0b1320d1d415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2e093466da84ae1" /><Relationship Type="http://schemas.openxmlformats.org/officeDocument/2006/relationships/notesMaster" Target="/ppt/notesMasters/notesMaster1.xml" Id="R9db8cb5b1461448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048e437edbd45c5" /><Relationship Type="http://schemas.openxmlformats.org/officeDocument/2006/relationships/notesMaster" Target="/ppt/notesMasters/notesMaster1.xml" Id="R676eae9fe3d9444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30675ecf0ec4417" /><Relationship Type="http://schemas.openxmlformats.org/officeDocument/2006/relationships/notesMaster" Target="/ppt/notesMasters/notesMaster1.xml" Id="R5764459f732c4c5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8cfc089dd984ebd" /><Relationship Type="http://schemas.openxmlformats.org/officeDocument/2006/relationships/notesMaster" Target="/ppt/notesMasters/notesMaster1.xml" Id="R9f966011a62f4b9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ff1cdfa52404c33" /><Relationship Type="http://schemas.openxmlformats.org/officeDocument/2006/relationships/notesMaster" Target="/ppt/notesMasters/notesMaster1.xml" Id="R6fc6183e4756482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edec25d253f463d" /><Relationship Type="http://schemas.openxmlformats.org/officeDocument/2006/relationships/notesMaster" Target="/ppt/notesMasters/notesMaster1.xml" Id="R415e4bdcc271481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f708b158d7b4b54" /><Relationship Type="http://schemas.openxmlformats.org/officeDocument/2006/relationships/notesMaster" Target="/ppt/notesMasters/notesMaster1.xml" Id="R5950a8fe983d455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1fcb098435244b7" /><Relationship Type="http://schemas.openxmlformats.org/officeDocument/2006/relationships/notesMaster" Target="/ppt/notesMasters/notesMaster1.xml" Id="R60108724916e487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1a2e81655a44c47" /><Relationship Type="http://schemas.openxmlformats.org/officeDocument/2006/relationships/notesMaster" Target="/ppt/notesMasters/notesMaster1.xml" Id="Rc7bd9426209c4e6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dbd75c49c304eb6" /><Relationship Type="http://schemas.openxmlformats.org/officeDocument/2006/relationships/notesMaster" Target="/ppt/notesMasters/notesMaster1.xml" Id="R734b877d74384fb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029e7dc42204e45" /><Relationship Type="http://schemas.openxmlformats.org/officeDocument/2006/relationships/notesMaster" Target="/ppt/notesMasters/notesMaster1.xml" Id="R28ec995f3edc427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c1f4d1217394678" /><Relationship Type="http://schemas.openxmlformats.org/officeDocument/2006/relationships/notesMaster" Target="/ppt/notesMasters/notesMaster1.xml" Id="R7e17797b1e5a429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5ebd570d01d4417" /><Relationship Type="http://schemas.openxmlformats.org/officeDocument/2006/relationships/notesMaster" Target="/ppt/notesMasters/notesMaster1.xml" Id="Rb05cad4225a1410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9a070cb356a0407a" /><Relationship Type="http://schemas.openxmlformats.org/officeDocument/2006/relationships/notesMaster" Target="/ppt/notesMasters/notesMaster1.xml" Id="Rc6e3980b58fb4c6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d9f5b562a6cc4a03" /><Relationship Type="http://schemas.openxmlformats.org/officeDocument/2006/relationships/notesMaster" Target="/ppt/notesMasters/notesMaster1.xml" Id="R5a2d5763a07c4276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a714f689d464e83" /><Relationship Type="http://schemas.openxmlformats.org/officeDocument/2006/relationships/notesMaster" Target="/ppt/notesMasters/notesMaster1.xml" Id="Re93b0574c443450d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dcbb4933aaea4710" /><Relationship Type="http://schemas.openxmlformats.org/officeDocument/2006/relationships/notesMaster" Target="/ppt/notesMasters/notesMaster1.xml" Id="R2b49e4e03efb489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4cfe408d0f9c4295" /><Relationship Type="http://schemas.openxmlformats.org/officeDocument/2006/relationships/notesMaster" Target="/ppt/notesMasters/notesMaster1.xml" Id="Rac41a7a52e7a440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5818d04b8c7041e2" /><Relationship Type="http://schemas.openxmlformats.org/officeDocument/2006/relationships/notesMaster" Target="/ppt/notesMasters/notesMaster1.xml" Id="R499c8fac148c447b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8484f69e4b9b4cfd" /><Relationship Type="http://schemas.openxmlformats.org/officeDocument/2006/relationships/notesMaster" Target="/ppt/notesMasters/notesMaster1.xml" Id="Re787a5efaa7a43d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2f3bcf479c284a93" /><Relationship Type="http://schemas.openxmlformats.org/officeDocument/2006/relationships/notesMaster" Target="/ppt/notesMasters/notesMaster1.xml" Id="R7991643bd1f3494f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1cb34e21b76f4b35" /><Relationship Type="http://schemas.openxmlformats.org/officeDocument/2006/relationships/notesMaster" Target="/ppt/notesMasters/notesMaster1.xml" Id="Rc1aba47a8d2b441e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7af39d0a757d440e" /><Relationship Type="http://schemas.openxmlformats.org/officeDocument/2006/relationships/notesMaster" Target="/ppt/notesMasters/notesMaster1.xml" Id="R4dd536f037a64d29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0eabbc9c613441f7" /><Relationship Type="http://schemas.openxmlformats.org/officeDocument/2006/relationships/notesMaster" Target="/ppt/notesMasters/notesMaster1.xml" Id="Reac2fcd226e54af0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5f2e3b702274499c" /><Relationship Type="http://schemas.openxmlformats.org/officeDocument/2006/relationships/notesMaster" Target="/ppt/notesMasters/notesMaster1.xml" Id="R56767450fad248fc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f7b7f489b3e94c01" /><Relationship Type="http://schemas.openxmlformats.org/officeDocument/2006/relationships/notesMaster" Target="/ppt/notesMasters/notesMaster1.xml" Id="R861f5fa1857a438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7f02c813312c4a29" /><Relationship Type="http://schemas.openxmlformats.org/officeDocument/2006/relationships/notesMaster" Target="/ppt/notesMasters/notesMaster1.xml" Id="R44ae6163d6024b62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d7c80177fb7d42f5" /><Relationship Type="http://schemas.openxmlformats.org/officeDocument/2006/relationships/notesMaster" Target="/ppt/notesMasters/notesMaster1.xml" Id="Rf7397e1edf974bb1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4eac045b73f340cf" /><Relationship Type="http://schemas.openxmlformats.org/officeDocument/2006/relationships/notesMaster" Target="/ppt/notesMasters/notesMaster1.xml" Id="R2a7beeecfc0d462f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28455eada9f74143" /><Relationship Type="http://schemas.openxmlformats.org/officeDocument/2006/relationships/notesMaster" Target="/ppt/notesMasters/notesMaster1.xml" Id="R895fdbcb4c124b79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78a86a9353504c97" /><Relationship Type="http://schemas.openxmlformats.org/officeDocument/2006/relationships/notesMaster" Target="/ppt/notesMasters/notesMaster1.xml" Id="Re2960f11f7eb4367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8e0ca86eba7b49a9" /><Relationship Type="http://schemas.openxmlformats.org/officeDocument/2006/relationships/notesMaster" Target="/ppt/notesMasters/notesMaster1.xml" Id="R2e0c7c2198a74464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57c36def3ef54a56" /><Relationship Type="http://schemas.openxmlformats.org/officeDocument/2006/relationships/notesMaster" Target="/ppt/notesMasters/notesMaster1.xml" Id="R490a89d9b22c4bc0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df391b8580924e23" /><Relationship Type="http://schemas.openxmlformats.org/officeDocument/2006/relationships/notesMaster" Target="/ppt/notesMasters/notesMaster1.xml" Id="Rb216c63a084e4e2e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ee209d6d03ff44de" /><Relationship Type="http://schemas.openxmlformats.org/officeDocument/2006/relationships/notesMaster" Target="/ppt/notesMasters/notesMaster1.xml" Id="R9c6778a4e89243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19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- Auditoria de perímetro e taxonomia — industry_fic_detection_audit.csv, industry_taxonomy_crosscheck.csv e taxonomy_review_actions.csv; competência 2026-06.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prestadores por competência.</a:t>
            </a:r>
          </a:p>
          <a:p xmlns:a="http://schemas.openxmlformats.org/drawingml/2006/main">
            <a:r>
              <a:t>- PL comparável da indústria = menor PL entre dez/24 e dez/25 para cada CNPJ elegível.</a:t>
            </a:r>
          </a:p>
          <a:p xmlns:a="http://schemas.openxmlformats.org/drawingml/2006/main">
            <a:r>
              <a:t>- Coorte CBSF/Reag: administrador de origem CNPJ 34.829.992/0001-86 em dez/25; destino em jun/26.</a:t>
            </a:r>
          </a:p>
          <a:p xmlns:a="http://schemas.openxmlformats.org/drawingml/2006/main">
            <a:r>
              <a:t>- Limitação: ausência de reporte no destino não comprova liquidação do fundo; gestor e custodiante históricos não são observáveis na mesma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46cceb355d4a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4d556e42664843" /><Relationship Type="http://schemas.openxmlformats.org/officeDocument/2006/relationships/slideLayout" Target="/ppt/slideLayouts/slideLayout1.xml" Id="Rf32055cfcbed47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2055cfcbed47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a0aab8a6f94a08" /><Relationship Type="http://schemas.openxmlformats.org/officeDocument/2006/relationships/notesSlide" Target="/ppt/notesSlides/notesSlide1.xml" Id="R0d9d148c403942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78614e1d345e7" /><Relationship Type="http://schemas.openxmlformats.org/officeDocument/2006/relationships/notesSlide" Target="/ppt/notesSlides/notesSlide2.xml" Id="R333b3531b58d47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1b4900b9f4bb6" /><Relationship Type="http://schemas.openxmlformats.org/officeDocument/2006/relationships/chart" Target="/ppt/slides/charts/chart1.xml" Id="Rc06876fe45484681" /><Relationship Type="http://schemas.openxmlformats.org/officeDocument/2006/relationships/chart" Target="/ppt/slides/charts/chart2.xml" Id="R37f777629a7a4a8e" /><Relationship Type="http://schemas.openxmlformats.org/officeDocument/2006/relationships/chart" Target="/ppt/slides/charts/chart3.xml" Id="R5fcc91041ca94936" /><Relationship Type="http://schemas.openxmlformats.org/officeDocument/2006/relationships/chart" Target="/ppt/slides/charts/chart4.xml" Id="R4ca4327168e54922" /><Relationship Type="http://schemas.openxmlformats.org/officeDocument/2006/relationships/notesSlide" Target="/ppt/notesSlides/notesSlide3.xml" Id="Re2f85539dd7747b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6372aa2ee4d79" /><Relationship Type="http://schemas.openxmlformats.org/officeDocument/2006/relationships/chart" Target="/ppt/slides/charts/chart5.xml" Id="R2dcd16e564424b40" /><Relationship Type="http://schemas.openxmlformats.org/officeDocument/2006/relationships/chart" Target="/ppt/slides/charts/chart6.xml" Id="R1ec463bf00eb4b94" /><Relationship Type="http://schemas.openxmlformats.org/officeDocument/2006/relationships/notesSlide" Target="/ppt/notesSlides/notesSlide4.xml" Id="R04ad24dc6d834a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ee2bf59b64142" /><Relationship Type="http://schemas.openxmlformats.org/officeDocument/2006/relationships/chart" Target="/ppt/slides/charts/chart7.xml" Id="R4aaa904538e94950" /><Relationship Type="http://schemas.openxmlformats.org/officeDocument/2006/relationships/notesSlide" Target="/ppt/notesSlides/notesSlide5.xml" Id="R7189b5f964ac4b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a020861c04681" /><Relationship Type="http://schemas.openxmlformats.org/officeDocument/2006/relationships/chart" Target="/ppt/slides/charts/chart8.xml" Id="R9927da62928d4a64" /><Relationship Type="http://schemas.openxmlformats.org/officeDocument/2006/relationships/chart" Target="/ppt/slides/charts/chart9.xml" Id="Rcc899823465b4f11" /><Relationship Type="http://schemas.openxmlformats.org/officeDocument/2006/relationships/chart" Target="/ppt/slides/charts/chart10.xml" Id="R197cc153ce16473a" /><Relationship Type="http://schemas.openxmlformats.org/officeDocument/2006/relationships/notesSlide" Target="/ppt/notesSlides/notesSlide6.xml" Id="Re95f56b9f65544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45ceae6474745" /><Relationship Type="http://schemas.openxmlformats.org/officeDocument/2006/relationships/chart" Target="/ppt/slides/charts/chart11.xml" Id="Rf2f0b0119d8742b2" /><Relationship Type="http://schemas.openxmlformats.org/officeDocument/2006/relationships/chart" Target="/ppt/slides/charts/chart12.xml" Id="R4d321c87e1884df4" /><Relationship Type="http://schemas.openxmlformats.org/officeDocument/2006/relationships/chart" Target="/ppt/slides/charts/chart13.xml" Id="R0f1808509d484633" /><Relationship Type="http://schemas.openxmlformats.org/officeDocument/2006/relationships/chart" Target="/ppt/slides/charts/chart14.xml" Id="R4f5ca69b37bb4c2f" /><Relationship Type="http://schemas.openxmlformats.org/officeDocument/2006/relationships/chart" Target="/ppt/slides/charts/chart15.xml" Id="R5d1c5a489b3b470c" /><Relationship Type="http://schemas.openxmlformats.org/officeDocument/2006/relationships/notesSlide" Target="/ppt/notesSlides/notesSlide7.xml" Id="R64a12e3c7fa140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cbb398e7b4c67" /><Relationship Type="http://schemas.openxmlformats.org/officeDocument/2006/relationships/chart" Target="/ppt/slides/charts/chart16.xml" Id="Radc06556da5546d0" /><Relationship Type="http://schemas.openxmlformats.org/officeDocument/2006/relationships/chart" Target="/ppt/slides/charts/chart17.xml" Id="R4b413416007e42ab" /><Relationship Type="http://schemas.openxmlformats.org/officeDocument/2006/relationships/chart" Target="/ppt/slides/charts/chart18.xml" Id="R0cc6d8551d3e4ab8" /><Relationship Type="http://schemas.openxmlformats.org/officeDocument/2006/relationships/notesSlide" Target="/ppt/notesSlides/notesSlide8.xml" Id="R031ca6bf15ae44f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8f61c9db34e77" /><Relationship Type="http://schemas.openxmlformats.org/officeDocument/2006/relationships/chart" Target="/ppt/slides/charts/chart19.xml" Id="Rf191ccc5287f44b5" /><Relationship Type="http://schemas.openxmlformats.org/officeDocument/2006/relationships/chart" Target="/ppt/slides/charts/chart20.xml" Id="R8471b772d06c4cbc" /><Relationship Type="http://schemas.openxmlformats.org/officeDocument/2006/relationships/chart" Target="/ppt/slides/charts/chart21.xml" Id="R77f4b05a49064698" /><Relationship Type="http://schemas.openxmlformats.org/officeDocument/2006/relationships/notesSlide" Target="/ppt/notesSlides/notesSlide9.xml" Id="Rcd6223e9a2d94ae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e941af88ce4264" /><Relationship Type="http://schemas.openxmlformats.org/officeDocument/2006/relationships/chart" Target="/ppt/slides/charts/chart22.xml" Id="R336104599b774482" /><Relationship Type="http://schemas.openxmlformats.org/officeDocument/2006/relationships/chart" Target="/ppt/slides/charts/chart23.xml" Id="R7075bd033e514ca3" /><Relationship Type="http://schemas.openxmlformats.org/officeDocument/2006/relationships/chart" Target="/ppt/slides/charts/chart24.xml" Id="R5cba1eab936d4877" /><Relationship Type="http://schemas.openxmlformats.org/officeDocument/2006/relationships/notesSlide" Target="/ppt/notesSlides/notesSlide10.xml" Id="Rc0853b70bfa74d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3ea5ee3d94da2" /><Relationship Type="http://schemas.openxmlformats.org/officeDocument/2006/relationships/chart" Target="/ppt/slides/charts/chart25.xml" Id="R849f35e683ae44d5" /><Relationship Type="http://schemas.openxmlformats.org/officeDocument/2006/relationships/notesSlide" Target="/ppt/notesSlides/notesSlide11.xml" Id="Rfea97b48bee1478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f957294444929" /><Relationship Type="http://schemas.openxmlformats.org/officeDocument/2006/relationships/chart" Target="/ppt/slides/charts/chart26.xml" Id="R19d0093ccca84cd5" /><Relationship Type="http://schemas.openxmlformats.org/officeDocument/2006/relationships/chart" Target="/ppt/slides/charts/chart27.xml" Id="R6aa6489f5f164cbf" /><Relationship Type="http://schemas.openxmlformats.org/officeDocument/2006/relationships/notesSlide" Target="/ppt/notesSlides/notesSlide12.xml" Id="R9479102261e742d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cdb30eacf405c" /><Relationship Type="http://schemas.openxmlformats.org/officeDocument/2006/relationships/chart" Target="/ppt/slides/charts/chart28.xml" Id="R5f00bc9a9072411e" /><Relationship Type="http://schemas.openxmlformats.org/officeDocument/2006/relationships/chart" Target="/ppt/slides/charts/chart29.xml" Id="R2195c6c390d8401b" /><Relationship Type="http://schemas.openxmlformats.org/officeDocument/2006/relationships/notesSlide" Target="/ppt/notesSlides/notesSlide13.xml" Id="R31793af5a19a41b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0a855a6364058" /><Relationship Type="http://schemas.openxmlformats.org/officeDocument/2006/relationships/chart" Target="/ppt/slides/charts/chart30.xml" Id="R8edde5b382964f42" /><Relationship Type="http://schemas.openxmlformats.org/officeDocument/2006/relationships/chart" Target="/ppt/slides/charts/chart31.xml" Id="R9c20b09ecf464a47" /><Relationship Type="http://schemas.openxmlformats.org/officeDocument/2006/relationships/notesSlide" Target="/ppt/notesSlides/notesSlide14.xml" Id="Ra7c55331db2f457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1899958fd444d7" /><Relationship Type="http://schemas.openxmlformats.org/officeDocument/2006/relationships/notesSlide" Target="/ppt/notesSlides/notesSlide15.xml" Id="R96f77efe05e644b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1f1d0587f4990" /><Relationship Type="http://schemas.openxmlformats.org/officeDocument/2006/relationships/notesSlide" Target="/ppt/notesSlides/notesSlide16.xml" Id="R366149633e8b4f5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939329d5149c4" /><Relationship Type="http://schemas.openxmlformats.org/officeDocument/2006/relationships/chart" Target="/ppt/slides/charts/chart32.xml" Id="R3fc40efae0cb46d1" /><Relationship Type="http://schemas.openxmlformats.org/officeDocument/2006/relationships/chart" Target="/ppt/slides/charts/chart33.xml" Id="R772e47f9ae9f44fa" /><Relationship Type="http://schemas.openxmlformats.org/officeDocument/2006/relationships/chart" Target="/ppt/slides/charts/chart34.xml" Id="Radc9d4e5d3ae44f0" /><Relationship Type="http://schemas.openxmlformats.org/officeDocument/2006/relationships/notesSlide" Target="/ppt/notesSlides/notesSlide17.xml" Id="R83dad1c1bf0a4e4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b05ac96ae4080" /><Relationship Type="http://schemas.openxmlformats.org/officeDocument/2006/relationships/notesSlide" Target="/ppt/notesSlides/notesSlide18.xml" Id="Rc154b7816f0b4ff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6d64b5508349a7" /><Relationship Type="http://schemas.openxmlformats.org/officeDocument/2006/relationships/notesSlide" Target="/ppt/notesSlides/notesSlide19.xml" Id="R83a25ac3e67542a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5ae70fdb0f48ca" /><Relationship Type="http://schemas.openxmlformats.org/officeDocument/2006/relationships/notesSlide" Target="/ppt/notesSlides/notesSlide20.xml" Id="R9bcadeb17ced485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6df6b6edbd4362" /><Relationship Type="http://schemas.openxmlformats.org/officeDocument/2006/relationships/notesSlide" Target="/ppt/notesSlides/notesSlide21.xml" Id="R4cbfea948a9e41b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5a509d07e4fce" /><Relationship Type="http://schemas.openxmlformats.org/officeDocument/2006/relationships/notesSlide" Target="/ppt/notesSlides/notesSlide22.xml" Id="R267eebfed3294cd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7bd20c1714531" /><Relationship Type="http://schemas.openxmlformats.org/officeDocument/2006/relationships/notesSlide" Target="/ppt/notesSlides/notesSlide23.xml" Id="Rf841495ff3d7479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3fcd543054e4c" /><Relationship Type="http://schemas.openxmlformats.org/officeDocument/2006/relationships/chart" Target="/ppt/slides/charts/chart35.xml" Id="R0f93a55e1e3e4520" /><Relationship Type="http://schemas.openxmlformats.org/officeDocument/2006/relationships/notesSlide" Target="/ppt/notesSlides/notesSlide24.xml" Id="Ra96cbeb0e9ea4f9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e37e4396f414b" /><Relationship Type="http://schemas.openxmlformats.org/officeDocument/2006/relationships/notesSlide" Target="/ppt/notesSlides/notesSlide25.xml" Id="Rd4ca822f471a436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077eebfbe4358" /><Relationship Type="http://schemas.openxmlformats.org/officeDocument/2006/relationships/chart" Target="/ppt/slides/charts/chart36.xml" Id="R1272dbf07f254f07" /><Relationship Type="http://schemas.openxmlformats.org/officeDocument/2006/relationships/chart" Target="/ppt/slides/charts/chart37.xml" Id="R57c116a93d164ed8" /><Relationship Type="http://schemas.openxmlformats.org/officeDocument/2006/relationships/chart" Target="/ppt/slides/charts/chart38.xml" Id="Re3d2d5ac93394390" /><Relationship Type="http://schemas.openxmlformats.org/officeDocument/2006/relationships/notesSlide" Target="/ppt/notesSlides/notesSlide26.xml" Id="Rb87df188c96b440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a67e172e8479e" /><Relationship Type="http://schemas.openxmlformats.org/officeDocument/2006/relationships/chart" Target="/ppt/slides/charts/chart39.xml" Id="R234b2dd94b094f0d" /><Relationship Type="http://schemas.openxmlformats.org/officeDocument/2006/relationships/chart" Target="/ppt/slides/charts/chart40.xml" Id="Rca19234a1d094635" /><Relationship Type="http://schemas.openxmlformats.org/officeDocument/2006/relationships/chart" Target="/ppt/slides/charts/chart41.xml" Id="Ra34840da82f54dd1" /><Relationship Type="http://schemas.openxmlformats.org/officeDocument/2006/relationships/chart" Target="/ppt/slides/charts/chart42.xml" Id="R8332351213c347cf" /><Relationship Type="http://schemas.openxmlformats.org/officeDocument/2006/relationships/notesSlide" Target="/ppt/notesSlides/notesSlide27.xml" Id="Rdbdde077c025463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745fb6655a4114" /><Relationship Type="http://schemas.openxmlformats.org/officeDocument/2006/relationships/chart" Target="/ppt/slides/charts/chart43.xml" Id="R31c9431981124746" /><Relationship Type="http://schemas.openxmlformats.org/officeDocument/2006/relationships/chart" Target="/ppt/slides/charts/chart44.xml" Id="R1551cb4fce244dd5" /><Relationship Type="http://schemas.openxmlformats.org/officeDocument/2006/relationships/chart" Target="/ppt/slides/charts/chart45.xml" Id="R2ff0f8b851dd4526" /><Relationship Type="http://schemas.openxmlformats.org/officeDocument/2006/relationships/chart" Target="/ppt/slides/charts/chart46.xml" Id="Rb2cd16c8d146446c" /><Relationship Type="http://schemas.openxmlformats.org/officeDocument/2006/relationships/chart" Target="/ppt/slides/charts/chart47.xml" Id="R621e47a7811b4785" /><Relationship Type="http://schemas.openxmlformats.org/officeDocument/2006/relationships/notesSlide" Target="/ppt/notesSlides/notesSlide28.xml" Id="R4d3c22bb1fba4f0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39a7100f0d4ec3" /><Relationship Type="http://schemas.openxmlformats.org/officeDocument/2006/relationships/notesSlide" Target="/ppt/notesSlides/notesSlide29.xml" Id="R2406ead323ca4d1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3fa02ee4e463a" /><Relationship Type="http://schemas.openxmlformats.org/officeDocument/2006/relationships/notesSlide" Target="/ppt/notesSlides/notesSlide30.xml" Id="R49a565f2b5bb46d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c8988bfe9a41f3" /><Relationship Type="http://schemas.openxmlformats.org/officeDocument/2006/relationships/notesSlide" Target="/ppt/notesSlides/notesSlide31.xml" Id="Rfe2b6d566e024e2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a9e35f92854acc" /><Relationship Type="http://schemas.openxmlformats.org/officeDocument/2006/relationships/notesSlide" Target="/ppt/notesSlides/notesSlide32.xml" Id="R389986e031b24d6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064231fb246a6" /><Relationship Type="http://schemas.openxmlformats.org/officeDocument/2006/relationships/notesSlide" Target="/ppt/notesSlides/notesSlide33.xml" Id="Ra8d830cdff80433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677594b4e46ba" /><Relationship Type="http://schemas.openxmlformats.org/officeDocument/2006/relationships/notesSlide" Target="/ppt/notesSlides/notesSlide34.xml" Id="Ref2a862c46b644d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d7e15dd73412d" /><Relationship Type="http://schemas.openxmlformats.org/officeDocument/2006/relationships/notesSlide" Target="/ppt/notesSlides/notesSlide35.xml" Id="R26d0204d5c0742d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5eb5360c354394" /><Relationship Type="http://schemas.openxmlformats.org/officeDocument/2006/relationships/notesSlide" Target="/ppt/notesSlides/notesSlide36.xml" Id="R9dcc37a3600347c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2a3b4f7f92440f" /><Relationship Type="http://schemas.openxmlformats.org/officeDocument/2006/relationships/notesSlide" Target="/ppt/notesSlides/notesSlide37.xml" Id="Re7d007c5e8994b3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9fd1e484554c45" /><Relationship Type="http://schemas.openxmlformats.org/officeDocument/2006/relationships/notesSlide" Target="/ppt/notesSlides/notesSlide38.xml" Id="Rbff7edb49ae9489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43fa4ffdec4d7e" /><Relationship Type="http://schemas.openxmlformats.org/officeDocument/2006/relationships/notesSlide" Target="/ppt/notesSlides/notesSlide39.xml" Id="R561d9ad17b0d4fe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800f09f2ed4aec" /><Relationship Type="http://schemas.openxmlformats.org/officeDocument/2006/relationships/notesSlide" Target="/ppt/notesSlides/notesSlide40.xml" Id="R209ab6835f754fc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42e136aa25417e" /><Relationship Type="http://schemas.openxmlformats.org/officeDocument/2006/relationships/notesSlide" Target="/ppt/notesSlides/notesSlide41.xml" Id="R5f3d27b9f704492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5683e5df748fb" /><Relationship Type="http://schemas.openxmlformats.org/officeDocument/2006/relationships/notesSlide" Target="/ppt/notesSlides/notesSlide42.xml" Id="R506e996fe54b4b2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7bea1b1ca4182" /><Relationship Type="http://schemas.openxmlformats.org/officeDocument/2006/relationships/notesSlide" Target="/ppt/notesSlides/notesSlide43.xml" Id="Rf4469028d89e4ceb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7b46a7d854ccb" /><Relationship Type="http://schemas.openxmlformats.org/officeDocument/2006/relationships/notesSlide" Target="/ppt/notesSlides/notesSlide44.xml" Id="R8aad46dfcea8415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6d9403cae41c5" /><Relationship Type="http://schemas.openxmlformats.org/officeDocument/2006/relationships/notesSlide" Target="/ppt/notesSlides/notesSlide45.xml" Id="R88cf4cd65421468d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c63347743a4c99" /><Relationship Type="http://schemas.openxmlformats.org/officeDocument/2006/relationships/notesSlide" Target="/ppt/notesSlides/notesSlide46.xml" Id="R9c0bac1a6f414bc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391dc913c34090" /><Relationship Type="http://schemas.openxmlformats.org/officeDocument/2006/relationships/notesSlide" Target="/ppt/notesSlides/notesSlide47.xml" Id="R1be583644a524080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60e7645b04707" /><Relationship Type="http://schemas.openxmlformats.org/officeDocument/2006/relationships/notesSlide" Target="/ppt/notesSlides/notesSlide48.xml" Id="R9d0387b3cc034457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b9e16045c4ca4" /><Relationship Type="http://schemas.openxmlformats.org/officeDocument/2006/relationships/notesSlide" Target="/ppt/notesSlides/notesSlide49.xml" Id="R416bbb38019049b8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16a9bcf734d1a" /><Relationship Type="http://schemas.openxmlformats.org/officeDocument/2006/relationships/notesSlide" Target="/ppt/notesSlides/notesSlide50.xml" Id="Rc7448a05dd2a4ef3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f8268cdfb4c4b" /><Relationship Type="http://schemas.openxmlformats.org/officeDocument/2006/relationships/notesSlide" Target="/ppt/notesSlides/notesSlide51.xml" Id="Rc81b12e813204e7a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2e65a05fd4268" /><Relationship Type="http://schemas.openxmlformats.org/officeDocument/2006/relationships/notesSlide" Target="/ppt/notesSlides/notesSlide52.xml" Id="R4a4070db4e144d52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c438828e44e93" /><Relationship Type="http://schemas.openxmlformats.org/officeDocument/2006/relationships/notesSlide" Target="/ppt/notesSlides/notesSlide53.xml" Id="R934fd9e7f612438a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95c3d3190448a0" /><Relationship Type="http://schemas.openxmlformats.org/officeDocument/2006/relationships/chart" Target="/ppt/slides/charts/chart48.xml" Id="R0f79f5776ced40f4" /><Relationship Type="http://schemas.openxmlformats.org/officeDocument/2006/relationships/chart" Target="/ppt/slides/charts/chart49.xml" Id="R37109dcec07b4a9e" /><Relationship Type="http://schemas.openxmlformats.org/officeDocument/2006/relationships/chart" Target="/ppt/slides/charts/chart50.xml" Id="R52dad81a4b3349f2" /><Relationship Type="http://schemas.openxmlformats.org/officeDocument/2006/relationships/chart" Target="/ppt/slides/charts/chart51.xml" Id="Ra394409fa22542af" /><Relationship Type="http://schemas.openxmlformats.org/officeDocument/2006/relationships/chart" Target="/ppt/slides/charts/chart52.xml" Id="Rc3b0707823974e04" /><Relationship Type="http://schemas.openxmlformats.org/officeDocument/2006/relationships/chart" Target="/ppt/slides/charts/chart53.xml" Id="R8d0c9d19915b47f4" /><Relationship Type="http://schemas.openxmlformats.org/officeDocument/2006/relationships/chart" Target="/ppt/slides/charts/chart54.xml" Id="Re2b7e4a77f91457e" /><Relationship Type="http://schemas.openxmlformats.org/officeDocument/2006/relationships/notesSlide" Target="/ppt/notesSlides/notesSlide54.xml" Id="R36dff7ec054546cf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8aafe1ba3456c" /><Relationship Type="http://schemas.openxmlformats.org/officeDocument/2006/relationships/chart" Target="/ppt/slides/charts/chart55.xml" Id="R348bc1263a9948dd" /><Relationship Type="http://schemas.openxmlformats.org/officeDocument/2006/relationships/notesSlide" Target="/ppt/notesSlides/notesSlide55.xml" Id="R76355f3190d8418a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92fec6d2543c0" /><Relationship Type="http://schemas.openxmlformats.org/officeDocument/2006/relationships/chart" Target="/ppt/slides/charts/chart56.xml" Id="Ra0b6a26819044097" /><Relationship Type="http://schemas.openxmlformats.org/officeDocument/2006/relationships/chart" Target="/ppt/slides/charts/chart57.xml" Id="R3dc0a5bec8594527" /><Relationship Type="http://schemas.openxmlformats.org/officeDocument/2006/relationships/notesSlide" Target="/ppt/notesSlides/notesSlide56.xml" Id="R8ecb34a091c747bc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4eafd2a9c4211" /><Relationship Type="http://schemas.openxmlformats.org/officeDocument/2006/relationships/chart" Target="/ppt/slides/charts/chart58.xml" Id="R627d3e0d258841f2" /><Relationship Type="http://schemas.openxmlformats.org/officeDocument/2006/relationships/notesSlide" Target="/ppt/notesSlides/notesSlide57.xml" Id="Re467412d68c94cc9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4ed73e022476d" /><Relationship Type="http://schemas.openxmlformats.org/officeDocument/2006/relationships/chart" Target="/ppt/slides/charts/chart59.xml" Id="Re18de22b35754104" /><Relationship Type="http://schemas.openxmlformats.org/officeDocument/2006/relationships/notesSlide" Target="/ppt/notesSlides/notesSlide58.xml" Id="Reeb77ab94dd84e7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21e48b21034f93" /><Relationship Type="http://schemas.openxmlformats.org/officeDocument/2006/relationships/chart" Target="/ppt/slides/charts/chart60.xml" Id="Rb786fb2bc47143b9" /><Relationship Type="http://schemas.openxmlformats.org/officeDocument/2006/relationships/notesSlide" Target="/ppt/notesSlides/notesSlide59.xml" Id="R97d022f275484ff0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aa585258ea4510" /><Relationship Type="http://schemas.openxmlformats.org/officeDocument/2006/relationships/notesSlide" Target="/ppt/notesSlides/notesSlide60.xml" Id="R0203e526f44a4311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3506f582504ef1" /><Relationship Type="http://schemas.openxmlformats.org/officeDocument/2006/relationships/chart" Target="/ppt/slides/charts/chart61.xml" Id="R638dfe98b9b44f75" /><Relationship Type="http://schemas.openxmlformats.org/officeDocument/2006/relationships/notesSlide" Target="/ppt/notesSlides/notesSlide61.xml" Id="R525ea12fe2cb4f40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d8076297fe44ec" /><Relationship Type="http://schemas.openxmlformats.org/officeDocument/2006/relationships/chart" Target="/ppt/slides/charts/chart62.xml" Id="R048803a02ef54cb9" /><Relationship Type="http://schemas.openxmlformats.org/officeDocument/2006/relationships/notesSlide" Target="/ppt/notesSlides/notesSlide62.xml" Id="R1ef25cb718e34aa3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350b87a3954bcd" /><Relationship Type="http://schemas.openxmlformats.org/officeDocument/2006/relationships/chart" Target="/ppt/slides/charts/chart63.xml" Id="R3e60f8548f854386" /><Relationship Type="http://schemas.openxmlformats.org/officeDocument/2006/relationships/notesSlide" Target="/ppt/notesSlides/notesSlide63.xml" Id="R4d8dae2e562a44ea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44cd82d9474f4a" /><Relationship Type="http://schemas.openxmlformats.org/officeDocument/2006/relationships/notesSlide" Target="/ppt/notesSlides/notesSlide64.xml" Id="Rfaec96d1b6774e0a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PL direto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821.36155928445</c:v>
              </c:pt>
            </c:numLit>
          </c:val>
        </c:ser>
        <c:ser>
          <c:idx val="1"/>
          <c:order val="1"/>
          <c:tx>
            <c:v>Saldo FIC</c:v>
          </c:tx>
          <c:spPr>
            <a:solidFill>
              <a:srgbClr val="30353A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2.21705534786</c:v>
              </c:pt>
              <c:pt idx="1">
                <c:v>2.7366018263200003</c:v>
              </c:pt>
              <c:pt idx="2">
                <c:v>5.06886420441</c:v>
              </c:pt>
              <c:pt idx="3">
                <c:v>10.41087893892</c:v>
              </c:pt>
              <c:pt idx="4">
                <c:v>9.72982591741</c:v>
              </c:pt>
              <c:pt idx="5">
                <c:v>10.56319664694</c:v>
              </c:pt>
              <c:pt idx="6">
                <c:v>12.94352617417</c:v>
              </c:pt>
              <c:pt idx="7">
                <c:v>17.42384288774</c:v>
              </c:pt>
              <c:pt idx="8">
                <c:v>33.02418578098</c:v>
              </c:pt>
              <c:pt idx="9">
                <c:v>80.38437165218001</c:v>
              </c:pt>
              <c:pt idx="10">
                <c:v>147.00928566699</c:v>
              </c:pt>
              <c:pt idx="11">
                <c:v>140.12447860420002</c:v>
              </c:pt>
            </c:numLit>
          </c:val>
        </c:ser>
        <c:gapWidth val="52"/>
        <c:overlap val="100"/>
        <c:axId val="48650112"/>
        <c:axId val="48672768"/>
      </c:barChart>
      <c:lineChart>
        <c:grouping val="standard"/>
        <c:varyColors val="0"/>
        <c:ser>
          <c:idx val="2"/>
          <c:order val="2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84.6910015744</c:v>
              </c:pt>
              <c:pt idx="1">
                <c:v>93.803241587</c:v>
              </c:pt>
              <c:pt idx="2">
                <c:v>115.248038418</c:v>
              </c:pt>
              <c:pt idx="3">
                <c:v>141.570227292</c:v>
              </c:pt>
              <c:pt idx="4">
                <c:v>237.443419708</c:v>
              </c:pt>
              <c:pt idx="5">
                <c:v>217.765239141</c:v>
              </c:pt>
              <c:pt idx="6">
                <c:v>308.945976311</c:v>
              </c:pt>
              <c:pt idx="7">
                <c:v>378.898513471</c:v>
              </c:pt>
              <c:pt idx="8">
                <c:v>485.359225502</c:v>
              </c:pt>
              <c:pt idx="9">
                <c:v>731.837114451</c:v>
              </c:pt>
              <c:pt idx="10">
                <c:v>919.117717865</c:v>
              </c:pt>
              <c:pt idx="11">
                <c:v>961.486037889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1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PL direto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Saldo FIC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dLbls>
          <c:txPr>
            <a:bodyPr anchorCtr="1"/>
            <a:lstStyle/>
            <a:p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57.30435846787</c:v>
              </c:pt>
              <c:pt idx="1">
                <c:v>79.32504223603</c:v>
              </c:pt>
              <c:pt idx="2">
                <c:v>104.64155235266</c:v>
              </c:pt>
              <c:pt idx="3">
                <c:v>111.34323277694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129.18574011334</c:v>
              </c:pt>
              <c:pt idx="1">
                <c:v>204.3189181588</c:v>
              </c:pt>
              <c:pt idx="2">
                <c:v>195.18206498869</c:v>
              </c:pt>
              <c:pt idx="3">
                <c:v>218.00693764999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148.12641521493</c:v>
              </c:pt>
              <c:pt idx="1">
                <c:v>205.68171562616</c:v>
              </c:pt>
              <c:pt idx="2">
                <c:v>265.8404664331</c:v>
              </c:pt>
              <c:pt idx="3">
                <c:v>316.81538879158995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117.71852592447999</c:v>
              </c:pt>
              <c:pt idx="1">
                <c:v>162.12706677791002</c:v>
              </c:pt>
              <c:pt idx="2">
                <c:v>206.44434842360002</c:v>
              </c:pt>
              <c:pt idx="3">
                <c:v>175.19600006592998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0.12668564987418052</c:v>
              </c:pt>
              <c:pt idx="1">
                <c:v>0.12176638000665724</c:v>
              </c:pt>
              <c:pt idx="2">
                <c:v>0.1355270166584826</c:v>
              </c:pt>
              <c:pt idx="3">
                <c:v>0.13555934231197708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0.2855974637585676</c:v>
              </c:pt>
              <c:pt idx="1">
                <c:v>0.3136358245741121</c:v>
              </c:pt>
              <c:pt idx="2">
                <c:v>0.252791002985219</c:v>
              </c:pt>
              <c:pt idx="3">
                <c:v>0.2654214032610831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0.3274705742593338</c:v>
              </c:pt>
              <c:pt idx="1">
                <c:v>0.3157277606084972</c:v>
              </c:pt>
              <c:pt idx="2">
                <c:v>0.3443045760765769</c:v>
              </c:pt>
              <c:pt idx="3">
                <c:v>0.38571976641759537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0.2602463121079181</c:v>
              </c:pt>
              <c:pt idx="1">
                <c:v>0.24887003481073341</c:v>
              </c:pt>
              <c:pt idx="2">
                <c:v>0.2673774042797216</c:v>
              </c:pt>
              <c:pt idx="3">
                <c:v>0.21329948800934445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0.08750719631548647</c:v>
              </c:pt>
              <c:pt idx="1">
                <c:v>0.008347725964306276</c:v>
              </c:pt>
              <c:pt idx="2">
                <c:v>0.7979274611398963</c:v>
              </c:pt>
              <c:pt idx="3">
                <c:v>0.010938399539435808</c:v>
              </c:pt>
              <c:pt idx="4">
                <c:v>0.07800805987334485</c:v>
              </c:pt>
              <c:pt idx="5">
                <c:v>0.017271157167530225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0.4037434722952564</c:v>
              </c:pt>
              <c:pt idx="1">
                <c:v>0.028168082660790298</c:v>
              </c:pt>
              <c:pt idx="2">
                <c:v>0.5034898766811806</c:v>
              </c:pt>
              <c:pt idx="3">
                <c:v>0.009938672093068996</c:v>
              </c:pt>
              <c:pt idx="4">
                <c:v>0.04397605299923831</c:v>
              </c:pt>
              <c:pt idx="5">
                <c:v>0.01068384327046523</c:v>
              </c:pt>
            </c:numLit>
          </c:val>
        </c:ser>
        <c:dLbls>
          <c:txPr>
            <a:bodyPr anchorCtr="1"/>
            <a:lstStyle/>
            <a:p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78.54784980481001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78.74983410723001</c:v>
              </c:pt>
              <c:pt idx="1">
                <c:v>39.85656848075</c:v>
              </c:pt>
              <c:pt idx="2">
                <c:v>27.472806819580025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0.1066683132552709</c:v>
              </c:pt>
              <c:pt idx="1">
                <c:v>0.6780374078873521</c:v>
              </c:pt>
              <c:pt idx="2">
                <c:v>0.0450938092637845</c:v>
              </c:pt>
              <c:pt idx="3">
                <c:v>0.0386225339563617</c:v>
              </c:pt>
              <c:pt idx="4">
                <c:v>0.0601154535063119</c:v>
              </c:pt>
              <c:pt idx="5">
                <c:v>0.1195677142090943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0.1120532824108026</c:v>
              </c:pt>
              <c:pt idx="1">
                <c:v>0.0085503744360448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0.0159546999209434</c:v>
              </c:pt>
              <c:pt idx="1">
                <c:v>0.0096439192733458</c:v>
              </c:pt>
              <c:pt idx="2">
                <c:v>0.0718716845273516</c:v>
              </c:pt>
              <c:pt idx="3">
                <c:v>0.0752568617813482</c:v>
              </c:pt>
              <c:pt idx="4">
                <c:v>0.2745498045582434</c:v>
              </c:pt>
              <c:pt idx="5">
                <c:v>0.3095513401091928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0.0225737075683095</c:v>
              </c:pt>
              <c:pt idx="2">
                <c:v>0.1478667482986454</c:v>
              </c:pt>
              <c:pt idx="3">
                <c:v>0.1405246717383737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0.0739161589232527</c:v>
              </c:pt>
              <c:pt idx="1">
                <c:v>0.0061093994544608</c:v>
              </c:pt>
              <c:pt idx="2">
                <c:v>0.0121996377120526</c:v>
              </c:pt>
              <c:pt idx="3">
                <c:v>0.154371594289211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0.0938211651306432</c:v>
              </c:pt>
              <c:pt idx="3">
                <c:v>0.1276557852928057</c:v>
              </c:pt>
              <c:pt idx="4">
                <c:v>0.1654990195859853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0.0742536557052461</c:v>
              </c:pt>
              <c:pt idx="1">
                <c:v>0.009351213961542</c:v>
              </c:pt>
              <c:pt idx="2">
                <c:v>0.0435322365450096</c:v>
              </c:pt>
              <c:pt idx="3">
                <c:v>0.0006667200380263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0.4076076008790848</c:v>
              </c:pt>
              <c:pt idx="1">
                <c:v>0.1886010160139509</c:v>
              </c:pt>
              <c:pt idx="2">
                <c:v>0.2466092951847047</c:v>
              </c:pt>
              <c:pt idx="3">
                <c:v>0.2518127663656469</c:v>
              </c:pt>
              <c:pt idx="4">
                <c:v>0.0699983759326473</c:v>
              </c:pt>
              <c:pt idx="5">
                <c:v>0.1221583705462649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0.0590108225910906</c:v>
              </c:pt>
              <c:pt idx="1">
                <c:v>0.0012544972890554</c:v>
              </c:pt>
              <c:pt idx="2">
                <c:v>0.2535264495160129</c:v>
              </c:pt>
              <c:pt idx="3">
                <c:v>0.0466047888669917</c:v>
              </c:pt>
              <c:pt idx="4">
                <c:v>0.2986715025135104</c:v>
              </c:pt>
              <c:pt idx="5">
                <c:v>0.3244115048022671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0.0539103235200838</c:v>
              </c:pt>
              <c:pt idx="1">
                <c:v>0.0225737075683095</c:v>
              </c:pt>
              <c:pt idx="2">
                <c:v>0.0909821352025632</c:v>
              </c:pt>
              <c:pt idx="3">
                <c:v>0.1381589074620594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0.0023244938897661</c:v>
              </c:pt>
              <c:pt idx="1">
                <c:v>0.000707536298446</c:v>
              </c:pt>
              <c:pt idx="2">
                <c:v>0.0510761668947442</c:v>
              </c:pt>
              <c:pt idx="3">
                <c:v>0.0485084245323154</c:v>
              </c:pt>
              <c:pt idx="4">
                <c:v>0.2097436548454993</c:v>
              </c:pt>
              <c:pt idx="5">
                <c:v>0.225968430808428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0.0260715339983783</c:v>
              </c:pt>
              <c:pt idx="1">
                <c:v>0</c:v>
              </c:pt>
              <c:pt idx="2">
                <c:v>0.0733873168779346</c:v>
              </c:pt>
              <c:pt idx="3">
                <c:v>0.1089798874755172</c:v>
              </c:pt>
              <c:pt idx="4">
                <c:v>0.1020586894705166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0.0054539217325707</c:v>
              </c:pt>
              <c:pt idx="1">
                <c:v>0.225836159196146</c:v>
              </c:pt>
              <c:pt idx="2">
                <c:v>0.0044598510745928</c:v>
              </c:pt>
              <c:pt idx="3">
                <c:v>0.0024666715198365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0.0520806153849847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0.0143606055085528</c:v>
              </c:pt>
              <c:pt idx="1">
                <c:v>0</c:v>
              </c:pt>
              <c:pt idx="2">
                <c:v>0.0921407401194705</c:v>
              </c:pt>
              <c:pt idx="3">
                <c:v>0.0070763788847018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0.0066179364492227</c:v>
              </c:pt>
              <c:pt idx="1">
                <c:v>0.0058403418001601</c:v>
              </c:pt>
              <c:pt idx="2">
                <c:v>0.072361729110744</c:v>
              </c:pt>
              <c:pt idx="3">
                <c:v>0.0067564525290011</c:v>
              </c:pt>
              <c:pt idx="4">
                <c:v>0.0021939819563892</c:v>
              </c:pt>
              <c:pt idx="5">
                <c:v>0.0060055973478815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0.0096536283781675</c:v>
              </c:pt>
              <c:pt idx="1">
                <c:v>0.0031260435445994</c:v>
              </c:pt>
              <c:pt idx="2">
                <c:v>0.0018544989739266</c:v>
              </c:pt>
              <c:pt idx="3">
                <c:v>0.0640015366622346</c:v>
              </c:pt>
              <c:pt idx="4">
                <c:v>0.1079290738212605</c:v>
              </c:pt>
              <c:pt idx="5">
                <c:v>0.00909015108798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0.0076825125327544</c:v>
              </c:pt>
              <c:pt idx="1">
                <c:v>0</c:v>
              </c:pt>
              <c:pt idx="2">
                <c:v>0.0171315163168958</c:v>
              </c:pt>
              <c:pt idx="3">
                <c:v>0.0756829012842346</c:v>
              </c:pt>
              <c:pt idx="4">
                <c:v>0.0246123150927712</c:v>
              </c:pt>
              <c:pt idx="5">
                <c:v>0.0277084511123573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0.7623576496416468</c:v>
              </c:pt>
              <c:pt idx="1">
                <c:v>0.7398838494445065</c:v>
              </c:pt>
              <c:pt idx="2">
                <c:v>0.3219766829932506</c:v>
              </c:pt>
              <c:pt idx="3">
                <c:v>0.501764050783107</c:v>
              </c:pt>
              <c:pt idx="4">
                <c:v>0.2547907823000527</c:v>
              </c:pt>
              <c:pt idx="5">
                <c:v>0.4067650805956955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0.0004759563727812</c:v>
              </c:pt>
              <c:pt idx="1">
                <c:v>0.0007778648587768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0.1060816611755285</c:v>
              </c:pt>
              <c:pt idx="1">
                <c:v>0.6770530491958513</c:v>
              </c:pt>
              <c:pt idx="2">
                <c:v>0.0451499232981444</c:v>
              </c:pt>
              <c:pt idx="3">
                <c:v>0.0385939734534043</c:v>
              </c:pt>
              <c:pt idx="4">
                <c:v>0.0541478382338885</c:v>
              </c:pt>
              <c:pt idx="5">
                <c:v>0.1189043638793473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0.1114653528864435</c:v>
              </c:pt>
              <c:pt idx="1">
                <c:v>0.0027100326358847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0.0367985434820997</c:v>
              </c:pt>
              <c:pt idx="1">
                <c:v>0.0271777649130833</c:v>
              </c:pt>
              <c:pt idx="2">
                <c:v>0.1734502780656785</c:v>
              </c:pt>
              <c:pt idx="3">
                <c:v>0.0752568617813482</c:v>
              </c:pt>
              <c:pt idx="4">
                <c:v>0.2754246803503517</c:v>
              </c:pt>
              <c:pt idx="5">
                <c:v>0.3103361231533156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0.0810507396212834</c:v>
              </c:pt>
              <c:pt idx="1">
                <c:v>0.0061093994544608</c:v>
              </c:pt>
              <c:pt idx="2">
                <c:v>0.0338901250913308</c:v>
              </c:pt>
              <c:pt idx="3">
                <c:v>0.1630851758633726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0.0171048396238314</c:v>
              </c:pt>
              <c:pt idx="2">
                <c:v>0.1117385096852637</c:v>
              </c:pt>
              <c:pt idx="3">
                <c:v>0.1401631050460977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0.0924387555066889</c:v>
              </c:pt>
              <c:pt idx="3">
                <c:v>0.1276557852928057</c:v>
              </c:pt>
              <c:pt idx="4">
                <c:v>0.1491507045686744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0.0903093022047325</c:v>
              </c:pt>
              <c:pt idx="1">
                <c:v>0.0001850204499402</c:v>
              </c:pt>
              <c:pt idx="2">
                <c:v>1.9023858238375103E-05</c:v>
              </c:pt>
              <c:pt idx="3">
                <c:v>0.0008686720725941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0.3617418572811671</c:v>
              </c:pt>
              <c:pt idx="1">
                <c:v>0.1791471446090743</c:v>
              </c:pt>
              <c:pt idx="2">
                <c:v>0.1363201387026671</c:v>
              </c:pt>
              <c:pt idx="3">
                <c:v>0.2415044257866422</c:v>
              </c:pt>
              <c:pt idx="4">
                <c:v>0.0913300746244787</c:v>
              </c:pt>
              <c:pt idx="5">
                <c:v>0.1220369378318891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0.0030062544433458</c:v>
              </c:pt>
              <c:pt idx="1">
                <c:v>0.01337978771288</c:v>
              </c:pt>
              <c:pt idx="2">
                <c:v>0.0679878224541797</c:v>
              </c:pt>
              <c:pt idx="3">
                <c:v>0.0017829341655087</c:v>
              </c:pt>
              <c:pt idx="4">
                <c:v>0.0001093558057945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0.6780374078873521</c:v>
              </c:pt>
              <c:pt idx="1">
                <c:v>0.2831240514453489</c:v>
              </c:pt>
              <c:pt idx="2">
                <c:v>0.1195677142090943</c:v>
              </c:pt>
              <c:pt idx="3">
                <c:v>0.0601154535063119</c:v>
              </c:pt>
              <c:pt idx="4">
                <c:v>0.0691691486679832</c:v>
              </c:pt>
              <c:pt idx="5">
                <c:v>0.0386225339563617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0.2341766306085763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0.1066683132552709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0.0085503744360448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0.1120532824108026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0.0096439192733458</c:v>
              </c:pt>
              <c:pt idx="1">
                <c:v>0.210187707644898</c:v>
              </c:pt>
              <c:pt idx="2">
                <c:v>0.3095513401091928</c:v>
              </c:pt>
              <c:pt idx="3">
                <c:v>0.2745498045582434</c:v>
              </c:pt>
              <c:pt idx="4">
                <c:v>0</c:v>
              </c:pt>
              <c:pt idx="5">
                <c:v>0.0752568617813482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0.0545875722164988</c:v>
              </c:pt>
              <c:pt idx="13">
                <c:v>0.0159546999209434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0.4931230015075811</c:v>
              </c:pt>
              <c:pt idx="5">
                <c:v>0.1405246717383737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0.0091785749917042</c:v>
              </c:pt>
              <c:pt idx="13">
                <c:v>0.0664047909997442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0.154371594289211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0.2266926452455743</c:v>
              </c:pt>
              <c:pt idx="10">
                <c:v>0.0869995382538734</c:v>
              </c:pt>
              <c:pt idx="11">
                <c:v>0.0776345555628621</c:v>
              </c:pt>
              <c:pt idx="12">
                <c:v>0.0575015112254482</c:v>
              </c:pt>
              <c:pt idx="13">
                <c:v>0.0739161589232527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0.1654990195859853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0.0820369155053609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0.009351213961542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0.0006667200380263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0.1048401292676651</c:v>
              </c:pt>
              <c:pt idx="10">
                <c:v>0</c:v>
              </c:pt>
              <c:pt idx="11">
                <c:v>0</c:v>
              </c:pt>
              <c:pt idx="12">
                <c:v>0.0200559671402099</c:v>
              </c:pt>
              <c:pt idx="13">
                <c:v>0.0742536557052461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0.0719893561435586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0.1886010160139509</c:v>
              </c:pt>
              <c:pt idx="1">
                <c:v>0.1786693066876506</c:v>
              </c:pt>
              <c:pt idx="2">
                <c:v>0.1221583705462649</c:v>
              </c:pt>
              <c:pt idx="3">
                <c:v>0.0699983759326473</c:v>
              </c:pt>
              <c:pt idx="4">
                <c:v>0.3650060218993778</c:v>
              </c:pt>
              <c:pt idx="5">
                <c:v>0.2518127663656469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0.1459325852133698</c:v>
              </c:pt>
              <c:pt idx="10">
                <c:v>0.2908688728090172</c:v>
              </c:pt>
              <c:pt idx="11">
                <c:v>0.684176973944391</c:v>
              </c:pt>
              <c:pt idx="12">
                <c:v>0.2933299908284671</c:v>
              </c:pt>
              <c:pt idx="13">
                <c:v>0.4076076008790848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168068337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49210097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0.0012544972890554</c:v>
              </c:pt>
              <c:pt idx="1">
                <c:v>0</c:v>
              </c:pt>
              <c:pt idx="2">
                <c:v>0.3244115048022671</c:v>
              </c:pt>
              <c:pt idx="3">
                <c:v>0.2986715025135104</c:v>
              </c:pt>
              <c:pt idx="4">
                <c:v>0</c:v>
              </c:pt>
              <c:pt idx="5">
                <c:v>0.0466047888669917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0.0116638633241573</c:v>
              </c:pt>
              <c:pt idx="10">
                <c:v>0.0321550079189741</c:v>
              </c:pt>
              <c:pt idx="11">
                <c:v>0.0049015798050811</c:v>
              </c:pt>
              <c:pt idx="12">
                <c:v>0.0743899443354166</c:v>
              </c:pt>
              <c:pt idx="13">
                <c:v>0.0590108225910906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0.1381589074620594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0.030202748255815</c:v>
              </c:pt>
              <c:pt idx="11">
                <c:v>0</c:v>
              </c:pt>
              <c:pt idx="12">
                <c:v>0.0091785749917042</c:v>
              </c:pt>
              <c:pt idx="13">
                <c:v>0.0539103235200838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68072383482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0.000707536298446</c:v>
              </c:pt>
              <c:pt idx="1">
                <c:v>0.0399878754183617</c:v>
              </c:pt>
              <c:pt idx="2">
                <c:v>0.225968430808428</c:v>
              </c:pt>
              <c:pt idx="3">
                <c:v>0.2097436548454993</c:v>
              </c:pt>
              <c:pt idx="4">
                <c:v>0</c:v>
              </c:pt>
              <c:pt idx="5">
                <c:v>0.0485084245323154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0.0030577966551261</c:v>
              </c:pt>
              <c:pt idx="10">
                <c:v>0.0092187928454459</c:v>
              </c:pt>
              <c:pt idx="11">
                <c:v>0</c:v>
              </c:pt>
              <c:pt idx="12">
                <c:v>0.032696081072156</c:v>
              </c:pt>
              <c:pt idx="13">
                <c:v>0.0023244938897661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2460026596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0.1020586894705166</c:v>
              </c:pt>
              <c:pt idx="4">
                <c:v>0</c:v>
              </c:pt>
              <c:pt idx="5">
                <c:v>0.1089798874755172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0.0056366268484621</c:v>
              </c:pt>
              <c:pt idx="10">
                <c:v>0</c:v>
              </c:pt>
              <c:pt idx="11">
                <c:v>0</c:v>
              </c:pt>
              <c:pt idx="12">
                <c:v>0.0014362132724142</c:v>
              </c:pt>
              <c:pt idx="13">
                <c:v>0.0260715339983783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0.225836159196146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0.0024666715198365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0.0118320374611894</c:v>
              </c:pt>
              <c:pt idx="11">
                <c:v>0</c:v>
              </c:pt>
              <c:pt idx="12">
                <c:v>0</c:v>
              </c:pt>
              <c:pt idx="13">
                <c:v>0.0054539217325707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0.1038493352338825</c:v>
              </c:pt>
              <c:pt idx="10">
                <c:v>0</c:v>
              </c:pt>
              <c:pt idx="11">
                <c:v>0</c:v>
              </c:pt>
              <c:pt idx="12">
                <c:v>0.0265100735229734</c:v>
              </c:pt>
              <c:pt idx="13">
                <c:v>0.0520806153849847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0.0070763788847018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0.0113664565212586</c:v>
              </c:pt>
              <c:pt idx="11">
                <c:v>0</c:v>
              </c:pt>
              <c:pt idx="12">
                <c:v>0.065781849685817</c:v>
              </c:pt>
              <c:pt idx="13">
                <c:v>0.0143606055085528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0.0058403418001601</c:v>
              </c:pt>
              <c:pt idx="1">
                <c:v>0</c:v>
              </c:pt>
              <c:pt idx="2">
                <c:v>0.0060055973478815</c:v>
              </c:pt>
              <c:pt idx="3">
                <c:v>0.0021939819563892</c:v>
              </c:pt>
              <c:pt idx="4">
                <c:v>0.3970784801516897</c:v>
              </c:pt>
              <c:pt idx="5">
                <c:v>0.0067564525290011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0.0066179364492227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0.0031260435445994</c:v>
              </c:pt>
              <c:pt idx="1">
                <c:v>0</c:v>
              </c:pt>
              <c:pt idx="2">
                <c:v>0.00909015108798</c:v>
              </c:pt>
              <c:pt idx="3">
                <c:v>0.1079290738212605</c:v>
              </c:pt>
              <c:pt idx="4">
                <c:v>0.0012378025558711</c:v>
              </c:pt>
              <c:pt idx="5">
                <c:v>0.0640015366622346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0.0096536283781675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7152008197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6.209833998237208E-06</c:v>
              </c:pt>
              <c:pt idx="2">
                <c:v>0.0277084511123573</c:v>
              </c:pt>
              <c:pt idx="3">
                <c:v>0.0246123150927712</c:v>
              </c:pt>
              <c:pt idx="4">
                <c:v>9.750107763857756E-05</c:v>
              </c:pt>
              <c:pt idx="5">
                <c:v>0.0756829012842346</c:v>
              </c:pt>
              <c:pt idx="6">
                <c:v>0.281882290947362</c:v>
              </c:pt>
              <c:pt idx="7">
                <c:v>0.0171315163168958</c:v>
              </c:pt>
              <c:pt idx="8">
                <c:v>0</c:v>
              </c:pt>
              <c:pt idx="9">
                <c:v>0.0121655703584055</c:v>
              </c:pt>
              <c:pt idx="10">
                <c:v>8.020279380883732E-05</c:v>
              </c:pt>
              <c:pt idx="11">
                <c:v>0</c:v>
              </c:pt>
              <c:pt idx="12">
                <c:v>0.0003733935014402</c:v>
              </c:pt>
              <c:pt idx="13">
                <c:v>0.0076825125327544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0.7398838494445065</c:v>
              </c:pt>
              <c:pt idx="1">
                <c:v>0.7576069089174863</c:v>
              </c:pt>
              <c:pt idx="2">
                <c:v>0.4067650805956955</c:v>
              </c:pt>
              <c:pt idx="3">
                <c:v>0.2547907823000527</c:v>
              </c:pt>
              <c:pt idx="4">
                <c:v>0.1899665400771194</c:v>
              </c:pt>
              <c:pt idx="5">
                <c:v>0.501764050783107</c:v>
              </c:pt>
              <c:pt idx="6">
                <c:v>0.5102680265524613</c:v>
              </c:pt>
              <c:pt idx="7">
                <c:v>0.3219766829932506</c:v>
              </c:pt>
              <c:pt idx="8">
                <c:v>0.7346221556246539</c:v>
              </c:pt>
              <c:pt idx="9">
                <c:v>0.7841308564058382</c:v>
              </c:pt>
              <c:pt idx="10">
                <c:v>0.905144754203508</c:v>
              </c:pt>
              <c:pt idx="11">
                <c:v>0.9950984201949188</c:v>
              </c:pt>
              <c:pt idx="12">
                <c:v>0.7896338696180781</c:v>
              </c:pt>
              <c:pt idx="13">
                <c:v>0.7623576496416468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0.0007778648587768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0.0794959511741282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0.0004759563727812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0.6770530491958513</c:v>
              </c:pt>
              <c:pt idx="1">
                <c:v>0.2831240514453489</c:v>
              </c:pt>
              <c:pt idx="2">
                <c:v>0.1189043638793473</c:v>
              </c:pt>
              <c:pt idx="3">
                <c:v>0.0541478382338885</c:v>
              </c:pt>
              <c:pt idx="4">
                <c:v>0.0691691486679832</c:v>
              </c:pt>
              <c:pt idx="5">
                <c:v>0.0385939734534043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0.1562451470738617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0.1060816611755285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0.0027100326358847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0.1114653528864435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0.0271777649130833</c:v>
              </c:pt>
              <c:pt idx="1">
                <c:v>0.2481574168942679</c:v>
              </c:pt>
              <c:pt idx="2">
                <c:v>0.3103361231533156</c:v>
              </c:pt>
              <c:pt idx="3">
                <c:v>0.2754246803503517</c:v>
              </c:pt>
              <c:pt idx="4">
                <c:v>0.014041110348548</c:v>
              </c:pt>
              <c:pt idx="5">
                <c:v>0.0752568617813482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0.0292031554311997</c:v>
              </c:pt>
              <c:pt idx="13">
                <c:v>0.0367985434820997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0.1630851758633726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0.2266926452455743</c:v>
              </c:pt>
              <c:pt idx="10">
                <c:v>0.1934223099799888</c:v>
              </c:pt>
              <c:pt idx="11">
                <c:v>0.0776345555628621</c:v>
              </c:pt>
              <c:pt idx="12">
                <c:v>0.0575015112254482</c:v>
              </c:pt>
              <c:pt idx="13">
                <c:v>0.0810507396212834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0.0171048396238314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0.1401631050460977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0.0345629917770034</c:v>
              </c:pt>
              <c:pt idx="13">
                <c:v>0.0664047909997442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0.1491507045686744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0.0804724478659473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0.0001850204499402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0.0008686720725941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0.0447748624524588</c:v>
              </c:pt>
              <c:pt idx="12">
                <c:v>0.0486742869107226</c:v>
              </c:pt>
              <c:pt idx="13">
                <c:v>0.0903093022047325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0.0724628706745208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0.1791471446090743</c:v>
              </c:pt>
              <c:pt idx="1">
                <c:v>0.262965402988883</c:v>
              </c:pt>
              <c:pt idx="2">
                <c:v>0.1220369378318891</c:v>
              </c:pt>
              <c:pt idx="3">
                <c:v>0.0913300746244787</c:v>
              </c:pt>
              <c:pt idx="4">
                <c:v>0.3509649115508297</c:v>
              </c:pt>
              <c:pt idx="5">
                <c:v>0.2415044257866422</c:v>
              </c:pt>
              <c:pt idx="6">
                <c:v>0.4034078440709433</c:v>
              </c:pt>
              <c:pt idx="7">
                <c:v>0.1363201387026671</c:v>
              </c:pt>
              <c:pt idx="8">
                <c:v>0.2626478425037037</c:v>
              </c:pt>
              <c:pt idx="9">
                <c:v>0.250772714481035</c:v>
              </c:pt>
              <c:pt idx="10">
                <c:v>0.18214618321619</c:v>
              </c:pt>
              <c:pt idx="11">
                <c:v>0.6394021114919322</c:v>
              </c:pt>
              <c:pt idx="12">
                <c:v>0.2641400553130175</c:v>
              </c:pt>
              <c:pt idx="13">
                <c:v>0.3617418572811671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.018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50041066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4192127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0.01337978771288</c:v>
              </c:pt>
              <c:pt idx="1">
                <c:v>0</c:v>
              </c:pt>
              <c:pt idx="2">
                <c:v>5.078424539045932E-05</c:v>
              </c:pt>
              <c:pt idx="3">
                <c:v>0.0001093558057945</c:v>
              </c:pt>
              <c:pt idx="4">
                <c:v>0</c:v>
              </c:pt>
              <c:pt idx="5">
                <c:v>0.0017829341655087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0.0794959511741282</c:v>
              </c:pt>
              <c:pt idx="10">
                <c:v>0.0022999178667117</c:v>
              </c:pt>
              <c:pt idx="11">
                <c:v>0</c:v>
              </c:pt>
              <c:pt idx="12">
                <c:v>0.000571615744937</c:v>
              </c:pt>
              <c:pt idx="13">
                <c:v>0.0030062544433458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D9F31D-0805-4195-B883-6F3DBA0E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E1943D-27D2-413E-964B-E87BBCE3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13ACC-0AD6-4FE0-959C-6539ADEF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FC83E7-21C7-49C9-9C1E-DD4B8DBA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3A3FF-EF75-4E02-90DE-A6272AB0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ABA66-4BEF-44F9-88E0-64D33BA0E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5B1F6-E769-4C76-9E6D-4B7E29D8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4707140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9D36E4-FAAD-4AFC-A803-7E02CB82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EF07B3-F916-4BC8-9D29-9478101D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R$ 821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92E171-17FC-4C52-AEE3-B8DF91C9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F360EF-139C-4AF1-A10E-AFCB7813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33C7F-9A7E-48AF-B1BD-E1C102B0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F3A53D-6457-4EC9-8824-09E2930C2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3CE956-BEFC-43F4-B40A-16F872AC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R$ 821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FB3249-4A88-47A0-BD9F-8008C523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011626-D995-434F-8FCD-5D1F754E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10,0× 2015; FIC-FIDC: R$ 140,1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273D64-4263-4FEF-A7CE-631002DF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E82C3D-138C-41E9-A0AF-665DCC58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677DFE-80A5-49E2-B143-BED93D98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651B12-2D85-44A7-AC0E-AD3494D7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E2C8E6-8391-493D-9A5D-D9635CE6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233C69-1BC7-48AA-9FE4-937D5D73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A5D30D-64FF-4415-A455-CB5164F1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58BE08-079F-442C-B9AC-4ABCC9A5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799A07-3415-45AF-BC17-E27CFD88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9AC0DC-B167-479E-AF6B-E59DA9B44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40,4%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60EECA-A7D4-4BF2-9D48-8771661E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D74A83-734F-4D38-8F31-4B6FF3FF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R$ 331,6 bi de R$ 821,4 bi de PL direto; FICs excluídos pelo portão único.</a:t>
            </a:r>
          </a:p>
        </p:txBody>
      </p:sp>
    </p:spTree>
    <p:extLst>
      <p:ext uri="{BB962C8B-B14F-4D97-AF65-F5344CB8AC3E}">
        <p14:creationId xmlns:p14="http://schemas.microsoft.com/office/powerpoint/2010/main" val="14055985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8F1E6B-505B-4C0A-AD3D-4CB6F03B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7E963-08DA-4F02-998D-0303C7CA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R$ 821 bi de PL direto; o saldo FIC é R$ 140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8E3FD2-A0F8-4B4F-96CA-D97A1AF5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F8F07B-E700-40CE-BA95-95B3A522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C778DB-EB7A-4F08-901A-5000022C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56E420-E392-4A2D-B682-9F39D676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BD67F1-02ED-4A1E-AD44-62432905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DIRETO + SALDO 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9739E1-F061-4358-90F5-77AD2683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6876fe45484681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809625" y="4762500"/>
          <a:ext xmlns:a="http://schemas.openxmlformats.org/drawingml/2006/main" cx="4762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7f777629a7a4a8e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F5C929-330F-48E9-9EF6-C51C0485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815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Jun/26: R$ 821,4 bi de PL direto + R$ 140,12 bi de saldo FIC = R$ 961,5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FF6F19-C73B-4883-8341-B0D72379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95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C2BA17-CF5C-4107-A73B-9566A005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C84A49-AD72-46C9-9FC5-DFC93C2BA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cc91041ca94936"/>
          </a:graphicData>
        </a:graphic>
      </p:graphicFrame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a4327168e54922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84BC6A-3857-4C54-AC09-22A778D0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73A6FF-F3D0-4B47-A903-37C570EF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R$ 13.780 bi; securitização R$ 1.174 bi; carteira FIDC R$ 677 bi. O total BCB de R$ 21.681 bi inclui R$ 7.901 bi de títulos públicos e permanece no export para reconciliação.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8AC5EA-D5CB-4302-B1A2-B9B0AB6D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4096099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2E4E64-4480-41D2-8AEF-1E3B9547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D7ABDD-E4C0-4DF3-9334-95E96127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 e a granularidade por oferta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7784C3-BC97-4315-A1F2-CFAA92FD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738395-378D-497B-B0E9-29D812CA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BCECD-E8CF-4B75-8F7A-2864A20A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D3B173-62D8-432A-B788-AA72A68A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6E89D4-EFDD-4F59-94B5-5EA220DF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ECB538-1580-4F2D-B27E-DA1E8F7D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cd16e564424b4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BF7EA4-0E1E-42EB-8D50-DD70990F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3C3FDB-7761-4E7B-9841-F644B5D9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c463bf00eb4b94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24D680-2778-4323-945F-62C1EAEEB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342615-3A33-40BE-B34E-756032DF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49EA2-A8FB-4545-B48C-559A56E0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B97F6A-AD20-4003-AD2B-6FEFDC44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7CE7ED-A668-4206-BC30-646C23F7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520DA4-7209-4D92-B620-EC8438BF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D65BB5-077F-4417-B46A-6AC5BCAF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2DCE3D-8152-4188-AA76-74F02471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FDC2F1-201B-4CF4-8707-501264718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0AA68C-483A-4359-A0D7-32694360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970243-6775-4C9F-B154-13063F209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B48FDF-D35E-4ED6-8734-16252ED3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4407904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3790A0-FD86-4A10-A9C3-38B09A86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2B9503-2A6A-48F6-B4E5-13F1E773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6D574F-CF75-4310-A596-C60781AB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AC4BE-C190-4353-B145-39B490B15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34144C-0504-401B-AE1A-3A9E99BA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B2E3B6-A4EE-42EC-A046-0A358B63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A241B7-D0E0-41CC-A0DE-CFE9FAE7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E37C4-C183-4E31-BC37-F9CD698D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aa904538e9495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5BFF0A-1FEA-47DC-9403-49048DD6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BC84E5-E5AD-4B63-B6DC-220F18D8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9ED46E-A81D-450C-BA1B-C7882343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D589D-A5DA-4385-9E5F-802F9DB8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906BA1-7814-424F-8707-DF0637A9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AEDFF5-ACC0-4BBE-961D-56DB47A9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5AAB55-CEEC-48FC-B948-BEAA5D9A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C66578-1932-4EFC-8C08-74ECE1B2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469C8C-53AE-4236-86E8-DFB6AD12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5358F9-FC44-48A3-B06F-805E7CB2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E7F85F-B131-49A0-9C1A-47B1DF4A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BA6214-3832-4A14-894D-0CCD544C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13375225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2AB1FA-390F-412E-BBA4-3A26A9E4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B04CFC-D95E-4C1F-8327-E891DF8C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631C3B-ACD4-4DBD-8BD3-11FD2BA3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F35417-7238-43EB-99B4-E70C7827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9F326-96AF-4A76-9C32-AD36AD4F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1B14A4-C7A6-4B0D-9B3F-B06E6CE3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2947B-8A58-4872-AB68-D121E82B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132A66-9C94-4D3F-BBF3-6C3E7A92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27da62928d4a6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B17ED-924E-475D-BE22-D11CDDD6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6AE3ED-CB88-4D68-A0D7-2F1B1EA0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c899823465b4f1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F0513C-769C-4B48-9E2E-EF3AED47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169667-B570-4922-AE04-905B0070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7cc153ce16473a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8E19C0-D58B-41F7-9422-042FF708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2486647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9FD088-9600-40D8-93B7-725501FC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CD26D4-1FB9-4414-BCA9-04AE70C9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05DE0-79CD-499C-A2FB-C5585B67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DFDDB-ABA2-4B63-9664-43F241B5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5A7E4-26C3-4193-8429-E181A4F6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4C0948-A099-4A62-8A3D-ECC75425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f0b0119d8742b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5FC14-F52A-4469-A9B3-A837500C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866D2-5E91-4E9E-ACB3-78CAC18F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321c87e1884df4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C2A11A-8887-49A9-9ED7-424F0F0F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18B39B-340D-48DA-95A6-DFD86B40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1808509d484633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9E55BE-EB02-42D5-8483-6CB6125C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5CA011-39F1-4FD5-A97F-3CBACC2F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5ca69b37bb4c2f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0FD7C9-8783-405B-ABEF-1E6EB4AC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BF6266-B7E8-450B-BD1F-DE1E6354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250748-B446-4E11-B269-F1BF5395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1c5a489b3b470c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9CB24-26E8-4413-BB10-3C5895F5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18455-719A-4F39-BF1A-BFFB2F7A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6289881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4EF870-6C05-4D9F-9B7A-DB0DBCAD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ANALÍTICA · DECISÕES APROVADAS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C26AE7-F01E-4926-8AE5-DFC0F0C2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59,9%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6A8D5D-6B95-436B-870B-1F16F149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3C460-DFAF-4518-9553-32C65494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C5CA1A-10DB-44BB-86E0-EA452DF1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C133CF-EB3C-40B0-BF4E-729BB7A49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42516-2286-4704-967E-0E8EF969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58B1A-BFDA-4DBD-830B-09195339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c06556da5546d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4297F7-7D68-4537-8158-95594AF8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3721AA-550F-4170-B424-A3650831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413416007e42ab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2095500" y="5295900"/>
          <a:ext xmlns:a="http://schemas.openxmlformats.org/drawingml/2006/main" cx="8001000" cy="26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c6d8551d3e4ab8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99012D-83E6-4926-AB09-431F757A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R$ 821,4 bi, equivalentes a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CDB69B-5746-42D9-B647-A570E539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Camada analítica: 612 decisões aprovadas retiram R$ 128,1 bi de Outros; residual R$ 175,2 bi. Tipo/Foco oficial, documento, página, evidência e responsável permanecem no workbook.</a:t>
            </a:r>
          </a:p>
        </p:txBody>
      </p:sp>
    </p:spTree>
    <p:extLst>
      <p:ext uri="{BB962C8B-B14F-4D97-AF65-F5344CB8AC3E}">
        <p14:creationId xmlns:p14="http://schemas.microsoft.com/office/powerpoint/2010/main" val="20045731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EB110B-B249-4BF6-A3EA-51529265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B9839-D174-4779-85B0-F7C21532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12,1%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4E7C59-469D-44B5-A970-014FE8AD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EE685-DA7A-444D-B558-DCBB81CA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CD1013-1FF5-4594-B35F-DF357B29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ABD57B-4A75-4A93-8994-51D766B0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57D9F9-6707-41BD-B31D-358342A9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ADB75-7D07-4FA0-8C30-B8EE4BA6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91ccc5287f44b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BF77A4-9350-4782-9487-7C52B590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8F6C1B-C895-450B-8857-B8FA0C03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71b772d06c4cbc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7f4b05a49064698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51203D-BD3D-4311-B650-EF0A7ABF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5190895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D95A5C-FCFD-4483-8FB8-9D109356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CF3AD7-9CE7-4C7B-986B-8E6124AC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39ED5A-4C16-4320-8A63-0FDDD695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65C0F-8687-4DD1-B424-DE63F390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0EC44-7345-451F-AA0F-A950A3BB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F504A-6C1C-410F-83F5-D9FB487B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932BD4-B711-4B1F-BC34-D7A67EA8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693C3D-A021-4228-BCAA-8E13E31B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6104599b77448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998838-FEB6-4631-9302-4ED989E4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0B14D3-D98F-4D3C-A6FA-209C825E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75bd033e514ca3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5F635A-F53D-4E14-8B96-904CCAC6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183897-A88D-4DDB-8559-BA3D1D68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cba1eab936d4877"/>
          </a:graphicData>
        </a:graphic>
      </p:graphicFrame>
    </p:spTree>
    <p:extLst>
      <p:ext uri="{BB962C8B-B14F-4D97-AF65-F5344CB8AC3E}">
        <p14:creationId xmlns:p14="http://schemas.microsoft.com/office/powerpoint/2010/main" val="19769784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BF5740-2E71-4BA4-B113-5CBF56AF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C9F62B-D9A9-45AF-8638-24849466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8D1E64-EADC-4305-B642-F495522F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4D050A-2E51-486B-8459-F03B8F5A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6AAAE-F359-424F-82B0-AC4CEB36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730DB-07DE-492E-AEEE-AE08DD903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31D13-7CC8-4BD8-A7F5-D3FBE981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144A9A-03E2-49BA-B038-B5749BC4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9f35e683ae44d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F34BC6-35FA-490E-A4F0-80CA9A1B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5F725E-5797-4DB2-BB74-D37BE527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DDC8D1-20F4-464E-9874-8ED43DD6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EBDA14-2AD0-4FF2-B0A1-DF7515C1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7A2A88-8B25-4CC2-892D-5B53F86B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FCDFA9-F8ED-422D-B562-E306815D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5CD007-116D-4A23-9DBB-2FBFCD7C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ED4033-5F7B-4FB1-AB60-08311343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95F71C-F9BB-4DBF-8995-D7BD2515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F74C00-5014-484E-A2F0-965E5081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183FA0-71D8-409E-BA80-2C857A2F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33B19F-74D3-48A4-B9CA-DAAD1E86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8EB453-AEE6-4D7F-9712-C2DE4909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B84BA3-5870-4DEB-B1A1-A453E3A70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82CAF2-1C7E-4B6F-AF89-E86F3486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F6FBD2-4EB4-43FB-9E0D-4FDFB0AB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50814D-E1E5-4856-8A88-4BFC42A0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1558BB-E2E7-48DE-8C60-160723D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9DB630-7FBA-4D7A-A03E-03024ED1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6D4332-1B85-428E-9D72-A9595C21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736FDC-3796-42AA-B440-2668D9AF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107757550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B1C633-7DDA-44CE-8293-7B7D73B1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D410A1-DE6C-48F5-95C6-FF9D377E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CE916-B925-4EDF-AE38-7407C251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BB018A-FEFD-4E0D-93F6-5B5B39E7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11FC47-6DB4-4544-88EC-09D3108B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75E560-8A26-4004-B373-29C1F0C8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D40C29-8234-4F49-8A95-E0C45032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A98283-916E-4466-A1CB-2693B870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d0093ccca84cd5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095375" y="4848225"/>
          <a:ext xmlns:a="http://schemas.openxmlformats.org/drawingml/2006/main" cx="49530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aa6489f5f164cbf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4C6FD6-ADC4-4D96-A2C4-BA237B27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1D6F03-F486-4759-94CE-33982EEC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BFE59D-F28E-4F8F-B28E-78B8DF48E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7C74BB-B277-4FEE-B559-4D8EBAB2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125 acima da carteira (R$ 5,9 bi) e 169 sem tipo (R$ 16,6 bi).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77E616-44CF-43A7-B410-E2C72960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117708439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121F89-375F-4FDF-825E-3600D96B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04927-E721-4448-B660-84C21F22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D902-83E7-4B56-9BD5-361E93F2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2B0651-2C47-4B51-8D19-B71873A1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5DEE23-EC3F-42BB-8416-2450E968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E54C7F-3F22-4C42-9F2D-623C22BC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01AB9-81B2-4A3C-B1E6-A0179E25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1CFBC8-5141-4AEB-A40B-B3EDDDC5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00bc9a9072411e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95c6c390d8401b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F15A7B-6515-43C4-B9C1-B9098212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4986A0-85F4-4E35-AF6D-D06E6696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6AE733-0151-4A34-A9B4-FAA2BEB4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7EA723-11DE-4EF9-B9F0-7361EFFB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6DF0B9-C65A-4855-B5E5-5EBAE1CA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176823727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41D6DE-F46E-4365-8974-C8E09D89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958BE7-85D9-4966-8BE7-E9C11ACF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A18C2F-4627-44DE-B315-9E5F4F11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D07CDC-7016-42C7-8519-98A29C24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1BB5E4-8F0A-40ED-8260-753F4452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B7317-390E-4C9F-9110-06A8A51A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2F510-9B77-44DD-9CFF-9968A51F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E60C0D-8797-4AE3-B51B-5773A9FA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dde5b382964f4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1D02D0-DF33-4AC7-B288-5BDB0C61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9076C4-433E-4C96-A289-0A7B7BAB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5429250"/>
          <a:ext xmlns:a="http://schemas.openxmlformats.org/drawingml/2006/main" cx="11049000" cy="495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20b09ecf464a47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53EBE5-D42C-4D8D-A171-94DAF3D0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4439157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C947E4-CDFD-4501-875E-EDA9C9C4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35EDE6-7A73-402A-AAF6-9FEB57EB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0A9F5C-067B-4D71-9339-D901B13E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91C4A6-339B-49A9-95DB-A77F92A6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B0C24-7D2B-4EB2-9E64-07EC6268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FCE1B8-BE36-4673-A802-43BCCE2F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86E1D-B050-42B5-A4DA-BF818760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p:txBody>
      </p:sp>
    </p:spTree>
    <p:extLst>
      <p:ext uri="{BB962C8B-B14F-4D97-AF65-F5344CB8AC3E}">
        <p14:creationId xmlns:p14="http://schemas.microsoft.com/office/powerpoint/2010/main" val="18551072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A57C96-B2E4-4244-90C9-A3E7AE33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CBE654-0337-41B7-BCF8-93E2FB88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23,5% do PL ex-FIC 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24A2F7-D990-42A0-891C-B488023E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6ED11A-910E-4622-9743-7753D0F0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F7B382-F05B-414E-8FDA-6006FC05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3.308 fundos e R$ 821,4 bi; amostra positiva: R$ 193,4 bi.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772A4-361B-4D95-8B59-E810B63F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A7C1AC-1492-4521-821C-8AD1EBF1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0CC89-53E9-4B6F-A9FF-9094279B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11049000" cy="30956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6BF9C5-99E1-43D2-AA9D-9C77965B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65E3C7-23FC-4CE2-AD36-5E541E99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R$ 821,4 bi delimita a amostra.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A6D1CA-1E27-4CD0-9B76-E5BE5F8D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p:txBody>
      </p:sp>
    </p:spTree>
    <p:extLst>
      <p:ext uri="{BB962C8B-B14F-4D97-AF65-F5344CB8AC3E}">
        <p14:creationId xmlns:p14="http://schemas.microsoft.com/office/powerpoint/2010/main" val="16807079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ABFB33-4ED5-4E71-BD07-46193459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773A6-4864-43CE-B445-74DC05E5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C049B3-8CF9-4BCA-859A-053593A6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A961B7-4014-4960-8977-1ECCFC20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F65CF-B8B8-432F-8EA1-235802FF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E2EC14-9C19-43C1-AD6B-2C78E7FB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1136B-EEF7-4EA1-9FE8-D19A022A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744EED-8F21-4393-A34F-C459BD95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c40efae0cb46d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B80E4C-DE98-49F5-9B70-D19BACE5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C398A8-6972-4CC8-8101-48CB477A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696823-EC19-4158-A061-C1157097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72e47f9ae9f44fa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FF35BC-0B49-4D7D-B1A6-42D2B255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372408-4AC7-41AD-A98B-21A007724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FE4614-F0BE-4CDC-90DD-ADC8960F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c9d4e5d3ae44f0"/>
          </a:graphicData>
        </a:graphic>
      </p:graphicFrame>
    </p:spTree>
    <p:extLst>
      <p:ext uri="{BB962C8B-B14F-4D97-AF65-F5344CB8AC3E}">
        <p14:creationId xmlns:p14="http://schemas.microsoft.com/office/powerpoint/2010/main" val="77784469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800A50-B8EF-4AA1-97FC-52354DEF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AD132-5C2F-4A4A-BC77-EAFD091B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38C23-8FF9-41B2-AF26-A28A216D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C8CF8D-A45C-4C63-957C-00EDF26D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323AA-E742-45D2-BF57-D5316E56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1E6FC8-3BDF-4BD4-A2E3-20A4D1050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24806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8D3E6-3192-4A74-B8D7-AE2374F1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E6920A-12E2-4BDF-B422-ABF71CE6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04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11,5% do Tipo literal Outros; 19,6% do bucket do slide 8, que inclui N/D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84F8ED-6671-4B07-B94B-C03322A9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E745C1-89CE-474A-ABE4-838D8049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56F25D-4508-4440-96D4-5E7317C4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248D64-742A-4CDB-899F-3E40B35D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S.A. (cedente)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 FUNDO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Regulamento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Entidades distintas;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Aquele que realiza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658507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77DCE1-626A-4CB6-9586-AA1E8C57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BDC88C-6D9F-485F-B5F3-1E097ABE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R$ 32,3 bi · 37,4%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8604D-ACAC-48CE-B1BD-CCE60976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0F94D1-62FB-4564-9F05-F4C7744A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99E66-9E8E-4439-9E39-06E98E82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A931E9-CB63-4497-874D-6AB8A414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GESTÃO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múltiplos cedentes não conhecidos previamente.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EUROVEST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27: CEDENTES DOS DIREITOS DE CREDITO DEVEM SER PESSOAS JURIDICAS COM INSCRICAO NO CNPJ/MF; (II) DEVEM SER REPRESENTADOS POR CEDULAS DE CREDITO BANCARIO, NOTAS PROMISS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credores originais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 MULTISSETORIAL BS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EMERALD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J.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CNPJ/ME SOB NO 60.746.948/0001-12; CAPITAL AUTORIZADO: E O CAPITAL AUTORIZADO PARA EMISSAO DE NOVAS COTAS DO FUNDO, SEM A NECESSIDADE DE APROVACAO EM ASSEMBLEIA.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OURO PRETO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66: CNPJ/MF N° 06.182.371/0001-18 – VIGENTE EM 21.07.2025. 66 ANEXO A POLITICA DE CONCESSAO DE CREDITO ADOTADA PELOS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CEDENTE E A BRF S.A., COMPANHIA ABERTA COM SEDE NA CIDADE DE ITAJAI, SANTA CATARINA, NA RUA JORGE TZACHEL, 475, BAIRRO FAZENDA, CEP 88.301 -600, INSCRITA NO CNPJ/MF SOB O NO 01.838.723/0001-27, POR MEIO DE SUA MATRIZ OU DE SUAS FILIAIS. CLAS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VERMILLION I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GV ATACAMA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SB CRÉDITO MULTISSETORIAL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ROYAL 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SEVEN POUNDS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96673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61D328-FD56-498C-A730-124FBA18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25DEEE-6FB8-49B8-84DA-AD008804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R$ 121,0 bi · 64,2%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46511D-FD02-46CD-90A7-693B9CC7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EC227-CA30-4D88-9354-34F42213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F29288-8A47-4C66-BFE9-568590A4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8728FB-C4C5-4362-BD82-62F84EA8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43: CNPJ/MF CADASTRO NACIONAL DE PESSOA JURIDICA DO MINISTERIO DA FAZENDA. CONTRATO DE CESSAO CONTRATO A SER CELEBRADO ENTRE O FUNDO E CADA UM DOS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 SOB O NO 36.113.876/0001-91; “CVM”: COMISSAO DE VALORES MOBILIARIOS; “DATA DE AQUISICAO E PAGAMENTO”: E A DATA EM QUE E EFETUADO O PAGAMENTO DO PRECO DE CESSAO AO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CEDENTE GENERAL MOTORS DO BRASIL LTDA. CNPJ CADASTRO NACIONAL DA PESSOA JURIDICA.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CNPJ SOB O NO 11.760.553/0001-69. “CEDENTES” SIGNIFICA, EM CONJUNTO OU INDISTINTAMENTE, 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SOB O NO 62.237.425/0001-76. “CEDENTE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 GESTORA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 S.A. — CNPJ 01.645.009/0003-84.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ECO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4: CEDENTES DE DIREITOS CREDITORIOS A CLASSE UNICA. “AGROMATIC” OU “AGENTE EXTRAORDINARIO” SIGNIFICA AGROMATIC SOLUCOES DE TECNOLOGIA DIGITAL LTDA., DEVIDAMENTE INSCRITA NO CNPJ/MF SOB O NO 37.178.510/0001-63, COM SEDE NA RUA GENERAL AUGUSTO SOARES DOS SANT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HYUNDAI MOTOR BRASIL MONTADORA DE AUTOMOVEIS LTDA. , SOCIEDADE LIMITADA, COM SEDE NA CIDADE DE PIRACICABA, ESTADO DE SAO PAULO, NA AVENIDA HYUNDAI, NO 777, INSCRITA NO CNPJ SOB O NO 10.394.422/0001 -42 E SUA FILI AL LOCALIZADA NA CIDADE DE ANAPOLIS, 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 Instituição de Pagamento Ltda. — CNPJ 03.816.413/0001-37 | Serasa S.A. — CNPJ 62.173.620/0133-20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cedentes e endossantes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CNPJ/MF SOB O NO 03.634.220/0001-65.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 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TIVIO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15: CNPJ: 33.502.360/0001-40.CBL (“CGM” E, EM CONJUNTO COM A CBL E A CBCL,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61: “ORIGINADOR” SIGNIFICA A EMPRESA OU ENTIDADE QUE, NOS TERMOS DA REGULAMENTACAO APLICAVEL, ORIGINA OS DIREITOS CREDITORIOS. “PATRIMONIO LIQUIDO” SIGNIFICA O PATRIMONIO LIQUIDO DA CLASSE, CONFORME DEFINIDO NO ARTIGO 109 ACIMA. “PERIODICO DO FUNDO” SIGNIFICA O JORNAL BRASIL ECONOMICO, OBSERVADO QUE A COMUNICACAO COM OS COTISTAS PODERA SER REALIZADA POR MEIO DE CORREIO ELETRONICO. “RECOMPRA” E TERMOS DERIVADOS COMO “RECOMPRAR” E “RECOMPRADO” SIGNIFICA O ATO PELO QUAL O CREDOR ORIGINAL RECOMPRA, POR QUALQUER MOTIVO, O(S) TITULO(S) QUE CEDEU PARA A CLASSE. “REGULAMENTO” SIGNIFICA ESTE REGULAMENTO E SUAS ALTERACOES POSTERIORES. “RESERVA DE AMORTIZACAO” SIGNIFICA A RESERVA A SER CONSTITUIDA EM DISPONIBILIDADES PELA ADMINI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ANGICO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empresas de projetos aparecem genericamente como Devedores.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I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LF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CEDENTE. “CIP” E A CAMARA INTERBANCARIA DE PAGAMENTOS. “CMN” E O CONSELHO MONETARIO NACIONAL. “CNPJ” E O CADASTRO NACIONAL DA PESSOA JURIDICA, DO MINISTERIO DA FAZENDA. “CODIGO 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544219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E6E91-69C2-432B-8A69-259EA050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8E9A20-6673-429C-B132-9EA0B2E2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R$ 118,8 bi · 48,8%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380F00-51EB-4A8B-B38F-D62E3825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F633B2-5E7E-4BAD-94F5-8D9F1896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59162-843E-4BFF-8FE9-26FC8CCD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F1101F-6B77-4D94-A6FD-080E682E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81: CEDENTE(S). CIP E A CAMARA INTERBANCARIA DE PAGAMENTOS. CMN E O CONSELHO MONETARIO NACIONAL. CLASSE E A CLASSE UNICA DE COTAS DE EMISSAO DO FUNDO. CNPJ E O CADASTRO NACIONAL DA PESSOA JURIDICA, DO MINISTERIO DA FAZENDA. CODIGO ANBI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19: CNPJ SOB NO 03.311.443/0001-91 (“ENDOSSANTE” OU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52.242.420/0001 -88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CNPJ/MF SOB O NO 01.027.058/0001 -91, CONTRATADA PELO FUNDO COMO AGENTE PARA AUXILIAR NO (I) PAGAMENTO DO PRECO DE AQUISICAO DOS DIREITOS CREDITORIOS CEDIDOS, PELA CLASSE UNICA, AOS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50.906.397/0001-53 BTG PACTUAL SAC: 0800 772 28 27 - OUVIDORIA: 0800 722 00 48 - BTGPACTUAL.COM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31: CEDENTE NISSAN E NISSAN DO BRASIL AUTOMOVEIS LTDA ., COM SEDE NA CIDADE DO RIO DE JANEIRO, ESTADO DO RIO DE JANEIRO, NA AVENIDA BARAO DO TEFE, NO 27, SALA 701, CEP 20220-460, INSCRITA NO CNPJ SOB O NO 04.104.117/0008-42. CEDENTE RENAULT E A RENAULT DO BRASIL LTDA., COM 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77: CEDENTE SERAO CORRETOS E SUFICIENTES, PODENDO, ASSIM, EXISTIR ERROS OPERACIONAIS NA REALIZACAO DESTAS CONCILIACOES EXTRAORDINARIAS. ADICIONALMENTE, EM HIPOTESES EXCEPCIONAIS INDICADAS NO CONTRATO DE CESSAO, NAS QUAIS A TRANSFERENC 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CUSTODIANTE NAO GARANTEM AOS 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 Sociedade de Crédito, Financiamento e Investimento S.A. — CNPJ 37.679.449/0001-38 | Estabelecimentos Comerciais não individualizados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 FINANCEIRA S.A. CRÉDITO FINANCIAMENTO E INVESTIMENTO — CNPJ 15.581.638/0001-30.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 Financiamento e Investimento S.A. — CNPJ 03.311.443/0001-91.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POLÍGONO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instituições financeiras parceiras e vendedores usuários da plataforma são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METEORO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 BANCOS EMISSORES DE CARTÃO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150: CEDENTE SERAO CORRETOS E SUFICIENTES, PODENDO, PORTANTO, EXISTIR ERROS OPERACIONAIS NA REALIZACAO DESTAS CONCILIACOES EXTRAORDINARIAS. ADICIONALMENTE, EM HIPOTESES EXCEPCIONAIS I NDICADAS NO CONTRATO DE CESSAO, NAS QUAIS A TRANSFERENCIA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 ODIANTE NAO GARANTEM 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CLUBCARD VAREJO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PHRONESIS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SOMA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65: CEDENTE, NOS TERMOS DO CODIGO CIVIL. “CMN” SIGNIFICA O CONSELHO MONETARIO NACIONAL. “CLASSE” SIGNIFICA A CLASSE UNICA PERTENCENTE AO FUNDO. “CNPJ/MF” E O CADASTRO NACIONAL DE PESSOAS JURIDICAS DO MINISTERIO DA FAZENDA. “CODIG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APEX GROUP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73934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B80E8D-EB3C-4CAD-ADC8-AFFA6E1E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411F34-3515-4D86-BAC7-1B7C80CC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R$ 88,4 bi · 29,1%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5218-B508-468C-A689-E24D08FE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D3F6CD-2D73-4441-80FC-E4F2593C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2D4AC1-83F9-4044-B8E1-435782FB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D99084-6D06-4098-B3FD-0CF60DBE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99: CEDENTE SERAO CORRETOS E SUFICIENTES, PODENDO, ASSIM, EXISTIR ERROS OPERACIONAIS NA REALIZACAO DESTAS CONCILIACOES EXTRAORDINARIAS. 20.1.30. GUARDA DOS DOCUMENTOS ADICIONAIS . OS DOCUMENTOS ADICIONAIS RELATIVOS AOS DIREITOS CREDITORIOS CEDIDOS PERMANECERAO SOB A GUARDA DA CEDENTE, E, MEDIANTE SOLICITACAO, A CLASSE A E/OU O CUSTODIANTE PODERAO TER ACESSO A TAIS DOCUMENTOS ADICIONAIS. E POSSIVEL QUE HAJA FALHA OU ATRASO NA DISPO NIBILIZACAO DE ACESSO AOS DOCUMENTOS ADICIONAIS, O QUE PODE DIFICULTAR A COBRANCA E ATE MESMO A IDENTIFICACAO DOS DIREITOS CREDITORIOS CEDIDOS, ASSIM GERANDO PERDAS A CLASSE A E AOS SEUS COTISTAS. RISCOS DE MENOR MATERIALIDADE 20.1.31. GUARDA DA DOCUMENTACAO. NOS TERMOS DESTE ANEXO,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CEDENTES: PESSOA JURIDICA E/OU FISICA, IDENTIFICADA PELO SEU NUMERO DE INSCRICAO NO CNPJ/MF OU CPF/MF OU FUNDOS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16: CNPJ/MF OU CPF/MF DO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CNPJ NO 29.225.241/0001-10 BTG PACTUAL SAC: 0800 772 28 27 - OUVIDORIA: 0800 722 00 48 - BTGPACTUAL.COM 3 4.5.1 OS DIREITOS CREDITORIOS SERAO ADQUIRIDOS PEL A CLASSE POR MEIO: (I) DE CONTRATOS DE CESSAO FIRMADOS ENTRE A CLASSE E OS RESPECTIVOS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VALORA RENDA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30: ORIGINADORA: E A SHPP BRASIL INSTITUICAO DE PAGAMENTO E SERVICOS DE PAGAMENTOS LTDA, PESSOA JURIDICA DE DIREITO PRIVADO, INSCRITA NO CNPJ/MF SOB N° 38.372.267/0001-82, COM SEDE NA AV. BRIGADEIRO FARIA LIMA, NO 3732,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 SOB O NO 62.232.889/0001 -90, SENDO TAL SERVICO PRESTADO PELA AREA ESPECIALIZADA DO BANCO, DISTINTA DA AREA DE ADMINISTRACAO FIDUC IARIA DO FUNDO. “BENCHMARK” E EQUIVALENTE A 100% (CEM POR CENTO) DO QUE EXCEDER O CDI.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HAVAN S.A., SOCIEDADE, COM SEDE NA CIDADE DE BRUSQUE, ESTADO DE SANTA CATARINA, NA RODOVIA ANTONIO HEIL, NO. 191, INSCRITA NO CNPJ SOB O NO. 79.379.491/0001-83, BEM COMO AS SUAS RESPECTIVAS FILIAIS; “CEDENTE CC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NOVA OCCAM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 MULTICARTEIRA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BANK OF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 E OS DEVEDORES/SACADOS, DEVIDAMENTE IDENTIFICADOS PELO CPF OU CNPJ, REPRESENTADOS POR DOCUMENTOS COMPROBATORIOS, OBSERVADO O DISPOSTO EM CADA CONT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32: CNPJ NO 24.194.675/0001-87 BTG PACTUAL SAC: 0800 772 28 27 - OUVIDORIA: 0800 722 00 48 - BTGPACTUAL.COM 26 E OS RESULTADOS DOS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40: CEDENTES” SAO TODAS AS PESSOAS FISICAS OU JURIDICAS QUE CEDEM OS DIREITOS CREDITORIOS AO FUNDO, NOS TERMOS DOS RESPECTIVOS CONTRATOS DE CESSAO. “CMN” E O CONSELHO MONETARIO NACIONAL. “CNPJ” SIGNIFICA O CADASTRO NACIONAL DAS PESSOAS JURIDICAS, MANTIDO PELO MINISTERIO 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80172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3ACF30-E05A-44DF-B941-C93E7596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3D08EB-6B31-4D67-BC51-39C43C4C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8,8% dos fundos e 40,4% do PL; dados incompletos cobrem 1,1%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9D324E-76DC-41CA-B4F7-43CF763F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D87E5-F40E-476E-84BD-C348ADC9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BF488C-DEB7-42DF-9A64-10B84535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direto; FICs excluídos pelo portão único. Definição mono: mesmo conglomerado normalizado nas três funções.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1D2708-FF2A-476C-8EA0-9D67EFDE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93a55e1e3e452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8E1095-1094-44F5-9243-706D4586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8F1661-B13A-49CA-A053-356EEF84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20F433-4E30-4633-A80E-62969059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69C9D8-4FCA-4EA9-8DFD-11252CEB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A5A07-BDFB-40CD-90DF-1C144B2DB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304 · R$ 331,6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4DC10E-4959-42D4-9A31-ED7DB9A1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462B4A-E5DC-418F-8103-66CE10EB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F0F6C6-C475-4BB5-876F-7A540D91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29 · R$ 23,1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F8569F-3EF5-4846-93DA-6EE05F63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60ACC-4980-4F61-A366-6EE1B06E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5B6226-6D41-414E-8259-B06768ED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2.772 · R$ 413,5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B215E3-CB61-4D3C-9BD2-0F852E2EA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2F0B2D-5DD5-4F46-B96E-3EE54AE2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ED09FF-EC52-4895-9FCE-DDBF352E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38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733E5-0D41-48C1-8305-79A98185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400EFF-A503-4BA4-95BE-BBBE16CC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F9A689-3A2D-413D-B35D-E7A9E029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271 · R$ 36,1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F25F3B-5B3B-494E-8EB8-14A21D62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62C741-9C0B-40FA-829C-9FC66BAB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8612C1-5134-4554-B3B8-FA7392BF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60 · R$ 8,8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0CA119-FD28-4D56-A7A0-3DF7B31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p:txBody>
      </p:sp>
    </p:spTree>
    <p:extLst>
      <p:ext uri="{BB962C8B-B14F-4D97-AF65-F5344CB8AC3E}">
        <p14:creationId xmlns:p14="http://schemas.microsoft.com/office/powerpoint/2010/main" val="96336247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52CCEFE-130B-43F7-91F6-5DEC1A21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962D5D-CE84-4E3C-BDAF-508E0B35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42E739-9A70-4D15-B14F-03A36398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B1479-88E1-4576-B187-2F0DADE8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5248C8-0360-4FBE-8224-63AE5A64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0D44C6-4797-49FA-8281-063ADBBB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0DF77-EB2F-483D-8778-EC228095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12AA95-F5B3-4412-8317-C0735F6B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F4FEC1-6F0C-4BCD-8ACE-43497873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261925-A48C-4511-AC8C-A4EC5FCC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EF353C-AF18-409A-8A2A-6EB787B4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7AE101-B31A-4DBD-AC21-4DAD1BA3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ED588D-63C8-40C8-A2FC-8F207425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99A357-FCD7-4F06-BED1-C9572728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11C9C7-5EEB-41D3-8C45-5B3B77A0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A033A0-E87D-4963-A697-7C8615EE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49C442-AC5C-4222-8EFE-A95FF639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FA8F32-E7B3-4E22-9519-478BC13F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77,7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6DAEB1-FB74-44F3-B640-EAD3C55E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18980A-219E-457A-B63A-4A19BCE3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238840-97A9-43D2-9C67-1F6298DA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23,1%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90514F-E184-488F-8435-6CD84B9E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45,6%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819371-4D0E-48A9-A1A6-6A5C975E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997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4D249F-525E-45FD-A346-F32A15B7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775632-6367-425C-A03E-C0B69676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B6178E-DF35-4632-85FA-2A057333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7C58A0-51CB-4E2E-B6A4-8A659B50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75,5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496714-F49C-45BB-A97C-0C19E6B7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4E9455-0874-41EB-AAA9-792B49234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8433B4-7994-451E-B9E3-8F0C15E0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55,0%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E9C848-5C41-44B0-91F6-B329CFE7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1C9296-B9E1-48CD-811E-F632813A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3.147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72A3BC-49C7-4A2E-B20D-EF9BE0D6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29CFF7-8653-40BE-BB74-DD851B25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852370-C296-4254-93C2-23D55665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EAF0C00-D9F5-482F-9D7F-983B6F40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EA63D2-9DA9-4AC1-AC9A-EAE4725A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BA57F4-310D-4FDB-9A24-F9C9769C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D62B45-A0FD-4B12-851F-50431D77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317B2C-2D96-440B-8297-3AF444EB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9DFD42A-EB1D-405B-916A-4A052427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DDEC17-F4DD-45BD-9855-9B2A0835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120F641-89B3-4BE2-90D9-717B1AA39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9946A6F-D0D2-40A5-A7BD-C2DD5A98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EC70EE-0B89-4B5F-ACF5-7092241F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38,9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2233D94-F3C6-4D35-9244-EE06F5BB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54EAFE3-063D-451C-829C-AF9C8A9C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D194E64-6B1D-4153-ABD3-C00109C4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25,8%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1D8410-E06A-41A1-8AAC-35719AEF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51,9%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3237490-1AFE-4171-9348-1245281B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1.225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C32A663-74F7-4D47-99BA-A3670439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C2FB76-9CCC-4E90-B522-8BB40AD8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195D82-36B8-4B85-B712-C8BF88CA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FD8B241-9FD8-4E4C-91A7-FB2971AA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700F94A-515E-4198-AB07-B839AEB4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2FBAC02-E8DF-4818-A19F-B920C624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4DE93E-E04F-408D-9AAB-28FE5582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B8BA8C1-0FD6-4587-BCD4-24FB6ABA0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C26F407-EFDF-423F-8D54-60E289F1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1.113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18C834D-1AF7-486D-AFDB-5F4874B2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7440B93-B648-463C-95CE-311F1960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D4D7781-B989-4108-823F-D4D5A969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8C1F0CB-F0FF-4296-B054-8F8100B0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17,5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E2008B3-0F35-401A-84E7-F008DC80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62A8FDA-8AFA-4F5E-B5AB-5B711075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CD2A9F1-4F44-4AF0-BBB7-7DEC0B4E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49,7%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7B697FA-782F-4295-9983-FCA7CB39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62,2%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3D60C76-47B1-4350-9453-168472E6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2.658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F93910D-9FF3-41E7-B067-3C1727FD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354783D-A391-4DDB-88C7-19788596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B8FC797-1482-46E8-B826-D2875A4C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69B5EA2-B9AD-4234-B033-A936AAE2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6135896-485A-4642-91D1-D48CB1AD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3E372FE-12F7-43F2-B047-DAC664B2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B091E7E-70F7-4150-886B-964EE8ED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CFFB654-C1F2-4D47-846A-3DC5BEB7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3E7F6E3-B0AA-40F5-9711-CDFCC62D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6C88581-6ADA-4D55-9FCD-5B3B26FF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3049DD0-7B50-4E5F-8E0C-1861FFBF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46 fundos; TAPSO = 55,0% do PL mono.</a:t>
            </a:r>
          </a:p>
        </p:txBody>
      </p:sp>
    </p:spTree>
    <p:extLst>
      <p:ext uri="{BB962C8B-B14F-4D97-AF65-F5344CB8AC3E}">
        <p14:creationId xmlns:p14="http://schemas.microsoft.com/office/powerpoint/2010/main" val="141710894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FBB3A6-C357-4275-A485-778F791B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8FA4F5-25DC-4448-AB76-71A84C26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24BFD2-5BEF-4F9E-9AC7-DF72051C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55B632-0109-48DD-857D-DBD3F631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9BF02E-1A97-4154-B8A6-C7D02F60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8F2217-974F-46A5-974E-3991796E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9E0E9D-9CAD-4E30-A1B3-9187019C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DD7A6-18E6-4F94-8A4C-2C608297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72dbf07f254f0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AB36C5-CB15-4F5A-ACAD-B9F171B6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B80765-35ED-4409-89D6-6F51A43A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c116a93d164ed8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d2d5ac93394390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3695A6-AFA0-456E-8D03-961069C4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C937D3-598D-4F77-8D10-347D816E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124733678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23219E-3384-479F-BA7C-AF5608E0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F80A79-B622-43C0-A00A-F2662AB4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6D8A4A-32C8-48FC-B543-FAC88B46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26610-45A4-452D-A786-047E84F0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BB9359-796F-496D-A25E-5FD381F4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83360-23A7-4B57-9469-B7DFE9CD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DA63B-5568-4BE9-ABE9-72EB2BA0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ABB517-9A45-41D5-A3AB-F44B41A4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4b2dd94b094f0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A6AE4E-37E4-4B11-B59B-C117FB97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E2B696-C018-4A29-8ECF-AF700E37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19234a1d094635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9C45F4-0812-48D3-A19A-1ECD2906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1560ED-2287-4C13-B713-2C735C59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4840da82f54dd1"/>
          </a:graphicData>
        </a:graphic>
      </p:graphicFrame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32351213c347cf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255898-1CFC-40C0-93B1-83DE5575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868359-E04B-4124-9B5A-658E0993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0142E2-CD42-4DA3-A5F2-0154B23A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E5601E-E00F-49AE-B958-B39E6365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053EB6-A47A-4344-81E0-B284DD12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2AD5F9-260A-4F67-A873-3980DE42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BB2E95-1131-45D9-AFB5-C7E0E88A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901A80-5695-4670-8B9F-1046E7D6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EB2C3A-9E58-4898-AF33-DEE490DE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31720911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E7F103-60FC-43A9-A6DA-90A7BEFF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CBBF55-CA99-4CC1-B917-8A7CBB15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D4A0EA-D134-493D-92C8-0E333680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3E9D1-B034-4281-8676-BF035BC2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28363-CFD6-4EE5-A648-9D7D04766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E885D9-09A2-4FE4-84B8-B8F2A734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3A583F-B30A-4922-92A1-32F37A57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67BEB1-2DBE-455E-BDC9-061AF258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c943198112474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4BDCD-20B6-4172-A708-5259F544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C5FFF1-D307-4173-B4D1-B3BAF744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51cb4fce244dd5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4333875" y="3552825"/>
          <a:ext xmlns:a="http://schemas.openxmlformats.org/drawingml/2006/main" cx="3524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f0f8b851dd4526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56AFC8-7D84-46D8-8F00-8C599501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C0CA7-09DB-4B2D-B7AA-D1BC71EB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6A5675-BFB7-4FA9-896B-5BB22D88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cd16c8d146446c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AB2F26-6B67-4FF1-8764-48345F95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C4988F-6965-4CB6-840A-16B97655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1e47a7811b4785"/>
          </a:graphicData>
        </a:graphic>
      </p:graphicFrame>
    </p:spTree>
    <p:extLst>
      <p:ext uri="{BB962C8B-B14F-4D97-AF65-F5344CB8AC3E}">
        <p14:creationId xmlns:p14="http://schemas.microsoft.com/office/powerpoint/2010/main" val="38823311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D1003-D021-4E6B-B55B-F0BA7171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36A89A-5F77-4736-B508-19E3C231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E0761B-2FCE-40E6-8EA7-52E36C2F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E9A788-F5A8-4410-95F7-5462B39A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8E1D36-14B1-49AC-BAC7-AACC86D3F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512E4D-AF71-4019-A161-D9390215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4CDA22-1D10-4417-BBDF-C5F9338F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2815A1-CE36-4A93-8AEB-3DB959F5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216887-E386-4F57-B136-376B18DF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9B7DF8-05A1-4984-89BF-91490538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B6B76-DDC5-424B-AC25-AC120F44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672D63-45C8-4A41-8557-5E6B914C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000F5F-3C4F-4908-BD15-BC9D9B7E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</p:spTree>
    <p:extLst>
      <p:ext uri="{BB962C8B-B14F-4D97-AF65-F5344CB8AC3E}">
        <p14:creationId xmlns:p14="http://schemas.microsoft.com/office/powerpoint/2010/main" val="36379881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C0DBF1-783F-40FA-8A1B-7844824C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3B4BD1-CB74-4187-8FFB-27DCE155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3E571E-3759-4880-A7FC-BF8E432A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8280D5-DF6E-4A40-B3FF-448C1644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06E563-83EF-47B6-8457-D99C537F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EF8B8A-BF57-4F48-B8B5-53BB4D92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A672FD-5CD3-4E33-A1E4-CC0192F5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0D22A5-645D-45CB-974B-2E3AAB70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1B4A9E-B578-42EF-BADC-1678A997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C22D2B-B8C1-4A2F-AC48-79619F8E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BF1E7E-0B93-4834-A8EF-B5E17B55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F0CCEC-5005-4E38-93CA-170FD985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CC3A78-0A1D-4DAD-8530-2C6878F6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44233374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6CAF1E-AEC3-4A84-A162-5F94D8A8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DE510E-759D-4011-90DE-5223A561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772E74-F3DC-47CC-BD48-4CEC346D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DF2C00-3457-4BD3-9B4B-7F18F286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C692C0-10D7-4E17-B61C-1E5D7569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AA3E96-E371-4BFA-A011-53C0D9C3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28625"/>
                <a:gridCol w="2476500"/>
                <a:gridCol w="1524000"/>
                <a:gridCol w="857250"/>
                <a:gridCol w="1619250"/>
                <a:gridCol w="619125"/>
                <a:gridCol w="904875"/>
                <a:gridCol w="1143000"/>
                <a:gridCol w="14763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Coordenador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CRÉDITO AGRÍCOLA COTAS FIAGRO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2CBB0-912D-4A17-943E-48334BAE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683082-0F0D-48A7-9F83-D2EF41F8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114857051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F33804-C4DC-46E1-BFA2-89E4D91E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217EB5-F429-492B-BFEF-3179BEBD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CDC983-B080-4840-8633-20A8206A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2129CD-1DEC-4DF6-8B6A-66C6D5AB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5EE3BD-2B37-4D5B-B9DB-6059279A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87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5C9968-31A5-4A6D-BA9B-8CB40A6A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27345-8CF8-48F0-B759-7B99BFEC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D92461-B066-46AF-80EA-CBE0B252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381235-528D-4FB8-8335-C7B4ACCB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69559E-1319-4EAD-ADB3-917D4A22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3C3778-B684-4C88-BD44-C34A72A8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27F3EC-4DEC-43B3-A05C-D1E8B685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34703D-065C-4164-9E2A-6D55FF75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282157-0F87-41B8-9A77-697147F5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9EBA64-B8A8-45F3-8271-10E11BD0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C40DE0-8A49-4D53-8956-4B91FE1C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67C1B0-5A80-4E5D-9307-015EB8CB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8B5DCE-B118-49D1-A135-075FD481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1DCD8F-DC17-4365-8F1F-C395E369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FAAB74-F9B0-4C44-A9A1-8AFAEEDE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451E32-222F-42D7-8BC6-D2693C8D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1843BB-165D-49CD-B031-312A7CB7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7F2A96-4E27-4614-B751-44B783BE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6D15CF-B7F9-4CD9-B7DC-9208C72A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05D498-FD3F-4041-943C-6A0A9EEB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609D8F-E7B7-44EC-B7B0-DDFAD026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430F5E-30BC-4169-B690-46F41144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2123842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C29B12-05DA-42C3-80E2-95F0A714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A184B3-E0D0-4665-B251-ECC283F9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BF3F9B-AE94-4AE6-BA49-9BD1705F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217A3-1060-405D-B095-9B5EF911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37B5E-858E-4597-A080-644C9329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E5D4E7-FB69-4FB8-B941-7055BF2A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E8FBE-8B1C-4DFB-B237-3DBE522C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384D8-3FB8-4EAC-980D-69081398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678486-EDEF-4E9F-A49F-BBFD6797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850412-2B8C-492F-87D6-8068A371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37F02-5181-4828-AC22-4E36B4FC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3D9928-89E4-4D75-A405-D2DF09FC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65BBA3-179B-4FB1-AE6B-AE864181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B9BD6A-E505-4BBF-B30C-8973C0EB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5E8052-F379-40D0-9947-3648DFA7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BC0FB7-8AC1-40D9-9F3B-F92E994C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193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4700D8-B3E8-45DB-AB62-A086173A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FD784F-96F0-4CFA-9174-FBAC4EA8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E3F3BE-5D36-4CBB-9275-BA43ABB9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2479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89,82% oficial; 1,15% evidência; 8,45% proxy; 0,58%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01F3EE-D1B3-44E0-A96A-CC4F9E9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2479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18F121-5522-49E2-921B-365AA3D0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336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9998B9-3DD4-4D47-92E8-57D07E5D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FCA099-3C10-435C-8307-96914806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622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C8EAF2-F92D-4971-8849-29AE50FE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7622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622314-EBFE-4CC2-ABA5-6A0EBAC2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622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1E9A31-BF7B-4C90-88C0-5FEBA592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480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CBE11D-AE5A-4BFE-A2D9-7BE161C7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52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A8BF6A-BE70-4730-8247-30CAD5C3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766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4C4A8F-155E-4123-80B6-F00D0569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766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08882C-B702-439D-9A29-9A3AA7EE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766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subtipo; cobertura de classificação Tipo+Foco por PL é reportada em cada slide. Top 10 fixo por função; Outros identificados e prestador não informado separados.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A91332-50CB-44C7-A1BC-5A79B589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623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435395-968D-4A32-9AC0-B7A8DFE00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67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58B942-B326-4FA1-A5FD-642FA0CD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7DF78B-D56F-42E7-A0A9-788FCF0A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7909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3.474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6A8A0E-282D-477C-8638-366B17B8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909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direto; FICs excluídos pelo portão único. Mesmo conglomerado nas três funções; Kanastra permanece separada do Itaú e CBSF da REAG. Afiliação Kanastra→Itaú só no ranking de independentes.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05E5E1-9949-4224-BC9A-BDA8DA52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767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509F128-24B0-41A7-8C55-39098B9E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15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7C3399-BE1D-4EE8-BF16-98DCF833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053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1533A1-5BF1-444D-912C-0F7CC6DC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3053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13BC8F-2BD6-43E2-9003-4C1BD2C8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3053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F90F38-5AD2-4E9B-B5CE-9BECBD48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10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F710BD-9BE9-4673-BD7E-B362A3E5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959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05B79A8-570A-49B4-B192-7E30AFE6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96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C25134-D8D8-4B98-971C-9011BD66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8196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2B803F0-CDBA-4C47-9702-4C208EAE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196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7F6A7E-BF36-4E14-B082-7CAC768D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EDFADAF-00A1-40E8-9200-AFFD612A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33875E9-1F6F-4D29-8DB6-731A8D387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340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Perímetro FIC e cross-check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4225AC-ADEE-466B-9F7B-525F99F3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340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30 nomes FIC mantidos; 319 inconsistências (R$ 139,03 bi)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B19FB58-9978-4FF3-9FB5-221A2195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340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Nome não determina FIC. O cross-check registrou 243 multicarteira com classificação específica, 70 aprovações sem evidência suficiente, 5 emissor × credenciadora e 1 divergência aprovada × publicada, sem correção automática. EXPERT III (53.073.485/0001-00; R$ 3,52 bi) é o único caso em que a correção de perímetro sobrescreveu aprovação manual.</a:t>
            </a:r>
          </a:p>
        </p:txBody>
      </p:sp>
    </p:spTree>
    <p:extLst>
      <p:ext uri="{BB962C8B-B14F-4D97-AF65-F5344CB8AC3E}">
        <p14:creationId xmlns:p14="http://schemas.microsoft.com/office/powerpoint/2010/main" val="108727275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3178F5-18B8-4DCD-BD09-9017591E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9E95F-9358-4EE5-995C-9657138B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B447AF-287B-4BAD-B236-7F557A50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0961FE-AE36-4A85-8F9B-CBEEEE09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FC804-DA67-47E7-ADC4-C023A936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D5770-886F-4A9C-AF52-B9374454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2C245A-29B8-412F-B190-D461999F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E35DB-657C-4804-B003-8BC4F256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80DFA3-D1CF-4763-AA36-25E373B6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206901-7695-4063-B41E-E85E27D6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BCC4C3-7F08-40D7-BC0C-F061434D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AA1309-2B57-4CAA-A769-D67C1050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3EF52-8053-4FDB-B023-93AB3359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CE3B49-EB8A-4108-897E-A60FA7B4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DCF485-912D-4F80-A41A-A4787626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422178-3A0A-45FC-BB95-37933B5A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7398E9-2929-4F5B-AC01-9FD8DA4A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3F0EC7-4A56-4BEE-B855-CC1F3741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DC0ED5-1AD2-41A9-A622-D7289370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A85BC1-C346-4476-85A1-4FB62D0F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6853DA-58FD-4E6C-9158-9517BC3C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3B1544-5838-4DAA-ACDE-8F6E2B4A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76565D-C69E-431A-BD1B-D4E697B4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61E723-ED0F-41F5-A992-7E385DE5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4DEA7-01C1-45A2-A1BB-AF6651F7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913AFF-80D2-4F5A-8D75-081D4037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269B1A-54AF-4DAA-A3E1-A5EB264D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9AC241-6288-4E1C-8CEE-E6DBD43C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A808E1-7D64-4608-A47B-84A3A442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32511954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EF7FD1-799B-46CA-A386-57EC5FA1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B0E13B-F10E-4161-80FD-BE96701B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5,1%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AB30CC-AE77-4861-9E4C-B8AF7B7F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387140-0603-4418-B606-368384E3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88B60C-B2A1-4D30-9AE0-59E2493A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032646-94E0-4F91-8C47-DFAFE9DC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879426-64FA-4BE7-8D28-99CE78FE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3A044F-558E-49FC-942B-EDEBC622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6461A2-4880-471E-A6C9-60ACFE76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24E5C2-ECA5-4573-A887-BD3737EF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55AC48-15F4-48DD-9209-92D3AF89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B9ED07-4596-4F76-B1F8-DBB0B488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3EB55F-916B-4D26-9FC9-68B5B10B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99B378-E2E4-4493-8156-261550C0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DF9884-8635-4481-A37D-6E039185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D560C4-F652-4DA2-A435-3A74FF6B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4CAC20-C6B7-4A71-BA9A-D859B10D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AF6CD2-55ED-48E3-ACB4-D9A8A4E6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3DF27F-1960-41C5-B401-A10911B6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E34B34-2132-4F7F-9BA0-E597D311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ED368F-0EB7-46C1-B5F7-B627E7558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16DC5C-22B7-4478-A753-D6E4247D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3D12D2-E5A0-4A8F-AA38-C7CAE504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01F638-BD99-43AB-8E5A-A79041E6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9E93BB-1D17-40A6-818D-57B32BF5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61CDC3-F863-495B-AEDD-CEA36F47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BD6355-DF36-4AF4-A23A-8693F6EA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E5AFFA-F95D-4B71-A47C-7941C20E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A78E73-85E5-4C7B-B6FC-AD22A1E6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203749220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18CD07-53F1-4080-BD04-FFD12507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DF3F5D-558A-4D9D-B751-3C1348CE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2,2%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5BC324-F778-4E4D-AC0A-4FAC2E8E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174DB-80EF-46AA-852D-602529A9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118B7-1BCB-408D-A801-4D815C26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8A2A7E-12FD-43DC-BF92-85E44752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EBF15-2CF6-41EE-9232-873D43B9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D12A4-4EE1-4CDD-906F-01A22BD9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80852E-99F0-4E82-820A-E61CA1AF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7E1C66-05D1-47A5-8983-FBFB766C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61955F-F624-4607-8AE0-94B1A052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3B4C70-2651-40CE-B2CC-FCD89E10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C9862-93EC-415B-BB40-9438187D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2F8B77-190D-4C73-B5DA-8011C420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C07FC7-4453-4B03-B302-9FDC6687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FDD6E8-D466-4FDD-86AE-F89C3A02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97512A-D304-47BA-B224-66D8B36F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F7FC32-CEBC-471E-8F37-E142F3A7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E1C30B-D5CD-4164-83A8-991E1464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D9BAC1-F2A0-4001-A17F-B3A0D5E5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53B35B-3742-4BFE-BCA8-E9E47149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4741EC-B3BC-4135-A415-3B126DA5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11FF93-2E5D-439D-8776-BC6BD3A5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B5AA08-53F7-47BF-82D2-8F45A757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DBDD4E-B49A-40E4-8691-C40EE090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6A79CF-1BC3-4487-8389-29743D5A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E27118-187C-42EF-A91D-CC489E71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BC6D8E-19CD-42B9-9C46-DE49D236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E85D97-1D4A-4CC3-B105-2D0188A3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48209467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5D9AAE-DAAF-4FDB-99C3-8AEE961E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46636D-85E4-474B-989E-975D7C47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1,2%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7CA55-9E19-4C03-9774-84D658A7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AA7C9-9391-4824-AF75-E3529BA1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88003-C0C9-42C7-BB77-79A88ED9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073347-5C2E-47BA-8715-050BF2A2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A56FA-3BD2-444C-90CF-14C573A9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BF82A2-3192-4960-8B55-E5BA4A72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5148F-8E0E-43EF-A93F-FE1D68E8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87B81D-62C8-432A-BAFD-9E9A6AA0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FDC9D2-EDBB-4414-A79F-A376AE1F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DA0ACC-05E9-423A-A1C8-CBC76A40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53B729-0DF1-4A8E-A572-BBA48000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09F1E9-5939-41C4-877C-724EA1BA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DE4E2D-3819-42E0-BBB2-EA46277A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FB47AE-AE7E-4C16-8C7F-1AFCB221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AA0A33-8895-414F-BE5D-39E78369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4231E8-A24E-4C6A-AD31-98C03EE2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5E09AB-6A38-4326-9EC5-214F5853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35FEE1-650C-4D66-A85F-D45068AD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9B8230-4111-48E2-9113-6F45F488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48C672-D59F-45F8-B1C4-E1511974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40AF8A-7820-40DB-BF02-682C2D75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34389C-BAA8-4C64-869A-D525168A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3ED32A-868F-474A-88ED-DB0154B1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E4578C-EF48-4567-A05B-AAFD5127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BCCA90-E3D2-4981-ABAB-D714926C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3B4FEE-64D4-493E-B987-572BDBA5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43631D-E976-4D92-9FB1-7D1C4929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53823730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57FB29-3B2E-428E-9880-D0086C66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0ABF9A-9DD2-44CD-9E4A-D1471908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38401B-7008-404A-9B62-9B93CCA9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80F5A-341C-41AD-885E-21D440D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B422E4-A12A-4A8C-89C8-66FC1248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693135-F33E-4FEC-957D-0400D761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6DB236-757F-4D39-92C1-2A13E866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E41EF-4451-4FFE-82C6-26298907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49232C-77F8-4960-82B1-9D93A941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5A558-958F-401A-8C02-0ED7B598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062EF5-AF13-46A3-BA8F-F5B706A4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7B44D2-ED75-4D55-8C6C-25EE7F85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839ABB-7F84-4B11-8FBE-FCDF411F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848474-C0E6-443E-B135-2B3CFC44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4E52B5-0062-4570-8F61-381CC97D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72BE8D-BA57-439F-B2F4-62CEC4A3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0C738-A15F-4403-AC44-EFAAB4CB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2FA80D-AD4F-473C-842E-DD3ADEE6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10C3DD-549B-43AC-8B0A-EBEE9916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73FDE5-559D-4796-A2CA-89DD52ED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1EE9FF-1643-4B40-91E3-28CFE6F6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71D024-E988-4239-9712-61BAF8C8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0F76F3-6838-4DE2-BC9A-9DDEA244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2ED3D7-6213-4709-84D1-4744F86B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FEFB70-BCC4-464A-B58B-DEE316F9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C3627B-248D-4CD2-9A03-5D2D0FFC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94B255-4849-4FEF-AA1E-60E1761C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E4627C-5C8A-460C-AD06-AE2E7117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EECEA2-1B7B-4FD9-BBBA-3FFAE874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64876691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6C150C-BB94-4840-B86D-4551AC89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306918-F8B6-4FB4-8D58-B8500A89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D7FFFA-17BC-4CAF-AE70-A02C6963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8F8D0-4466-4F9B-BCF5-1BD96650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51722-C7A3-4086-875E-00D6D79C0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46C046-C4B8-41A0-859B-6790A6A9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3E85F4-C60F-40DA-BFC9-4ECC2ADC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831798-82E0-4729-9044-1C944850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9A05D4-15FB-47A2-8675-5A3BEDC8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7945E5-B384-4410-A350-5CC16176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1132D7-E198-456C-A07D-E509FBF0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EC93EA-FF7A-44B1-AB2E-659E0329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599299-EB8A-4710-918F-F650502A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9B9605-1911-4699-AAFE-14F18968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FBD303-EA07-4301-B350-CD3E0C88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A793A9-F363-46E4-880E-982FBFA9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9211E1-34D9-4E38-83DA-6D64FD78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60A1B0-74FE-49CB-B54B-FBB81AF8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6C15EC-77A9-431E-8400-99B83D0E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FA2616-4447-4E3E-9AC5-59B4766A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70DB20-85CC-46DA-9534-27165C7C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A72E96-EB85-49FE-8F9E-42268596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775DB8-827D-4F2D-88F4-7A9AEE53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95A70A-AC26-46DF-829C-53BFCCA3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C617D7-BBA8-468A-A02C-D246FA40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D7C745-6388-47A4-B742-F735EB54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3672F7-2919-4655-ABC3-45AF6904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01886F-9BDA-436F-BCC9-BD40F2A4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FE9726-47FB-49FC-8F69-7513D5CD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51939040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DB0F32-37A3-40C0-9B1F-D8ADEC05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BDD82F-43B4-4E4F-93D3-88012EC1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634D12-27A8-42BA-AD74-D568FCCA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9831D-8B36-4F35-8657-22D9839A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A545AA-5FD6-4DD8-B611-687E7A47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FCC09-5B8C-441C-B9DE-83BF0618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3E9126-E13B-4327-A851-D8C04384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C5869C-ED38-4288-A01E-98938869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5B11E7-3165-480A-A49E-6CF24F2B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19616B-0AF6-4622-94AA-1E4FD2EF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2ABE5C-7FF6-4D4F-9DB8-ECA7C1E29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4D9F00-BF48-493D-95E5-1EA50593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8D9A62-D717-4509-A2E7-45901994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661B04-D059-4BFF-BACB-B5789907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D5EEF3-CBA1-46B9-AC50-F577BB27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EB4C76-BEEF-44B2-881E-C8053BEF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9AC1AA-3B4B-4B93-A198-1ECC2436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517BC0-D1F1-4596-A297-86718A23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585BFA-46E4-4467-9595-C9E8AB01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E433C8-5F97-4CA7-BED4-86D84EF7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6E340D-79BF-4624-95A1-C999888BF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42F132-5FB9-46D7-8D14-F7652512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2D9BCC-737A-405C-BDB3-DAF940C0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CFE12F-9A3A-4BA2-9BC7-5BCE3474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3AE7A8-9C2C-41EE-ADEC-7FCD17E2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D33E5B-F129-47F2-954C-F999B72F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F8D093-A0C5-4531-8DB3-F55180CC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7B0644-018C-4852-B587-D32DD44A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B96DFA-7827-4FBD-AA3F-DF2D2877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649013565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59C1C6-60FA-40A6-9864-7332E575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43DD66-E71E-4E65-92B9-140A4BD8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FAF803-2B2F-45E6-8E23-8A359B40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59CDCB-7F04-4993-91DE-54466053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7E63E1-89A0-4959-9371-3E434787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2AF031-BB77-42BF-92B6-315D1E2B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AAAA6C-3923-47E1-8F4A-DAC9260F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C6DEF9-D29B-45E1-BA42-9CC5C97B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D15F06-44FA-4546-8983-5FFD52320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C7B4D5-C7A1-458C-923D-50B46F5D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7F53FF-99F4-4F72-810A-0E9FD856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D2ECA7-4704-4234-9A80-FC1978C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76E876-4C7C-497A-89B9-4D349C44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ED497-11C7-4FCA-96E9-29F0F3D2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37D232-9D9E-47C5-A0FA-6BFCC20A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59F580-DFC6-4635-B69A-A09B7835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8160A-7520-4BD0-B74E-3D3D03D2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8C5922-1771-4018-88EE-1C61333C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6F8299-5F09-4D11-9D83-32F8FAC7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8EC70F-6BC2-41B8-B8E2-530F66CB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5FE613-AD43-4955-A0E7-6139A9A8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B828DD-BB69-4D03-B910-5C667C19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1DCB35-5DD0-4929-BD4A-FC2345B2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D47635-06A5-4A6E-90D3-1959044F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4D05AF-8787-4166-AD6D-0FA95ACD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9B893A-2D2E-41AC-80CE-18C1ABE6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C51C8A-598F-494C-8F42-F693E0A6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0AAE74-03A3-4A09-BDCE-8A023E8F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B70D19-5B26-41AD-9D17-966E3161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73922195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8BAAA2-E0A2-4157-9CCB-4EFC51DE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19FD0-6183-47D8-B437-366B638A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1CFACE-0B40-4BA9-8144-2F751169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50D2D-E4E3-4556-A521-D266961D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670EC-A76E-46DA-8796-5C711B62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F6E5A-5053-4118-BA68-9F641E7A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3EAD0-9E32-4037-8EBC-6A0E99A0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E7599F-2B12-4F72-A7AC-C4AF0CF6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FA5F0-E6D7-4BD8-841F-C727AE13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02B077-8136-442C-B204-58F8D6D3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2236A0-4328-4612-8DC9-244AFFEC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6797A9-9550-460F-B1BF-3A48CF65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3FD2E-9ED9-4BF8-92C9-885DBA0F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14DDB4-A7EA-49D5-A46D-5DD47E81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978A4D-0075-49CC-A51C-ECD0D431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3CF5C5-A2C1-4C84-B187-C5F71ED2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15370C-01AC-4377-A13B-2AE4ABA7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0B7643-1318-4B16-9666-ED720F3A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673DE8-73DB-45FB-B806-83D92859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C7BCE5-3A81-49E1-B35B-4F2C1FC9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954EB6-1E08-4A49-978B-6C5D6A35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6C5551-5B26-446F-9C0B-7378208B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EE5048-CA0E-46B5-97FB-44A3E67C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D228B9-319E-49C7-944C-412BF500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C1ED25-C0C1-4EAD-A0D3-376585F5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A12F99-3D9C-4272-90B5-63986341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8E8D33-00C2-49FD-9C45-E458D559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578DCC-06F5-406A-AD0B-58DB171A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0F01C8-AA38-4204-8835-2C39BCD2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69805600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791FF0-AB81-4B92-A0E9-1C2C1039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1CB0B8-5FC5-4292-ABC3-FE5CE695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5222C-5441-433F-BDAA-094552E2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F91A6D-2EB0-40AD-8ECD-DCFF9664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925AAE-C49E-4CCA-B01B-98A4553B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21DDF-C051-4954-BD7D-0E29F872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EA8977-5040-413E-87D6-1AB6CF8F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FB299A-4448-4D79-9F45-C6350259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D20D37-B330-4F6F-BDC0-AEB37A14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95B178-4F42-4CB5-9F50-A8BF0CD2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472AEB-49AD-410A-AA01-CAD82D1EB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77A769-11C7-4D59-8012-2DD0EAC0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897A2A-7F67-44F7-95AD-06A2C18E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7257CF-BF7A-45B6-8110-EA98BD3A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26CB9-3E5B-483E-B0D0-CDEE6A68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E2C2BA-7A68-408A-88BC-1402CF2A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D54E96-A8DC-417B-972B-EA454D09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C9B0D3-2D51-4D32-958F-611C6650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8CE20D-8041-41F4-9FCA-1B90F679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DCD104-A0B9-4603-AC68-EFD9F721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0DA593-FBBA-4E37-B2CA-DBB9A8BE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A5D02E-B448-4946-B48E-B23ADCFF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AE5B8A-3C58-41D4-84B7-BC56B35D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E920F8-F144-4E7D-9BBD-71018FE8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BEC5DF-7FD5-414F-8CE7-785AEF95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382FD8-3814-4AC9-9F32-B98CD76D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568FA9-DA84-4DC6-ABCE-09ABE10D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DFA24E-4C75-433B-AD27-B25190D1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050DFC-AE75-4EEE-A5ED-09331D4D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63687534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8304B0-77D8-47EE-A9E8-9DF20E54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AB0EE7-F5B3-459F-A7C8-C39DD4CC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D860FB-3EC5-4EF0-9EF1-187F5EA6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33C7C6-52B3-433B-B888-265B60A3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B0533E-28DC-4963-B825-FAE0FFCE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E6D763-4202-467D-A316-D88887BB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845ED-F6D9-419C-A89F-4C181B5D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F1023-CEBD-4363-BD2A-185E1A58C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572E4-CD60-4D01-9A3C-0ABC5FA9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861E2D-FA66-4213-B38E-98F896FA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6C242A-DC50-45E9-8DF0-549EA3E2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FEA487-A588-489C-8A3E-BBA5D410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E4F16E-D0E2-4C59-B42D-829B49FE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1221E5-3B01-4A7D-AC08-723507A1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C2C2D3-6E71-4C9A-9B7C-C16141BB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4772F-9E1F-46E3-85B6-9102071C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F2869-6775-4385-9FC6-0D99E4BE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AB8C8B-C889-463D-8D40-E46E150B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DA21EF-6C69-4CCC-BEF5-689F7098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979E3D-3596-47A7-B38E-EEAA9F5E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4AF8C6-2BA6-40CE-841C-EAEE7769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15DA28-083C-4A22-B085-957CD6D4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652910-F358-4F2C-B91E-0A2B75FA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F0BFA7-5085-47A9-8213-BBD14A0D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22CCB8-D703-4CE3-9B76-34C25AE5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71A319-C0BE-4C4A-8793-8A5340246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B0B479-803A-47B6-9C21-246E9F86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69D4D0-C63A-47DE-AA70-5400703F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3A6311-B0BF-4E81-AC12-15F0EE78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9084879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A02F47-8E68-4D35-8C21-B470D6DB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B33B54-2187-4F6C-BB98-C7EE684D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6CED9-CA7A-4873-8F58-9BA815DE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C04608-A50C-4464-BE00-85779CBF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E07458-7051-4D12-92DC-BC6BFD0D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F1FAC7-7900-4B36-AF55-637DBCAB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FC1B97-CEA8-4319-8668-EAC45918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00981F-96C5-4AE2-8A8A-18CDA774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BACBD9-0F3C-4EFD-8E91-12E99053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A07029-168A-4DE8-B034-196DB8E3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061287-9465-49AC-82F9-27B7ADDB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A5279D-5D1F-4DDC-BB2C-FC18F69B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357071-781B-4AFA-A0F0-A3FEED37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A8D444-BD11-499B-9422-7D6DF4D1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E66E2D-728C-450B-8522-0302A87E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E33DCE-9E38-47EA-8B40-FA6C78FF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3F0FD-449A-4A61-B044-3045F826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A21CB3-84AB-4925-A905-AF5D4208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A45790-01D5-4E39-9765-59F32908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457C32-CAC3-45DF-8C31-A730C831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1BB810-A4F4-4984-B0E8-C4141BC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C30290-2879-452F-8C4E-98E5C3F0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479250-7BAF-4185-9AC8-564927F2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1B4B0A-B516-4759-B800-FAB311D7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BD7518-BE63-4672-8DF9-4DA19453D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C5C8F4-D613-49E5-A8DF-724E6A1D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ED1F08-AE8F-42A3-BE8C-020ED3AB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759E3D-1CB4-442E-8DB3-52A13881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35D33C-275F-49E2-95DF-23BE6109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1506607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FA7C00-A3B9-46C0-90ED-4739BA621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4A5D8F-D374-46D0-B4D7-91D68518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C9CE65-20DE-4911-9A4C-F4EB9BB4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ECDFDD-BE1D-475A-848C-02E2515E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AA4A0E-E6F9-4598-AEFA-4E4D91BB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8673CB-9164-4347-BCE6-EC488858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AC9215-B3AF-4D8D-8416-7FF14F46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487D44-9D2D-451B-AA73-B5B4E2C4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CD83B0-C4DF-446C-AD59-4842052C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C10C77-3564-4901-A7E0-26A38314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9FA8D7-EB6D-4DB9-96BE-41F22475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F1F8E9-0EFE-412A-9D5C-8ACEF529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79DC0C-7BFB-4151-9600-2E9C3CF2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70DE56-D8BE-433F-B80D-ACB0EF9E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963CE8-89B7-4C08-AF60-DF0CA217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F478D4-FA09-4645-8A47-A0B0E1E3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443D73-473C-4F54-B3A9-25174BA8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ECBBA3-A74D-4029-9F3B-848E1525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CB7872-CB8F-40BC-B8BA-5798F5B5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916772-8225-4157-A8C7-8F930C52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1B221A-D9CD-4EEB-BAEA-8F205A416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406160-E168-480C-AF26-A64A17FE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B54BD2-A34B-4C72-87D5-9ED96B4F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EAD8C4-CDCB-4E86-983F-5E2FCD95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EBA1E4-FD2D-4438-BAC9-98013657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99A87E-6856-4303-979A-6E561005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D53969-6766-4B77-9861-9628C577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B7AA4D-A532-4DB2-B3F5-7B9B5AAB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B0BED6-951D-4D1D-915B-FB80314C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641798360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CBD0D0-32A4-410A-8510-83DDEF91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9F59D9-BE6C-4968-8D06-B3FE5899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F435FA-8E0B-478B-B26F-9C5E3287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2C1E9-5943-4E56-A9EC-AFE8CA9B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A66C5C-821A-4563-80FC-B5CFC949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860855-D8CB-4294-837A-AE70EB40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5435C-4534-4FCC-9EF5-7351DB31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EC9123-D1A2-4D05-82B5-FA813268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AAED72-9E00-40D6-BCEC-591D7D7E7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77A940-D710-4FFE-BAB0-48919FC5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E94086-2E9F-4367-ADB0-6086421D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83019E-5D0F-411D-8A14-30C55B19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D059E0-24DB-4FDF-BD34-7979A02E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35AB7E-D67F-440E-9D51-AB37FFA6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15A7AB-1FA9-4AA0-BE0F-778E2786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2CA81-BE3B-4C9A-9A14-EB4A0E2F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7DCEE-910E-4723-9DEC-17B85E56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4F36BC-2760-4012-8316-F672C564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D44B4C-118E-46A5-A554-0F61C5E5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85541E-18E9-419B-88DC-CC4777F2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6B2126-6774-4572-AB86-55A1671F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535C28-60DA-42A8-9E7C-2D755AA3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5843D2-0F70-436F-80BE-DFF45C1A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543A89-1352-44D7-9DBA-76EBA7CB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83786F-2BF8-43D0-B0C6-76E74D2D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830DF4-705F-475E-8412-325E3F27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4D9981-B0B3-46F6-AF36-4E856701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57AE31-7059-489B-B6E0-44CC451F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655A08-353F-4C5C-B4E5-14651A34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98635665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C18087-B146-47D7-B588-470EDC5E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348EFE-888D-4351-B26E-CF637E1B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A0C03-CB50-4353-BB17-3BBB0804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3BAF47-8537-4BC4-BB1A-7B3EB288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E72E2C-2572-4BAE-B35C-FC912948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5D9AB6-4351-467B-BC88-CCF1E524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310EE-63F8-44FB-AD0C-71E31928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57AD32-714B-4D2A-8798-7D1C7875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7C3CF-A648-4CCC-934B-145C1FFF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C4B3A1-BBB9-4DD2-9808-D7975EBB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1EDCFC-74B8-4C01-B2E5-300DEA90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4FA9C-8E40-472A-8F7E-04B276FD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D5308C-4EB2-4DAC-93CF-21F818A9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BF0A1C-AC82-47DC-B160-63DC535F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156727-A87C-4B82-9BAE-3577F943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17BCE4-F26F-4AE6-9DFB-8D6C6540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72A216-7F36-4B4A-B2F2-350B25E5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3B0A92-4AE3-40EF-95D2-D5AB18FE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B2DD52-8119-452B-929C-2475AF230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D96B8D-6539-471A-9606-0EB637F1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98F80B-24AB-427A-9148-4D23E820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117621-627B-4545-B798-7F0FB0EE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55824A-7F98-4781-AC01-865596F4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A427F6-BD7A-4856-A105-36B65E99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CF8104-442D-4F45-825F-499D3AE4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B7606D-2C0A-4DC5-9902-013C1C97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B1BFF9-458D-4C69-B32A-ED84D20D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19CC7B-8E92-4247-8AAC-9DB0D5EF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2A4097-AA08-4D7E-B185-B00AC3FD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78254733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499599-B842-4133-8293-D370AF58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9DD9B7-CD06-4622-8D27-1DA82B40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B7E8BC-7E83-4658-A78A-44725063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EDAB4C-032F-4F76-A30D-DA0CC058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40499-6607-4217-ADB9-56553953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2D22A-92DA-48F7-AFBE-2ADEDC48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25FF01-12AF-4B24-8D90-B3D5E3AF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E79AED-67E7-480A-8DEB-4672137B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9687EA-D0B7-470A-85D6-865C074C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D4F9A-0322-4476-88B6-2A2090E0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4B745F-C35B-443E-A8C6-CFBF6596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90FC47-33DE-424A-8377-C0BA5045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797DF4-5949-4D4C-AE9F-3E476E3A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436487-3BD0-4BBB-BDAF-01039B1D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028AD7-5C38-419B-89F9-4413DE30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3EE5BA-CA58-4D6E-B2BC-293B0B98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16E1C4-050F-43CB-927A-B4268B17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B9D5F-8254-4586-BC18-7C653EB6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84BB0A-C889-4A0F-A50B-C0E70A60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9C80EB-8C23-4D96-A77B-5C9F2274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18289C-6622-40C7-BD87-CD14181C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C994C4-FFE4-4F09-86FB-3F8A330D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39BD61-A511-4B9F-A48A-EE590A19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181BF4-59A3-4BF6-8153-AD8A05E9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038B09-C6EF-4D18-BA8C-BB40A41E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41D8D3-D684-4382-9C40-7BA724AA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F90ACC-0578-4DD3-A475-6158FDB6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485F8B-600F-405E-89ED-3B35C732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188C5C-C111-47C0-9E55-0C88FA71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1402669926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E7A693-D782-4610-AA74-62980FD5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AA5DD1-5C27-4378-8426-95F23710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0A45C-0AC1-4963-9CC6-10661ABF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2CC4AF-1921-4F4D-B151-17DE4BE4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880972-FECF-4570-97A4-27CC5A66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00B6D-327A-4A34-AF68-C9880070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770382-F542-4ED0-85C4-E5F28888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D71248-366E-4CBF-8F85-E5636A87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6AA7D-0627-4922-8586-0D305A1A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0BB38-A1CA-46D2-926C-1F29CC05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4E585F-ECD9-4CE1-9D64-C6872497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BB9C3D-E494-42CC-B2E9-5D17CFEC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119777-B30A-43DA-AB32-C645CB43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CB66E-E2F2-4960-A286-4DF686B7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0EF3B-D4EE-4049-86DB-073EB3AC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C2945F-7BE5-4AD0-AC81-38372068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1E5033-EC9E-41F3-8721-3F03F908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BAD098-A888-4333-BF7F-110BA6B1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90A085-B33A-4A0D-9CC6-9E6AEDA8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5A8E1F-1569-4F61-91F3-D8E425FA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FB1219-BAFC-4163-B1EA-7E822444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3A60F4-4429-44AA-9579-0F023E9D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B2FF44-DB61-4383-8A4C-BC58EC64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D01EDE-E4BD-45E3-83BF-960B683D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EE452C-C36D-434F-8F40-9ADD8821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02B42-E13B-4510-B1F2-A4770E72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00988B-652D-4D83-ADF5-18983980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005C63-DD56-4BC2-8DB5-58E85508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03D5EC-6B0E-4AF9-B6D3-FC204D05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12542779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BC397D-A6DF-4A13-88A8-E5869C08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B509C1-E8C3-49C6-9328-9D972E050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B2915-7014-4D13-B76C-CB5F6BF7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A74B2-CFD4-4FCE-B39B-59A016EF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8ADB8-385A-4A7C-A737-6DF02B78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7844F-763F-4224-BBC8-E66607C8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2F510D-6E17-47A8-BB57-BD081B50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C53317-AB0C-49FD-BB33-38F3E8B1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8C7E4-F8C8-4481-8E42-9E92EC8C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51A021-9659-4D72-B93C-3D874C52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FFC81D-9075-4695-B866-69DD5F09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0607F5-8EC5-4DA2-BAA3-3075D4D8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77323D-134E-4D7B-939A-104F5CE8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B1E85D-F686-4CEC-863A-80D68BC0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3C065A-6E7E-4210-83D3-90958001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9215C5-33C8-4A8A-9C4A-E3769B85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16ADC4-6263-4888-B4C2-2D45BDCD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7A4500-99B7-4559-9BE3-9A2BB538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FC5E74-E454-4A2D-9AB0-7ADE9350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05DFC7-C86B-4152-B20A-70563371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274117-2ED3-43D8-98C6-836478CD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ADB029-C928-49A7-ABF7-9BCE5FF8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A7BC9A-0375-4069-A4DB-0D7C7FDA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1AE911-AE80-46E4-B4AD-B3FA8EC4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CED6CF-D712-421C-BB03-0C9218FE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EB3F82-D8F6-4F4C-AFAF-5F78C29F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160BF1-C6CC-4ED9-8F68-AE232DBA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203793-7D10-4DF9-99FE-FDBAFE917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733A6C-D001-4E22-AF4D-ED763382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0976287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912C13-CEDE-4B22-88B0-0406EA7C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1C971A-A2CA-409E-8D4C-02275E71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5C211-ED67-4EA5-BDC0-0BD3508E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0435FA-D483-4E74-A752-AA4AE5E7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4D7FDE-4600-4035-A631-0ADA2E84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22EF9E-C0A2-407D-B019-6C031165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B429D-93E9-464B-8FDA-645FABC5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DCB76-2813-40D9-A250-DA054C1A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286FB6-8738-4C1D-8118-EBE39840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AF6674-F5D2-46D7-BE29-58E27477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A7184D-2E33-45DB-8522-A13A259F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2FF2BB-2A1A-429B-93D4-4EAB1239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007A00-228A-4069-A506-2D1DD2D8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01CA83-C317-4814-801E-096A66BD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393C2-4AB2-4E42-BE6D-8E0C1917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11A0CB-3D62-4453-B70E-E49EC322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841EA2-3E3D-4217-A661-A6D7C44F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D8B641-B1B1-41A1-879E-FE6FBEA8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E57BF8-D553-4AF9-AB92-E461C96A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91B324-CA2E-4F88-9931-073B26B5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318445-A41B-4575-917C-CA4999B9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D07EEF-0A10-4C88-88C1-C9868E3E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644250-9DEA-447E-AC63-9E551584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9FE1BB-CA73-4FEF-B858-35A4AE37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755CC0-2948-44EB-88EB-88D47610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387A02-2144-42A8-B14B-A5515A32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BD30C9-D971-44D4-8D51-0946905B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681504-3639-4D55-9A4B-6B9AC1EA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5E37F0-9D79-423F-878F-CE4017EE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581600477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952F9D-0D57-4E49-92D5-417D0822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FE3F5C-BBB3-4795-BEE4-1A60A7C5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HAVAN ECONÔMICO, FINANCEIRO E COMERCIAL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595A1A-2F70-4473-9990-288B852B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8BB0C5-2D9C-4E8E-8F8D-F4849701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FA48DB-0332-4B24-A030-53514E48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7534F3-1F44-4BF1-B669-21BED34C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4C462D-D41D-4421-A519-9F887A5A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12.817.329/0001-29 · HAVAN FUNDO DE INVESTIMENTO EM DIREITOS CREDITÓRIOS SEGMENTO ECONÔMICO, FINANCEIRO E COMERCIAL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1E83B7-37A1-4368-98E0-0888610F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0FE852-676A-417E-8B9C-33635FD4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66DFDE-812A-4E63-815A-F67F03B6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D16181-B9D2-43D9-88AD-FF1929C8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AC3B6B-B41F-47DC-9420-895D85E8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B95989-0B9C-42D1-9FD8-909D6551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F00EA2-1C11-4FCE-BAA9-6C6322AF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92BF3D-83F8-45F3-AC1A-A92AF71D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AB7E64-7D30-47E6-A6E9-094C5D59B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26350C-3693-4C81-BEBF-49AEFF45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506E47-53E1-43F0-9B96-A9817873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03A843-3316-499F-A5BA-C2785D685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13EEC6-4102-4BB3-AB53-83D6387E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AADD74-7389-4190-8BED-9923AC7F4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8F2295-82FE-45D4-B2E1-9A188D96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D47FA9-93E1-4DDD-8B39-9DE61320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ADAC30-3A92-4B6D-831D-E8777992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A84BB0-075B-464B-B094-18651FF6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FINAXIS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PETRA CAPITAL GESTÃO DE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FINAXIS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66F4E9-41A3-445D-A4BE-DE7E9B7E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576BA-A2A1-45CE-96B5-7F5B1BC4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D57FF9-F634-479E-9A92-C5E1B02D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9BBBC5-C6E4-4D55-B747-A5F0B7D6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preenchidos. Fonte: FundosNet e CVM SRE consultados em 2026-07-24; documento primário não localizado. Evidência: Sem trecho citável no corpus consultado.</a:t>
            </a:r>
          </a:p>
        </p:txBody>
      </p:sp>
    </p:spTree>
    <p:extLst>
      <p:ext uri="{BB962C8B-B14F-4D97-AF65-F5344CB8AC3E}">
        <p14:creationId xmlns:p14="http://schemas.microsoft.com/office/powerpoint/2010/main" val="1495901433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2CBB75-DABB-484A-B19D-CC4C6FBE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A7D20F-CBB2-40D5-ACCF-88674C2C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63358-FC55-4CBC-824A-98DC7301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4F649D-3F4E-4FC8-BF7A-46E15D5F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D71D9F-F788-4FD8-A5B1-832661BF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D00A8-7A1D-42B7-9F37-938CDC2B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79f5776ced40f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9CFDE-9913-4D71-A72B-8C6B2C80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BFAD14-E049-4735-A2C3-495E5D08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B21F76-5367-4E68-A4D4-1D93CA6C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7109dcec07b4a9e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A9BE88-665C-47B7-B944-58A778D2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2dad81a4b3349f2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1B09FD-69EC-4C1D-AA54-C9F1DA5DC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94409fa22542af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56BEB5-B75F-4763-94BA-A01D1A6D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b0707823974e04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69E7B-78DB-4AD2-B669-DA9243F7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0c9d19915b47f4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54491E-743D-48C5-933E-0E1CBA04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b7e4a77f91457e"/>
          </a:graphicData>
        </a:graphic>
      </p:graphicFrame>
    </p:spTree>
    <p:extLst>
      <p:ext uri="{BB962C8B-B14F-4D97-AF65-F5344CB8AC3E}">
        <p14:creationId xmlns:p14="http://schemas.microsoft.com/office/powerpoint/2010/main" val="573482675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5436EB-9870-4C28-958A-F4AD0DDB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79560A-6E88-4787-9F7D-3E2D52AA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39DD9-C752-4C91-8898-BCA809E6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5C3D5-AF65-4CFE-9CFA-F0AB6494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87378D-2200-4095-8E6C-CA600928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DC677E-C17A-4BFF-AF2F-077AF837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6A7C4-0B24-4779-A275-EA624C29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906B0-0D2C-447D-9740-6047227E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8bc1263a9948d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0F5031-91A4-4D00-B2DD-8EC09FA7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B13603-161C-4841-A2E6-3F5DAB5D5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DED461-C52C-4DA8-B0CA-8031FB40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DFB90-2A51-45E9-989D-5D50BC8D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458992576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2F71E5-DD8B-49BC-A7B1-202BB20C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09F3DC-28C8-4B8C-A59F-D24309AC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22FB0D-ED2E-4E70-A179-B5FE1975A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B120A0-395B-4647-B16F-024F581C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0A395-E0FC-4234-8A6D-A900EE38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4F7BD1-CC8D-4676-9E1F-9786346F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04852B-9D97-4CC1-977F-DEF433BB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DBC4EB-C354-402E-8C5B-9C8E5F34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b6a2681904409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C0700C-FFB7-495D-94B7-A2612A37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219170-5127-456C-9DA3-DBEE72DD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DA43D-8C5E-49C0-B2CB-11F06CC6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6CC1D-BBD6-424A-A8CE-E64F68A2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c0a5bec8594527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FA94C3-36AB-4903-A45A-A6C0AB6A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A141C7-DA5C-4DBE-9102-63D81DA2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65,1%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C213A7-2FC3-4C7E-B313-1EBCC4A40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905746456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A582C2-481D-41D4-9741-C1FC258D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544DD5-B1CF-4EFD-A39E-E312D133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DAF28F-FC37-4688-8307-8E2278EF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F40BD7-1AE6-481B-97CE-CB157056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075E1-300E-4EE9-B2CB-1DCBD381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14CBEC-2C96-412F-89FA-055C5614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7d3e0d258841f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6B5723-82E8-48A0-8D3F-7C004049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p:txBody>
      </p:sp>
    </p:spTree>
    <p:extLst>
      <p:ext uri="{BB962C8B-B14F-4D97-AF65-F5344CB8AC3E}">
        <p14:creationId xmlns:p14="http://schemas.microsoft.com/office/powerpoint/2010/main" val="1851468673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A2D191-8294-49B1-BCC9-82E0A66B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0D713-E052-4A98-A331-70DDCFB2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F4D3FD-8DB0-49D9-93BA-3DB8FA05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1A38B9-3868-490A-BBEB-9FB3D4AC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C2862-BCB8-466C-A5B7-1548D545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E2EB9B-6E2A-42EC-A880-D9C7CFAD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8de22b3575410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D7A62-743B-42AE-B44E-274A35B1D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p:txBody>
      </p:sp>
    </p:spTree>
    <p:extLst>
      <p:ext uri="{BB962C8B-B14F-4D97-AF65-F5344CB8AC3E}">
        <p14:creationId xmlns:p14="http://schemas.microsoft.com/office/powerpoint/2010/main" val="9010242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E0173-5B0F-410D-B692-56AA9520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1BE1CF-2E60-4D52-B145-BC333F83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F0B91-8D10-42FC-A158-1461988D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18293-B17A-4506-901F-BE0D6FF1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493010-C7FE-47EA-9212-5575495F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528E0-7221-4536-8423-FF9CBE53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86fb2bc47143b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0D6296-C674-4B2B-90D3-A79EFE2B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p:txBody>
      </p:sp>
    </p:spTree>
    <p:extLst>
      <p:ext uri="{BB962C8B-B14F-4D97-AF65-F5344CB8AC3E}">
        <p14:creationId xmlns:p14="http://schemas.microsoft.com/office/powerpoint/2010/main" val="1041911755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995BC7-0811-49B7-BCDF-87D28F2E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EVIDÊNCIAS DE MIGRAÇÃO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A9D321-609A-46BA-AB9C-BF90761B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7,6% do PL comparável mudou em 2025; 35,1% do PL continuante da coorte CBSF/Reag migrou até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41833-1BA2-4A5F-A668-17EB32642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72747E-429D-494D-951F-2F05CF8E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AB91D-6DF1-422B-9414-CA9B7815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Métricas por CNPJ legal, ex-FIC-FIDC e sem Sistema Petrobras/TAPSO; PL positivo e administrador informado nos períodos comparáveis.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9E31FC-5FAB-43A9-893A-35F30465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5478A-BB30-4DC5-B5FD-561045C54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 · DEZ/24 → DEZ/25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357F13-0389-4233-B2F3-9641C5301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2428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comparáveis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2.323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comparável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R$ 426,9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que mudaram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R$ 32,4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 / comparável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· 2 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R$ 8,9 bi · 27,5% do PL migrado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4BD343-D43B-4478-9933-2CD09899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COORTE CBSF/REAG · DEZ/25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D00926-3FF8-499D-B6D4-67F9D227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0"/>
                <a:gridCol w="2619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na origem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continuantes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continuante atual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migrados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migrado / continuante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R$ 10,0 bi · 35,1%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 + Planner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 fundos · R$ 9,9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Saída / sem reporte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 fundos · R$ 37,6 bi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36BCAA-299B-4097-B17D-4E894A7B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2C1DE8-0918-4290-9A67-FCB09728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Indústria: CNPJs legais com PL positivo em dez/24 e dez/25; ex-FIC-FIDC e sem FIDC Sistema Petrobras/TAPSO; administrador informado em cada competência; PL comparável = menor PL entre as duas datas.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777B1A-7EC2-4CB3-95E2-19A80F73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CBSF/Reag: coorte administrada pelo CNPJ 34.829.992/0001-86 em dez/25; continuante exige PL positivo em jun/26. Gestor e custodiante são fotografias atuais e não comprovam transição histórica.</a:t>
            </a:r>
          </a:p>
        </p:txBody>
      </p:sp>
    </p:spTree>
    <p:extLst>
      <p:ext uri="{BB962C8B-B14F-4D97-AF65-F5344CB8AC3E}">
        <p14:creationId xmlns:p14="http://schemas.microsoft.com/office/powerpoint/2010/main" val="98283036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BF5DA9-B6EF-41C3-BE13-FF7BA06E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D5433-6AFA-435F-A77E-50E4E5C2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D13639-8EE3-4593-97AA-0ABA934C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C2E1C-D758-4228-B8CE-D4013BAB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DC5F9C-7603-48CB-8603-7509CEAE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72B2D6-7133-4CC4-A834-2D87A909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8dfe98b9b44f7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78D030-0E1E-43E8-B4E5-EB6598E2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36ED13-F683-4A43-BC0C-19271F00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339116007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86D3C7-FE75-45CA-85DA-CA467645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51B697-37D1-4116-8C5C-5AB802CF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55908-ACB2-47CD-A3FF-3E961076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AE6600-D3E1-44A5-913E-A3BAC43D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AB029D-61E2-4FC2-91C4-CEDB66ED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83E451-6037-48A8-BD44-9C1C9493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8803a02ef54cb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F79CEB-AEF7-47AF-858C-CB54B68C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0973D5-1191-42B9-8720-D503BF63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757514564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586010-CB7C-4762-B3D1-D7D74535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9A1A1-1C8B-4997-9BDB-600CCD93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86F419-A272-4D82-9449-DC9AE6AD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E4EBDC-1F57-40E9-BBBE-19F430D5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EBAAC1-7BFA-42D1-9F07-AA9DCA66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F9A525-5F99-4745-A6BD-C1F06EC3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60f8548f85438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111598-A4C1-4D98-A65C-96155FD4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5DAD11-B289-471E-8AE9-72F825C7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307505621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289BB1F-AFE3-4342-BAF4-7F98A054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EFE7A4-A0CB-4314-A414-F33EABF6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E88FB-8C52-4F00-88E6-5E63273B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B92A7-28F9-47B9-9CD3-BB4F5D92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B03AD-B24F-44C5-94BC-FD05EC43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FC9F2-B2B2-4231-ACC5-55128FBB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D5B16A-0D00-4DA8-83ED-8328DEAB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C73CC-5FCB-401C-872E-BE02705E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ECE9B0-E64A-48DC-9042-61F87573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CB9510-A724-422A-852E-373DC216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B16283-E978-4AD9-B3C6-18B2E3FF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AA40BB-1693-4F61-9D7C-FDC25610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C268A5-A807-44D6-9C9B-1415EF86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FB3822-06FF-463D-B7C2-7F7974D3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CF9FFE-1837-4C01-BA97-1BFAE66D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CCA9AF-6748-4E80-80FB-A869A906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2E032D-2685-4D0B-84CB-DD9C44E3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77F92E-D33B-4D6D-9CFD-5A472938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8BA3AF-9ABB-4C0D-A7EC-486376BB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A2C2E7-8834-4B8F-ADE7-FDA66569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2C0C2B-2919-46F5-896E-89671455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E68EDC-060F-411E-A2A4-4B32FD9F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187FC8-988F-480A-8E08-64D8FB0D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08F724-C7CD-4524-87EB-751E9C95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B4C819-0263-43B1-B420-F5054EE1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F953E3-9746-4B87-895A-2D7D1A59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3957D3-DECE-4910-A433-3F55D256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DFE882-869A-4538-A173-3B84D5A8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7BE86D-489C-4D27-B29E-ED175BE3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3FB9EB-CD9C-4B96-AD9F-57288572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A087AB-6F9C-47F2-B57D-A5FCF1E4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8D465B-1227-4518-A9CE-BEA9F0F1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C6332F-80A8-4379-A39F-5EBB3263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58ECEC-37D0-47ED-BA99-06ECB654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6BDF34-8060-4C53-BB8F-D613BEC9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AC515C-C7FA-4E4F-B5C0-8A9F34D5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BC25FA-B3B7-42A5-BD9F-FE76FF71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8B4451-86D7-477F-99DD-2E6B6526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0CA301-E350-46CA-BCD4-51B2B6C1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A1D6A0C-98B1-41EC-B3B6-067CCC16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3B10836-B569-4A7F-A688-8DF616DC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1AF6E5-B1A0-435D-ABF3-E265D272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9E86E19-852D-4CFF-B8E0-9E9EA1F6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AD91AE-72FF-4920-AB53-63663135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B01921-653E-4F32-A22A-6CFA4643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E5C7CEF-A2CD-4B9C-8447-7EFDE8A9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02A2EDA-8593-4505-B242-6963B4D2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A8C345C-376B-4AF7-A7AD-6D033578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2A42CD-09BC-4A0F-9FBC-321C0FA5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011E11F-921D-491F-942F-F354D3DA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5036F3E-A37D-412B-9048-04F74E56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FA4F2EF-BF2B-4785-A4A5-CC0111C3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BACAAF6-3E55-4671-A481-D2CE7CAF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C63259A-9A06-4D70-85E6-34205393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541276682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2026-07-30T21:53:41.4850000Z</dcterms:created>
  <dcterms:modified xsi:type="dcterms:W3CDTF">2026-07-30T21:53:41.4850000Z</dcterms:modified>
</coreProperties>
</file>