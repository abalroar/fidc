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5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6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7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0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1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9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2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slides/charts/chart38.xml" ContentType="application/vnd.openxmlformats-officedocument.drawingml.chart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39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40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d9620855c84fd4" /><Relationship Type="http://schemas.openxmlformats.org/officeDocument/2006/relationships/extended-properties" Target="/docProps/app.xml" Id="R4456e0e275624c14" /><Relationship Type="http://schemas.openxmlformats.org/officeDocument/2006/relationships/officeDocument" Target="/ppt/presentation.xml" Id="R93984a8a0caf45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c61a18b93e94916"/>
  </p:sldMasterIdLst>
  <p:notesMasterIdLst>
    <p:notesMasterId xmlns:r="http://schemas.openxmlformats.org/officeDocument/2006/relationships" r:id="Rd7adcee7834a4ff8"/>
  </p:notesMasterIdLst>
  <p:sldIdLst>
    <p:sldId xmlns:r="http://schemas.openxmlformats.org/officeDocument/2006/relationships" id="256" r:id="R36abec228b3f4019"/>
    <p:sldId xmlns:r="http://schemas.openxmlformats.org/officeDocument/2006/relationships" id="257" r:id="R04f9271c15574ab5"/>
    <p:sldId xmlns:r="http://schemas.openxmlformats.org/officeDocument/2006/relationships" id="258" r:id="R070e1d0673a14db3"/>
    <p:sldId xmlns:r="http://schemas.openxmlformats.org/officeDocument/2006/relationships" id="259" r:id="Rb2475a3568f34c5c"/>
    <p:sldId xmlns:r="http://schemas.openxmlformats.org/officeDocument/2006/relationships" id="260" r:id="Rc8c3fd71dfbd4b7d"/>
    <p:sldId xmlns:r="http://schemas.openxmlformats.org/officeDocument/2006/relationships" id="261" r:id="R2acfb4e1af8143f0"/>
    <p:sldId xmlns:r="http://schemas.openxmlformats.org/officeDocument/2006/relationships" id="262" r:id="Re7249435dc544274"/>
    <p:sldId xmlns:r="http://schemas.openxmlformats.org/officeDocument/2006/relationships" id="263" r:id="R3b7468b19ca94a6e"/>
    <p:sldId xmlns:r="http://schemas.openxmlformats.org/officeDocument/2006/relationships" id="264" r:id="R7803cafe62394cb6"/>
    <p:sldId xmlns:r="http://schemas.openxmlformats.org/officeDocument/2006/relationships" id="265" r:id="R2174fc3af712439f"/>
    <p:sldId xmlns:r="http://schemas.openxmlformats.org/officeDocument/2006/relationships" id="266" r:id="R0052128a3cd84566"/>
    <p:sldId xmlns:r="http://schemas.openxmlformats.org/officeDocument/2006/relationships" id="267" r:id="Rd9f0d5c564c84e9e"/>
    <p:sldId xmlns:r="http://schemas.openxmlformats.org/officeDocument/2006/relationships" id="268" r:id="Rc9415ecc269444f0"/>
    <p:sldId xmlns:r="http://schemas.openxmlformats.org/officeDocument/2006/relationships" id="269" r:id="R2a142cd845824333"/>
    <p:sldId xmlns:r="http://schemas.openxmlformats.org/officeDocument/2006/relationships" id="270" r:id="Rc944ab1022684a33"/>
    <p:sldId xmlns:r="http://schemas.openxmlformats.org/officeDocument/2006/relationships" id="271" r:id="R232c02a22e0149eb"/>
    <p:sldId xmlns:r="http://schemas.openxmlformats.org/officeDocument/2006/relationships" id="272" r:id="Rf7ddbb7f39734c4d"/>
    <p:sldId xmlns:r="http://schemas.openxmlformats.org/officeDocument/2006/relationships" id="273" r:id="R4160b6c859824d8d"/>
    <p:sldId xmlns:r="http://schemas.openxmlformats.org/officeDocument/2006/relationships" id="274" r:id="R4d607e131f554fac"/>
    <p:sldId xmlns:r="http://schemas.openxmlformats.org/officeDocument/2006/relationships" id="275" r:id="R2342fd3a63da43a0"/>
    <p:sldId xmlns:r="http://schemas.openxmlformats.org/officeDocument/2006/relationships" id="276" r:id="Reae69b110e494f78"/>
    <p:sldId xmlns:r="http://schemas.openxmlformats.org/officeDocument/2006/relationships" id="277" r:id="R12b108519c0a40de"/>
    <p:sldId xmlns:r="http://schemas.openxmlformats.org/officeDocument/2006/relationships" id="278" r:id="R3c7d35424c484995"/>
    <p:sldId xmlns:r="http://schemas.openxmlformats.org/officeDocument/2006/relationships" id="279" r:id="Rd4e08e920aa047d1"/>
    <p:sldId xmlns:r="http://schemas.openxmlformats.org/officeDocument/2006/relationships" id="280" r:id="R282c28d7958946cb"/>
    <p:sldId xmlns:r="http://schemas.openxmlformats.org/officeDocument/2006/relationships" id="281" r:id="Rcc6e1932cd86442e"/>
    <p:sldId xmlns:r="http://schemas.openxmlformats.org/officeDocument/2006/relationships" id="282" r:id="R637659eece5d43ee"/>
    <p:sldId xmlns:r="http://schemas.openxmlformats.org/officeDocument/2006/relationships" id="283" r:id="R526841bb373d49e6"/>
    <p:sldId xmlns:r="http://schemas.openxmlformats.org/officeDocument/2006/relationships" id="284" r:id="R30f398a6021447e7"/>
    <p:sldId xmlns:r="http://schemas.openxmlformats.org/officeDocument/2006/relationships" id="285" r:id="R6f470be824114073"/>
    <p:sldId xmlns:r="http://schemas.openxmlformats.org/officeDocument/2006/relationships" id="286" r:id="R5ed6916e23f74fcf"/>
    <p:sldId xmlns:r="http://schemas.openxmlformats.org/officeDocument/2006/relationships" id="287" r:id="Ra7dca09025bd4ae1"/>
    <p:sldId xmlns:r="http://schemas.openxmlformats.org/officeDocument/2006/relationships" id="288" r:id="R1c50f80e79774099"/>
    <p:sldId xmlns:r="http://schemas.openxmlformats.org/officeDocument/2006/relationships" id="289" r:id="R24a8b6d00c0047d7"/>
    <p:sldId xmlns:r="http://schemas.openxmlformats.org/officeDocument/2006/relationships" id="290" r:id="R68568fe7632d4386"/>
    <p:sldId xmlns:r="http://schemas.openxmlformats.org/officeDocument/2006/relationships" id="291" r:id="Rfeebc74612cc45fd"/>
    <p:sldId xmlns:r="http://schemas.openxmlformats.org/officeDocument/2006/relationships" id="292" r:id="R56e59ddca5304177"/>
    <p:sldId xmlns:r="http://schemas.openxmlformats.org/officeDocument/2006/relationships" id="293" r:id="R61799e6cdbe64c9a"/>
    <p:sldId xmlns:r="http://schemas.openxmlformats.org/officeDocument/2006/relationships" id="294" r:id="R7ff2c148b3d544f1"/>
    <p:sldId xmlns:r="http://schemas.openxmlformats.org/officeDocument/2006/relationships" id="295" r:id="Ra57794fab6e74ac2"/>
    <p:sldId xmlns:r="http://schemas.openxmlformats.org/officeDocument/2006/relationships" id="296" r:id="Re550c2eee7ba4886"/>
    <p:sldId xmlns:r="http://schemas.openxmlformats.org/officeDocument/2006/relationships" id="297" r:id="R95c6e2f0987f44d3"/>
    <p:sldId xmlns:r="http://schemas.openxmlformats.org/officeDocument/2006/relationships" id="298" r:id="R7f57dba3c7e24274"/>
    <p:sldId xmlns:r="http://schemas.openxmlformats.org/officeDocument/2006/relationships" id="299" r:id="R0f03958c07de4468"/>
    <p:sldId xmlns:r="http://schemas.openxmlformats.org/officeDocument/2006/relationships" id="300" r:id="Rfb6cd45e1ff545fc"/>
    <p:sldId xmlns:r="http://schemas.openxmlformats.org/officeDocument/2006/relationships" id="301" r:id="Rb588a52aeac644ea"/>
    <p:sldId xmlns:r="http://schemas.openxmlformats.org/officeDocument/2006/relationships" id="302" r:id="R6b82aaa9a13d4a17"/>
    <p:sldId xmlns:r="http://schemas.openxmlformats.org/officeDocument/2006/relationships" id="303" r:id="R252037ed99c34666"/>
    <p:sldId xmlns:r="http://schemas.openxmlformats.org/officeDocument/2006/relationships" id="304" r:id="R09ed4eed1e3b4332"/>
    <p:sldId xmlns:r="http://schemas.openxmlformats.org/officeDocument/2006/relationships" id="305" r:id="R6460941b25884f80"/>
    <p:sldId xmlns:r="http://schemas.openxmlformats.org/officeDocument/2006/relationships" id="306" r:id="Rbf907990f35843e5"/>
    <p:sldId xmlns:r="http://schemas.openxmlformats.org/officeDocument/2006/relationships" id="307" r:id="R9a2905ec8bc3453b"/>
    <p:sldId xmlns:r="http://schemas.openxmlformats.org/officeDocument/2006/relationships" id="308" r:id="Rac0b20b41c254020"/>
    <p:sldId xmlns:r="http://schemas.openxmlformats.org/officeDocument/2006/relationships" id="309" r:id="R35c9b3cd8a4a4385"/>
    <p:sldId xmlns:r="http://schemas.openxmlformats.org/officeDocument/2006/relationships" id="310" r:id="Rb1527e30871444c8"/>
    <p:sldId xmlns:r="http://schemas.openxmlformats.org/officeDocument/2006/relationships" id="311" r:id="R1fa32d75f69c4d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0d0dc3f6cb94442" /><Relationship Type="http://schemas.openxmlformats.org/officeDocument/2006/relationships/slideMaster" Target="/ppt/slideMasters/slideMaster1.xml" Id="Rec61a18b93e94916" /><Relationship Type="http://schemas.openxmlformats.org/officeDocument/2006/relationships/notesMaster" Target="/ppt/notesMasters/notesMaster1.xml" Id="Rd7adcee7834a4ff8" /><Relationship Type="http://schemas.openxmlformats.org/officeDocument/2006/relationships/presProps" Target="/ppt/presProps.xml" Id="R3c29bd99c9a04f15" /><Relationship Type="http://schemas.openxmlformats.org/officeDocument/2006/relationships/tableStyles" Target="/ppt/tableStyles.xml" Id="R37c8ea8012854e1a" /><Relationship Type="http://schemas.openxmlformats.org/officeDocument/2006/relationships/slide" Target="/ppt/slides/slide1.xml" Id="R36abec228b3f4019" /><Relationship Type="http://schemas.openxmlformats.org/officeDocument/2006/relationships/slide" Target="/ppt/slides/slide2.xml" Id="R04f9271c15574ab5" /><Relationship Type="http://schemas.openxmlformats.org/officeDocument/2006/relationships/slide" Target="/ppt/slides/slide3.xml" Id="R070e1d0673a14db3" /><Relationship Type="http://schemas.openxmlformats.org/officeDocument/2006/relationships/slide" Target="/ppt/slides/slide4.xml" Id="Rb2475a3568f34c5c" /><Relationship Type="http://schemas.openxmlformats.org/officeDocument/2006/relationships/slide" Target="/ppt/slides/slide5.xml" Id="Rc8c3fd71dfbd4b7d" /><Relationship Type="http://schemas.openxmlformats.org/officeDocument/2006/relationships/slide" Target="/ppt/slides/slide6.xml" Id="R2acfb4e1af8143f0" /><Relationship Type="http://schemas.openxmlformats.org/officeDocument/2006/relationships/slide" Target="/ppt/slides/slide7.xml" Id="Re7249435dc544274" /><Relationship Type="http://schemas.openxmlformats.org/officeDocument/2006/relationships/slide" Target="/ppt/slides/slide8.xml" Id="R3b7468b19ca94a6e" /><Relationship Type="http://schemas.openxmlformats.org/officeDocument/2006/relationships/slide" Target="/ppt/slides/slide9.xml" Id="R7803cafe62394cb6" /><Relationship Type="http://schemas.openxmlformats.org/officeDocument/2006/relationships/slide" Target="/ppt/slides/slide10.xml" Id="R2174fc3af712439f" /><Relationship Type="http://schemas.openxmlformats.org/officeDocument/2006/relationships/slide" Target="/ppt/slides/slide11.xml" Id="R0052128a3cd84566" /><Relationship Type="http://schemas.openxmlformats.org/officeDocument/2006/relationships/slide" Target="/ppt/slides/slide12.xml" Id="Rd9f0d5c564c84e9e" /><Relationship Type="http://schemas.openxmlformats.org/officeDocument/2006/relationships/slide" Target="/ppt/slides/slide13.xml" Id="Rc9415ecc269444f0" /><Relationship Type="http://schemas.openxmlformats.org/officeDocument/2006/relationships/slide" Target="/ppt/slides/slide14.xml" Id="R2a142cd845824333" /><Relationship Type="http://schemas.openxmlformats.org/officeDocument/2006/relationships/slide" Target="/ppt/slides/slide15.xml" Id="Rc944ab1022684a33" /><Relationship Type="http://schemas.openxmlformats.org/officeDocument/2006/relationships/slide" Target="/ppt/slides/slide16.xml" Id="R232c02a22e0149eb" /><Relationship Type="http://schemas.openxmlformats.org/officeDocument/2006/relationships/slide" Target="/ppt/slides/slide17.xml" Id="Rf7ddbb7f39734c4d" /><Relationship Type="http://schemas.openxmlformats.org/officeDocument/2006/relationships/slide" Target="/ppt/slides/slide18.xml" Id="R4160b6c859824d8d" /><Relationship Type="http://schemas.openxmlformats.org/officeDocument/2006/relationships/slide" Target="/ppt/slides/slide19.xml" Id="R4d607e131f554fac" /><Relationship Type="http://schemas.openxmlformats.org/officeDocument/2006/relationships/slide" Target="/ppt/slides/slide20.xml" Id="R2342fd3a63da43a0" /><Relationship Type="http://schemas.openxmlformats.org/officeDocument/2006/relationships/slide" Target="/ppt/slides/slide21.xml" Id="Reae69b110e494f78" /><Relationship Type="http://schemas.openxmlformats.org/officeDocument/2006/relationships/slide" Target="/ppt/slides/slide22.xml" Id="R12b108519c0a40de" /><Relationship Type="http://schemas.openxmlformats.org/officeDocument/2006/relationships/slide" Target="/ppt/slides/slide23.xml" Id="R3c7d35424c484995" /><Relationship Type="http://schemas.openxmlformats.org/officeDocument/2006/relationships/slide" Target="/ppt/slides/slide24.xml" Id="Rd4e08e920aa047d1" /><Relationship Type="http://schemas.openxmlformats.org/officeDocument/2006/relationships/slide" Target="/ppt/slides/slide25.xml" Id="R282c28d7958946cb" /><Relationship Type="http://schemas.openxmlformats.org/officeDocument/2006/relationships/slide" Target="/ppt/slides/slide26.xml" Id="Rcc6e1932cd86442e" /><Relationship Type="http://schemas.openxmlformats.org/officeDocument/2006/relationships/slide" Target="/ppt/slides/slide27.xml" Id="R637659eece5d43ee" /><Relationship Type="http://schemas.openxmlformats.org/officeDocument/2006/relationships/slide" Target="/ppt/slides/slide28.xml" Id="R526841bb373d49e6" /><Relationship Type="http://schemas.openxmlformats.org/officeDocument/2006/relationships/slide" Target="/ppt/slides/slide29.xml" Id="R30f398a6021447e7" /><Relationship Type="http://schemas.openxmlformats.org/officeDocument/2006/relationships/slide" Target="/ppt/slides/slide30.xml" Id="R6f470be824114073" /><Relationship Type="http://schemas.openxmlformats.org/officeDocument/2006/relationships/slide" Target="/ppt/slides/slide31.xml" Id="R5ed6916e23f74fcf" /><Relationship Type="http://schemas.openxmlformats.org/officeDocument/2006/relationships/slide" Target="/ppt/slides/slide32.xml" Id="Ra7dca09025bd4ae1" /><Relationship Type="http://schemas.openxmlformats.org/officeDocument/2006/relationships/slide" Target="/ppt/slides/slide33.xml" Id="R1c50f80e79774099" /><Relationship Type="http://schemas.openxmlformats.org/officeDocument/2006/relationships/slide" Target="/ppt/slides/slide34.xml" Id="R24a8b6d00c0047d7" /><Relationship Type="http://schemas.openxmlformats.org/officeDocument/2006/relationships/slide" Target="/ppt/slides/slide35.xml" Id="R68568fe7632d4386" /><Relationship Type="http://schemas.openxmlformats.org/officeDocument/2006/relationships/slide" Target="/ppt/slides/slide36.xml" Id="Rfeebc74612cc45fd" /><Relationship Type="http://schemas.openxmlformats.org/officeDocument/2006/relationships/slide" Target="/ppt/slides/slide37.xml" Id="R56e59ddca5304177" /><Relationship Type="http://schemas.openxmlformats.org/officeDocument/2006/relationships/slide" Target="/ppt/slides/slide38.xml" Id="R61799e6cdbe64c9a" /><Relationship Type="http://schemas.openxmlformats.org/officeDocument/2006/relationships/slide" Target="/ppt/slides/slide39.xml" Id="R7ff2c148b3d544f1" /><Relationship Type="http://schemas.openxmlformats.org/officeDocument/2006/relationships/slide" Target="/ppt/slides/slide40.xml" Id="Ra57794fab6e74ac2" /><Relationship Type="http://schemas.openxmlformats.org/officeDocument/2006/relationships/slide" Target="/ppt/slides/slide41.xml" Id="Re550c2eee7ba4886" /><Relationship Type="http://schemas.openxmlformats.org/officeDocument/2006/relationships/slide" Target="/ppt/slides/slide42.xml" Id="R95c6e2f0987f44d3" /><Relationship Type="http://schemas.openxmlformats.org/officeDocument/2006/relationships/slide" Target="/ppt/slides/slide43.xml" Id="R7f57dba3c7e24274" /><Relationship Type="http://schemas.openxmlformats.org/officeDocument/2006/relationships/slide" Target="/ppt/slides/slide44.xml" Id="R0f03958c07de4468" /><Relationship Type="http://schemas.openxmlformats.org/officeDocument/2006/relationships/slide" Target="/ppt/slides/slide45.xml" Id="Rfb6cd45e1ff545fc" /><Relationship Type="http://schemas.openxmlformats.org/officeDocument/2006/relationships/slide" Target="/ppt/slides/slide46.xml" Id="Rb588a52aeac644ea" /><Relationship Type="http://schemas.openxmlformats.org/officeDocument/2006/relationships/slide" Target="/ppt/slides/slide47.xml" Id="R6b82aaa9a13d4a17" /><Relationship Type="http://schemas.openxmlformats.org/officeDocument/2006/relationships/slide" Target="/ppt/slides/slide48.xml" Id="R252037ed99c34666" /><Relationship Type="http://schemas.openxmlformats.org/officeDocument/2006/relationships/slide" Target="/ppt/slides/slide49.xml" Id="R09ed4eed1e3b4332" /><Relationship Type="http://schemas.openxmlformats.org/officeDocument/2006/relationships/slide" Target="/ppt/slides/slide50.xml" Id="R6460941b25884f80" /><Relationship Type="http://schemas.openxmlformats.org/officeDocument/2006/relationships/slide" Target="/ppt/slides/slide51.xml" Id="Rbf907990f35843e5" /><Relationship Type="http://schemas.openxmlformats.org/officeDocument/2006/relationships/slide" Target="/ppt/slides/slide52.xml" Id="R9a2905ec8bc3453b" /><Relationship Type="http://schemas.openxmlformats.org/officeDocument/2006/relationships/slide" Target="/ppt/slides/slide53.xml" Id="Rac0b20b41c254020" /><Relationship Type="http://schemas.openxmlformats.org/officeDocument/2006/relationships/slide" Target="/ppt/slides/slide54.xml" Id="R35c9b3cd8a4a4385" /><Relationship Type="http://schemas.openxmlformats.org/officeDocument/2006/relationships/slide" Target="/ppt/slides/slide55.xml" Id="Rb1527e30871444c8" /><Relationship Type="http://schemas.openxmlformats.org/officeDocument/2006/relationships/slide" Target="/ppt/slides/slide56.xml" Id="R1fa32d75f69c4d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2bc3861e5f149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4ed09c4e564af2" /><Relationship Type="http://schemas.openxmlformats.org/officeDocument/2006/relationships/notesMaster" Target="/ppt/notesMasters/notesMaster1.xml" Id="Rd84e6a807c054c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0f4949bb48e4b82" /><Relationship Type="http://schemas.openxmlformats.org/officeDocument/2006/relationships/notesMaster" Target="/ppt/notesMasters/notesMaster1.xml" Id="R4c4137f200554e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e613f43b30a41d6" /><Relationship Type="http://schemas.openxmlformats.org/officeDocument/2006/relationships/notesMaster" Target="/ppt/notesMasters/notesMaster1.xml" Id="Rcbd81734ab1a44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f68851583f421a" /><Relationship Type="http://schemas.openxmlformats.org/officeDocument/2006/relationships/notesMaster" Target="/ppt/notesMasters/notesMaster1.xml" Id="Rd7b7f788e20448f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85beb9b254d48f9" /><Relationship Type="http://schemas.openxmlformats.org/officeDocument/2006/relationships/notesMaster" Target="/ppt/notesMasters/notesMaster1.xml" Id="R9ab0111d8cf540a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5f2c835666c43e9" /><Relationship Type="http://schemas.openxmlformats.org/officeDocument/2006/relationships/notesMaster" Target="/ppt/notesMasters/notesMaster1.xml" Id="R9849e1d6e468404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6c6cfef13504373" /><Relationship Type="http://schemas.openxmlformats.org/officeDocument/2006/relationships/notesMaster" Target="/ppt/notesMasters/notesMaster1.xml" Id="R2412e0e102ec4a6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98b77181a9c48f5" /><Relationship Type="http://schemas.openxmlformats.org/officeDocument/2006/relationships/notesMaster" Target="/ppt/notesMasters/notesMaster1.xml" Id="Re6b026bb81f847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3eb0898d3d24ec5" /><Relationship Type="http://schemas.openxmlformats.org/officeDocument/2006/relationships/notesMaster" Target="/ppt/notesMasters/notesMaster1.xml" Id="R8cfe5d31fdfc4f0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3ea17db08f44d9e" /><Relationship Type="http://schemas.openxmlformats.org/officeDocument/2006/relationships/notesMaster" Target="/ppt/notesMasters/notesMaster1.xml" Id="Rcd0bbc8d942e43b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91cce6e10ed4e4c" /><Relationship Type="http://schemas.openxmlformats.org/officeDocument/2006/relationships/notesMaster" Target="/ppt/notesMasters/notesMaster1.xml" Id="Ra294232960f04bc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f3b93aa8e864a25" /><Relationship Type="http://schemas.openxmlformats.org/officeDocument/2006/relationships/notesMaster" Target="/ppt/notesMasters/notesMaster1.xml" Id="R87c084b6e35f481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fe995b4a73c410a" /><Relationship Type="http://schemas.openxmlformats.org/officeDocument/2006/relationships/notesMaster" Target="/ppt/notesMasters/notesMaster1.xml" Id="R92f2a898092045b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34e754292334f45" /><Relationship Type="http://schemas.openxmlformats.org/officeDocument/2006/relationships/notesMaster" Target="/ppt/notesMasters/notesMaster1.xml" Id="R3706702d66434b0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35ec1f2c4964a85" /><Relationship Type="http://schemas.openxmlformats.org/officeDocument/2006/relationships/notesMaster" Target="/ppt/notesMasters/notesMaster1.xml" Id="Ra2ef18b330a841b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c364f250d81493e" /><Relationship Type="http://schemas.openxmlformats.org/officeDocument/2006/relationships/notesMaster" Target="/ppt/notesMasters/notesMaster1.xml" Id="R5fbcfc3a6ae24c2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aa09c7d10bc4e31" /><Relationship Type="http://schemas.openxmlformats.org/officeDocument/2006/relationships/notesMaster" Target="/ppt/notesMasters/notesMaster1.xml" Id="R71574b53661e45c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165c360deb84d64" /><Relationship Type="http://schemas.openxmlformats.org/officeDocument/2006/relationships/notesMaster" Target="/ppt/notesMasters/notesMaster1.xml" Id="R5be8af9e04994fd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e7d35d7f3974364" /><Relationship Type="http://schemas.openxmlformats.org/officeDocument/2006/relationships/notesMaster" Target="/ppt/notesMasters/notesMaster1.xml" Id="R24d49eefd681455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db534333f8f45de" /><Relationship Type="http://schemas.openxmlformats.org/officeDocument/2006/relationships/notesMaster" Target="/ppt/notesMasters/notesMaster1.xml" Id="R23234a2e18cb451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078fd2fc3994912" /><Relationship Type="http://schemas.openxmlformats.org/officeDocument/2006/relationships/notesMaster" Target="/ppt/notesMasters/notesMaster1.xml" Id="R83b83238cef748c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66248b8f36b4c51" /><Relationship Type="http://schemas.openxmlformats.org/officeDocument/2006/relationships/notesMaster" Target="/ppt/notesMasters/notesMaster1.xml" Id="R7599969147424bc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24188a0bbd348cf" /><Relationship Type="http://schemas.openxmlformats.org/officeDocument/2006/relationships/notesMaster" Target="/ppt/notesMasters/notesMaster1.xml" Id="R747791c3af9a447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9032463c9534d59" /><Relationship Type="http://schemas.openxmlformats.org/officeDocument/2006/relationships/notesMaster" Target="/ppt/notesMasters/notesMaster1.xml" Id="R60f12169c296430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c10f0bc51734945" /><Relationship Type="http://schemas.openxmlformats.org/officeDocument/2006/relationships/notesMaster" Target="/ppt/notesMasters/notesMaster1.xml" Id="R7fb665f52629471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8d3dac9af4e40d3" /><Relationship Type="http://schemas.openxmlformats.org/officeDocument/2006/relationships/notesMaster" Target="/ppt/notesMasters/notesMaster1.xml" Id="Rb4742bde34544ae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51e7771552942a0" /><Relationship Type="http://schemas.openxmlformats.org/officeDocument/2006/relationships/notesMaster" Target="/ppt/notesMasters/notesMaster1.xml" Id="Redf7d340b939419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26295c1b34442c2" /><Relationship Type="http://schemas.openxmlformats.org/officeDocument/2006/relationships/notesMaster" Target="/ppt/notesMasters/notesMaster1.xml" Id="R86fb4b13ccfd4a3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f00c869a32b406d" /><Relationship Type="http://schemas.openxmlformats.org/officeDocument/2006/relationships/notesMaster" Target="/ppt/notesMasters/notesMaster1.xml" Id="Race23ccfb78c430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3c73fd9e3a54239" /><Relationship Type="http://schemas.openxmlformats.org/officeDocument/2006/relationships/notesMaster" Target="/ppt/notesMasters/notesMaster1.xml" Id="R8c01311f7531408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e04d3644db8c4329" /><Relationship Type="http://schemas.openxmlformats.org/officeDocument/2006/relationships/notesMaster" Target="/ppt/notesMasters/notesMaster1.xml" Id="R3a10bf7f0321464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16a984671ff4a23" /><Relationship Type="http://schemas.openxmlformats.org/officeDocument/2006/relationships/notesMaster" Target="/ppt/notesMasters/notesMaster1.xml" Id="R3604177e4a63440a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f054d9fc95442da" /><Relationship Type="http://schemas.openxmlformats.org/officeDocument/2006/relationships/notesMaster" Target="/ppt/notesMasters/notesMaster1.xml" Id="R4683e0378b7c489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f1eabf0dac544d6" /><Relationship Type="http://schemas.openxmlformats.org/officeDocument/2006/relationships/notesMaster" Target="/ppt/notesMasters/notesMaster1.xml" Id="R4b9dc4be18f6433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3bbf841074b4e5d" /><Relationship Type="http://schemas.openxmlformats.org/officeDocument/2006/relationships/notesMaster" Target="/ppt/notesMasters/notesMaster1.xml" Id="Rd8b919ea4924416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7537aeb2e0364843" /><Relationship Type="http://schemas.openxmlformats.org/officeDocument/2006/relationships/notesMaster" Target="/ppt/notesMasters/notesMaster1.xml" Id="Ra0efed3a1b514a78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1af9f63b84a4a04" /><Relationship Type="http://schemas.openxmlformats.org/officeDocument/2006/relationships/notesMaster" Target="/ppt/notesMasters/notesMaster1.xml" Id="R21705f9bf32a4cc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b6be824a4fa4b6a" /><Relationship Type="http://schemas.openxmlformats.org/officeDocument/2006/relationships/notesMaster" Target="/ppt/notesMasters/notesMaster1.xml" Id="Ra4d22a03ff734c7c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8c3ef179221c4f37" /><Relationship Type="http://schemas.openxmlformats.org/officeDocument/2006/relationships/notesMaster" Target="/ppt/notesMasters/notesMaster1.xml" Id="Rd0b0b95f8171436e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d4085daa852c43d4" /><Relationship Type="http://schemas.openxmlformats.org/officeDocument/2006/relationships/notesMaster" Target="/ppt/notesMasters/notesMaster1.xml" Id="Rfc9483b91e9f4769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57c160fb665140b0" /><Relationship Type="http://schemas.openxmlformats.org/officeDocument/2006/relationships/notesMaster" Target="/ppt/notesMasters/notesMaster1.xml" Id="Rf0bdcaacbead456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5dd182589abe47b9" /><Relationship Type="http://schemas.openxmlformats.org/officeDocument/2006/relationships/notesMaster" Target="/ppt/notesMasters/notesMaster1.xml" Id="R23d606ce7cb54ebe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bfb3731670d4b2e" /><Relationship Type="http://schemas.openxmlformats.org/officeDocument/2006/relationships/notesMaster" Target="/ppt/notesMasters/notesMaster1.xml" Id="R1178976b1fa64f09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acff77dd22f04fc7" /><Relationship Type="http://schemas.openxmlformats.org/officeDocument/2006/relationships/notesMaster" Target="/ppt/notesMasters/notesMaster1.xml" Id="R68c3c4fca6124ed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6e3f81294d6462c" /><Relationship Type="http://schemas.openxmlformats.org/officeDocument/2006/relationships/notesMaster" Target="/ppt/notesMasters/notesMaster1.xml" Id="Rc73e41361f284333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39f551c31ecc46e8" /><Relationship Type="http://schemas.openxmlformats.org/officeDocument/2006/relationships/notesMaster" Target="/ppt/notesMasters/notesMaster1.xml" Id="Re47a4378cd724402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e3863496e73a483b" /><Relationship Type="http://schemas.openxmlformats.org/officeDocument/2006/relationships/notesMaster" Target="/ppt/notesMasters/notesMaster1.xml" Id="R7323ed0c03e644bc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64d58a0bfa4444f6" /><Relationship Type="http://schemas.openxmlformats.org/officeDocument/2006/relationships/notesMaster" Target="/ppt/notesMasters/notesMaster1.xml" Id="R2f02934ffef14fcb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a9f120ff2772497a" /><Relationship Type="http://schemas.openxmlformats.org/officeDocument/2006/relationships/notesMaster" Target="/ppt/notesMasters/notesMaster1.xml" Id="R98964653255a4600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b384b5a7738c4d99" /><Relationship Type="http://schemas.openxmlformats.org/officeDocument/2006/relationships/notesMaster" Target="/ppt/notesMasters/notesMaster1.xml" Id="Rddaf50d04cc742ff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aed9ce5719b44b6f" /><Relationship Type="http://schemas.openxmlformats.org/officeDocument/2006/relationships/notesMaster" Target="/ppt/notesMasters/notesMaster1.xml" Id="R30f2dc6dea1d417b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b59af37730c44ed5" /><Relationship Type="http://schemas.openxmlformats.org/officeDocument/2006/relationships/notesMaster" Target="/ppt/notesMasters/notesMaster1.xml" Id="R448d36b6f7864d60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6287870f60094b09" /><Relationship Type="http://schemas.openxmlformats.org/officeDocument/2006/relationships/notesMaster" Target="/ppt/notesMasters/notesMaster1.xml" Id="R989d1809341840f2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ee73190ba9df499e" /><Relationship Type="http://schemas.openxmlformats.org/officeDocument/2006/relationships/notesMaster" Target="/ppt/notesMasters/notesMaster1.xml" Id="R622abbb774834265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0ee5382999044132" /><Relationship Type="http://schemas.openxmlformats.org/officeDocument/2006/relationships/notesMaster" Target="/ppt/notesMasters/notesMaster1.xml" Id="Rd5acf7dfe4714ca4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ba73e4e227b94d1a" /><Relationship Type="http://schemas.openxmlformats.org/officeDocument/2006/relationships/notesMaster" Target="/ppt/notesMasters/notesMaster1.xml" Id="R896c4e4943bb40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dae3fa896145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fd8bbac5f9d47dc" /><Relationship Type="http://schemas.openxmlformats.org/officeDocument/2006/relationships/slideLayout" Target="/ppt/slideLayouts/slideLayout1.xml" Id="Re346a12eaead4af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46a12eaead4af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61a9a9572a4c36" /><Relationship Type="http://schemas.openxmlformats.org/officeDocument/2006/relationships/notesSlide" Target="/ppt/notesSlides/notesSlide1.xml" Id="R6171abf9722742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56bf19da5e47c2" /><Relationship Type="http://schemas.openxmlformats.org/officeDocument/2006/relationships/notesSlide" Target="/ppt/notesSlides/notesSlide2.xml" Id="R452c6fc933cf42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a3ed4747af48e5" /><Relationship Type="http://schemas.openxmlformats.org/officeDocument/2006/relationships/chart" Target="/ppt/slides/charts/chart1.xml" Id="Rc6677fd0003e4b3d" /><Relationship Type="http://schemas.openxmlformats.org/officeDocument/2006/relationships/notesSlide" Target="/ppt/notesSlides/notesSlide3.xml" Id="R156acedef7d949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ad5cde84d448de" /><Relationship Type="http://schemas.openxmlformats.org/officeDocument/2006/relationships/chart" Target="/ppt/slides/charts/chart2.xml" Id="R74a2d3ea95cc4f13" /><Relationship Type="http://schemas.openxmlformats.org/officeDocument/2006/relationships/chart" Target="/ppt/slides/charts/chart3.xml" Id="R3a5c11511b734e6c" /><Relationship Type="http://schemas.openxmlformats.org/officeDocument/2006/relationships/chart" Target="/ppt/slides/charts/chart4.xml" Id="R7598f7ae44d647e0" /><Relationship Type="http://schemas.openxmlformats.org/officeDocument/2006/relationships/notesSlide" Target="/ppt/notesSlides/notesSlide4.xml" Id="R99146da6c71e49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3197aab43049ca" /><Relationship Type="http://schemas.openxmlformats.org/officeDocument/2006/relationships/chart" Target="/ppt/slides/charts/chart5.xml" Id="R847f2c8d63514ae3" /><Relationship Type="http://schemas.openxmlformats.org/officeDocument/2006/relationships/chart" Target="/ppt/slides/charts/chart6.xml" Id="Rb81e6e2314f249ae" /><Relationship Type="http://schemas.openxmlformats.org/officeDocument/2006/relationships/chart" Target="/ppt/slides/charts/chart7.xml" Id="Rcf6aabedad2846d2" /><Relationship Type="http://schemas.openxmlformats.org/officeDocument/2006/relationships/chart" Target="/ppt/slides/charts/chart8.xml" Id="Re471b015a84c43fd" /><Relationship Type="http://schemas.openxmlformats.org/officeDocument/2006/relationships/notesSlide" Target="/ppt/notesSlides/notesSlide5.xml" Id="R13e0f59bc5314f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f167e4dc864a3f" /><Relationship Type="http://schemas.openxmlformats.org/officeDocument/2006/relationships/chart" Target="/ppt/slides/charts/chart9.xml" Id="Rce767edeaf434705" /><Relationship Type="http://schemas.openxmlformats.org/officeDocument/2006/relationships/chart" Target="/ppt/slides/charts/chart10.xml" Id="R0cda0abc7cbb427a" /><Relationship Type="http://schemas.openxmlformats.org/officeDocument/2006/relationships/notesSlide" Target="/ppt/notesSlides/notesSlide6.xml" Id="R4354bae90e6f4c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36d78feccc4322" /><Relationship Type="http://schemas.openxmlformats.org/officeDocument/2006/relationships/chart" Target="/ppt/slides/charts/chart11.xml" Id="Rc3033be9d84045ad" /><Relationship Type="http://schemas.openxmlformats.org/officeDocument/2006/relationships/chart" Target="/ppt/slides/charts/chart12.xml" Id="R7c04c31f8f5e4b5d" /><Relationship Type="http://schemas.openxmlformats.org/officeDocument/2006/relationships/notesSlide" Target="/ppt/notesSlides/notesSlide7.xml" Id="Rbe5ef6ed00f940a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a589bfcb94649" /><Relationship Type="http://schemas.openxmlformats.org/officeDocument/2006/relationships/chart" Target="/ppt/slides/charts/chart13.xml" Id="Re0faff7f53b64b7d" /><Relationship Type="http://schemas.openxmlformats.org/officeDocument/2006/relationships/chart" Target="/ppt/slides/charts/chart14.xml" Id="Rfa453a1a143d4e82" /><Relationship Type="http://schemas.openxmlformats.org/officeDocument/2006/relationships/notesSlide" Target="/ppt/notesSlides/notesSlide8.xml" Id="R45450daf447349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a067eb42634e17" /><Relationship Type="http://schemas.openxmlformats.org/officeDocument/2006/relationships/chart" Target="/ppt/slides/charts/chart15.xml" Id="R0d2a41fd888c408c" /><Relationship Type="http://schemas.openxmlformats.org/officeDocument/2006/relationships/notesSlide" Target="/ppt/notesSlides/notesSlide9.xml" Id="R255bd4346011456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dea21fca054ac2" /><Relationship Type="http://schemas.openxmlformats.org/officeDocument/2006/relationships/chart" Target="/ppt/slides/charts/chart16.xml" Id="Rbf6cb2d462a34026" /><Relationship Type="http://schemas.openxmlformats.org/officeDocument/2006/relationships/notesSlide" Target="/ppt/notesSlides/notesSlide10.xml" Id="R2ae6c974da6f432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9d535f5a34de9" /><Relationship Type="http://schemas.openxmlformats.org/officeDocument/2006/relationships/chart" Target="/ppt/slides/charts/chart17.xml" Id="Rb6ee97f22c3b4f92" /><Relationship Type="http://schemas.openxmlformats.org/officeDocument/2006/relationships/notesSlide" Target="/ppt/notesSlides/notesSlide11.xml" Id="R96df215b7a58427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3305981ae4fb4" /><Relationship Type="http://schemas.openxmlformats.org/officeDocument/2006/relationships/chart" Target="/ppt/slides/charts/chart18.xml" Id="Rd369e75b67f04136" /><Relationship Type="http://schemas.openxmlformats.org/officeDocument/2006/relationships/chart" Target="/ppt/slides/charts/chart19.xml" Id="Recd9b987db8e4c79" /><Relationship Type="http://schemas.openxmlformats.org/officeDocument/2006/relationships/notesSlide" Target="/ppt/notesSlides/notesSlide12.xml" Id="R4f023bb5a1264ab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726d9cb24c48c5" /><Relationship Type="http://schemas.openxmlformats.org/officeDocument/2006/relationships/chart" Target="/ppt/slides/charts/chart20.xml" Id="R55c81e892efd4425" /><Relationship Type="http://schemas.openxmlformats.org/officeDocument/2006/relationships/notesSlide" Target="/ppt/notesSlides/notesSlide13.xml" Id="R28a678a734e24f2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932d357c6f4213" /><Relationship Type="http://schemas.openxmlformats.org/officeDocument/2006/relationships/chart" Target="/ppt/slides/charts/chart21.xml" Id="Rb4c3cb0c77a84f53" /><Relationship Type="http://schemas.openxmlformats.org/officeDocument/2006/relationships/notesSlide" Target="/ppt/notesSlides/notesSlide14.xml" Id="Ra494d3097de848c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7ad89e82404cfc" /><Relationship Type="http://schemas.openxmlformats.org/officeDocument/2006/relationships/chart" Target="/ppt/slides/charts/chart22.xml" Id="Ra848ca251da840f3" /><Relationship Type="http://schemas.openxmlformats.org/officeDocument/2006/relationships/notesSlide" Target="/ppt/notesSlides/notesSlide15.xml" Id="R525f4603b82c4c6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2aff637c914d6c" /><Relationship Type="http://schemas.openxmlformats.org/officeDocument/2006/relationships/chart" Target="/ppt/slides/charts/chart23.xml" Id="R8e81ec13903e465e" /><Relationship Type="http://schemas.openxmlformats.org/officeDocument/2006/relationships/chart" Target="/ppt/slides/charts/chart24.xml" Id="R4d6ac23a08a54710" /><Relationship Type="http://schemas.openxmlformats.org/officeDocument/2006/relationships/chart" Target="/ppt/slides/charts/chart25.xml" Id="R35ffd18bffd64700" /><Relationship Type="http://schemas.openxmlformats.org/officeDocument/2006/relationships/notesSlide" Target="/ppt/notesSlides/notesSlide16.xml" Id="Rcdd6b3dfdd9546a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5e968751e477f" /><Relationship Type="http://schemas.openxmlformats.org/officeDocument/2006/relationships/chart" Target="/ppt/slides/charts/chart26.xml" Id="Rf53315c5d8124513" /><Relationship Type="http://schemas.openxmlformats.org/officeDocument/2006/relationships/chart" Target="/ppt/slides/charts/chart27.xml" Id="R675ad0cc0bd04e06" /><Relationship Type="http://schemas.openxmlformats.org/officeDocument/2006/relationships/chart" Target="/ppt/slides/charts/chart28.xml" Id="R8b16499cc5b7495f" /><Relationship Type="http://schemas.openxmlformats.org/officeDocument/2006/relationships/notesSlide" Target="/ppt/notesSlides/notesSlide17.xml" Id="Reb761a0bbfe54d1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77f72ec4fa40f5" /><Relationship Type="http://schemas.openxmlformats.org/officeDocument/2006/relationships/chart" Target="/ppt/slides/charts/chart29.xml" Id="R27e1ca47bbb744e6" /><Relationship Type="http://schemas.openxmlformats.org/officeDocument/2006/relationships/notesSlide" Target="/ppt/notesSlides/notesSlide18.xml" Id="R9ad108426d274e9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11c9fdd1740d0" /><Relationship Type="http://schemas.openxmlformats.org/officeDocument/2006/relationships/chart" Target="/ppt/slides/charts/chart30.xml" Id="Rf1f54b4c724d4768" /><Relationship Type="http://schemas.openxmlformats.org/officeDocument/2006/relationships/chart" Target="/ppt/slides/charts/chart31.xml" Id="R0283ac4fd3004567" /><Relationship Type="http://schemas.openxmlformats.org/officeDocument/2006/relationships/notesSlide" Target="/ppt/notesSlides/notesSlide19.xml" Id="R2aaf195f4d5e46c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b1b3dc27f74bd8" /><Relationship Type="http://schemas.openxmlformats.org/officeDocument/2006/relationships/image" Target="/ppt/media/image.png" Id="Red1b571d9a1e43b1" /><Relationship Type="http://schemas.openxmlformats.org/officeDocument/2006/relationships/notesSlide" Target="/ppt/notesSlides/notesSlide20.xml" Id="Re7baf4061e614f9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885a16a8a1486f" /><Relationship Type="http://schemas.openxmlformats.org/officeDocument/2006/relationships/image" Target="/ppt/media/image2.png" Id="R29c1f34ed605489d" /><Relationship Type="http://schemas.openxmlformats.org/officeDocument/2006/relationships/notesSlide" Target="/ppt/notesSlides/notesSlide21.xml" Id="R98ef19f1ec2c484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8e71b4a0c44f50" /><Relationship Type="http://schemas.openxmlformats.org/officeDocument/2006/relationships/image" Target="/ppt/media/image3.png" Id="Re1fb732b14b449a9" /><Relationship Type="http://schemas.openxmlformats.org/officeDocument/2006/relationships/notesSlide" Target="/ppt/notesSlides/notesSlide22.xml" Id="R9687830b13a24d3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0563629e14dad" /><Relationship Type="http://schemas.openxmlformats.org/officeDocument/2006/relationships/image" Target="/ppt/media/image4.png" Id="Ref28083a390d43fe" /><Relationship Type="http://schemas.openxmlformats.org/officeDocument/2006/relationships/notesSlide" Target="/ppt/notesSlides/notesSlide23.xml" Id="R3b5b7843ae62434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223ab4424d40e2" /><Relationship Type="http://schemas.openxmlformats.org/officeDocument/2006/relationships/notesSlide" Target="/ppt/notesSlides/notesSlide24.xml" Id="R0c3737d8a6024ee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0ca686a054503" /><Relationship Type="http://schemas.openxmlformats.org/officeDocument/2006/relationships/notesSlide" Target="/ppt/notesSlides/notesSlide25.xml" Id="Rc07eca0014f84c9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85eefe72734b68" /><Relationship Type="http://schemas.openxmlformats.org/officeDocument/2006/relationships/chart" Target="/ppt/slides/charts/chart32.xml" Id="Re92a117b58e94378" /><Relationship Type="http://schemas.openxmlformats.org/officeDocument/2006/relationships/notesSlide" Target="/ppt/notesSlides/notesSlide26.xml" Id="R6ad2f9c23e49415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7a9914da1043de" /><Relationship Type="http://schemas.openxmlformats.org/officeDocument/2006/relationships/notesSlide" Target="/ppt/notesSlides/notesSlide27.xml" Id="R32245ed93bcb44c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0f702300864d40" /><Relationship Type="http://schemas.openxmlformats.org/officeDocument/2006/relationships/chart" Target="/ppt/slides/charts/chart33.xml" Id="Rb2f7dcd8efeb4f37" /><Relationship Type="http://schemas.openxmlformats.org/officeDocument/2006/relationships/chart" Target="/ppt/slides/charts/chart34.xml" Id="R20ac5e6c62984e44" /><Relationship Type="http://schemas.openxmlformats.org/officeDocument/2006/relationships/notesSlide" Target="/ppt/notesSlides/notesSlide28.xml" Id="R86c5270d21074d0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feb3ba68bc4fe7" /><Relationship Type="http://schemas.openxmlformats.org/officeDocument/2006/relationships/chart" Target="/ppt/slides/charts/chart35.xml" Id="R06456dc7d04043d9" /><Relationship Type="http://schemas.openxmlformats.org/officeDocument/2006/relationships/chart" Target="/ppt/slides/charts/chart36.xml" Id="R0d59389a697c4d87" /><Relationship Type="http://schemas.openxmlformats.org/officeDocument/2006/relationships/chart" Target="/ppt/slides/charts/chart37.xml" Id="Rd413d7d8ec3643e9" /><Relationship Type="http://schemas.openxmlformats.org/officeDocument/2006/relationships/notesSlide" Target="/ppt/notesSlides/notesSlide29.xml" Id="Re38a3b04bdd64fe0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745a44b55e4999" /><Relationship Type="http://schemas.openxmlformats.org/officeDocument/2006/relationships/notesSlide" Target="/ppt/notesSlides/notesSlide30.xml" Id="Rc24dbb8c6c64489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6d329b41f24966" /><Relationship Type="http://schemas.openxmlformats.org/officeDocument/2006/relationships/notesSlide" Target="/ppt/notesSlides/notesSlide31.xml" Id="R37cb1a6a0a70473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6f7043db5a45e6" /><Relationship Type="http://schemas.openxmlformats.org/officeDocument/2006/relationships/notesSlide" Target="/ppt/notesSlides/notesSlide32.xml" Id="R4acbe4e34def44e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7517fdfcc043ab" /><Relationship Type="http://schemas.openxmlformats.org/officeDocument/2006/relationships/chart" Target="/ppt/slides/charts/chart38.xml" Id="R6126e9e9361a4124" /><Relationship Type="http://schemas.openxmlformats.org/officeDocument/2006/relationships/notesSlide" Target="/ppt/notesSlides/notesSlide33.xml" Id="R725b9a0ef173423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60dcda9d5641b2" /><Relationship Type="http://schemas.openxmlformats.org/officeDocument/2006/relationships/chart" Target="/ppt/slides/charts/chart39.xml" Id="Ra0a830d2974b4cfd" /><Relationship Type="http://schemas.openxmlformats.org/officeDocument/2006/relationships/notesSlide" Target="/ppt/notesSlides/notesSlide34.xml" Id="Rc8c2d25556b04be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0149927774862" /><Relationship Type="http://schemas.openxmlformats.org/officeDocument/2006/relationships/chart" Target="/ppt/slides/charts/chart40.xml" Id="R607ef11c036b46b1" /><Relationship Type="http://schemas.openxmlformats.org/officeDocument/2006/relationships/notesSlide" Target="/ppt/notesSlides/notesSlide35.xml" Id="Rd47c6e20fefe49f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8eeac337d04e0a" /><Relationship Type="http://schemas.openxmlformats.org/officeDocument/2006/relationships/notesSlide" Target="/ppt/notesSlides/notesSlide36.xml" Id="R5cc2b508b8824987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5af15c8c8d4733" /><Relationship Type="http://schemas.openxmlformats.org/officeDocument/2006/relationships/notesSlide" Target="/ppt/notesSlides/notesSlide37.xml" Id="R8b0a7aa139a94a3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cdfd19687e45af" /><Relationship Type="http://schemas.openxmlformats.org/officeDocument/2006/relationships/notesSlide" Target="/ppt/notesSlides/notesSlide38.xml" Id="R9d9286d1d4034d83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adb753c09f41c7" /><Relationship Type="http://schemas.openxmlformats.org/officeDocument/2006/relationships/notesSlide" Target="/ppt/notesSlides/notesSlide39.xml" Id="Ra720b56d4d014356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4b83678a904a3c" /><Relationship Type="http://schemas.openxmlformats.org/officeDocument/2006/relationships/notesSlide" Target="/ppt/notesSlides/notesSlide40.xml" Id="Rb4acdc9daf484c9b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096565b1644758" /><Relationship Type="http://schemas.openxmlformats.org/officeDocument/2006/relationships/notesSlide" Target="/ppt/notesSlides/notesSlide41.xml" Id="Rad4b971f7c4946fa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d3f1c37f04a2b" /><Relationship Type="http://schemas.openxmlformats.org/officeDocument/2006/relationships/notesSlide" Target="/ppt/notesSlides/notesSlide42.xml" Id="R99f92ded0cb742ca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5fd63868aa41be" /><Relationship Type="http://schemas.openxmlformats.org/officeDocument/2006/relationships/notesSlide" Target="/ppt/notesSlides/notesSlide43.xml" Id="Rad55f58c79ee4a29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edffa44bfd4f90" /><Relationship Type="http://schemas.openxmlformats.org/officeDocument/2006/relationships/notesSlide" Target="/ppt/notesSlides/notesSlide44.xml" Id="R7af168c055f04e6c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d6e13b59ab4958" /><Relationship Type="http://schemas.openxmlformats.org/officeDocument/2006/relationships/notesSlide" Target="/ppt/notesSlides/notesSlide45.xml" Id="R7259955d6deb4d56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0cbdbebdb6457c" /><Relationship Type="http://schemas.openxmlformats.org/officeDocument/2006/relationships/notesSlide" Target="/ppt/notesSlides/notesSlide46.xml" Id="R170ed672e4414912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b3aeeb3dc4a88" /><Relationship Type="http://schemas.openxmlformats.org/officeDocument/2006/relationships/notesSlide" Target="/ppt/notesSlides/notesSlide47.xml" Id="Rf7d299434b334a73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c97efacb5c4b9e" /><Relationship Type="http://schemas.openxmlformats.org/officeDocument/2006/relationships/notesSlide" Target="/ppt/notesSlides/notesSlide48.xml" Id="R4ac9cb819bd54413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0ec333b17d4359" /><Relationship Type="http://schemas.openxmlformats.org/officeDocument/2006/relationships/notesSlide" Target="/ppt/notesSlides/notesSlide49.xml" Id="R6dcc65a3a3a74093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2dedaa388b4c10" /><Relationship Type="http://schemas.openxmlformats.org/officeDocument/2006/relationships/notesSlide" Target="/ppt/notesSlides/notesSlide50.xml" Id="Rc04b6da2fa4244a5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0c38e3d8a14bff" /><Relationship Type="http://schemas.openxmlformats.org/officeDocument/2006/relationships/notesSlide" Target="/ppt/notesSlides/notesSlide51.xml" Id="R377948e824584d68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95f45823504948" /><Relationship Type="http://schemas.openxmlformats.org/officeDocument/2006/relationships/notesSlide" Target="/ppt/notesSlides/notesSlide52.xml" Id="Re183b6b2d7884ef7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a24714296f4189" /><Relationship Type="http://schemas.openxmlformats.org/officeDocument/2006/relationships/notesSlide" Target="/ppt/notesSlides/notesSlide53.xml" Id="R677e6b33aa204efb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d13b2ad86a4a2f" /><Relationship Type="http://schemas.openxmlformats.org/officeDocument/2006/relationships/notesSlide" Target="/ppt/notesSlides/notesSlide54.xml" Id="R9e8292599eca4448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2fb069afac4b69" /><Relationship Type="http://schemas.openxmlformats.org/officeDocument/2006/relationships/notesSlide" Target="/ppt/notesSlides/notesSlide55.xml" Id="R88f09d805a654318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00460cfea2481b" /><Relationship Type="http://schemas.openxmlformats.org/officeDocument/2006/relationships/notesSlide" Target="/ppt/notesSlides/notesSlide56.xml" Id="Rd55aeee029d047a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961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81.11069138634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4252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239.36812913753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365.11274884396005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0.27189326698950433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0.4147239587007245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0.0809058933465922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0.2029820123277025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0.0533268146890519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0.0006624396052901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0.286555225457034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0.0726718301479003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0.0319409306110538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0.0014030424128084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0.0258977954276094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0.0006624396052901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0.0642625485190267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0.7941948271502433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0.2029820123277025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0.0285286777700744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0.0337647230450451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0.0475501029412941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0.2391091484443289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0.0005584136767011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Oliveira Trust</c:v>
              </c:pt>
              <c:pt idx="4">
                <c:v>Daycoval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28.577477955880003</c:v>
              </c:pt>
              <c:pt idx="1">
                <c:v>50.543366234</c:v>
              </c:pt>
              <c:pt idx="2">
                <c:v>51.00175435107</c:v>
              </c:pt>
              <c:pt idx="3">
                <c:v>57.205822956949994</c:v>
              </c:pt>
              <c:pt idx="4">
                <c:v>58.07994111931001</c:v>
              </c:pt>
              <c:pt idx="5">
                <c:v>123.34891855075</c:v>
              </c:pt>
              <c:pt idx="6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6"/>
              <c:pt idx="0">
                <c:v>Itaú</c:v>
              </c:pt>
              <c:pt idx="1">
                <c:v>Tercon Investimentos</c:v>
              </c:pt>
              <c:pt idx="2">
                <c:v>Genial</c:v>
              </c:pt>
              <c:pt idx="3">
                <c:v>Oliveira Trust</c:v>
              </c:pt>
              <c:pt idx="4">
                <c:v>Bradesco</c:v>
              </c:pt>
              <c:pt idx="5">
                <c:v>BTG Pactual</c:v>
              </c:pt>
            </c:strLit>
          </c:cat>
          <c:val>
            <c:numLit>
              <c:formatCode>0.0</c:formatCode>
              <c:ptCount val="6"/>
              <c:pt idx="0">
                <c:v>18.875169440439997</c:v>
              </c:pt>
              <c:pt idx="1">
                <c:v>22.14586346137</c:v>
              </c:pt>
              <c:pt idx="2">
                <c:v>26.891086880550002</c:v>
              </c:pt>
              <c:pt idx="3">
                <c:v>35.02222544035998</c:v>
              </c:pt>
              <c:pt idx="4">
                <c:v>40.32919650402</c:v>
              </c:pt>
              <c:pt idx="5">
                <c:v>79.11922838494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QI Tech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21.926715321429995</c:v>
              </c:pt>
              <c:pt idx="1">
                <c:v>41.210367862009996</c:v>
              </c:pt>
              <c:pt idx="2">
                <c:v>49.658130944339995</c:v>
              </c:pt>
              <c:pt idx="3">
                <c:v>64.38995086032001</c:v>
              </c:pt>
              <c:pt idx="4">
                <c:v>74.73806249444</c:v>
              </c:pt>
              <c:pt idx="5">
                <c:v>122.32123834260001</c:v>
              </c:pt>
              <c:pt idx="6">
                <c:v>122.70207078867999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CBSF</c:v>
              </c:pt>
              <c:pt idx="1">
                <c:v>Hemera</c:v>
              </c:pt>
              <c:pt idx="2">
                <c:v>BRL Trust</c:v>
              </c:pt>
              <c:pt idx="3">
                <c:v>Finaxis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18.69339303628</c:v>
              </c:pt>
              <c:pt idx="1">
                <c:v>21.117364064860002</c:v>
              </c:pt>
              <c:pt idx="2">
                <c:v>21.71761716544</c:v>
              </c:pt>
              <c:pt idx="3">
                <c:v>22.40761845837</c:v>
              </c:pt>
              <c:pt idx="4">
                <c:v>57.205822956949994</c:v>
              </c:pt>
              <c:pt idx="5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A7ACB0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6"/>
              <c:pt idx="0">
                <c:v>REAG</c:v>
              </c:pt>
              <c:pt idx="1">
                <c:v>CBSF</c:v>
              </c:pt>
              <c:pt idx="2">
                <c:v>Integral Investimentos</c:v>
              </c:pt>
              <c:pt idx="3">
                <c:v>Solis Investimentos</c:v>
              </c:pt>
              <c:pt idx="4">
                <c:v>Tercon Investimentos</c:v>
              </c:pt>
              <c:pt idx="5">
                <c:v>Oliveira Trust</c:v>
              </c:pt>
            </c:strLit>
          </c:cat>
          <c:val>
            <c:numLit>
              <c:formatCode>0.0</c:formatCode>
              <c:ptCount val="6"/>
              <c:pt idx="0">
                <c:v>8.217051472049999</c:v>
              </c:pt>
              <c:pt idx="1">
                <c:v>10.17441132442</c:v>
              </c:pt>
              <c:pt idx="2">
                <c:v>14.95203415536</c:v>
              </c:pt>
              <c:pt idx="3">
                <c:v>16.12591261212</c:v>
              </c:pt>
              <c:pt idx="4">
                <c:v>22.14586346137</c:v>
              </c:pt>
              <c:pt idx="5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REAG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21.117364064860002</c:v>
              </c:pt>
              <c:pt idx="1">
                <c:v>21.72075588213</c:v>
              </c:pt>
              <c:pt idx="2">
                <c:v>22.40761845837</c:v>
              </c:pt>
              <c:pt idx="3">
                <c:v>25.148795168550002</c:v>
              </c:pt>
              <c:pt idx="4">
                <c:v>74.73806249444</c:v>
              </c:pt>
              <c:pt idx="5">
                <c:v>122.32123834260001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40,9 bi
413 · R$ 99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57,2 bi
700 · R$ 82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65,5 bi
771 · R$ 85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40.869510061910006</c:v>
              </c:pt>
              <c:pt idx="1">
                <c:v>57.15870696836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5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0.238095238095238</c:v>
              </c:pt>
              <c:pt idx="1">
                <c:v>0.254421768707483</c:v>
              </c:pt>
              <c:pt idx="2">
                <c:v>0.1632653061224489</c:v>
              </c:pt>
              <c:pt idx="3">
                <c:v>0.1578231292517006</c:v>
              </c:pt>
              <c:pt idx="4">
                <c:v>0.0952380952380952</c:v>
              </c:pt>
              <c:pt idx="5">
                <c:v>0.0666666666666666</c:v>
              </c:pt>
              <c:pt idx="6">
                <c:v>0.0244897959183673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0.0117887247390684</c:v>
              </c:pt>
              <c:pt idx="1">
                <c:v>0.0474678711329743</c:v>
              </c:pt>
              <c:pt idx="2">
                <c:v>0.0708186524095054</c:v>
              </c:pt>
              <c:pt idx="3">
                <c:v>0.1297476008966122</c:v>
              </c:pt>
              <c:pt idx="4">
                <c:v>0.1535056217630656</c:v>
              </c:pt>
              <c:pt idx="5">
                <c:v>0.2378348472270904</c:v>
              </c:pt>
              <c:pt idx="6">
                <c:v>0.3488366818316835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5522807015.43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27671684687.52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0.147473411114316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0.3817969787486183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0.0672969122518684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0.1506686961425081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0.1625107590450419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0.2787068023830595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0.0727799865103882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0.0074072330689735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0.0112116853396112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0.4673208969625101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0.1466552426267883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0.3827649209165106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0.217815834714012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6.26366904154456E-05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2ECF3B-BB2C-437A-A85D-37526C1E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68A902-5966-4914-B596-573B7966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48265A-9AE2-4619-AA64-3F892355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B43C23-1A91-4204-A33D-8A2DDA3E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798FEF-EBEC-479C-AB58-26A5E2ED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76C604-510E-40CA-B2EC-CE96048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30 de junho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F023F7-4E66-4740-9485-9C048CDE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10717613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89B489-4881-4EAD-AE0E-88E77F04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366FA1-191E-402C-8BB2-D9FE2385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684E63-F1FA-46D3-9E5A-3DB56EA8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21993A-B58D-48AC-BBB3-06C0D3E6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EDF4B4-1463-428C-8463-E604050F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jun/26, salvo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DC7BD6-DD69-4D59-948C-50446AEEC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4A4D4D-7C88-4BA8-8A25-E9BCFEC62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B98BE-FD83-48F8-9659-2887DFD8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78A30C-6D6A-4A96-B0A6-62CBFD75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6631F7-7B9F-4BFF-ABE3-C294317A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ECB7A5-2865-472A-8C5B-8FD4A171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EA39C3-202A-4C4A-8D7D-75853547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223829-AABE-4A8B-A202-B501DFB6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60,7% do PL no recorte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DD4393-9AF5-449F-825E-6AC2F9B3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D2D6B3-7CAE-4FE3-A37D-C7604D36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D8AAE0-264A-4B2D-A52A-586E678D6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5BB073-5FC0-44EC-84EC-AFF00AF2D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5A77D4-E8A2-4699-A60E-CAAD543D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53B81E-8B70-4527-9207-E3D5548C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F2BED0-3540-49BD-BA7F-2AC5BE1C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059E9D-0374-411B-BBD6-F28F89D3F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Administração, gestão e custódia no mesmo conglomerado.</a:t>
            </a:r>
          </a:p>
        </p:txBody>
      </p:sp>
    </p:spTree>
    <p:extLst>
      <p:ext uri="{BB962C8B-B14F-4D97-AF65-F5344CB8AC3E}">
        <p14:creationId xmlns:p14="http://schemas.microsoft.com/office/powerpoint/2010/main" val="11443525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A0E807-6022-4D39-B14A-192AE55F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846F83-01B6-4FBE-825C-194023A5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R$ 81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85ED52-1D24-468E-A45E-652B3107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24F68B-FC71-4C86-ACF5-CC0EB90D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ADE127-EA9D-4B94-A499-0097E1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A1B395-AC80-4A47-8ABD-718EC384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677fd0003e4b3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8BAFBD-14EE-47C4-AB16-5AF1C35F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8715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D6F3B0-A6AC-4279-93F1-275F23A37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559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C4A222-EEE7-4FBF-9F05-9802A284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8263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13E627-CE0B-4ABE-81F8-ADC798BF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9260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76FFE6-919A-40D1-B080-87BC9D70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264688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E92490-F843-4F47-B73A-5D165A71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33199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BD2346-14B9-41D8-846C-C67B378B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402012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7C636C-604A-47E3-8E4E-7D8049605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78086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886312-E86F-4708-99A8-D29C0075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41673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976547-783D-45AE-B693-718DA42A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57369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9A686E-85DF-48C7-8642-1A9658FF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93312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26BF10-932A-4DAE-B5A3-53F8F891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78821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961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09B55F-985A-4A1D-9A64-69384DA2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3" y="4421157"/>
            <a:ext cx="18002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65BFD3-DCFD-41CA-AD2E-1CB7AC1D7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173507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18,7% a.a.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0B8CFB-38EE-43C8-850F-97B56867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468782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2015–2018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081DEC-EFA1-4F81-8502-AC5F6E43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1338" y="3245281"/>
            <a:ext cx="30003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822F33-2342-4AD3-9C86-2C46C340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97631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27,9% a.a.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8F4D3A-DEA1-4A33-8C49-7CB86C63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292906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2018–2023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82BBF6-271E-44F7-BC9C-68F4BA38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809750"/>
            <a:ext cx="990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D61AF9-8BC4-4B1C-85AC-40FE7A5B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562100"/>
            <a:ext cx="1181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25,6% a.a.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B5A873-8FC9-4604-98D5-AEFA0C5E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1857375"/>
            <a:ext cx="1181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CAGR 2024–2025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C46276-B2CD-4183-BB46-A883DE8E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D449B5-797E-4D14-9928-709438376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2C913B-C033-4ADB-AA75-8F4238B1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E1DEA0-0B19-416B-AE20-B6C8228E2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17CB99-3758-4550-AD1E-DA35D69E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30188A8-CA24-4C5F-8C0D-E52E8908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A74BE59-8829-4851-8EAE-1CF94A504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BDF50E-E9B1-4A21-A45B-30CE91FA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R$ 81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6C6900A-09D5-4742-8B48-343FBB0E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F969DC4-5B88-4950-9E35-6DE425F1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5721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Totais e CAGRs usam o PL bruto; dezembro contra dezembro.</a:t>
            </a:r>
          </a:p>
        </p:txBody>
      </p:sp>
    </p:spTree>
    <p:extLst>
      <p:ext uri="{BB962C8B-B14F-4D97-AF65-F5344CB8AC3E}">
        <p14:creationId xmlns:p14="http://schemas.microsoft.com/office/powerpoint/2010/main" val="8072889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6A7113-C3A6-4A8B-A6EC-59284D03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6759A1-B012-422C-949A-ACDE27DB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461,2 mil contas em 4.252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C0BED2-8E5B-458D-94E7-429E663F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E22491-3FA4-4415-8DA1-D8218E41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CD1753-0B70-4D92-8897-EC009849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jun/26.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70E17A-2F9B-48F7-B31D-66C57B5A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BE7992-5C97-4AC2-B74D-46527522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92BF69-E574-409A-B626-515462602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4a2d3ea95cc4f1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4F6544-9F7A-4E7D-B200-DCAC4CDA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39C9E8-D8B3-492C-8A99-61EAC1BC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FADA74-A336-4B35-8D45-7E7D7566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90509-BD3A-4470-99A3-01734E8E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A578C4-1F37-4CF9-80C9-F2FBD98D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47710E-AC79-46A9-9637-254D0497F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BD7F61-37B9-46CE-8C06-B904BFB7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a5c11511b734e6c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133062-4293-4E8C-84BA-2280A9AA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0D2E9B-4A49-45E8-828E-B82C0533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63E821-33F4-47EE-9683-167FC2E4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B82FB5-7C24-4813-AC2D-AB6AF07B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980AAE-B58A-4279-8DB6-208E71A8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A0670C-8872-4790-978C-2913853D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98FEA6-E25E-4CC0-AC61-D8DCAFA9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598f7ae44d647e0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DDB1E8-FD52-4B1E-BFD4-562D3866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461.228 contas; 0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9932541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088A2E-D8F2-4C04-A175-4E4776E7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C9DFDA-2683-442C-BFD5-98C4CF2A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7C742C-E654-4514-871D-F8EF1B417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02218-D86D-4FF7-8350-FF6E28E5B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BF0FF6-FFAD-4841-B33E-4510E584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2CBE1D-DC83-4309-85B0-0669599F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0847D-8B8F-4C35-B22F-9B9D870F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416351-4856-498D-A465-43859185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9B74B9-03F2-427F-B83B-6B4D933F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DBC5E1-5F6B-4546-B227-089DA4BE0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272AD8-3661-45BD-A4E3-D3625034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6E2206-9D95-4F77-89EF-E95CCAAD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7f2c8d63514ae3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34F07D-7DF9-4644-9D3C-AA6A16B92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223F9E-34E3-4E09-B3E3-7ECFE2E9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1e6e2314f249ae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60114A-DCB6-499E-999D-0C6298EA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F91634-CD95-4DC1-BCD3-3CFDDDF8C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f6aabedad2846d2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773F86-AFFD-4440-B7F8-21FFDA3F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324394-3FCB-47CC-832E-25A448176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49E9FA-C2DF-4740-8102-20AECFFA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471b015a84c43fd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0FF35E-35FC-41F5-888C-B5F18B72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F4F2A8-4409-4ED8-9596-B29C369D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2097926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7A8653-6DCF-41CC-BCBE-B7F49AC48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0C8EB9-5B27-438E-8022-423748CC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 Outros representam 68,7%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02660C-A792-473E-839F-3BFE3AF8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8DF1C4-45CA-464F-A7F8-91A6C5B6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CB7C36-790D-4965-BB34-F9765CD6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PL ex-FIC em dez/23, dez/24, dez/25 e jun/26. Fotografia ANBIMA de dez/25 aplicada às competências; N/D incorporado em Outros.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B48525-B550-4B77-9B2C-11E68FA5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109CDC-62ED-4E2F-A054-C1008BA5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101B5B-2276-485E-B446-16C6E87F5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e767edeaf43470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16A0B4-4C03-4DE7-A280-767F49829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77724F-4BFF-48C7-AB3B-D31A7BF68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da0abc7cbb427a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9D6A8C-BB5C-438F-AC0B-19AF75C5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C137B2-3EC4-4D72-9453-4B897DEE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8D25EE-C516-4C66-8D8D-76AB1875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EC67F6-19F1-41D3-AC3F-9B0DEA6C4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AA5885-2713-45D2-B716-8567640F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BE1B8B-8020-45BD-8BFF-31C7C986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219DC2-795C-4AFB-A603-4673EBF4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79A082-A9A3-42EE-9AE1-90DB1ACB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479B01-7CD0-4D4D-B5B3-DAF66E664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Tipo e Foco ANBIMA são campos distintos. Evidência documental e proxy CVM complementam os fundos sem correspondência oficial; a origem permanece identificada por fundo.</a:t>
            </a:r>
          </a:p>
        </p:txBody>
      </p:sp>
    </p:spTree>
    <p:extLst>
      <p:ext uri="{BB962C8B-B14F-4D97-AF65-F5344CB8AC3E}">
        <p14:creationId xmlns:p14="http://schemas.microsoft.com/office/powerpoint/2010/main" val="85624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CAAB99-9521-4D8C-BA15-ABB99728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EDAA06-E6F9-4FCD-B3D6-A79C9B2E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31DF84-E50B-4837-8CF5-A656D5E9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BF4E3B-76BE-4AA3-9F09-2D92D6911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4E9503-197D-45B5-A3A2-0C341DA6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CD23A-6357-431F-BABA-C032D204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6267EC-0100-4F0B-86DB-E5734928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961093-BF85-497A-BA92-B83E866B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3033be9d84045a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928AE2-36DF-4F14-B8E6-48155CD9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71AE60-9C96-432B-8E99-CF9C6E7B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c04c31f8f5e4b5d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2B7ED8-EFBE-4010-B189-7922D6BE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245301-E3B0-4294-BC5D-6913B5B9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70A0AC-36A3-4AD0-A151-4A68DE6C8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7A8230-46E5-4B58-8F37-341A3561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48E0B2-E406-416D-8202-DD7C4513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13659081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20AF5B-3394-496A-AEB5-4ED376C54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71BF3-990F-440E-8777-55658F93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05EE73-23BE-43F8-91AF-5DF212FE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3EE000-29B6-49B5-B33C-B3809B49F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DDC6D8-8716-4646-AD6B-01D00E94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C04C5A-F213-48C2-AD37-0BF32998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435240-1CAA-43AE-8C24-50026EF50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78F639-0A06-41A7-A8A9-B1E1C41B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faff7f53b64b7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9BD39B-CD0A-4186-B152-F9A3218F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F6AB24-A8A3-4210-9559-D45ECCB9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a453a1a143d4e82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25C948-8305-42B1-BFDE-A21D0F8D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7C6CE0-06BE-4D7A-A895-6C25E6BD4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Tabela II: R$ 439,5 bi em dez/23 e R$ 737,4 bi em jun/26; diferenças para a Tabela I de R$ 51,7 bi e R$ 60,4 bi. Adquirência no slide anterior.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46A071-C105-4BAF-BD24-D4A61274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097408-C0A6-4838-951F-C702B072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40C27A-8BF2-44C8-BF84-E828D79A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9CC097-F8DC-44E1-8E25-BA559CA0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CFB206-D50A-4C07-8360-FC9DDFC0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1B9D4A-D48D-4A0E-91D1-0252FF0C7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9D7BE1-7B6C-4B8F-B482-054C24E3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1EFAC8-1E28-4DC6-8DCD-253B27BD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981953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338019-05F0-4487-89D8-608617B3A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F0AB6D-7E33-4CAF-8222-F53AA0F9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8E207F-5BB8-409C-88EC-60F17036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37F62A-C1BC-46E3-AEAE-0CAC9300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8A05CF-2113-4B16-98A9-12F67B2F6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381677-2DC1-4C6E-AC31-467D1B8D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BFAEDF-2A3D-477B-99BD-2938E456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DAA716-BC31-4752-8F7D-298E1B50F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2a41fd888c408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516AED-6CDD-4E61-A348-CA801A407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4FF263-96D3-423D-BAF3-DEBD5578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28D5DD-4247-448E-AD62-1E923CAB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E9BEE3-1C69-4F2A-AD04-E6AB620B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C8033-EAF4-4398-B861-4D50CD4D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BE6AB3-EF10-44D6-AA72-F7CF9A60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B0AEE9-4DD6-4A7C-A446-1342A272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52C4B3-DC94-4785-B83C-20B37CBB3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2F4554-6942-45B2-8CDB-655AAF3D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ECB00A-EC24-44B8-9D20-B89C38A1F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A14BF6-825E-4ABC-A70B-84DB1F09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9BFBB5-FC3B-457B-A84F-A0E89BDD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058910-5B12-4C16-8683-A2B5FA48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60C11F-565F-4567-B6A2-093EEF648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690662-FDDC-45E4-B184-70EA47CE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A192C7-8A6F-425A-9A5A-C5A658D9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88F0A5-4DFB-423F-85B5-7BD7C702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A1718A-1AF5-4409-BF81-4DA8BD0C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A270DE-9512-46A3-A660-0D1B5252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82F606-93FB-43E0-B700-85DDFBE5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82E815-7541-46F5-B3F3-856A75CE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bloqueado: aging = 112,6% da Tabela I; diferença de R$ 6,89 bi.</a:t>
            </a:r>
          </a:p>
        </p:txBody>
      </p:sp>
    </p:spTree>
    <p:extLst>
      <p:ext uri="{BB962C8B-B14F-4D97-AF65-F5344CB8AC3E}">
        <p14:creationId xmlns:p14="http://schemas.microsoft.com/office/powerpoint/2010/main" val="87227720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0B7F52-7FC1-419F-81B5-FD115E28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0404CE-E100-4902-BD14-79B19897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69,1% do PL; Financeiro e Agro marcam 6,5% e 6,6%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B3DF9C-7CE7-47AB-80F7-2B95BEC5C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C3EF9A-F608-476A-9834-592677F1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6D6BA1-74B0-4718-8610-C17B88EF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com cap por veículo; quadro monotipo exclui casos acima da carteira e usa PL como denominador.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00D989-A997-44BE-931B-F6D27DEE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2D8332-D6B1-4FCD-B75B-E7A33C4C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9007B9-1F03-47BB-8563-28E0AFE5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f6cb2d462a3402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42B240-3FA6-43DD-A366-CBA674E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E66484-FBBC-476A-A7EE-293C398B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9DD607-D864-483D-B5C8-2A76BF85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5BF1EE-9EB5-4F88-858B-060795EA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7F917C-53F0-484C-BD09-BB8C090F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269925-E74B-40AF-AE13-D555A78D0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D52A9A-BD65-44F3-B3A9-958C18A30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4D482E-06E2-4E64-B70C-29D7320F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4989D5-04C6-4C41-B66F-C5984FB6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2617F4-0B37-4BAD-BDCD-3C6E8A67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A08717-B3C0-4FDD-8758-3993C4F5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63D220-BA5F-4292-944A-0251F0C8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A8E9E7-8418-4E7C-BA2A-6C72E0D7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CE2D0A-8C95-4A8E-9F35-37E17614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74EE0A-0F37-4544-8861-F0548841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 de PL. Fora: 948 multitipo, 126 acima da carteira e 486 sem tipo; PLs no workbook.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B72DDD-30DA-4B96-BD4F-173305F5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Atlântico explica R$ 16,69 bi da redução do excesso; a série ajustada não repete a queda. Caso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4566231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9F512E1-5D88-4B10-B54C-4BD7FCB18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01EFD4-516D-471B-9CEF-97AAE45F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E58B78-5AD3-4296-89EC-05D7E6B5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2AD214-9F22-43BC-B9DE-849440F1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41D1A5-39E5-4A9A-9B7C-F47A7AEA1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339E1E-96B4-4806-BE45-F85B7D43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B7C08D-AC72-43F9-AD05-D8220AA1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8FE917-E17F-4AF9-AADC-12AB63D71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6ee97f22c3b4f9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A8AA85-C33E-4E76-ACB4-6FC52D5D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AB9A54-39FC-4FE5-A995-961BAD274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FFDD2D-745F-492B-BF89-6BD490CF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4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0CEE8F-4223-4F99-8CA2-26B576D8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58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3F686E-DC8E-4845-8906-FDB82C49C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DE5F5E-5C74-4A33-AE61-7A2230DB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F6DA18-E994-4C05-BFC9-41D4DA895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575D5C-1B0F-4DF9-B7B0-8367026D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3ED8FE-C024-400B-868E-7D477B65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AA195C-40CE-462F-A8E2-296A4264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189B82-7B20-4720-BF5D-54AFDFBD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3F7F22-BAAB-40F0-AE95-4C14AF428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ED714C-FC7C-47B1-8235-1B4B718B7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C77295-E57B-4B50-A630-76C25024A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8BDF80-D4BC-489A-83EF-538B30485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4A247E-D1FC-4603-B0B1-B450AF37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79DD49-09A9-4327-8C35-BB3FD343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8FF760-75F0-4A9B-9D30-55F2F7E1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6EF9E3-F2F4-45B4-8ACF-80530DAC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8216C1-BD8D-4617-8392-DB7E027A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257D69-651D-4864-8232-E79FD19C5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EEAE72-E35E-4251-A0B6-502E6BB3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6F8AB0-86CC-4CAD-995F-E2582D27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A1A9EF-CE67-4961-8BB3-730836EA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F96FE29-1489-4FC2-B7D0-572FC5E0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33A7CE-8780-40EF-B1AC-3DCF5277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5223CE4-8E2A-4F53-9315-FEB47B09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065302-AB0B-4FC8-A9B0-039497A6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D448622-05EE-48E9-806F-D678F6DB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AB52FB-2719-48F8-9201-4BA19A21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5B8C7A7-E659-4CD2-AF84-F1FBCAE4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373F5FC-CED4-413F-869B-F9619A18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5F1673-C2AF-4231-A601-6973E963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334390B-3798-472A-96CF-E574F886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5716270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2FDE5A-FF3C-49DD-A799-AB184B88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9B83DD-A7D4-4BFF-9510-B3A7FE58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98149B-AF5D-43A3-8139-D5D51DFE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185840-F4BC-49E9-A271-13FA845C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E139B6-C8C9-4EC1-95E9-ED683610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9EC7D9-CE96-40E6-8404-EFDB74AD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4D6B90-3177-42CE-A5EF-F965F367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01CF44-1E0B-4863-8868-2C98EA608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69e75b67f0413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DAB859-4582-4BD6-875C-0F749CB24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AA5EC5-2C15-40B5-A10A-E24AC608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A4642F-411E-4213-BF92-4831ACAC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d9b987db8e4c79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923AEB-1E9C-4C09-93E8-83D0E895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1E7A27-6DA1-43EB-843A-041E6CE2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E07607-3CFA-405F-B39B-215D22EDE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B597AE-BDA8-44CD-8B6B-C6C0EF911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3F9CB0-BCFA-4392-9ABB-2FE40D07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92F8B5-1438-40DB-9958-DD08875F7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8C3534-5ACC-4F83-84FA-FA430F13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82020932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2203EB-FE5F-4F6C-A8C3-EA297593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330784-C273-4435-A236-63F6A286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69BD08-A189-45A6-A71A-DBCF0F5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F884C3-8EB4-4944-AE77-9324CE4D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BC7796-181A-4BBE-8036-5AD95664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6E26B9-753B-43EC-995A-DB350CBF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5c81e892efd442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7C4886-0ED5-4489-B176-BD42F2C4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6901722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2B8E4-BFFC-44FF-B744-BF8BF436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0AA286-6E74-43F6-940F-5FA32066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2316D9-90C8-4C98-9CAE-9C9763DF2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D87738-051C-4810-9D04-28A91C602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D2E59D-42F3-46B3-9C6A-5DFA19C3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D88398-6165-47F7-97B3-C013EAD9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4c3cb0c77a84f5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D97BE9-8779-478D-A772-FF2DEB3A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213850680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CFAFD5-0B37-4A4D-9663-BCFBB07B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5C0F6A-E087-458D-9C92-9DD746A0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795177-96C1-449F-BAE5-5EF38857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6BBADF-6CB8-4972-A110-25DDB6D24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0495DC-E40D-4AE7-A2F3-E4C55F7F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DE10DF-C383-4BD5-8A63-AE01DBDE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848ca251da840f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459DA7-83CB-4DDC-BC09-89DCCBEA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20848727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1B17D4-1102-4C05-B568-C80B9273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DO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C4DA6C-4E94-4529-8FEF-683C0E8C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55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fica em #2 na administração e custódia; na gestão, o cenário sem a coorte bancária muda a posição de #1 para #3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199054-DD20-4640-82B7-963B3D610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156B8A-9868-4017-9EA0-BD988297D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158987-8899-42C4-A288-363FA25E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FIDCs.xlsx, aba BTG. PL ex-FIC; Sistema Petrobras e TAPSO excluídos. Na gestão, o cenário retira 22 FIDCs e R$ 51,3 bi; o recorte não atribui controle societário.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BBB98E-2C6B-412F-93A2-062CCFA3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F1A1E0-5E06-4B50-BEFC-04222F8CB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2A52A9-F3DE-48DD-9006-5093D427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SEM COORTE NA ÚLTIMA COLUNA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123,3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s/ coorte 2 · 72,0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39,1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58,1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25,2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45,5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51,0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44,3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50,5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 · 10,7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28,5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28,6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01976F-B010-4D7A-98B7-3C22C99E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e81ec13903e465e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285C82-02F5-4790-AD7A-0964177D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8F86E6-AA2D-4612-BF08-8D509916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905125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SEM COORTE NA ÚLTIMA COLUNA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39,2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46,3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79,1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s/ coorte 3 · 27,8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34,2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40,3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35,0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23,7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10,2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18,1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18,9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D5F328-16A7-412A-AB12-8A106BF4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6ac23a08a54710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D635D2-D245-48C3-A157-02CB7CF2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9A11E9-0E0F-4380-9BD6-8ED4F73D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61010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SEM COORTE NA ÚLTIMA COLUNA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122,7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s/ coorte 3 · 71,3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114,4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122,3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46,8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64,2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74,7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45,5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31,3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35,6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 · 11,6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20,6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 · 21,9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AB1D20-4F2B-4DBE-A5D3-2D8527B90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5ffd18bffd64700"/>
          </a:graphicData>
        </a:graphic>
      </p:graphicFrame>
    </p:spTree>
    <p:extLst>
      <p:ext uri="{BB962C8B-B14F-4D97-AF65-F5344CB8AC3E}">
        <p14:creationId xmlns:p14="http://schemas.microsoft.com/office/powerpoint/2010/main" val="211589755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812D45-A9D5-4975-A00C-F9D61161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INDEPENDENTES · EVOLUÇÃO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59F469-0654-41A5-B309-BECABDAE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 e custódia entre independentes, com R$ 124,1 bi e R$ 122,3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2C8AA8-816A-40EF-B5EA-57E6BD9B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16225-0FED-4816-B3FC-452FCD5B5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ADC6B3-139F-4279-88AA-27C9CC3A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82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PL ex-FIC. Sistema Petrobras e TAPSO excluídos. Posição = ranking entre independentes / ranking geral; Singulare consolidada em QI Tech; Kanastra alocada ao Itaú pela regra de afiliação explicitada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8FE1BA-9CC4-408F-B990-59DE63C0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FD95F0-22D7-46A6-8E56-0EF27E38E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71F61-957C-44A8-B9FE-6E818901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2001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2/4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18,3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3/8 · 22,4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17,6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21,7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6/15 · 10,3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17,4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59,5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ACA4F6-0FFE-465C-860C-88A15BDF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53315c5d8124513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2D508D-4DEA-457B-953E-540C3F10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083A49-CC26-44F8-A734-B65ABF8B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05125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2/5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35,0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19,9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Solis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26,3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1/4 · 32,5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5/16 · 10,2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6/24 · 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9DCCA8-C063-4ACC-B53A-898CD5AA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75ad0cc0bd04e06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DDE30E-0371-4A73-BDBB-E95DBE33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103F48-2A28-4B22-A1AE-8B10CFDD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10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1/2 · 122,3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46,8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74,7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25,1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17,9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22,4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13,8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11,5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7/12 · 18,2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21,1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FED0E5-7125-4731-A244-17BF702E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16499cc5b7495f"/>
          </a:graphicData>
        </a:graphic>
      </p:graphicFrame>
    </p:spTree>
    <p:extLst>
      <p:ext uri="{BB962C8B-B14F-4D97-AF65-F5344CB8AC3E}">
        <p14:creationId xmlns:p14="http://schemas.microsoft.com/office/powerpoint/2010/main" val="183210886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D93FAA-5534-4CE4-BD35-54E114E2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DF37C1-1760-4A0F-8B55-F1EF2E87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477245-CE74-47B2-8162-62C57761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9F48A9-795F-448C-8011-AF67C632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E90297-123E-4E09-BC54-436D764B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Fundos.NET, FIDCs.xlsx e conglomerados prudenciais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8C4BBF-F4DB-4D40-BF27-7EAB8BEB4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E6E55F-57B6-4792-A0AC-03097299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9C0191-424F-4207-8ECE-4D8741F3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7e1ca47bbb744e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85DC00-5545-4F50-9A8A-A5716925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DDC030-FC04-401D-95AA-FDC48E70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4472D3-CFA4-4058-86EF-1065A043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BB9F6A-2A63-4200-9A1E-9F762A01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69211890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CCD0B8-5749-48BE-9BC5-2FE4FFF2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7B6A7E-93B3-4486-99E7-CCDB44F0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6FB100-81F8-4A2B-BCE4-4E7FF07C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64EAB-FD8A-40B7-8486-DAF36E34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0E7635-CE21-48CC-9659-B8A0172C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FIDCs.xlsx, aba BTG.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BFC949-B180-4D52-B752-BD3AEAD3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959A75-A412-4283-88FD-B9F8F729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B3EB96-87CE-49D8-8F63-11E6F4422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1f54b4c724d476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22C3D6-04DA-4458-9152-26DBC82B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CA40CA-5146-471C-9AD5-09BC3A50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3A337F-CF0D-4EC3-8B45-77132B4A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733184-F008-49E2-9023-6295F6D2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83ac4fd3004567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208F8C-71AA-447B-A7DE-0DD9A9905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83B3C4-0743-452B-8444-9814D750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6F2350-20FD-4C7D-BDC8-6249BFC50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aba BTG de FIDCs.xlsx lista 32 raízes; 30 tinham PL observado em jun/26, somando R$ 52,2 bi. A lista define o recorte analítico; controle societário exige evidência documental específica.</a:t>
            </a:r>
          </a:p>
        </p:txBody>
      </p:sp>
    </p:spTree>
    <p:extLst>
      <p:ext uri="{BB962C8B-B14F-4D97-AF65-F5344CB8AC3E}">
        <p14:creationId xmlns:p14="http://schemas.microsoft.com/office/powerpoint/2010/main" val="105196747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63E158-F716-41C3-B72B-A88575833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CBSF / REAG · DESTINO DOS FUNDOS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19F733-7C75-421E-9962-BF73885F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Master e Planner receberam R$ 9,9 bi; 35% do PL continuante migrou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C14A8D-8FE8-4459-B6FD-6EBBAEE13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1F2CA8-BADF-465B-84D8-9DAFD7AD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385779-EE50-4F1C-96C7-7193DB61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Mensal; BCB, Ato 1.375, liquidação em 15/01/26. Coorte do CNPJ 34.829.992/0001-86 em dez/25; destino em jun/26. PL ex-FIC, sem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F16678-1327-4CFB-B111-34A0377A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1b571d9a1e43b1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93775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EA9C56-E64A-4A8D-9065-ECA820BC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3ADE71-5BEC-4026-BFE6-22999541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363 FIDCs trocaram de administrador; 11,3% do estoque comparável mudou de mãos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2792FB-9133-4E78-9C98-215914F2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F1BFDA-4178-4F8F-8969-2548D560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11F207-BB57-4975-BC4D-F10B1DE48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Fundos existentes em jun/26, com administrador observado em dez/24 e jun/26; largura = PL jun/26. Cobertura: 73,1% do PL da coorte. Ex-FIC e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D398DF-62C0-4B36-912B-6BC0A24A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c1f34ed605489d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20670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81ADB6-C9B8-4010-868F-3486C9DC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1FF0D9-3EBE-4BA2-90FE-4D2B4DB8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 FIDCs e R$ 1,28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6AB8A6-189E-4078-8993-90B07311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C634A4-39C8-4A23-93DF-310EA72D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E00C36-9B2F-4976-AEB9-A232E044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6,40%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63AEB3-B0E6-4EE0-962C-051A1366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fb732b14b449a9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35548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5A19CA-F545-44DB-9B1A-07EBE308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992DF-1120-42CA-B8C6-7C82E1FB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 FIDCs e R$ 0,38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6D000C-3967-475A-83F5-BFA8FBAE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3D4DB0-FBDD-40AE-87DB-8BDBC3D93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91F4F5-15B7-476D-BCF3-46242A2C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6,43%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D2F458-B066-43E5-9F65-408BF0106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28083a390d43fe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2764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50A55890-04E9-4865-8C5A-57D62057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1EACB1-FA0C-4F52-B0ED-7B631C5A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50BE50-F94C-41A7-B6D7-4A82F7457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60002-C600-4D47-8FF5-4BBEF9B07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829B71-6EE3-43FF-9983-87660D37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A3BCCE-3B62-4582-ACC1-0761F7E4E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F0B95A-7437-4C0E-ACAA-1D91C40C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6BB7A0-E466-4DD9-9068-2612AD87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2A2C04-D69D-4ABB-B776-4B88F231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3B2688-661F-4121-9E24-9C8A7B64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F40E54-80F9-4155-8C08-ECBEB602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E2B0A3-56B2-48EF-B556-ACE92B6CA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1E5852-6ECC-4685-BED4-9E2168CC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0FFF14-5CAE-40CB-8C5A-64A1D8F1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C4CAA1-EF7D-4D17-A83C-17635E28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B47AEB-844A-4A8B-B27B-CD277C74E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B8394E-A93A-4816-BDCB-E9985589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B4CA77-4EE9-433F-BCB0-BCAB9FF7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D8A710-2833-4FAF-99CB-A82EC2BC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C29FB4-7B52-4046-A010-0F14E8C5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CB7417-5BF5-4267-B401-81A4A87F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AC0D9A-9F99-4771-804C-F347B8AD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C6253C-B2D9-4D7D-A28D-F097BA46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7689EB-9324-4704-9A79-11AC600A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A74168-7E3C-4170-A40B-E8058D88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16B814-8FD4-4F4A-8247-98A9D5FD1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5F19AB-3884-404F-9317-06C2A9AD1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1A35A0-1426-4214-B272-46304D489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A5F0D8-9670-4D54-9A73-80EE810CC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764EDE-A73C-43D8-918E-66DA3E54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75841C-69BE-4A98-B209-1B467C77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63B0E7-77EA-43AB-9B8C-1B61A2300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8F7B84-1370-4E8C-8C11-73A08898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091C86-804D-4580-BE42-988E8377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9F6486-647C-4D6F-81E2-32A075C9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BB0E23B-11F6-4514-B691-122D95B3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E0E2D8-814E-45B7-B35F-C76A0629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11DC3DB-45DC-4048-899E-350641FA5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7F0D32A-BC83-46BC-BB6E-1F581114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1B294C4-20F2-4A88-A65A-C6FC8F64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7D77D7-3075-404D-A7A0-97B10F6D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35DE61-6CD4-461C-97DB-0A95DD8D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10ED2EB-CBBD-4FC6-8953-DC4A3F31A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1B5E138-0026-4822-82A8-DF9EAF68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F0A302D-2A49-4740-A227-18763D38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7632983-D2F7-4342-B983-812367D7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BD30F4-2CEF-4B09-A910-F2D0313D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F1D6B66-FE91-45D9-9326-9AA32436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FFB4673-7DB7-4E77-9A02-C4F86862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7E3BFC8-BD27-439D-98B5-153F38311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C9E4F42-A43B-4868-9355-E481CF01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D4CD41A-9326-4C1D-AAFE-E7210074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6F6B7AB-D76D-441F-9C8A-443BD6A9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BB148A0-BCCF-41AE-8B16-B2A75685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8FF1C1F-16F5-44BA-ACB4-6B21C42C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460AEE5-87C7-45FA-87F2-31240B69F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56E8C92-F49D-4301-9AF3-D80DD754E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9730515-C8DC-402D-BE1F-2B4CB978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303D4F6-4EBC-4464-8D8B-60829344A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28BC1DD-774A-4789-91B2-B5D3699D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C477FEC-F0C9-4352-80A9-67B9973E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CC38BE9-686A-44E0-8FC1-F79DD26F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9E6B953-AD5A-431A-8A00-37029E05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EE56CB4-D1E8-416E-AA38-F593C391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9FF0173-01D2-4F50-A7AC-A12F9870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5D0C4AD-7D06-4E5B-ACF7-7DDD7CB5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E6F7D44-D438-426F-B8DD-355BFC27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B715ED4-3999-41B3-8FC8-A394366B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EB76535-ACF8-4D3C-9DDC-DBA17EF7D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37904FA-CD9E-4098-A3B0-CCD85E00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E6FF79C-1EAD-44D9-ACE9-7F37FD9B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D923E2F-71D0-4AB0-8ECF-51B167C2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EA08D57-A817-47CB-8C2C-59D65C896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A402BB2-6465-4D8B-9957-461D5DD2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878C720-945B-4488-8DF6-4D438C35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47C5158-7105-4305-9608-92301966C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0D527ED-4264-475C-9072-00AC44C6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2A87E44-862C-4AEC-8BED-C5D92803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5616059-700A-4AC9-9C2B-E539365B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5837F28-AEC6-4138-9C04-3CF8115D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895C529-2BF5-484C-9758-9BE3453D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3B833D6-E1B7-473E-8732-CAECE332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FED7A6C-7607-409B-8D0D-E859AA44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53D38F1-70A8-4447-A750-98B13D83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3AB44FD-67A1-40F7-817A-BBFF630E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B8DCFE6-8654-4DEC-B8CA-16129DBB7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FF3E58F-2683-4893-9A04-DCAF2C83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00D6616-84B0-49B8-9925-8625DA62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8EDF965-B1EE-4775-A827-2E961230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240A12F-98B3-4B9E-B45D-9F1383889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EFBE0B1-324B-4928-A913-492CC541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0077706-A08D-4816-BFD0-8482A753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03AF6A9-FFC1-49DF-87EE-647E7D73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E605A75-6331-41E9-B123-5DEF32219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340AB5A-E795-4D88-9981-78575A3B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F7B9E90-A7CD-4378-8C92-232F8362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90487AD-F84A-4D99-94BE-62AEC93F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F1BB6B8-A149-49EA-948C-14B8DFC5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E9FB994-1B52-43B9-A912-3E0BF9E14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7BACC48-B319-40C5-99D9-A5BE827A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385E24C-AEC8-46C7-B544-4BDF3E53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5091E75-3814-4B20-9BBF-3C53F843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D6C71EA5-1C09-4E38-B614-0DDEBF61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51A314B-6E75-43E9-AE0E-186A414E0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22C7CF24-921B-46E7-AF74-5B6F646B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B318FCDF-C9BF-4158-B543-184942EA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606D1EE3-C411-41C1-83E9-2B7DFD11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BAD1D396-8A76-4DDF-A035-57B3974B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C03C220-E21B-4D0A-B612-5A96FD06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820DC09E-B4AB-44C4-B372-568888F1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C6A95FD8-6705-4164-92FB-FEF1E590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F7745D5-079A-41F0-B4DA-D1AEE1BC9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1265DC0-2A41-4165-AF87-DF6A5E89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03DD6612-3DEE-42FB-9020-611A049B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D093FA5E-1420-42A9-9801-CFCA99BA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CC5F365E-034E-43F3-827B-1255DF42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1831B05-2DF7-42AC-8E33-5E410FEF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0D07C08-3B8B-4D8F-B78B-8A0ED7C6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47A07A7B-F701-473A-843D-8A85FA5BE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1723C88-55A1-4AC2-9ECE-497E554F0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BBD54B0-4461-45D5-91EF-44942C22B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9D64318-8135-420B-9491-B65E6752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66B4EC99-B98B-4255-8303-89FC77551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3B6E1FC-8ADC-4F67-B6B9-8F4EF91B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D142F502-03AC-4202-9494-A8C8A5B6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3789653D-ED65-45CE-8402-B34608CD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0370EFD5-0B62-4EF2-A4FA-085F8E31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E9814516-35D2-49DD-A4AD-CDA4F49FF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4A5CBE80-E206-4359-83DE-AC69CB5A8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33FC66A7-EA6F-48C7-9B18-C7C96598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0D2D144E-2D9E-47D6-8A0D-2B45B5CDB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227AA16F-EDB6-4A1C-9605-557A436D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67B28F3-324D-4068-BD4D-623B2057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96B00D32-899E-4A83-A360-6A3197282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0432A2A5-C2E3-4B72-8D1C-48ECB6B0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36DE061D-FA7E-4AF5-9C6B-57950DB63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61C3606E-CA0A-460F-B58A-4B18D629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EC13FA20-C67F-49E8-9E33-070133B3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EDBF4467-6DD6-4FD9-9CBB-EE60221C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F1CD3B39-B7CA-4E8C-8B29-6BC0E441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4C58A348-EBF3-4DAC-B11E-F83B6C8A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66E231B3-9FBF-43D7-B321-12DCA37A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8DFF403-BAE8-4ADA-8BF4-D2496496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A49CA32-D918-409A-A134-F17BD45B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50655034-82B5-4B84-854A-3A3EC3B2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D9DC0C1F-388B-49E6-BF02-51625D09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B2DF01CF-0E37-4B85-B92D-89D44BD0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C9D05CAD-8705-4D48-8FB2-7504515E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25337C11-CDC5-4317-8571-470B753AB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2451208D-32B3-45D6-9377-05542BAE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AAED135F-4EE9-4DEE-95E6-87082460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DE5769C-90D5-43FB-8E5D-75C49F27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B5EA1E45-9DF7-4C23-A7C5-5226B3900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7A5B69CE-E572-4A84-9A20-8250482F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B7CB145-BF8A-4694-A6D9-1B5050A5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C58CDC64-3B1E-45E2-A1A7-C4C56A8B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6756A236-CFAC-4AF5-A6E9-3A20E3F6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18495C5C-39F3-4BBF-9C99-7329CB50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AAAB0525-5B16-4618-82C5-FB2367A46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3799138-4A4F-4DE1-A127-0391AF1C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4FED3200-6EAC-48F0-BBEF-650E659E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DB60732F-D82C-4DAB-A5E1-B1AB2DA8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AA6E28F-9157-4212-8C02-60D6706D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1F1635F5-7786-4A18-BA6F-4878B57F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B8780AC6-4AD8-40E5-B37A-78CC7E94A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DFAAD8AA-A32E-4A9B-B1E7-7C6C90D7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E9C89877-31B9-4FD5-A551-FCA0F3EE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9D4D0F92-663E-48A4-8CBD-ACB9FD94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A7998DA4-863C-40F2-9E51-BFCBDF72F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E3563BEE-7CCF-4451-9D2D-B9E77AAA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1E30149E-815E-4862-89D0-75A76403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40B6E38F-0194-40C5-B8F8-83E016C7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4A3B46D0-4A46-4610-9148-04D58031A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98316642-2B84-4433-B216-FF4E384F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DF003359-0D86-4666-9539-A89A122A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88E5614A-76E8-4730-A320-0400F1AC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 BANCOS EMISSORES CARTÃO CRÉDITO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CA2D8FB3-D08A-431B-AE7B-AB8582A0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6D4560CB-AE48-4C36-B7EC-B11D6B9C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429453A8-6A7A-4240-8D54-6DDF994D8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04CEF01E-5191-49D3-9C9B-894AB176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18387531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25213C67-9B8D-46C2-8578-B556BB5B7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E661D8-38F8-4CC1-846E-0943F300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26,0%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11E47F-7902-4677-A807-66701C99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8C965-930E-4A63-A311-AF21AEF8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42427-625C-4D14-8EB1-B35DC9AF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locais; ranking em jun/26.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569448-5801-48F5-8FA4-EE25C8B5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67E7B9-C65D-4572-8CEC-30EC8EE9B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2311C9-B85F-4445-AD7D-85F7BE2C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8B84C3-2DC5-4D99-9DAF-E553FA55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BAA396-8236-44B8-88D6-12801D4A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936B66-B421-47B0-8BBE-96515E81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89BA91-F0C7-4AD4-8626-C3AEA1AC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12FDA3-D1A1-4256-BAE3-AAFBBFE3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E94FD7-44AE-4732-AD19-8085AF77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FDADDA-CC24-46E6-AF8E-1EBC7B5CF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35990F-7425-4077-8CC7-741621A0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424F8B-58B4-49DF-8E08-875E5FC5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7FAAA6-4843-4435-90FA-184BB32D3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4BCEAA-7319-4115-8D92-A4E98133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347D82-0843-4392-8EDE-FC71B2F3C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95CCEB-01D5-4209-880A-152303F3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EFFC77-C1C6-4244-BEF0-735ABEB7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E97486-A18E-426E-90FC-C0941B16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0237C7-4FAE-486A-8820-D6074ADF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AE7BFF-0AE9-4EC2-A11D-77C9EAF88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7475BF-EE7E-4322-A449-2AE92D89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DF39A8-DD6B-44C5-8267-A6F48A27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31F47D-B164-46FB-8C38-9BBFADA1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11E48D-DC01-4569-92F4-BFD5A236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0FE4A0-769C-44CA-A514-AE097A1A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4B748C-7888-4CB3-B475-7FCD1C29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056C9C-657C-412B-AC16-E22768DD1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33DED3-40B2-488B-9665-63AC4CAC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968450-D118-4952-A89F-57FA215C6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50C0CF-A13D-46EB-9EA0-C337FDE89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9F4D6A-CD34-4425-9311-CCB4842D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283081D-71A2-475C-B073-F92AD9168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CB93ABB-03D4-42F1-8C25-D9752D8B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6411E2E-CF24-49AB-912F-EFAE3066A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71D4CB9-E386-4042-B006-903CAA7E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4CB2623-E385-4034-9505-AEDEAC52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95D42E1-CA8E-4840-82D8-04A192EF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9C390E4-6469-45B1-AE3C-02C93742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E8EC56F-E0F2-4916-9A88-521C39D3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F9EFFAC-2CCA-46C2-AC6D-B541AADB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0A96BBB-1215-4C30-AEB7-4D39B6B1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62571AF-D5DB-4EF8-B31A-2B64F547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C398B52-A325-4571-9CA7-ACACF3663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05DD4F0-81CA-43DA-86A7-A3C54504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FD3440-DACA-412A-90AE-0F903DE36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5A6D3EA-202C-425B-AD4C-C0AAA60C6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AE0AD89-05A6-4261-B52C-293A42BF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D05D3DE-9CBA-42AC-AC07-7C8CA2AB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7D3F047-1B56-483E-BE6E-307FE114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3FD7140-2B8B-43DF-B6E8-75B66362F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53A0850-A09B-44BE-B9AF-7360CFFB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27422D1-D82B-4C2A-B29B-2F275B65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4FD555C-778A-4108-8D30-8C6EBBA5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23DD7B0-F3A6-43D2-AFC3-80881224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A5A6795-F8AB-4B91-B582-DF2520978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D069560-2336-47EF-9904-5936161E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1800BF9-004C-4A34-8027-2F4688CE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A4C02C-5AC4-4842-BFAE-DAF0F533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7AAE14A-25BB-4847-884F-2621CA194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FDB00EA-15D3-4FBD-BD13-01523A11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470CB4E-CF01-474E-9DFF-0F7F34A5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95AD9FF-9655-41F1-B5D4-7896636A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CB64A2E-A465-4D37-8C9C-CBAFEEB0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69466D0-08CF-4F3C-8C90-ECFFA219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CF031CD-DC29-4467-9F98-899A6411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9B6CA52-BAB2-434A-9C69-CA8FB036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5DAC1F7-6CEC-4EAC-B739-587FC70CF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A6EFBC1-C0BE-43B6-9BEE-86DF8E8A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11B19C3-6A65-4B24-B95A-A9B68B0F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0B097D9-1E3D-4806-A70A-81851FAB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B888BA6-6BB8-421E-A65A-543D6BC6F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DC51928-036F-4C72-8BCC-C8D83FBE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1022557-7BFC-4A9D-9A8F-31F5CF46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08386C1-92CE-42DA-8CA8-23537A9D7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9FE93F0-DFA7-4866-93A1-AF9CABCD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84CC6C8-00DF-4170-BF16-228162158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6EE4FA3-AD2B-4096-9304-2D77C3E9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4C89F59-120E-4A8F-8FE3-91ADA0C1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D4900C6-7670-4785-B6C1-1AACA1F3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FD71EF7-57E0-41D1-9F09-9092BF8C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D2260E2-D2C3-4186-AF24-185812FF6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B8892AF-7A08-4ECB-909E-B052078F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CED533B-4D25-4BFC-A7FF-3F614BF3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BC465B1-A95F-40E2-84D4-35626D96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5541B39-EA6F-4F8C-A055-99187A5A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C296D88-7E2F-4050-B82F-E32AECCF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437763A-A78F-48C9-BC41-56EE202B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618274E-E005-4FAE-8101-17184269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A0ECFCB-5F87-4935-9B28-49D96F31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53C5016-E0D0-4CCB-A75C-D9E697F3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EB555DD-306C-4E74-A7EF-E4DE27691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1DA9A4C-CFA2-45B6-B33F-9E3CFEEA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983B467-8C72-499F-85A4-7D79213E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8FFCAB6-0AC5-4CA0-AAAD-A3C8F099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4F8650A-B16F-42DF-8B75-1BE36F93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209D315-4E61-496B-8D6F-527531251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40EB136-A3F2-44ED-BF27-66A204518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B8A4059F-3C62-4B71-8A26-C0151C58B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D2DDE8EC-F2C9-4477-8606-76119BDD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2C0E0EE-F814-445C-9B97-29B8CEC11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EED6CDBA-3BA4-4C31-89AA-758DC7ED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E7E96BDF-7F2C-46C4-A5CD-890C762E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D0DBF704-77A2-4884-9123-724AFA0A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77DE4BF2-A797-4C70-B35C-52A9A1B8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3A015480-672D-4DC2-8EDC-98F34AE6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5F2134C-6EF8-4BC8-9675-60A250FC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576DA7D-EDD0-4830-8123-1345BFE4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D0DA2B42-84A7-4F61-8D98-2787CD03D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72F4199-AA20-47F6-B981-0BF8676C2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5C01928-6B20-40E3-A238-A3868EBF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921711A2-734B-41D0-AD78-514C4F5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D594AEDC-A145-4D56-B4C5-FBD64746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D1ECBA4-7B9D-4613-AE4B-210863619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CFB43FF2-0EC4-47DD-BF90-A9CD56D2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F42611E-1A43-4C2D-9CBF-3746F228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151AD259-FDCA-4D59-AF97-E29509C8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1F00E2C-C11A-4396-8F9C-4C43D00C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1D357F2-BCFF-447B-BA75-0A06694E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D60F33C4-7549-40C1-83D1-F0CBEF76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D8D18497-339E-4C98-92D3-61510425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E41B8B7-1435-49A8-A6B4-5A7F617B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4CA36468-36A5-48BB-B2C7-44EA7388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69A0BB0D-4E77-4032-A023-15E73511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7E11D9B-CB97-493E-869C-0B45ADA7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A9DAA4A4-069B-496E-B1C9-50250A513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F94B26DF-4018-4038-806F-57CC2FC9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7579FEC4-A0D7-4F2E-8331-1EDC0FE1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29C3E69-617B-4EEE-A302-2E8523E1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8D460A63-0F76-4FB5-82FC-301DF18B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6826101C-6991-44BF-B734-8AA64E84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5DE64B6-773F-43D1-9B2E-2D7A1038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89E7D93C-8586-4C34-9DA0-387AA88D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54E0D670-BE6B-43FD-8A43-CA74E7846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5CC6729E-C9D1-4D93-8C6E-0CDAC296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0AC6376F-203F-43B7-BABB-C1706266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8E3CE41-832B-4D94-B429-DBBB08B0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98361816-A0AE-48E9-9A09-B692EA6BB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3E557945-ECA1-41E4-A32B-9122FEC2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118C5195-9B78-4666-B81E-52A0C2D1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4FA37E44-2322-4046-B869-B10B6083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60FA21B5-DBE9-4069-B106-BBD9DC2AD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4BF055B6-2C78-4A0A-8B7E-3CC6FC08D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50F4CFA9-C7E8-458F-84B6-22278FFD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27C33925-E30B-4DCC-A85E-088A9586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5FCD4E98-EEEB-432A-A2EB-7D5AC5B8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A0747086-7FBA-44B9-8165-90812DE89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4D27017-686E-4147-A70B-D7AE945E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95FD894-FDFD-44BB-991A-2A55D318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AE12F8C5-BD95-4B01-9CF6-1ACCE1F6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F62D8BFE-C763-4EE9-A30F-845716FA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9AD04795-5349-426A-B233-9A4EB4FB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8A7737DF-CDBA-4A95-93B6-29EFAD8F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8B169EDE-C493-4EBC-818B-675B3DAF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95ADA75F-CE14-437D-B260-822BCBB2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9303848C-7DC0-4C6C-9726-3DB797B2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0BFD7621-A5A4-4498-A264-F37E30CF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FE1CEBBD-67BF-4EAD-977D-8CD9B3D5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83421C2C-825F-4E43-AEAC-B62183C4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9C585BDA-D5D1-4227-AAE0-B2D45CB2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2298D11F-94FD-4427-A8EA-4B4101E3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5F75F9FA-A21F-441C-992D-4A9A6CA3F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3809B1F7-23A2-425D-BECE-DF5443236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97A5925D-4B89-475F-BE97-CAB895B0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D26B9DF5-C19C-41E6-B788-DFCCCBFA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B483C87F-B998-4B33-9B72-61E8490D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ABFC2DB6-85D2-4FFF-B04A-FCADB235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B1E284BF-65DC-4A62-AF04-881D9B789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82B01645-3048-4FEC-BF30-4A6ACC33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440523C7-9E10-4066-B59E-043E62E1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22338764-FBB0-414D-B5FA-CCBDB00F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6DAAAC37-A00E-409A-847E-2299808F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CDFDA9DF-BCDA-4414-BA66-00066860A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315F90C3-416C-4CA3-8434-F103D580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68AA9761-17AB-40FA-B527-6E7F51A4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47D53A60-4BED-47C8-804F-E6E2566D9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14674621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4D98E5-DCFB-40C8-A347-DF6A0B5B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E987B1-FF80-4C97-AB13-50FF5F24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D2F10-97E8-4199-BE38-6FBE300E6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BB9C3-FC50-4C83-B06C-CB4CAEAC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427B41-82E7-4600-ACAB-3781C2F2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927A93-453F-49B5-850F-C87AAD2AC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92a117b58e9437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0580C1-12B8-4CFC-96A6-19477F90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EE738-39E7-4AB7-87FA-18EF9BF6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0CC4D6-7668-4F45-9A38-46F06BC17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6ED5F6-46D2-4091-B802-512D04B5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8FA3E4-0208-4952-B030-4D16FF90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E3CF26-8F40-4B24-8FE0-8508FB82B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8FB27D-8D85-428A-B378-FE0D85F2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7E0478-6F71-493B-8B6A-82B8F427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790447-ACDD-4311-967C-BF7EC5AA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E5FA61-CD4B-471B-B16C-0C9D13ED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23FA48-E50F-41EE-8F35-E6AF7913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87C0A3-D808-47D9-8054-F037AE0C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2342DD-EBB8-497C-AD94-2EA4407F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24E6C0-04BE-40AB-8C84-4FA15384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03AE3F-A813-43D1-A167-3CD46D5E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9C2842-D762-4629-AFEA-9A561647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A0A1B8-3914-436C-B4B6-98CA83D7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286039-9681-4D7F-96FB-984A4E5B3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EC679F-1403-4239-A63E-7CD5B03F8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8BD517-72BC-4652-B47C-A01164F9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61614446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D59F9DC-5933-4347-A917-AA82778D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0AB48A-E0A7-4A71-8AD9-08D79FB2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6D1C52-9DD0-49C8-A0BF-E7E60E81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613369-9BC0-400C-88E3-CC7198E7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45D1B8-1D15-44F0-91A5-F9378EA9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3882AE-9DBE-45B6-8DD9-8789BB53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B5F828-56B0-4C44-9B32-31447756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48C26-82D7-4568-ACAD-8A5F7FD6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607E8F-5604-42EB-8D4A-A55A35B3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41FE62-77C3-4FCE-8FD9-D101C8EFB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45FC51-1F49-4DA6-9C6D-B12B8657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75C704-CBF6-4FE6-8696-0C1A4D2B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87FB69-E1A4-4250-B33B-161AE216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A3C33E-3815-4428-A72A-35D0EC7BA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C03F8F-B459-4DC4-9BFC-4D0644E88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23690E-CE5D-464F-A809-F8FA413A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6F90ED-CBE2-4718-B9E0-43B5589B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EAA4ED-F176-4123-BD1F-CBA6CA13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8E57D0-CE01-49F6-A246-FBB68355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AECF31-6D37-46CA-AE45-4987EA0A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 FUNDO DE INVESTIMENTO…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7ED47D-7A18-4DDB-AF07-BBDE9604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FEF838-B109-4362-9D87-EB79265E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4D5F3F-0C1A-4529-8F3D-64F5DEC09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A31844-AC26-47FC-A2E3-1FA00104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212369-79AA-45A5-ABD6-3B2D8145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675D08-16DB-40FA-88A3-9E669524A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60D26C-AB06-44AF-A036-65C3D1CB4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7210A4-A689-48A8-B609-C53F732C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D051A7-A8F0-46D1-A53E-46584449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503856-D379-4064-AD55-0840C337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116368-3405-480E-B8EF-CFCD31BF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DDC426-922A-4CF5-8156-4446344A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28262B-01E6-4DB4-9F7D-0A1D31A4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DE8573-EE53-4A29-8D7D-C68239E9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A0F630-5E78-469B-ACC0-90811876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A8D63F8-C488-4582-86A2-056A8CF2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267BF89-C88C-4713-8B36-A51C7D34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CA4D80-0051-4EB6-B231-AE586795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82B47FD-884F-4D69-8DA2-1CA10497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0F546A7-C082-4DF3-AD45-9F4D8863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B5BBC70-D777-4897-A5DA-0F40799A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0F7DE9C-DEAA-4A60-9641-1E2E0006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1754830-F19A-4B3C-B8D7-97028D9E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711E8D-55B2-4F00-A317-7113DFBB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0F09111-4038-4569-BF84-E692A8E72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DE0679C-F4CD-4FBF-BD73-5D6CCB83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D311FE7-3C4C-4E20-ABB3-D116490C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36D244D-44BD-449D-B7DA-572DCC0F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BF6586-77EC-4637-859E-D5B431DC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BDC1218-BB98-4C1E-8983-868977BE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7A6F477-2729-4BA9-98F1-C91541CF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E93FB86-D82C-44D3-BA4C-0537A231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107DA76-8A58-4AF8-9174-E8FF0BC7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AE9C533-D879-4A76-806F-860B8BFF6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11A2493-CF40-4BD5-B125-2E9BD448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4EDB890-8D49-4600-B925-25266F44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FAE506-C1BB-42E6-957C-F1B9A657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C34AD49-8196-4DFE-AE92-93BD949A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C06D8F2-C020-47BE-849B-515139C6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05E6EBF-6D0A-4735-A4E9-0226DAA9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5ACBC71-FAF4-4378-A145-986A893B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0B0AF0A-BE59-4CD8-8B7A-C7AC5570A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03C72CF-7E0F-4F95-B2F4-ABE68DBCF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27CF35C-29BB-4849-BA38-727D7B04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337FE81-A1AF-4DD5-93F6-77DCAFB2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58942F5-EF0A-450D-9438-EA663C00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099ED4D-77FE-44F1-9BD4-ED0D8F42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B1C5895-F9AF-451C-948E-B925EEC5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A30DF7D-E426-4493-9023-551353E0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7FC7FBD-088C-4FD0-A122-B89CCF31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FA22807-DD34-4726-B98A-C6177004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6E474EC-22EF-452A-988E-972EA40F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51DB4BE-2968-4C54-9F5C-A39C6DF8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0F638EC-A3DA-419F-B1FA-6DDBA32C3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BD4A335-E4B7-4504-AF9C-EB73D844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B170CA3-F3AF-448D-9911-DC2EAD22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EFFC9DA-6F1B-48FA-9823-3BB9ED2F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C0BAE58-C624-44F8-A9CF-38901B5E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199610181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72CAE8-4C59-4267-8E77-E1B64487D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16BBBD-DAFF-4CB6-9F2E-3064585A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D17B61-5282-4149-9996-2F1C4C9A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C8F461-9842-4A8A-AA37-03C08AE9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EAD27B-1A8D-46A1-96E5-6F493208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8120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oferta_resolucao_160.csv (dados.cvm.gov.br/dataset/oferta-distrib), snapshot de 21/jul/26. Cotas de FIDC, oferta primária, status literal “Oferta Encerrada”, Data de Encerramento até 30/jun/26 e Valor Total Registrado positivo; unidade = Número do Requerimento.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FD7B8-9694-4AF4-9903-C62A9DE0B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B194E5-AB88-4685-82E4-9C5D9B7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 · VOLUME REGISTRADO E TICKET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56A1C-3742-44B7-8AB3-384EC780B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f7dcd8efeb4f3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7B6612-40A0-4994-A6F4-393A8EC6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JAN–JUN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AB81C3-4436-45AD-A356-BD0DF852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0ac5e6c62984e44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0D4F67-A0D2-4E4A-8067-561AB7F5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A4EA94-4956-4809-B9B6-2D2502C0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94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Fev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4A7C9F-9B4A-43E4-AB1C-ACEAFA10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153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E29B0E-4302-4CF6-9062-40645D51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212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Abr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BE1176-69B1-4B92-BD3D-F891D1FE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271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3350CF-DED9-4EE4-B858-8DD1E4132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EE6A7A-4B12-4333-97D1-F3C7870E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425630-A1D6-4359-98C9-0F0A4E22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56892B-F907-4F40-AA40-86628DAF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86B171-D091-484B-B443-E8BD2D4C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067B9A-0033-463B-A18A-81CC1A95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87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1D6A6A-8B55-4848-BBD0-93D95D79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11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graphicFrame>
        <p:nvGraphicFramePr>
          <p:cNvPr id="5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R$ 79,1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0BDC9B-1737-4B64-BAC0-3D29CD628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de volume colocado; a cobertura por quantidade colocada equivale a 97,3% do valor registrado.</a:t>
            </a:r>
          </a:p>
        </p:txBody>
      </p:sp>
    </p:spTree>
    <p:extLst>
      <p:ext uri="{BB962C8B-B14F-4D97-AF65-F5344CB8AC3E}">
        <p14:creationId xmlns:p14="http://schemas.microsoft.com/office/powerpoint/2010/main" val="24876767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B517EE-6214-406B-B355-2B0A617E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B87194-A3F0-4BB8-A2C8-0189A6E8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D8CE3C-FF1F-4C3C-8379-0E1E6071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07A04-4004-4838-8543-C6F2CCF2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41DCB9-F8F1-402B-B7CB-0683B84B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CVM; mesma coorte do slide anterior. 2024/2025 = ano completo;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C0B796-D13E-4E60-A6F5-73721D56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2ADC9A-4C9A-4F4F-9F98-82286DEF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9FC8B2-5628-46FC-838C-B290129A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456dc7d04043d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12B904-EE95-4E71-9E6F-86540CC3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65069-90B5-4835-8EEB-407B6969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59389a697c4d87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EE87B4-547F-424D-8280-78CD4EA7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E5CEE3-1DBA-4431-BCEA-839FA23E9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413d7d8ec3643e9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165D5C-7DE1-4935-BD89-EC4A0A4E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4883FD-1F22-4F45-AD20-57314E50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2F7D2E-38AC-40DB-BD22-ED4078F67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37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B3A2A5-C088-46FD-A5F0-642297D52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577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3DCF90-8279-4543-9DD4-5ADE6657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86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2D70A8-E1D7-4A5D-95D7-047B4CF9C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0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355372-11EB-48F6-83C6-9C6068BB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9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bucket ≥ R$ 500 mi soma R$ 27,7 bi em jan–jun/26; quantidade e volume fecham 100% em cada período.</a:t>
            </a:r>
          </a:p>
        </p:txBody>
      </p:sp>
    </p:spTree>
    <p:extLst>
      <p:ext uri="{BB962C8B-B14F-4D97-AF65-F5344CB8AC3E}">
        <p14:creationId xmlns:p14="http://schemas.microsoft.com/office/powerpoint/2010/main" val="101504884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3F5409-89FF-4EEA-8326-D3E07C06B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928E13-19AA-4BC9-A5B3-AA3ED39C4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liderou 5 das 15 maiores em jan–jun/26, somando R$ 6,6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5C0474-DD2A-4D45-A2D6-9A3E8618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A2A6A6-8E96-4D35-91D0-F5DDB148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007D03-B516-4648-9568-DC11F7D1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 Pública de Distribuição; Cotas de FIDC, primária, status Oferta Encerrada. Nº de Inv. = soma dos campos Num_Invest_*.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E2DE6D-5CF0-44E0-9EC1-E8E2535B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323B74-6A85-4AF1-88F2-DEFB17B7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95CA19-9AA4-48D2-A65D-10128AA2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619250"/>
                <a:gridCol w="990600"/>
                <a:gridCol w="476250"/>
                <a:gridCol w="400050"/>
                <a:gridCol w="333375"/>
                <a:gridCol w="742950"/>
                <a:gridCol w="5429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Inv.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5.017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9B3C3E-B517-4504-8C85-606A0AE2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1AA6BE-F5FC-401C-AC69-E24095707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619250"/>
                <a:gridCol w="990600"/>
                <a:gridCol w="476250"/>
                <a:gridCol w="400050"/>
                <a:gridCol w="333375"/>
                <a:gridCol w="742950"/>
                <a:gridCol w="5429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Inv.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DDAD4-C571-4094-90FF-FEE955E63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E00A1E-C95C-4495-876D-D1BBE7E7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22,5%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41EBCE-9DC7-457E-934B-1DD1B86D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1505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Empates usam o Número do Requerimento crescente. A base pública não contém proposta, fee ou preço de coordenação.</a:t>
            </a:r>
          </a:p>
        </p:txBody>
      </p:sp>
    </p:spTree>
    <p:extLst>
      <p:ext uri="{BB962C8B-B14F-4D97-AF65-F5344CB8AC3E}">
        <p14:creationId xmlns:p14="http://schemas.microsoft.com/office/powerpoint/2010/main" val="89369754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9EE665-37C3-4013-9D0D-5FB8E539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DBAAD1-3EDC-4527-A6AB-3C5A077D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E31A2-3201-436F-8678-CF40DF8C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4BBBCE-60E9-4752-ACCE-82B9141B9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A4268F-DDFD-47B4-8EF8-9F228896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40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ANBIMA, BCB e FIDCs.xlsx. PF: proxy com 97,3% de cobertura; contas não equivalem a investidores únicos. Verticalização inclui FIC-FIDC; Top 10 ex-Petrobras/TAPSO. BTG: 30/32 raízes observadas;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5C1392-DB16-4924-8FB6-4D14AB3C5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66289F-0A32-4DAD-BA49-63EDFBBE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71B41D-88BE-45E1-BE01-4102A920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D073EF-747F-438C-A036-3F3CB6DA8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AC9286-8050-453E-A87C-42FAA02C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ECB647-966D-480E-AD16-918904E2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41C8C0-BA2F-48D5-BFDC-394317495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BA0B98-CDC4-4424-BF3F-80F8FADE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EEA171-F09F-4FC5-B23B-3973C4AA6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96305D-F90B-4492-AF99-3C815E56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9843F8-365E-45BF-AE3A-1E962B0B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FC8614-F57E-42C5-8B22-48BA749A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6CE387-CF58-4469-B72C-DBCE23A1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91246A-3B6C-44BA-8047-B44167B8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E6BA02-8B8C-49AE-84F0-6CE36E46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86C937-10C4-41C4-9F1D-00C18D79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464F36-0ADE-4113-8CD8-449502329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E52ACA-9252-48A2-B7CF-1D4F2213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Essa carteira responde por 66% de todo o PL atendido pelo BTG no combo completo, indicando forte ancoragem nos veículos da coorte bancária.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7D5C77-DC21-44DC-9A63-58AA7105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41993B-ACF5-41BC-A56C-AF3785E1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068CA2-C5D4-4A85-9954-B9FF56695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2025 e 60% sobre 2024.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2025;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B98F9C-F490-4237-92CF-73A35BA0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8020689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0F4D2B-D3BA-434C-8C5A-7C8D3984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67C561-E6C3-4D17-911C-0FDC5642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5BA15D-B446-44DC-9960-C69C2B0F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4859B-3AC4-4806-9811-EF456149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69878C-9EB7-48DF-A3BB-52A48B53F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21/jul/26.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083123-186A-4877-B835-0F0B1A9A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1CE508-6297-4419-91F9-B001087F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9484F0-D66F-4FFA-811A-8295F9B8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E2427E-B059-41C1-849B-DAD957FF3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415443-C3E3-4CF8-91B6-A5E512D53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8E61C1-BB18-4835-9153-46978D10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F6BFCB-6319-4E2A-8D09-BA93AD104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252282-1B50-4C6D-BA71-2DB33684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702047-1E47-4334-A0A7-81DE9828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C24BC6-DD4B-46C9-8B79-A921ADB9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0863E0-B480-4A0D-BC36-BC7460D7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5B5FB4-EF0E-4C08-AB51-6F6C6C7DE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203FA9-1F3A-40EB-9568-C0917986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AB8A2A-92BD-42F6-B4D2-9D559055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0,00% evidência; 7,89% proxy; 2,26%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5206D3-D043-4FCD-8AB6-9464BD72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976E8C-CA11-47E9-9C06-9F38F9377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0E7257-6A7F-4AC3-945C-D47B88B2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5DCAE6-8065-45C2-B75A-DF3B1DCB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BBBC89-4FC2-4D73-9868-D3AC09DD0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B11524-9617-4766-B068-661E2A22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Ex-360 indisponível por falta de reconciliação do aging.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6349EA-1209-4A50-AA4D-A1FCE330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8E7F22-22B5-4549-A488-4F0FA85C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16F377-1FC2-4C35-A2C7-A8BF2F06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679314-1D2E-463A-94EB-3860D759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ABEED8-00A2-4239-8A1E-C8426C8B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9A5EB5-DF0D-445E-9A5E-E50A61F8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F112F1-E33A-48E7-9815-E58C5397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4B807E-0062-40FD-9BE9-CA75DC740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305E92C-0D0D-40CD-9F01-97211E34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AC9A86-B1EA-413A-B1DB-DF7FAA41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4405E8-DA36-4448-99CF-2E5A8B23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16E73E2-F75D-4E0A-A1C4-9041E4A3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A20A41-A6A0-4346-A8E2-6FE273DF6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592C40-E44B-4907-99AD-097A0BA3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30/jun/26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47A809F-5264-465A-8F53-B20F6ED0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 primária, status Oferta Encerrada e valor registrado positivo; coorte pela Data de Encerramento; unidade = Número do Requerimento.</a:t>
            </a:r>
          </a:p>
        </p:txBody>
      </p:sp>
    </p:spTree>
    <p:extLst>
      <p:ext uri="{BB962C8B-B14F-4D97-AF65-F5344CB8AC3E}">
        <p14:creationId xmlns:p14="http://schemas.microsoft.com/office/powerpoint/2010/main" val="175768949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56AA15-2D17-4BC1-B6C2-8D57E5CE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71E8D8-F8B0-46A8-83D2-A3B13580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94D588-8BB7-4F95-AF30-0C224325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057807-0849-447D-8A5B-DA93B55C8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C2F2E8-A818-4322-8283-4E743B53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5497D4-6027-4303-A6C6-D559A31A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126e9e9361a412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316822-F752-4A00-B474-1DAC51D1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BC6E9A-A6B7-47BC-BED3-C3568670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206040934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443B49-5F78-40C4-850B-3DFA8CAB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64229-3DD5-44F7-A165-CBACBDAF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023FCA-7EF3-496E-A208-9BC177D6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D82F07-93A9-4F3C-A68C-D7C6D7BE0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938546-1B01-4D57-97CA-965CACD9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F22317-FC82-4ABE-8813-626B0BB8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a830d2974b4cf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C329C4-723F-46A2-900D-C1097CD6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F55202-F6DA-4FFA-A85B-C0E56089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40367029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08A039-7CBE-4A2A-B47A-FCC196C85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47ED67-1266-444A-AF2F-36B9237D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F7756A-256F-48BA-98FE-1AF9A9CEB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E1E73F-850C-4912-BF8F-8C7C598F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43B465-4F90-4630-B229-81C62782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75F482-CA6C-4B6C-B093-B31260C2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07ef11c036b46b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01EB64-58EB-4970-A2DE-E400A31E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DF67A0-E11A-43F9-BF09-E2EAD3054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73804263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BB983D-AEC8-4C0B-82C4-57027497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0F46A8-97A2-4850-8EA1-915C062E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0B6FAF-4BF2-47D6-AC0B-054B4C2D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F4EFF3-7E7A-43A6-90E5-64BD9B4B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554DD7-5831-4C01-9B9D-58914160A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52321-30E9-490B-977C-E63ECCA4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67FC08-53B5-43DE-AFD6-81D4B982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A506FB-107D-40E7-8F81-8AFB2FFB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E1B801-0EA7-4281-8A16-F8BB4C0B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37FCA2-AF63-46FC-970C-1D4EAAD7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BA8AE6-2F4C-4DB9-A4E0-76FDD39B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840A2C-8FBA-49AA-8F67-E891D235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AE7FD0-4DFF-4F1A-8F40-365F381D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DD0FF9-BE17-41DF-8801-A266C490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8D6FDF-04C7-42AC-8A9B-AC32DFBD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613623-39B4-4B56-8A1C-D51B3854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FF5256-C5E8-49CF-A83C-0F4EC2E1F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113889-6917-4A42-A871-DF98F34B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9D54B6-8C5E-4143-B684-EC73EB55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2715DC-D881-4B4C-BB28-67855624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325336-BDF2-4B83-A273-106FA0FF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43FD72-22A7-4CF0-B7CB-E97167A4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C384E9-503D-4166-AB5E-390318AB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DE4872-5CB8-4777-AA58-A7DDB782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6D3552-5769-4DD3-A3CB-C118B783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2A9D3C-D242-4A7E-B469-556A9873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C002C1-B4E8-49B3-99D2-55A960EC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99A2DA-FD73-4C39-8C29-985A63F3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B22883-8C6B-4443-A8F0-082B29F1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68894174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55AEAB-923E-464E-A8D2-61FD656C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656670-EF99-4391-95A4-C0B71DB8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4220EE-260A-4DE5-8205-8AAFDE5C4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D8645-AB7D-4AA8-AD7F-C432B861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028649-B9FC-4C68-A5AA-C6A1D99A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19686-1F45-4EF2-BA47-C5E462CC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EBC475-F6BC-435E-BB34-ED00BC71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5E0E2E-6DF8-4C24-BA69-0B9C855A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B21C3C-F7EE-4D09-A286-EBABF055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92D30F-5455-4045-8042-78DFF290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855EF1-801B-433B-991F-CD9C94EB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4055B2-63E0-4CA5-B86D-829107B1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A4A3D1-7ED2-4B5C-AA8A-804C9778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65F1BA-085A-447A-8D92-062919D5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401FBA-7362-4E77-B588-EB89DD28B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4F6435-53AD-4B36-8C65-C2DE2053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09AD5-EFCC-42BF-8F97-2B977153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47A2F6-4A46-429B-828C-D8976347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B69D69-31A8-4D08-8D95-44DB7536B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8B87EC-B318-4C5C-96FC-4D7CE4C54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B22E1D-D130-4180-ACF1-E51CD1CCE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CEDDC2-7C67-4515-8331-7F47FA87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259440-591D-4ED1-ADF9-7CB8B839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353180-6BBB-47C1-9FB3-0D564A802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C2283B-0795-4E0C-ABF2-66D6C5E0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69EB73-52BC-46FD-A540-7DB2383C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12895B-3641-45C4-B381-EA4F83D3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B17EFD-CA17-4C14-8290-C68B6661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4B74C6-335A-4F4B-A48A-0D352A48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602696154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78BBBB-75A5-40D6-8B34-29ECEFF1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B01C80-B343-4856-B9B2-69CF1AF0D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A2FE2-7C3F-445C-A23D-84234A3C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1A1200-66BE-468A-9C1B-72325FED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AA297-DCC3-4C74-B5E2-F58F3F9E2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8A1C98-346B-4A67-B485-545364BD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103B2C-1B02-4008-9383-7ACDCB0EC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983298-5AE7-4587-A13B-063703E6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9F3523-4778-48AD-AAEA-31D3EC55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7275EF-870C-4BBE-9F10-08C88195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24C5A4-D876-415F-B7BF-C5F04F0C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D07B97-841D-4D87-B792-C3977661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10B204-B019-4225-B407-42B0BC151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EC2C4E-EE72-448A-A679-72D327C3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AD07D-AEF0-42A5-AD16-E1BAA740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97918D-3A90-49F0-AA20-8F5E264B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851AAB-0A6B-4224-B31A-0FCA038F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DE045F-748E-430E-AFBD-7F63D5B2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C05606-1258-43CD-B64D-8F761B46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1396FF-9E55-4D9F-9005-464059AC6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4FC9E2-B6FF-45D9-85B4-5D6BDAD2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B7D485-C0F8-494F-AC49-8ED60DF03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0308DF-D67C-43BC-BEA6-FC43CDB7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F557C9-33D7-44D1-AB68-384DA8B6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0649BC-58DA-4194-87DE-397D05DE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9891B-24F6-41B6-8FB9-639D2A21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781638-DA12-4FC2-A070-6A735AAB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B27091-8293-4776-9B6B-9DDFB0FBA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546078-2AD6-4BF1-B412-5B27A20F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42764675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0A4E42-5757-44E3-8714-8599745B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6B2C6F-E771-466A-9B05-D2FC3B36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EC41E9-6BD6-471B-9BDE-1D69F6F6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861C80-F9FD-45D9-AD34-4C609E51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CEC15A-91CD-4622-828B-67F089E5C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CC585F-BFD7-4FED-9224-614A7F67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01F5B3-11D7-4E2A-B0A2-F68DD3CD5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604969-B4FA-4706-BB58-696061DD3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CF3761-56DB-46D7-B318-3E44BD0A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48D58-3D98-4AE2-B738-6A7A707B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A49B52-E8D7-416A-AA7A-D12ABAFEC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5A8472-3546-4038-AD4D-7B6F5338B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A76473-D592-4876-A312-C53236F9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C4D8B0-84A3-4BAB-A2E8-2FBB5DFB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403447-8C43-47B8-9532-6DC72E1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B362A8-BD04-4EF2-BA1D-B6574E0E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04BAB1-C623-4BA6-9240-A5CFDC93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445D7-52E6-4BF7-9019-599B5316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8F37F0-548A-4E68-A21F-03B8FF4D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192647-7326-428A-9DD1-9D19A69F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3956F5-82E7-49A4-98D4-FEBA53D94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C5AAEB-E5F4-46DA-B66B-E4553178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A69B90-4B0B-4D33-ADE0-365B4319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ED8770-AF7F-4260-8919-2B2C05C9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D19C28-F57C-4401-9CB7-95DA2EC4A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714EF7-F5E5-4862-8A98-AC03BCCA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DABE63-74DF-4506-B6ED-DAC08486D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FC4397-D1AE-42A3-9393-29E33580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2349A2-1CA0-4009-8443-932894C80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208007897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3DA474-F528-45D5-8354-6561DCC0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004B6D-B430-4194-9374-CC434FD4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59763C-4E54-4DD4-83F9-47AEE004B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A947DE-6B80-4D4A-8A21-A9A4C65B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29EC6B-816E-4386-B9F2-365F4016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4CA4E7-5B03-423A-B5F8-3B021ABD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8D353A-3C11-4141-B18C-D35E5302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A5545C-3DFA-4007-9793-93E28442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BD56D5-A4E4-414C-BB3C-A2F460D3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A895F7-1C67-42B2-93C2-642D7CBA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380258-E297-4659-9537-3E911314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F2A78A-5093-4112-937F-7C2BFE4A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076BC0-9604-419E-B9C7-231188ED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6A4CAD-8879-44CF-B3B7-423D9C2D5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0C7DE3-AB2D-4944-B856-EFF13DF0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4FAD4F-F2B8-4BA1-9812-7259D810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FB267E-6023-483D-8FFB-422B605E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E38B0A-BF3B-493B-9E2A-8C7D00494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15F046-DD2A-45CD-B1DE-7FD8A44F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C1DDE4-3FF1-454C-AF52-94E71ED7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4894B0-1D52-46A9-9A79-26BF2CD4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66538C-CF64-4E2D-BD91-B4D30831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5FA0FE-7FAB-4737-8E3A-C0CDB17A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873642-0AD5-456F-A741-1AA7CD14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3B71ED-BAE4-4624-B59D-D9A0A61D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FE417A-7CA2-4A85-AB01-AAACF85D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2BB86C-4669-45E3-B4C4-B22F68F5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19F3BC-586D-414C-83FA-117FEBB8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B0F235-C836-4FC2-96F5-CFABC4FB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1501089143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25281A-3D92-4D14-8C65-77930752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782755-84A3-408A-B637-F325585F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A52E70-5368-49FC-B05F-AFA235AF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B526BC-5F10-4CBC-B7F2-CD456CFB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FC0009-A456-4A2C-932C-2ED2BE506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23B7BC-74D1-46F3-9F22-DA83F30A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C50FA4-2CCA-48EB-88A9-1D2FD4DD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ADDEA4-D69B-47F5-BF54-374CD271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3271C9-FC71-4E9F-8EEA-F59446DAF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B0150B-C045-4D01-8E30-BC573212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F34BD5-5FF3-437A-A628-08DA7FD89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839824-A962-484D-90D5-12EBB49F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1F1397-8698-4860-9D2C-699A8461E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BB1F8A-DEAA-4583-B773-BDFA26EC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FC3A1F-6D0F-45F4-9C79-89700E68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F4E5BA-50B1-4528-83AD-1712DEEA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15A76B-805A-492A-AD7C-D94356B8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42A4BF-AB46-4301-93EE-86A81C920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5681C7-D6F4-486F-B24B-517425AC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FF3F8E-6D2E-4311-8B80-44BBE449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BE29C7-8DE4-40AC-BBB6-E9423229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B2449A-1E20-42F1-A0A5-2283B64A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CD1CD4-6FE9-4032-9324-067DA76B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D248A3-D65A-4F61-A6AD-6EDDC692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5B6C6D-61BC-40B7-B43A-08D8C57A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F3121C-25B2-49BD-832C-39AE1BC9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410914-8132-49A3-8D55-4EC0DA4C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69F5D6-CF7F-4848-A25A-54E450EC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942071-BF20-45DB-B19E-49123B9E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793098523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250E62-F182-41B7-B103-4F42CB29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048570-42EE-4256-9DF9-FFC483729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EFE34-42FF-4B0A-9B25-6F6E7DEDE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56535-A511-4DB9-A1AA-674EA2FB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91AF2-9766-48E4-8F37-C2DCAD215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DDA5AA-BD64-4456-B118-956703BF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C17415-7BFA-4E1D-A373-2EF06152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D91EC6-508B-4E04-9C70-F119708A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D3701-FBBF-4D90-A254-B72D4891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FBAD75-D59A-4193-AD0A-32A6589BA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3376CB-F0C3-4484-89D7-7DB17CC9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7E2359-B5AA-4C33-B91E-0D648C72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A67ABF-3C44-4BA7-9D09-AE42DE76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475914-00F5-48F2-83B9-3BB1C429B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941D7E-2B93-42A4-A187-9719BE73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0201D6-D33E-4E28-9F3F-31B556313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525F3E-4CB6-4193-97E5-9F25EA16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FAA660-ED9E-480A-A151-38F856B1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BEAE14-752F-45EF-ABE6-346742F7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FF581C-8BB1-462C-940A-AEA0BD36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36D7C1-3D9F-4091-BD57-8109A94C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3E00B9-E999-4135-A2DA-5BBE51DC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66B52D-137B-48C0-A189-C0B3D0A9D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D4F261-3DF2-42FC-B530-1B827DB4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464EAD-9327-42A4-BE4F-7EEB15DF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96FCD7-0188-4125-8893-59C8F8179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B766F4-50F5-4D51-A7BD-2BB8B51B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176231-1FF8-4428-B508-6139324D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DE25B0-3826-40D9-8623-D2F4A812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62045956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3690F0-2126-45BA-9B15-A6FEE277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470802-DE62-4A46-A9C4-B1E15DC2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6B3BB3-FB2C-4D33-AEAE-98D5B7B8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AF97CC-8395-4E68-A0C6-BFF7404D7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5E6AB-D144-4ABC-9412-4FC44EEC8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4823F5-A00B-475C-8F52-0A542989D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DFBE05-0142-4DC5-B2BE-EEFB0103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1DC254-D3D7-46AA-A3AC-647B7C95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1F5D90-5DB9-418B-BE1B-1AC93D19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718C25-9DC5-4683-8FF2-556688C5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539B28-2950-436B-9B42-EA5D6A1C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E3AE99-BFCB-408A-8CCC-8AE7C790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ABEABF-2A0D-40E9-8F7F-F9E4F302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5FA07B-1581-4FE8-968E-88FC52CD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1BAFB4-A838-4375-BE24-8BFEDEEB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F4DDCA-745D-4B84-A92B-4C7AB8B2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DF3F14-BE45-4CE9-A6F8-B5228E96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11F194-50D4-4307-8D48-9C1929FB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470A7F-A208-4C10-826F-F63F7907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7B55E2-82C1-42D8-B896-D7C1D3F0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8EFA64-4458-4E81-9F2C-741638DB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AD1998-8A54-4E53-8541-76C194E6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CE7CB5-E36D-4509-8363-07B8C45D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53C902-8B5B-4A83-83FF-DBB8158D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FB5466-A74E-4D2A-8236-28B49A8C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68277C-693B-466D-BBC8-DF3CC072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E150F3-2066-4418-8945-0B5CB163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E32425-8FE1-426D-9015-2B43B5A0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1D2E88-B898-416A-BA9B-D6AD15E7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97570455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BD5D83-269B-41EC-B8A4-94FA825D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997EB2-0B7B-442B-8941-DA202FE5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A3F3BD-97D1-4A59-88AC-DAB458B2E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A9EA9D-CF2F-488E-90E4-11F64949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477956-E4AE-493D-887B-6A680386D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8C35B5-CA8D-47C2-9B91-E7DD2ECA1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5DE8B4-4680-4257-84E5-CD0C9485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8CBDC1-4A76-4B11-BAC3-032C8C44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3F040-BD7F-42DA-832A-27991670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CA85F5-C264-42AF-A6BD-EF036C7D8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CBABD0-3630-4485-93DA-2DB69A8C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F85B94-ABA0-42E3-B5D3-90FD4A3A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1D545D-9BFC-4869-9DA5-A18E545D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91E894-8A57-47C1-909C-A46515FC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20D505-DF0F-4406-9931-31C5F75E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EF6A85-0A6D-41F7-A3EF-B76F237C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564753-9020-4603-89EF-983D3DFC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0807D2-B6BC-4B05-9870-7507523A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924F05-32A7-4376-A4EF-C0FA54158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8E4AD2-8C49-4751-8D5F-FC303352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2AD0CC-EBF2-4FD1-A904-39B62C039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AC142E-626A-47A2-BD46-0F0867D0D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47204C-CCF3-4918-A9C5-135D777A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4F11D1-F425-485A-B50A-929958A4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C06980-0E42-4F9B-8CA6-2DE82534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A9A391-11AD-4F64-A151-21D79BDF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A54356-5107-47EF-A7B1-C3032921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019748-30E3-4DC2-B050-0F7C9EC57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9FAB78-326D-4BDF-B7DD-E300BD893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36584271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377B07-E404-4238-82CD-C6BC2339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480EE7-5816-4C13-BAD3-07ACBF1E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D4AC31-0ADF-4A12-99D2-9FCFAC55A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D421A0-4A59-43A4-8302-5CB04729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13E016-E116-4C87-B3A4-21222CB7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BE8159-A7AF-4EB2-99C6-C2840377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885FAB-A25D-4C1C-9E7F-70E3C2CC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28B868-95A6-4059-AD39-29DB5B9D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09D41-DF04-404E-8DFC-7D5D5D56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F81D5D-51E2-4E3A-B767-8A2D8F31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267004-7432-4346-8141-FBF5888D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2D937B-3A4B-4A4C-B422-8BFD34C1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19C0BF-E961-4554-96C9-CFD1302E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A2D099-AE86-4218-8AE3-9301B8EF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75B451-3F4B-405F-B816-DDA9A2EF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7B67C1-4B00-413C-831B-674D8C7F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B7037F-F05F-4887-9061-E9D55F44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1D1DA7-FC31-4CBA-9C4C-8D54D6CB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FF0808-AF29-4AFA-9346-C9BC7A3F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BFC815-F40E-4EEB-8118-59144B0A8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5B56D4-BA71-4FEF-AF30-316CE19F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B1A72B-401F-4AE8-9405-FC38F9CAF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740BE1-2D67-409C-BE44-C82B8292F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493C40-69C5-4313-B308-AEEB6109C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5C7515-A169-4382-BA78-EDEE7C52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FF3187-7AD0-466B-B9E1-5DD7CB95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44E2AC-B631-4EDF-BB84-F47D79C2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0C124B-78F8-4D19-84EA-9A0A024E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BE6306-2056-4C1F-A5AC-728A754C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003341472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0B7917-3185-4EB9-A05D-7EFAD69F9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06C403-9F45-4C2C-92FB-0A9C00D52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661CAD-3D83-49DB-B94B-38546AD4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6A43B9-457B-4BC4-B5E3-EAB799A92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70D602-0EFF-43E4-AE21-780808FAC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A02F88-766E-48D6-A5C4-15196062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95153E-1301-4256-82FF-635633B76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2ACA97-10AF-4917-A8AC-8C06BB4C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EAB191-E348-482F-BED4-CFE00D6D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314537-2617-423B-9E4A-849E5CD5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822A49-1578-4046-ADDA-4E14AE3A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B5DCAA-67CB-4BF9-9D86-91039BD8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CF3350-E37F-4174-B623-1EDD23ED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291830-00C1-4715-AC93-EEE2891B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3B448F-8E4A-44DB-B6F7-589248F5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7DF009-265C-40B3-8075-763B2881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001E2-3B32-4875-90EE-9C503A44C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E65123-8617-4ADE-A858-9F2B5A091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D054DA-17D0-431E-B6B8-2AC9B0CF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039EF4-66AA-436F-8EEE-952B682E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C67DBA-D789-4553-AAF1-6D2CFBA1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4AD10E-332E-4D13-B232-75D7BA03C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BFD071-0619-49FB-A4B8-B583A776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06C8BF-E92F-40E6-BA55-EB78442A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FC4D0E-1B84-400F-9F6A-7C3988D2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7E88D7-F821-44D4-9A63-14794DA4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E9E778-B645-446E-B141-0856D32F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1E509B-987D-45B3-8EFE-99E6047D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5BB40CB-6308-45B7-9E77-9C1A2D30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20935643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148518-BD42-4AE7-B6CF-50796353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CCF2D5-313A-4870-813E-75E25F81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27F483-46C8-4938-AA24-DF7B3B03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21AA2A-1F98-4679-83C2-7A107F90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1D39FF-5816-46C4-84B4-58F238AB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651922-664E-4036-B721-880E2384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AE6D81-5167-4D45-9047-009F07DB4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70D897-03FA-44B9-816F-135FFC44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0090CD-4634-4A48-B0C3-975D2EDB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067027-9DF6-4E2F-A73F-952DB30E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FD5D5F-9B23-4739-AC80-78026CEF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B50FD8-26F3-4499-A722-3566918F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255823-34C9-4E5F-B5D3-859CD37E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767B7F-E7A6-4EB6-924A-853EBA22B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85FF0C-E984-48B0-B436-9D53FE2B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A0C5C0-3EC8-44C8-8C0C-BC982DCD7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97546E-275E-49FE-A14B-4286C6D2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D85323-0FCE-4A8C-9068-F37E3E9B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06CC99-A3E6-444A-A7F3-5D650BC4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B50598-439C-4199-B2AF-8667622F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A24E98-202F-4E76-8538-68E9972A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CABC39-27C6-4CCF-8D0B-A9CE9359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A9A783-6A73-4042-A178-BFCC68A3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4BD857-A2A5-4F8F-82AE-A18B8C4C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D6667E-862F-4483-9A45-584B3FDC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DEF0DB-AB37-4716-B5B3-38606F14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08027E-E03E-437D-9E01-3222BC52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719C63-45F4-4FAC-AECE-FF3B4246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2C2DFC-4A90-4D9C-A428-D64F1C51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759699623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A53E70-B230-4D97-8721-F14BB7E7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62F6D3-5FCF-49D0-9FD8-6347CBEB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B2FEEC-CA57-405A-BECE-6B325A22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46384C-CA36-4712-96B7-671A94AD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C11296-D2C4-46E2-8E66-14AD9577D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5E58A1-A1F6-4026-B182-4100F6049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049D25-165D-453D-8F24-9CE3C554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E18D00-A9C3-478D-8B44-EC5086F8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04BBFC-4CCB-4509-90FD-B95451C6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B705E6-028F-4868-8939-3F43EFE2E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7887F6-7DDB-4FA2-9657-B666C89FB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88876E-1272-4FA4-A0E2-E7D4F3FE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F4DCD8-93A2-4EAF-AC82-2CCDE64C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8027-A6FF-47B2-B56D-B9A3711E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4670CE-2441-493D-8B47-B26489D6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294953-D2DB-45CA-8AFE-03BC36CF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35860C-8D67-412F-939E-ECF27936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567EB1-D8B1-4898-AD19-E6DCF5169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F06852-8CC5-46EB-BD2C-23F7FB33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186290-5AE0-4326-A477-75E11611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F2550E-AE02-4CD0-BDB0-A3B212B12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9F76BF-90E8-4F52-ACF6-2CCA5016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01D805-A0C9-4D07-8272-3A3478110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A4A08C-838E-4E2B-A0E6-F8462FB92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DA0957-F10E-4B07-8DDD-1725718E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2108FC-4415-47F4-A9BC-5FAFDC47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774407-4935-40E2-AEFE-82095A8C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BE30B0-E9F1-47D8-B328-F5F7E441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1CDF27-E331-4CE0-BF59-AB87BC2F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37876939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99D40D-062F-4DD3-880E-968C4171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10EB81-7F6C-4013-B437-A9BC94E94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3869CB-6093-47E0-9DEE-3978A8FD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34DFC9-77EA-4208-8642-797FF4FE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7AB9DB-FC9B-4558-A17F-CA8A2368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AFF1A8-202D-40BE-941E-406856ED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FA39C0-D663-4310-BD05-78C043479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06C0C1-8379-4266-B55E-AFA85399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7B5CE9-D5C7-477B-B50F-FA2C718D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CAA854-7F8F-43A7-8FD9-19BB872D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C461D1-FB49-44D0-A98F-ADB25E2D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F1C941-FC1C-4EF9-94A3-C1FCDC329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D76E80-669D-486F-94F0-328D2C65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592EFA-3CD8-4707-9B6E-009E23EE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A7CE6C-EE2B-4BA7-9791-B3ABDF96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6A53BE-E735-43FE-9887-2023446C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7FB5E7-0691-408F-931B-F4E65D33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E988DB-557F-4206-A6C3-EBD05097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6D46F5-4E2C-47D6-8337-3A48D058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15E561-4521-4582-B373-B2A51D5C1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40BA3A-BDF8-42B9-97D3-CCFD9CE4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66F29F-CFB9-4411-A412-C94CAF70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A263B2-7C61-4AE5-A9C6-3E92F689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148540-7E3F-4848-ACDE-0EBE2326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04990B-6E8D-4F95-B11A-AA68B87B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F06178-E598-4366-A422-189E9FA0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19FCB2-0680-4711-AAC1-961F3771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830FFE-9ECA-4940-92AC-80FF5029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F597B7-42B3-485A-B6F6-42D1A9A4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726801065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EC94807-374C-4E6D-8C29-33E7AB8D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9B1ED1-F8E8-4CCA-B4FC-7C3555207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9E077E-4CDF-4CEC-B7F6-1CFDBFA5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A38E00-18A2-417B-91AE-C3D09D3B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D19690-0F3A-4FF0-974D-AB0841FC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B7EC3E-A371-486E-8ABF-FA025399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38EF0A-DD59-4306-B782-F5B61FF4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34FC6C-62A4-407E-8422-477F4698D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D027B8-A01A-47A8-9666-79E455C57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08DF51-B6E5-40E8-9098-7C000858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965490-E039-4EEB-995B-8331DF443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D522BC-922C-4135-BBFC-8F596A19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14BFD9-FC39-4961-AC94-DAA9709B2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D1841E-5CBB-4E7B-9DEC-B7679F75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776DC2-D872-4244-84ED-98EC3D2B8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7E723C-F8FD-493D-BD5A-6F18D31C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B8DC87-675D-4704-B694-28C98785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4C037D-0B31-4034-BC18-4017E8C82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87343E-C950-4405-B9F8-43DB1F30D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261B90-1321-4CE1-8006-526FC1FD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45A135-369A-4F49-94F6-561CF0CF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63FE95-AB67-4CB7-92FC-63CA3BD20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4693B8-8691-40F3-BE35-1F3C4AD3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169524-D1D3-4674-A146-0BD14F04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C3AC21-E4FE-4095-8A1B-DA2E660AD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BE886C-9290-4F3A-BDF0-8476F071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DF68F0-D339-43F6-BDE5-0DB6C923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D98902-C09E-4ABD-9159-00D87B4D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9D4EE1-DA3F-488B-ABD5-984045FD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261986541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E6A3F5-6F29-4C2D-983A-569F88D6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7CF553-449E-4DF8-BF9A-BD144358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C241D9-C814-425D-B783-820FD454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747899-4EE1-4E74-9110-51DC0C16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2B655B-B19C-4942-B0B2-A28EA85A2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CF871E-2371-4ADF-ACC2-45FA57DE5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13F04A-F625-4FDA-8B65-BFF3B46D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627F0B-9FE7-4295-ACE7-06DAAF11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DE5111-E9A5-4903-B816-D847103CE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6D6C6C-30C3-4658-9B71-1B3F24772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73B55D-B573-41A9-B570-696611AA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C4726A-FD22-4CB9-BF45-A8A4BB5FA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BE1FDA-E15C-49CC-8B57-1D66A177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550D05-A485-483A-BE21-FA571D10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326CC6-F966-404B-9284-5E7F0855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25923B-D446-460E-BC39-E22AE010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98A049-C52C-49D9-A7E1-B004E83D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84BFF6-B7EB-4151-9BB4-119C72F9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B3C7DF-373F-4B11-AA6D-07979D64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557A1D-7F7D-4ECC-A527-965ABD5F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814B95-C8F4-49CE-84AB-3E3396DE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184CCF-2F30-4D17-A525-A3F44ED1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0EA66E-2CE1-4D31-917F-1FFCDD4D8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A7C9D5-AC0B-44DC-9293-D15A69EA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2AF009-BF37-4953-AE76-9D3A7787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F4BE89-E677-491D-ADCE-0F691F46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DCA78C-4E04-4093-9780-5F8758F5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5C23AF-34F1-443D-8F04-00F9DDC3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73D91A-5675-45FD-91C3-1B7B3C10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00836908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B317B9-3648-4970-A03E-3C5F76FD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F9463B-200B-4409-B635-920BC422F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INVESTMENTO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A8F4D-2054-4816-9252-7B37A983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C716B5-8091-46C3-A2E5-2BDE7388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B9C458-F628-49DB-A52F-8F6F304E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BA3F78-6FC1-4122-B648-8D9D86DD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7DC309-9904-4DC0-8DA3-751A5796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CC4B70-81B1-4651-A39E-9FC00F45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50B6B5-C74B-4D9B-9E14-2E36E022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B69A2D-BCB0-4C0C-B480-5E932E312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908BC6-FD3B-48AD-BD0C-9BC97186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277409-4C9E-4FEE-AE1B-5BC506BC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865569-718E-4E23-98BB-7FC60B5C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AF2960-DA75-4FCB-BD8A-26C4E5D5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740424-0FCD-4646-AE38-4F801AF1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B7A4C7-6027-4C5C-A338-6123966A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85C2AE-CF03-47B7-ACB8-50C742C9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61E8A3-7C70-47C2-B07B-E965E58D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38C80F-EA12-4D3A-84EC-042886EF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3032EE-5E56-4D55-B079-BA7D5B41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FD9846-8404-4F39-B394-224CE7C7B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6B2032-3B37-4B16-B99C-B5389994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61BB9E-3EF6-496B-9B70-0004080A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297922-7500-4669-BFBF-5E107F9A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4D808F-FFCC-4FBC-BA91-6D787FFB7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A3AD01-5F9D-4EEC-B3FB-EE9A8AE2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E91DC3-2B73-4B80-A4A3-8A43D96BE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F39079-E3EA-481B-A32A-9FD1048A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5B8284-0EF9-4B0E-9C1D-CF479A5C0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779328313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F98F9B-1502-463C-A7BF-CBEA5FD4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20C3B1-7C21-41A3-A3B3-24852A6B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42F52E-95A7-42D3-8B1F-70B816DC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968AC2-D3F6-4EC6-9756-BFA8DA24A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1519F7-A372-4826-B189-0567D9F4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FAEC32-4C64-44CD-972D-50B0ED07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10989A-6856-4ED7-9D69-97598964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D22F3E-18D8-4A3F-B9A8-275B1E2B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A35FBB-DF48-4595-BAC1-9D86EC695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121052-9312-4C2B-A56A-1D58BE8D9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32B6E4-1047-4F33-9FF1-D860B477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F75DC-8B3E-404F-AB0F-D5CB22C6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860993-E9F6-4CEE-B9A2-2A52DE68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AD018F-1A19-42FB-B1BB-BFFC752B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BB5AB2-6DE0-4F94-8406-E2B2E064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D0EB66-A855-47DB-AFCE-7FDBD196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DBDF9C-C57E-4144-B579-A2A27CB3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7BD3BC-40E1-44D8-81E1-C6B1FEDC9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A0943B-FEC0-4E51-ADE3-9E23D48E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321CE6-FE0A-4576-A15A-EE9D5B20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728065-15D6-4BF6-8359-9FD42A33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3C687C-799B-48C1-B8B6-541F37C1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9BD3C9-9CAC-419E-9E89-5EE9E2A4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706151-C023-4C59-8A4F-CF03B4B1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A65B59-666D-4331-9A8A-8C862D2E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12FE7B-D936-474D-931D-5B0B24BF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3BE4A4-5994-4218-B099-31D0CDCF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5FBB9F-197C-4293-8878-58C73287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38BFCB-51F2-4082-9AD5-BD23C4932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470257555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20C595-36C0-4473-9D17-7801C409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CF50BC-D20F-4045-B084-158C35C2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318FC0-391E-4D9A-BFE1-0B2F9CE29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58327D-5FBC-47C7-960A-AF11D738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827893-5F31-4792-A2A5-6EDA2D84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7B1431-0CF1-4330-8CF8-6D768460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DEEBD6-F193-400E-ADBF-D9C10BACB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8F1E0F-822B-4149-A9D3-083314CD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A52299-D7F7-4DA4-B20A-F6BDB519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B59DB9-55EB-4E0B-A6F0-6772AA84C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9CDD28-F894-48D0-BDA9-0736DE8DB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57EA3C-2AA4-4C6C-9892-AC8C6EE5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D5641F-7395-4C56-ADEA-AFCF65A4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4BD336-E12C-4CDB-A34B-98EE12B2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099488-5EC5-4C2D-BB09-F1FB2697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284432077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BE6505-3234-4BF9-A2F4-984020AE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BBD658-044F-4ED3-9DFA-5250492B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BANCOS EMISSORES CARTÃO CRÉDITO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0B2926-9044-4635-8A05-3C62809D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442F9D-108F-4144-9406-527D24765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304888-6206-4C31-98FD-32E40E2C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0C95F3-64F9-440C-B827-50CD03842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C129B-5D59-480D-90E6-0994B777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F380C2-77A2-481C-8C4F-7D23ACF3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1688B6-9104-4C16-BB79-586D1123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BD8154-27DB-4FC4-B0ED-BBC98A67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F99838-C3B0-4312-A310-5088B1170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DE578F-88F9-4B63-9841-65EA29C7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259640-1FE5-4FF8-8F9B-68DC90C9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2A88E4-9D99-4791-9D45-EF80559D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9F33C3-CC0F-4F63-A1E7-A19D1ED0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C50D15-B109-4AB0-B5CC-64BEFB38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36E26C-E16F-42AC-8D88-8778AFAB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873D2E-57A3-4FF9-BC92-34E7BCFCA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B1C179-EBF0-4045-B3B5-B4B84860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5CB6E8-8E57-4D81-A6F7-5156E02E5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747C93-C1C6-4AE3-AC9D-F4A4C50C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FCCA3A-AC7B-4FD8-AA27-04E3B227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B9C289-56B7-472E-B20A-3ED4D093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F26DAA-92D7-4050-87A2-33584F3C9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5A88E-E203-455E-8553-F76F7CD1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BC6049-89A5-46FF-9BD1-AC75158D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B50729-34FA-476E-B767-4A148572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9852E5-D109-40DB-8459-5974CA77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0225DE-1CE7-4103-86A2-72A29681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153658767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11C257D-DBFC-4A03-BD0F-8B5CCD354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D9A854-6DE4-45AD-AF44-DB381832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C59E14-A599-465E-B0E6-41CE4244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9591B-E37C-4AF4-A517-06CFCC14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A42510-F6F5-4D4F-91BC-DD205817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906B2-B03A-4A5B-857E-517053D2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B89227-1334-438B-BF72-68D9A776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A9B2EB-D1BD-410F-8D42-61F8A830A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724FAB-03DE-4ADD-B985-AA67D700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FC9DA6-6C10-4F22-A128-CB64CCCC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388E32-4B75-4938-A550-03AD9D3F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D96D92-0062-4074-855F-EAEE3527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0076FC-B904-4F8F-A021-B41DC0A31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7F940D-69B8-408A-AB75-8CA52520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646A4F-4C12-4BE9-94A9-EE60A640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C0359B-0A29-4BEF-8137-0BEF95E2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4EBA52-03DD-4DAE-A0DA-80E6A00C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51BEF3-8E9C-4818-9A82-8770D749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E47D09-3CD2-4ADA-90BF-D0FB968B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7A2E34-3706-404A-8631-5CD63A2E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CB3AC7-B888-43C3-9881-7CC45B22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50D02-2E4F-457A-95F2-1F7BDA63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236D4F-293D-4C00-9A07-25D463EA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ED9626-F819-4F9E-82D7-89B9A327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053512-F178-49A5-B92C-92EE27E82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8204F5-8DF2-4939-83D7-88646218C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1DC5A4-4733-4511-91FC-F47699D47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F64814-AF00-4227-AB56-0154290D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A1498C-6F52-4E8F-AEEB-3DA9D8E2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B040A4-6BEF-4779-9D7C-F721CA7D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E93700-F182-4B4B-9A91-1578B3FA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3CA228-48F2-412D-B683-948C1852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410229-3081-44F7-8F8C-BCFEA73DA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A2D3E7F-1A30-4511-9DDF-A1917257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50B893-3DC6-41BA-B18A-462DB701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D5B2E4-F66C-42DF-B11E-B38D9822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EB2077F-25A6-4BFE-A758-A4877E13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A60E79-2AC0-4EDE-A4A6-CE313345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8AE461-94C4-47F6-AB26-8246A06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23282BE-4E27-490D-902D-5EB705E0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2EDAB9F-F871-4246-B2CC-431D1526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9C694C8-1493-44DC-BC78-65E9EE6A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2693C07-D917-4937-AF33-10A9443E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448B532-1800-463E-A520-A009973B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559A76C-843D-4517-9648-FBFF3CDDE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4CDD45E-31AA-47F2-94F7-0ADEDFA2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C12C2E9-8D09-4E0B-8C49-C158CA8F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B371C79-E005-49A3-8AA8-68A5CFED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0367C1-770F-4091-9A58-13263BA2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D342523-86C9-4A83-98ED-8945C818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FD448DB-9DD2-4C18-82B5-776CBF52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DA3DF59-87FE-4AC6-A299-CFC30D308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FFA9E3C-49E2-4974-96F8-5E4F11526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9869727-34B4-4006-9FD4-4CFA84FD1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 e não indica recuperação em caixa. As DFs têm opinião modificada para 01/01–19/07/24 por inconsistências de lastro e posição; a série não é like-for-like.</a:t>
            </a:r>
          </a:p>
        </p:txBody>
      </p:sp>
    </p:spTree>
    <p:extLst>
      <p:ext uri="{BB962C8B-B14F-4D97-AF65-F5344CB8AC3E}">
        <p14:creationId xmlns:p14="http://schemas.microsoft.com/office/powerpoint/2010/main" val="214064305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2026-07-24T18:23:22.4380000Z</dcterms:created>
  <dcterms:modified xsi:type="dcterms:W3CDTF">2026-07-24T18:23:22.4380000Z</dcterms:modified>
</coreProperties>
</file>