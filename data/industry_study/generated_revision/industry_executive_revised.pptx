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2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45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6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7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498eed39b9478d" /><Relationship Type="http://schemas.openxmlformats.org/officeDocument/2006/relationships/extended-properties" Target="/docProps/app.xml" Id="R8a2584e2ef7e49d8" /><Relationship Type="http://schemas.openxmlformats.org/officeDocument/2006/relationships/officeDocument" Target="/ppt/presentation.xml" Id="R0cfdd5ef125b49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1ed929c9684b66"/>
  </p:sldMasterIdLst>
  <p:notesMasterIdLst>
    <p:notesMasterId xmlns:r="http://schemas.openxmlformats.org/officeDocument/2006/relationships" r:id="R73b997af0b3a4080"/>
  </p:notesMasterIdLst>
  <p:sldIdLst>
    <p:sldId xmlns:r="http://schemas.openxmlformats.org/officeDocument/2006/relationships" id="256" r:id="Rb36de05cf9d44378"/>
    <p:sldId xmlns:r="http://schemas.openxmlformats.org/officeDocument/2006/relationships" id="257" r:id="R805eab1f10674f98"/>
    <p:sldId xmlns:r="http://schemas.openxmlformats.org/officeDocument/2006/relationships" id="258" r:id="R97350c6b350e4a27"/>
    <p:sldId xmlns:r="http://schemas.openxmlformats.org/officeDocument/2006/relationships" id="259" r:id="Ra402919337974357"/>
    <p:sldId xmlns:r="http://schemas.openxmlformats.org/officeDocument/2006/relationships" id="260" r:id="R4c09f7abffab4759"/>
    <p:sldId xmlns:r="http://schemas.openxmlformats.org/officeDocument/2006/relationships" id="261" r:id="R8fdac0f6df2841a3"/>
    <p:sldId xmlns:r="http://schemas.openxmlformats.org/officeDocument/2006/relationships" id="262" r:id="R80f68d5927d5459f"/>
    <p:sldId xmlns:r="http://schemas.openxmlformats.org/officeDocument/2006/relationships" id="263" r:id="R3c62d5b1c7674106"/>
    <p:sldId xmlns:r="http://schemas.openxmlformats.org/officeDocument/2006/relationships" id="264" r:id="Rc8cde78011a24130"/>
    <p:sldId xmlns:r="http://schemas.openxmlformats.org/officeDocument/2006/relationships" id="265" r:id="R14eb36f405724acb"/>
    <p:sldId xmlns:r="http://schemas.openxmlformats.org/officeDocument/2006/relationships" id="266" r:id="R008aa55693af45c0"/>
    <p:sldId xmlns:r="http://schemas.openxmlformats.org/officeDocument/2006/relationships" id="267" r:id="R34118061f10b4a2f"/>
    <p:sldId xmlns:r="http://schemas.openxmlformats.org/officeDocument/2006/relationships" id="268" r:id="R5f918a11316847d1"/>
    <p:sldId xmlns:r="http://schemas.openxmlformats.org/officeDocument/2006/relationships" id="269" r:id="Rc0a7494d2de441c6"/>
    <p:sldId xmlns:r="http://schemas.openxmlformats.org/officeDocument/2006/relationships" id="270" r:id="Red1433bfdb28429b"/>
    <p:sldId xmlns:r="http://schemas.openxmlformats.org/officeDocument/2006/relationships" id="271" r:id="Re5e6c62aaeaa41a6"/>
    <p:sldId xmlns:r="http://schemas.openxmlformats.org/officeDocument/2006/relationships" id="272" r:id="R02b401730fe44f89"/>
    <p:sldId xmlns:r="http://schemas.openxmlformats.org/officeDocument/2006/relationships" id="273" r:id="R7cb3caf459bd4e02"/>
    <p:sldId xmlns:r="http://schemas.openxmlformats.org/officeDocument/2006/relationships" id="274" r:id="R3326b91e01354eb1"/>
    <p:sldId xmlns:r="http://schemas.openxmlformats.org/officeDocument/2006/relationships" id="275" r:id="R1efbf5c57fa541ad"/>
    <p:sldId xmlns:r="http://schemas.openxmlformats.org/officeDocument/2006/relationships" id="276" r:id="Rdc6504c9cc2f4d51"/>
    <p:sldId xmlns:r="http://schemas.openxmlformats.org/officeDocument/2006/relationships" id="277" r:id="R2e53caeb3a8a4803"/>
    <p:sldId xmlns:r="http://schemas.openxmlformats.org/officeDocument/2006/relationships" id="278" r:id="R3dc20a2b30574dec"/>
    <p:sldId xmlns:r="http://schemas.openxmlformats.org/officeDocument/2006/relationships" id="279" r:id="R51a1a22749954662"/>
    <p:sldId xmlns:r="http://schemas.openxmlformats.org/officeDocument/2006/relationships" id="280" r:id="Re3c97920902c4d22"/>
    <p:sldId xmlns:r="http://schemas.openxmlformats.org/officeDocument/2006/relationships" id="281" r:id="R3f20117a83d44d16"/>
    <p:sldId xmlns:r="http://schemas.openxmlformats.org/officeDocument/2006/relationships" id="282" r:id="R4fee2efb9e874f7b"/>
    <p:sldId xmlns:r="http://schemas.openxmlformats.org/officeDocument/2006/relationships" id="283" r:id="R0c66c1024b4a420e"/>
    <p:sldId xmlns:r="http://schemas.openxmlformats.org/officeDocument/2006/relationships" id="284" r:id="R911bc15e9cb94c6a"/>
    <p:sldId xmlns:r="http://schemas.openxmlformats.org/officeDocument/2006/relationships" id="285" r:id="R0d78744291184b01"/>
    <p:sldId xmlns:r="http://schemas.openxmlformats.org/officeDocument/2006/relationships" id="286" r:id="R8cd507c4b5524553"/>
    <p:sldId xmlns:r="http://schemas.openxmlformats.org/officeDocument/2006/relationships" id="287" r:id="R0093d0a49a904aa9"/>
    <p:sldId xmlns:r="http://schemas.openxmlformats.org/officeDocument/2006/relationships" id="288" r:id="Re98e37b517c64eb7"/>
    <p:sldId xmlns:r="http://schemas.openxmlformats.org/officeDocument/2006/relationships" id="289" r:id="R8d62f0c648664e08"/>
    <p:sldId xmlns:r="http://schemas.openxmlformats.org/officeDocument/2006/relationships" id="290" r:id="Rb8db0a4cf5dc45ba"/>
    <p:sldId xmlns:r="http://schemas.openxmlformats.org/officeDocument/2006/relationships" id="291" r:id="R27d81e5c2e704972"/>
    <p:sldId xmlns:r="http://schemas.openxmlformats.org/officeDocument/2006/relationships" id="292" r:id="R2da87c0c2eab4108"/>
    <p:sldId xmlns:r="http://schemas.openxmlformats.org/officeDocument/2006/relationships" id="293" r:id="R3b088b69c61a4ad9"/>
    <p:sldId xmlns:r="http://schemas.openxmlformats.org/officeDocument/2006/relationships" id="294" r:id="R7308cc05b3334b7c"/>
    <p:sldId xmlns:r="http://schemas.openxmlformats.org/officeDocument/2006/relationships" id="295" r:id="Ra5a7e7d2dd2e48df"/>
    <p:sldId xmlns:r="http://schemas.openxmlformats.org/officeDocument/2006/relationships" id="296" r:id="Re6b7041c5bb74761"/>
    <p:sldId xmlns:r="http://schemas.openxmlformats.org/officeDocument/2006/relationships" id="297" r:id="Re2059e19fcdd4544"/>
    <p:sldId xmlns:r="http://schemas.openxmlformats.org/officeDocument/2006/relationships" id="298" r:id="R93969893322340d4"/>
    <p:sldId xmlns:r="http://schemas.openxmlformats.org/officeDocument/2006/relationships" id="299" r:id="R612617fb7aae45ea"/>
    <p:sldId xmlns:r="http://schemas.openxmlformats.org/officeDocument/2006/relationships" id="300" r:id="Rd1f9e71521ea4d15"/>
    <p:sldId xmlns:r="http://schemas.openxmlformats.org/officeDocument/2006/relationships" id="301" r:id="Ra46acee524b04de5"/>
    <p:sldId xmlns:r="http://schemas.openxmlformats.org/officeDocument/2006/relationships" id="302" r:id="Red859312d2684b15"/>
    <p:sldId xmlns:r="http://schemas.openxmlformats.org/officeDocument/2006/relationships" id="303" r:id="R3517876231bd47eb"/>
    <p:sldId xmlns:r="http://schemas.openxmlformats.org/officeDocument/2006/relationships" id="304" r:id="Re12dcc45cd614408"/>
    <p:sldId xmlns:r="http://schemas.openxmlformats.org/officeDocument/2006/relationships" id="305" r:id="Ra7ac4e361a5c4b2b"/>
    <p:sldId xmlns:r="http://schemas.openxmlformats.org/officeDocument/2006/relationships" id="306" r:id="Rd84bd0c2259b41cd"/>
    <p:sldId xmlns:r="http://schemas.openxmlformats.org/officeDocument/2006/relationships" id="307" r:id="R43e21287c1ca4c20"/>
    <p:sldId xmlns:r="http://schemas.openxmlformats.org/officeDocument/2006/relationships" id="308" r:id="Rdb6b7bc16d564448"/>
    <p:sldId xmlns:r="http://schemas.openxmlformats.org/officeDocument/2006/relationships" id="309" r:id="R14cb055b632b4f71"/>
    <p:sldId xmlns:r="http://schemas.openxmlformats.org/officeDocument/2006/relationships" id="310" r:id="R7e00b11052194a2d"/>
    <p:sldId xmlns:r="http://schemas.openxmlformats.org/officeDocument/2006/relationships" id="311" r:id="R25308da0e97b41fe"/>
    <p:sldId xmlns:r="http://schemas.openxmlformats.org/officeDocument/2006/relationships" id="312" r:id="R0154c4052a1841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5b40560704414a" /><Relationship Type="http://schemas.openxmlformats.org/officeDocument/2006/relationships/slideMaster" Target="/ppt/slideMasters/slideMaster1.xml" Id="R341ed929c9684b66" /><Relationship Type="http://schemas.openxmlformats.org/officeDocument/2006/relationships/notesMaster" Target="/ppt/notesMasters/notesMaster1.xml" Id="R73b997af0b3a4080" /><Relationship Type="http://schemas.openxmlformats.org/officeDocument/2006/relationships/presProps" Target="/ppt/presProps.xml" Id="Rbabf27ec277445b7" /><Relationship Type="http://schemas.openxmlformats.org/officeDocument/2006/relationships/tableStyles" Target="/ppt/tableStyles.xml" Id="R1ecba98991844c21" /><Relationship Type="http://schemas.openxmlformats.org/officeDocument/2006/relationships/slide" Target="/ppt/slides/slide1.xml" Id="Rb36de05cf9d44378" /><Relationship Type="http://schemas.openxmlformats.org/officeDocument/2006/relationships/slide" Target="/ppt/slides/slide2.xml" Id="R805eab1f10674f98" /><Relationship Type="http://schemas.openxmlformats.org/officeDocument/2006/relationships/slide" Target="/ppt/slides/slide3.xml" Id="R97350c6b350e4a27" /><Relationship Type="http://schemas.openxmlformats.org/officeDocument/2006/relationships/slide" Target="/ppt/slides/slide4.xml" Id="Ra402919337974357" /><Relationship Type="http://schemas.openxmlformats.org/officeDocument/2006/relationships/slide" Target="/ppt/slides/slide5.xml" Id="R4c09f7abffab4759" /><Relationship Type="http://schemas.openxmlformats.org/officeDocument/2006/relationships/slide" Target="/ppt/slides/slide6.xml" Id="R8fdac0f6df2841a3" /><Relationship Type="http://schemas.openxmlformats.org/officeDocument/2006/relationships/slide" Target="/ppt/slides/slide7.xml" Id="R80f68d5927d5459f" /><Relationship Type="http://schemas.openxmlformats.org/officeDocument/2006/relationships/slide" Target="/ppt/slides/slide8.xml" Id="R3c62d5b1c7674106" /><Relationship Type="http://schemas.openxmlformats.org/officeDocument/2006/relationships/slide" Target="/ppt/slides/slide9.xml" Id="Rc8cde78011a24130" /><Relationship Type="http://schemas.openxmlformats.org/officeDocument/2006/relationships/slide" Target="/ppt/slides/slide10.xml" Id="R14eb36f405724acb" /><Relationship Type="http://schemas.openxmlformats.org/officeDocument/2006/relationships/slide" Target="/ppt/slides/slide11.xml" Id="R008aa55693af45c0" /><Relationship Type="http://schemas.openxmlformats.org/officeDocument/2006/relationships/slide" Target="/ppt/slides/slide12.xml" Id="R34118061f10b4a2f" /><Relationship Type="http://schemas.openxmlformats.org/officeDocument/2006/relationships/slide" Target="/ppt/slides/slide13.xml" Id="R5f918a11316847d1" /><Relationship Type="http://schemas.openxmlformats.org/officeDocument/2006/relationships/slide" Target="/ppt/slides/slide14.xml" Id="Rc0a7494d2de441c6" /><Relationship Type="http://schemas.openxmlformats.org/officeDocument/2006/relationships/slide" Target="/ppt/slides/slide15.xml" Id="Red1433bfdb28429b" /><Relationship Type="http://schemas.openxmlformats.org/officeDocument/2006/relationships/slide" Target="/ppt/slides/slide16.xml" Id="Re5e6c62aaeaa41a6" /><Relationship Type="http://schemas.openxmlformats.org/officeDocument/2006/relationships/slide" Target="/ppt/slides/slide17.xml" Id="R02b401730fe44f89" /><Relationship Type="http://schemas.openxmlformats.org/officeDocument/2006/relationships/slide" Target="/ppt/slides/slide18.xml" Id="R7cb3caf459bd4e02" /><Relationship Type="http://schemas.openxmlformats.org/officeDocument/2006/relationships/slide" Target="/ppt/slides/slide19.xml" Id="R3326b91e01354eb1" /><Relationship Type="http://schemas.openxmlformats.org/officeDocument/2006/relationships/slide" Target="/ppt/slides/slide20.xml" Id="R1efbf5c57fa541ad" /><Relationship Type="http://schemas.openxmlformats.org/officeDocument/2006/relationships/slide" Target="/ppt/slides/slide21.xml" Id="Rdc6504c9cc2f4d51" /><Relationship Type="http://schemas.openxmlformats.org/officeDocument/2006/relationships/slide" Target="/ppt/slides/slide22.xml" Id="R2e53caeb3a8a4803" /><Relationship Type="http://schemas.openxmlformats.org/officeDocument/2006/relationships/slide" Target="/ppt/slides/slide23.xml" Id="R3dc20a2b30574dec" /><Relationship Type="http://schemas.openxmlformats.org/officeDocument/2006/relationships/slide" Target="/ppt/slides/slide24.xml" Id="R51a1a22749954662" /><Relationship Type="http://schemas.openxmlformats.org/officeDocument/2006/relationships/slide" Target="/ppt/slides/slide25.xml" Id="Re3c97920902c4d22" /><Relationship Type="http://schemas.openxmlformats.org/officeDocument/2006/relationships/slide" Target="/ppt/slides/slide26.xml" Id="R3f20117a83d44d16" /><Relationship Type="http://schemas.openxmlformats.org/officeDocument/2006/relationships/slide" Target="/ppt/slides/slide27.xml" Id="R4fee2efb9e874f7b" /><Relationship Type="http://schemas.openxmlformats.org/officeDocument/2006/relationships/slide" Target="/ppt/slides/slide28.xml" Id="R0c66c1024b4a420e" /><Relationship Type="http://schemas.openxmlformats.org/officeDocument/2006/relationships/slide" Target="/ppt/slides/slide29.xml" Id="R911bc15e9cb94c6a" /><Relationship Type="http://schemas.openxmlformats.org/officeDocument/2006/relationships/slide" Target="/ppt/slides/slide30.xml" Id="R0d78744291184b01" /><Relationship Type="http://schemas.openxmlformats.org/officeDocument/2006/relationships/slide" Target="/ppt/slides/slide31.xml" Id="R8cd507c4b5524553" /><Relationship Type="http://schemas.openxmlformats.org/officeDocument/2006/relationships/slide" Target="/ppt/slides/slide32.xml" Id="R0093d0a49a904aa9" /><Relationship Type="http://schemas.openxmlformats.org/officeDocument/2006/relationships/slide" Target="/ppt/slides/slide33.xml" Id="Re98e37b517c64eb7" /><Relationship Type="http://schemas.openxmlformats.org/officeDocument/2006/relationships/slide" Target="/ppt/slides/slide34.xml" Id="R8d62f0c648664e08" /><Relationship Type="http://schemas.openxmlformats.org/officeDocument/2006/relationships/slide" Target="/ppt/slides/slide35.xml" Id="Rb8db0a4cf5dc45ba" /><Relationship Type="http://schemas.openxmlformats.org/officeDocument/2006/relationships/slide" Target="/ppt/slides/slide36.xml" Id="R27d81e5c2e704972" /><Relationship Type="http://schemas.openxmlformats.org/officeDocument/2006/relationships/slide" Target="/ppt/slides/slide37.xml" Id="R2da87c0c2eab4108" /><Relationship Type="http://schemas.openxmlformats.org/officeDocument/2006/relationships/slide" Target="/ppt/slides/slide38.xml" Id="R3b088b69c61a4ad9" /><Relationship Type="http://schemas.openxmlformats.org/officeDocument/2006/relationships/slide" Target="/ppt/slides/slide39.xml" Id="R7308cc05b3334b7c" /><Relationship Type="http://schemas.openxmlformats.org/officeDocument/2006/relationships/slide" Target="/ppt/slides/slide40.xml" Id="Ra5a7e7d2dd2e48df" /><Relationship Type="http://schemas.openxmlformats.org/officeDocument/2006/relationships/slide" Target="/ppt/slides/slide41.xml" Id="Re6b7041c5bb74761" /><Relationship Type="http://schemas.openxmlformats.org/officeDocument/2006/relationships/slide" Target="/ppt/slides/slide42.xml" Id="Re2059e19fcdd4544" /><Relationship Type="http://schemas.openxmlformats.org/officeDocument/2006/relationships/slide" Target="/ppt/slides/slide43.xml" Id="R93969893322340d4" /><Relationship Type="http://schemas.openxmlformats.org/officeDocument/2006/relationships/slide" Target="/ppt/slides/slide44.xml" Id="R612617fb7aae45ea" /><Relationship Type="http://schemas.openxmlformats.org/officeDocument/2006/relationships/slide" Target="/ppt/slides/slide45.xml" Id="Rd1f9e71521ea4d15" /><Relationship Type="http://schemas.openxmlformats.org/officeDocument/2006/relationships/slide" Target="/ppt/slides/slide46.xml" Id="Ra46acee524b04de5" /><Relationship Type="http://schemas.openxmlformats.org/officeDocument/2006/relationships/slide" Target="/ppt/slides/slide47.xml" Id="Red859312d2684b15" /><Relationship Type="http://schemas.openxmlformats.org/officeDocument/2006/relationships/slide" Target="/ppt/slides/slide48.xml" Id="R3517876231bd47eb" /><Relationship Type="http://schemas.openxmlformats.org/officeDocument/2006/relationships/slide" Target="/ppt/slides/slide49.xml" Id="Re12dcc45cd614408" /><Relationship Type="http://schemas.openxmlformats.org/officeDocument/2006/relationships/slide" Target="/ppt/slides/slide50.xml" Id="Ra7ac4e361a5c4b2b" /><Relationship Type="http://schemas.openxmlformats.org/officeDocument/2006/relationships/slide" Target="/ppt/slides/slide51.xml" Id="Rd84bd0c2259b41cd" /><Relationship Type="http://schemas.openxmlformats.org/officeDocument/2006/relationships/slide" Target="/ppt/slides/slide52.xml" Id="R43e21287c1ca4c20" /><Relationship Type="http://schemas.openxmlformats.org/officeDocument/2006/relationships/slide" Target="/ppt/slides/slide53.xml" Id="Rdb6b7bc16d564448" /><Relationship Type="http://schemas.openxmlformats.org/officeDocument/2006/relationships/slide" Target="/ppt/slides/slide54.xml" Id="R14cb055b632b4f71" /><Relationship Type="http://schemas.openxmlformats.org/officeDocument/2006/relationships/slide" Target="/ppt/slides/slide55.xml" Id="R7e00b11052194a2d" /><Relationship Type="http://schemas.openxmlformats.org/officeDocument/2006/relationships/slide" Target="/ppt/slides/slide56.xml" Id="R25308da0e97b41fe" /><Relationship Type="http://schemas.openxmlformats.org/officeDocument/2006/relationships/slide" Target="/ppt/slides/slide57.xml" Id="R0154c4052a1841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1ccc89a73d4c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2f5f2567414ac3" /><Relationship Type="http://schemas.openxmlformats.org/officeDocument/2006/relationships/notesMaster" Target="/ppt/notesMasters/notesMaster1.xml" Id="R9ab2745485494e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300ec4bf9d4034" /><Relationship Type="http://schemas.openxmlformats.org/officeDocument/2006/relationships/notesMaster" Target="/ppt/notesMasters/notesMaster1.xml" Id="R939c6697b2fa4a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f43dfa9fbe486e" /><Relationship Type="http://schemas.openxmlformats.org/officeDocument/2006/relationships/notesMaster" Target="/ppt/notesMasters/notesMaster1.xml" Id="Re0ad5b4b276a4d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5c121de25844d8" /><Relationship Type="http://schemas.openxmlformats.org/officeDocument/2006/relationships/notesMaster" Target="/ppt/notesMasters/notesMaster1.xml" Id="Rf2fb0ec0b7ee41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024c0a410f4f8f" /><Relationship Type="http://schemas.openxmlformats.org/officeDocument/2006/relationships/notesMaster" Target="/ppt/notesMasters/notesMaster1.xml" Id="Rf55a6146a8284f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86923d6e8a4f7d" /><Relationship Type="http://schemas.openxmlformats.org/officeDocument/2006/relationships/notesMaster" Target="/ppt/notesMasters/notesMaster1.xml" Id="R1116606e55414b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491ae6419748f6" /><Relationship Type="http://schemas.openxmlformats.org/officeDocument/2006/relationships/notesMaster" Target="/ppt/notesMasters/notesMaster1.xml" Id="R8132cafb2857463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5e4f90aa6b4226" /><Relationship Type="http://schemas.openxmlformats.org/officeDocument/2006/relationships/notesMaster" Target="/ppt/notesMasters/notesMaster1.xml" Id="Rb6d0650c47a94c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84d9728c9e4b5a" /><Relationship Type="http://schemas.openxmlformats.org/officeDocument/2006/relationships/notesMaster" Target="/ppt/notesMasters/notesMaster1.xml" Id="R2e7ebdc136434c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8652c07d804b94" /><Relationship Type="http://schemas.openxmlformats.org/officeDocument/2006/relationships/notesMaster" Target="/ppt/notesMasters/notesMaster1.xml" Id="R60d4e645597d4c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6a23086d7c493f" /><Relationship Type="http://schemas.openxmlformats.org/officeDocument/2006/relationships/notesMaster" Target="/ppt/notesMasters/notesMaster1.xml" Id="R5d8d25c7d3304e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0e67d38e264204" /><Relationship Type="http://schemas.openxmlformats.org/officeDocument/2006/relationships/notesMaster" Target="/ppt/notesMasters/notesMaster1.xml" Id="Rca4cc9aad04544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3a8105d1504eee" /><Relationship Type="http://schemas.openxmlformats.org/officeDocument/2006/relationships/notesMaster" Target="/ppt/notesMasters/notesMaster1.xml" Id="R338acd09042b43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476c7df2888480d" /><Relationship Type="http://schemas.openxmlformats.org/officeDocument/2006/relationships/notesMaster" Target="/ppt/notesMasters/notesMaster1.xml" Id="R03e8e39775974d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b37bd0fb6344d9" /><Relationship Type="http://schemas.openxmlformats.org/officeDocument/2006/relationships/notesMaster" Target="/ppt/notesMasters/notesMaster1.xml" Id="R96dd748aae8a43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bafde3ce884003" /><Relationship Type="http://schemas.openxmlformats.org/officeDocument/2006/relationships/notesMaster" Target="/ppt/notesMasters/notesMaster1.xml" Id="Rbc86279f99844f6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47ee29355f4b84" /><Relationship Type="http://schemas.openxmlformats.org/officeDocument/2006/relationships/notesMaster" Target="/ppt/notesMasters/notesMaster1.xml" Id="Rc1b8046cb64e47d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0d8fb0a840a49b2" /><Relationship Type="http://schemas.openxmlformats.org/officeDocument/2006/relationships/notesMaster" Target="/ppt/notesMasters/notesMaster1.xml" Id="R6a60349e850b4a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ac3f814a59341a4" /><Relationship Type="http://schemas.openxmlformats.org/officeDocument/2006/relationships/notesMaster" Target="/ppt/notesMasters/notesMaster1.xml" Id="Rff088ac169fa492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7e729b37f5c4745" /><Relationship Type="http://schemas.openxmlformats.org/officeDocument/2006/relationships/notesMaster" Target="/ppt/notesMasters/notesMaster1.xml" Id="Rae7b7b07a2ee452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dd6ba52147462c" /><Relationship Type="http://schemas.openxmlformats.org/officeDocument/2006/relationships/notesMaster" Target="/ppt/notesMasters/notesMaster1.xml" Id="R153f7c6cbaab415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06bab392c4441d" /><Relationship Type="http://schemas.openxmlformats.org/officeDocument/2006/relationships/notesMaster" Target="/ppt/notesMasters/notesMaster1.xml" Id="Rfff1319297b24ac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c5b92a6f534c9f" /><Relationship Type="http://schemas.openxmlformats.org/officeDocument/2006/relationships/notesMaster" Target="/ppt/notesMasters/notesMaster1.xml" Id="Re27846ede1b74b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be1706c369b4b5f" /><Relationship Type="http://schemas.openxmlformats.org/officeDocument/2006/relationships/notesMaster" Target="/ppt/notesMasters/notesMaster1.xml" Id="R07d6629c617d4e5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45a1307fcc74ebb" /><Relationship Type="http://schemas.openxmlformats.org/officeDocument/2006/relationships/notesMaster" Target="/ppt/notesMasters/notesMaster1.xml" Id="R85691380a1904a2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89e6d44d69746e2" /><Relationship Type="http://schemas.openxmlformats.org/officeDocument/2006/relationships/notesMaster" Target="/ppt/notesMasters/notesMaster1.xml" Id="Rd41b5195dc7a4c8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451e8c0f92f40ad" /><Relationship Type="http://schemas.openxmlformats.org/officeDocument/2006/relationships/notesMaster" Target="/ppt/notesMasters/notesMaster1.xml" Id="Rf854f5cefb70484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7ea9e82c9ea4cb8" /><Relationship Type="http://schemas.openxmlformats.org/officeDocument/2006/relationships/notesMaster" Target="/ppt/notesMasters/notesMaster1.xml" Id="R1e0beea4fcc246f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ff30d1a2631447c" /><Relationship Type="http://schemas.openxmlformats.org/officeDocument/2006/relationships/notesMaster" Target="/ppt/notesMasters/notesMaster1.xml" Id="Rf960601fc1ac447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5c77e9f9de34efc" /><Relationship Type="http://schemas.openxmlformats.org/officeDocument/2006/relationships/notesMaster" Target="/ppt/notesMasters/notesMaster1.xml" Id="R11363eed3c2548b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1feebb366754b28" /><Relationship Type="http://schemas.openxmlformats.org/officeDocument/2006/relationships/notesMaster" Target="/ppt/notesMasters/notesMaster1.xml" Id="R82935a106e6b4f1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3e49b1b4bf442d1" /><Relationship Type="http://schemas.openxmlformats.org/officeDocument/2006/relationships/notesMaster" Target="/ppt/notesMasters/notesMaster1.xml" Id="R7589291b6a3c49a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70762c1eb864b63" /><Relationship Type="http://schemas.openxmlformats.org/officeDocument/2006/relationships/notesMaster" Target="/ppt/notesMasters/notesMaster1.xml" Id="Raaa2a92c97aa403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f6afaa937204673" /><Relationship Type="http://schemas.openxmlformats.org/officeDocument/2006/relationships/notesMaster" Target="/ppt/notesMasters/notesMaster1.xml" Id="R96f2d077d7aa4f4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e1bf825502944f9" /><Relationship Type="http://schemas.openxmlformats.org/officeDocument/2006/relationships/notesMaster" Target="/ppt/notesMasters/notesMaster1.xml" Id="Re4f002245bda412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6a444b26ccb4503" /><Relationship Type="http://schemas.openxmlformats.org/officeDocument/2006/relationships/notesMaster" Target="/ppt/notesMasters/notesMaster1.xml" Id="R42209fbb09c14d9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ff615d142744eed" /><Relationship Type="http://schemas.openxmlformats.org/officeDocument/2006/relationships/notesMaster" Target="/ppt/notesMasters/notesMaster1.xml" Id="R2c0e13acef6e418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c8da700cd8a4d45" /><Relationship Type="http://schemas.openxmlformats.org/officeDocument/2006/relationships/notesMaster" Target="/ppt/notesMasters/notesMaster1.xml" Id="R1bed03cd279a4aa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87856649f4b4f96" /><Relationship Type="http://schemas.openxmlformats.org/officeDocument/2006/relationships/notesMaster" Target="/ppt/notesMasters/notesMaster1.xml" Id="Rf77a009547494bd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9ec2ba6776a435a" /><Relationship Type="http://schemas.openxmlformats.org/officeDocument/2006/relationships/notesMaster" Target="/ppt/notesMasters/notesMaster1.xml" Id="R5a9e14259e554bc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825b50e81d2441a" /><Relationship Type="http://schemas.openxmlformats.org/officeDocument/2006/relationships/notesMaster" Target="/ppt/notesMasters/notesMaster1.xml" Id="Rfc7c28386ef641e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2a7942d148e4bab" /><Relationship Type="http://schemas.openxmlformats.org/officeDocument/2006/relationships/notesMaster" Target="/ppt/notesMasters/notesMaster1.xml" Id="Rbc44003437e1491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7ab76c94fe845d2" /><Relationship Type="http://schemas.openxmlformats.org/officeDocument/2006/relationships/notesMaster" Target="/ppt/notesMasters/notesMaster1.xml" Id="Re6d28d744479407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df510fb87d04629" /><Relationship Type="http://schemas.openxmlformats.org/officeDocument/2006/relationships/notesMaster" Target="/ppt/notesMasters/notesMaster1.xml" Id="R0377e5b36c4b4b0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86c2b95624f4b4b" /><Relationship Type="http://schemas.openxmlformats.org/officeDocument/2006/relationships/notesMaster" Target="/ppt/notesMasters/notesMaster1.xml" Id="R2c61856461964aa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aa6f5b7634e4347" /><Relationship Type="http://schemas.openxmlformats.org/officeDocument/2006/relationships/notesMaster" Target="/ppt/notesMasters/notesMaster1.xml" Id="Rc885ca3246d641c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7f7b69b6b43340be" /><Relationship Type="http://schemas.openxmlformats.org/officeDocument/2006/relationships/notesMaster" Target="/ppt/notesMasters/notesMaster1.xml" Id="R283fa28f7d31412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b41a26ca71a4fd3" /><Relationship Type="http://schemas.openxmlformats.org/officeDocument/2006/relationships/notesMaster" Target="/ppt/notesMasters/notesMaster1.xml" Id="Rf8651ef70a064a9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202b737eefe474e" /><Relationship Type="http://schemas.openxmlformats.org/officeDocument/2006/relationships/notesMaster" Target="/ppt/notesMasters/notesMaster1.xml" Id="R84f0292cc4df457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afc4ce55a2d4f44" /><Relationship Type="http://schemas.openxmlformats.org/officeDocument/2006/relationships/notesMaster" Target="/ppt/notesMasters/notesMaster1.xml" Id="R1409f2a5f5e64fa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0d921d7b5084c61" /><Relationship Type="http://schemas.openxmlformats.org/officeDocument/2006/relationships/notesMaster" Target="/ppt/notesMasters/notesMaster1.xml" Id="R0c8ad3c86ad9475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e8695a4881e34f40" /><Relationship Type="http://schemas.openxmlformats.org/officeDocument/2006/relationships/notesMaster" Target="/ppt/notesMasters/notesMaster1.xml" Id="R6f63ddd3698d4e7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61e86efb6174c9f" /><Relationship Type="http://schemas.openxmlformats.org/officeDocument/2006/relationships/notesMaster" Target="/ppt/notesMasters/notesMaster1.xml" Id="Rf94c7a83ab2a457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559ba89c03674244" /><Relationship Type="http://schemas.openxmlformats.org/officeDocument/2006/relationships/notesMaster" Target="/ppt/notesMasters/notesMaster1.xml" Id="R079ace088d0744f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8676a39294645f6" /><Relationship Type="http://schemas.openxmlformats.org/officeDocument/2006/relationships/notesMaster" Target="/ppt/notesMasters/notesMaster1.xml" Id="R3b392f4fcab2494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f716ecdaa3b4e82" /><Relationship Type="http://schemas.openxmlformats.org/officeDocument/2006/relationships/notesMaster" Target="/ppt/notesMasters/notesMaster1.xml" Id="R9932096b8bcc4340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a571b5a9ab542f7" /><Relationship Type="http://schemas.openxmlformats.org/officeDocument/2006/relationships/notesMaster" Target="/ppt/notesMasters/notesMaster1.xml" Id="R0c3facce633646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aa2d41d984a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8c6338ed1f4303" /><Relationship Type="http://schemas.openxmlformats.org/officeDocument/2006/relationships/slideLayout" Target="/ppt/slideLayouts/slideLayout1.xml" Id="Rb266e87e0d234f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66e87e0d234f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98814bfbc4c65" /><Relationship Type="http://schemas.openxmlformats.org/officeDocument/2006/relationships/notesSlide" Target="/ppt/notesSlides/notesSlide1.xml" Id="R857ddc85c6ca43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83602a74843cf" /><Relationship Type="http://schemas.openxmlformats.org/officeDocument/2006/relationships/notesSlide" Target="/ppt/notesSlides/notesSlide2.xml" Id="Rf1425cd4b1094f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5d9c5beef47a9" /><Relationship Type="http://schemas.openxmlformats.org/officeDocument/2006/relationships/chart" Target="/ppt/slides/charts/chart1.xml" Id="Rab76a5f577f243a1" /><Relationship Type="http://schemas.openxmlformats.org/officeDocument/2006/relationships/chart" Target="/ppt/slides/charts/chart2.xml" Id="Rbcc1540c45df4471" /><Relationship Type="http://schemas.openxmlformats.org/officeDocument/2006/relationships/notesSlide" Target="/ppt/notesSlides/notesSlide3.xml" Id="R687861c5a6144f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c83d8e9064638" /><Relationship Type="http://schemas.openxmlformats.org/officeDocument/2006/relationships/chart" Target="/ppt/slides/charts/chart3.xml" Id="R2d3a9e176fe4470e" /><Relationship Type="http://schemas.openxmlformats.org/officeDocument/2006/relationships/chart" Target="/ppt/slides/charts/chart4.xml" Id="Rcdcdaa49fb344c0c" /><Relationship Type="http://schemas.openxmlformats.org/officeDocument/2006/relationships/notesSlide" Target="/ppt/notesSlides/notesSlide4.xml" Id="R386d3fc940f447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6bdc2dbbf4a6f" /><Relationship Type="http://schemas.openxmlformats.org/officeDocument/2006/relationships/chart" Target="/ppt/slides/charts/chart5.xml" Id="Rf7794aa874ac4827" /><Relationship Type="http://schemas.openxmlformats.org/officeDocument/2006/relationships/chart" Target="/ppt/slides/charts/chart6.xml" Id="R5d42f311db19435c" /><Relationship Type="http://schemas.openxmlformats.org/officeDocument/2006/relationships/chart" Target="/ppt/slides/charts/chart7.xml" Id="R88a09bb9140641c8" /><Relationship Type="http://schemas.openxmlformats.org/officeDocument/2006/relationships/notesSlide" Target="/ppt/notesSlides/notesSlide5.xml" Id="R36e7a7655c924f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99f27a9bc4eb6" /><Relationship Type="http://schemas.openxmlformats.org/officeDocument/2006/relationships/chart" Target="/ppt/slides/charts/chart8.xml" Id="Rc9042453942843ed" /><Relationship Type="http://schemas.openxmlformats.org/officeDocument/2006/relationships/chart" Target="/ppt/slides/charts/chart9.xml" Id="R22c5beed3deb4e32" /><Relationship Type="http://schemas.openxmlformats.org/officeDocument/2006/relationships/chart" Target="/ppt/slides/charts/chart10.xml" Id="R171e03c93b9b4125" /><Relationship Type="http://schemas.openxmlformats.org/officeDocument/2006/relationships/chart" Target="/ppt/slides/charts/chart11.xml" Id="R9fbd461351be4162" /><Relationship Type="http://schemas.openxmlformats.org/officeDocument/2006/relationships/notesSlide" Target="/ppt/notesSlides/notesSlide6.xml" Id="R8b7d1a09396a47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1283957b54e7b" /><Relationship Type="http://schemas.openxmlformats.org/officeDocument/2006/relationships/chart" Target="/ppt/slides/charts/chart12.xml" Id="R0ee43c605f1f49c7" /><Relationship Type="http://schemas.openxmlformats.org/officeDocument/2006/relationships/chart" Target="/ppt/slides/charts/chart13.xml" Id="R0e0a6b983ff9490d" /><Relationship Type="http://schemas.openxmlformats.org/officeDocument/2006/relationships/notesSlide" Target="/ppt/notesSlides/notesSlide7.xml" Id="R1a2ebf0b9b7c43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c9321ca724fe1" /><Relationship Type="http://schemas.openxmlformats.org/officeDocument/2006/relationships/chart" Target="/ppt/slides/charts/chart14.xml" Id="R9a28dbf9e44f4b6e" /><Relationship Type="http://schemas.openxmlformats.org/officeDocument/2006/relationships/chart" Target="/ppt/slides/charts/chart15.xml" Id="R781e0e29eec74b0a" /><Relationship Type="http://schemas.openxmlformats.org/officeDocument/2006/relationships/notesSlide" Target="/ppt/notesSlides/notesSlide8.xml" Id="R58856320139a40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cc929e18643ea" /><Relationship Type="http://schemas.openxmlformats.org/officeDocument/2006/relationships/chart" Target="/ppt/slides/charts/chart16.xml" Id="R47d9ea5c167a4450" /><Relationship Type="http://schemas.openxmlformats.org/officeDocument/2006/relationships/chart" Target="/ppt/slides/charts/chart17.xml" Id="R02e0ad8866c840f1" /><Relationship Type="http://schemas.openxmlformats.org/officeDocument/2006/relationships/notesSlide" Target="/ppt/notesSlides/notesSlide9.xml" Id="R3478fd178fd64c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e2c64ec2a4fb6" /><Relationship Type="http://schemas.openxmlformats.org/officeDocument/2006/relationships/chart" Target="/ppt/slides/charts/chart18.xml" Id="R523fbae1b63f48a3" /><Relationship Type="http://schemas.openxmlformats.org/officeDocument/2006/relationships/notesSlide" Target="/ppt/notesSlides/notesSlide10.xml" Id="Rc25419ebbc6b4a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d3e349a504c68" /><Relationship Type="http://schemas.openxmlformats.org/officeDocument/2006/relationships/chart" Target="/ppt/slides/charts/chart19.xml" Id="Rfc6e0677916b4475" /><Relationship Type="http://schemas.openxmlformats.org/officeDocument/2006/relationships/notesSlide" Target="/ppt/notesSlides/notesSlide11.xml" Id="R23198ebf091f42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5a874c7364fcd" /><Relationship Type="http://schemas.openxmlformats.org/officeDocument/2006/relationships/chart" Target="/ppt/slides/charts/chart20.xml" Id="R878de6c3a2b2459d" /><Relationship Type="http://schemas.openxmlformats.org/officeDocument/2006/relationships/notesSlide" Target="/ppt/notesSlides/notesSlide12.xml" Id="R2c993036fdca4f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ffb90225549c8" /><Relationship Type="http://schemas.openxmlformats.org/officeDocument/2006/relationships/chart" Target="/ppt/slides/charts/chart21.xml" Id="Reca40a6864fb4d58" /><Relationship Type="http://schemas.openxmlformats.org/officeDocument/2006/relationships/chart" Target="/ppt/slides/charts/chart22.xml" Id="R937b27763f1f404e" /><Relationship Type="http://schemas.openxmlformats.org/officeDocument/2006/relationships/notesSlide" Target="/ppt/notesSlides/notesSlide13.xml" Id="Rac8604eb10e845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7324591984c56" /><Relationship Type="http://schemas.openxmlformats.org/officeDocument/2006/relationships/chart" Target="/ppt/slides/charts/chart23.xml" Id="R13e9a5bc16c447f5" /><Relationship Type="http://schemas.openxmlformats.org/officeDocument/2006/relationships/notesSlide" Target="/ppt/notesSlides/notesSlide14.xml" Id="R167854280c944e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062844bd044be" /><Relationship Type="http://schemas.openxmlformats.org/officeDocument/2006/relationships/chart" Target="/ppt/slides/charts/chart24.xml" Id="Rd8634cb72d9647ee" /><Relationship Type="http://schemas.openxmlformats.org/officeDocument/2006/relationships/notesSlide" Target="/ppt/notesSlides/notesSlide15.xml" Id="R8156bf1f8e484b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c8342cd74d4df9" /><Relationship Type="http://schemas.openxmlformats.org/officeDocument/2006/relationships/chart" Target="/ppt/slides/charts/chart25.xml" Id="R861dc88049074f89" /><Relationship Type="http://schemas.openxmlformats.org/officeDocument/2006/relationships/notesSlide" Target="/ppt/notesSlides/notesSlide16.xml" Id="Ra82eac87a6274a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26844d8d348d5" /><Relationship Type="http://schemas.openxmlformats.org/officeDocument/2006/relationships/chart" Target="/ppt/slides/charts/chart26.xml" Id="R57c5ac34874546d1" /><Relationship Type="http://schemas.openxmlformats.org/officeDocument/2006/relationships/chart" Target="/ppt/slides/charts/chart27.xml" Id="Rd8307d3fbc0c4f73" /><Relationship Type="http://schemas.openxmlformats.org/officeDocument/2006/relationships/chart" Target="/ppt/slides/charts/chart28.xml" Id="R0f47524dbe744fcb" /><Relationship Type="http://schemas.openxmlformats.org/officeDocument/2006/relationships/chart" Target="/ppt/slides/charts/chart29.xml" Id="R1f018b3554744668" /><Relationship Type="http://schemas.openxmlformats.org/officeDocument/2006/relationships/chart" Target="/ppt/slides/charts/chart30.xml" Id="R2786dd63252f4380" /><Relationship Type="http://schemas.openxmlformats.org/officeDocument/2006/relationships/chart" Target="/ppt/slides/charts/chart31.xml" Id="Rf8a34857295042ae" /><Relationship Type="http://schemas.openxmlformats.org/officeDocument/2006/relationships/notesSlide" Target="/ppt/notesSlides/notesSlide17.xml" Id="R1790e38e6b1845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a1920b45e4b6e" /><Relationship Type="http://schemas.openxmlformats.org/officeDocument/2006/relationships/chart" Target="/ppt/slides/charts/chart32.xml" Id="Re3b79bef3d3c4a4d" /><Relationship Type="http://schemas.openxmlformats.org/officeDocument/2006/relationships/notesSlide" Target="/ppt/notesSlides/notesSlide18.xml" Id="Rb4dc1ab184e9432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73bd627c547c3" /><Relationship Type="http://schemas.openxmlformats.org/officeDocument/2006/relationships/chart" Target="/ppt/slides/charts/chart33.xml" Id="R50a4ec37a1fb4fb0" /><Relationship Type="http://schemas.openxmlformats.org/officeDocument/2006/relationships/chart" Target="/ppt/slides/charts/chart34.xml" Id="R7560e91d619344e5" /><Relationship Type="http://schemas.openxmlformats.org/officeDocument/2006/relationships/notesSlide" Target="/ppt/notesSlides/notesSlide19.xml" Id="R87f2526028e6417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3706c4fc34588" /><Relationship Type="http://schemas.openxmlformats.org/officeDocument/2006/relationships/image" Target="/ppt/media/image.png" Id="R5bc9970089b1403b" /><Relationship Type="http://schemas.openxmlformats.org/officeDocument/2006/relationships/notesSlide" Target="/ppt/notesSlides/notesSlide20.xml" Id="R539d6297ef4f489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0117c42ef4572" /><Relationship Type="http://schemas.openxmlformats.org/officeDocument/2006/relationships/image" Target="/ppt/media/image2.png" Id="R07a15c8b24144e5b" /><Relationship Type="http://schemas.openxmlformats.org/officeDocument/2006/relationships/notesSlide" Target="/ppt/notesSlides/notesSlide21.xml" Id="R79c0361e2f2d47e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1efc322384d61" /><Relationship Type="http://schemas.openxmlformats.org/officeDocument/2006/relationships/image" Target="/ppt/media/image3.png" Id="R7209e14a521b427a" /><Relationship Type="http://schemas.openxmlformats.org/officeDocument/2006/relationships/notesSlide" Target="/ppt/notesSlides/notesSlide22.xml" Id="Rf82ec8f8557b489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d56309f504cd9" /><Relationship Type="http://schemas.openxmlformats.org/officeDocument/2006/relationships/image" Target="/ppt/media/image4.png" Id="R798f915a766c44ce" /><Relationship Type="http://schemas.openxmlformats.org/officeDocument/2006/relationships/notesSlide" Target="/ppt/notesSlides/notesSlide23.xml" Id="R586a9646f0b644f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46dc200c04c46" /><Relationship Type="http://schemas.openxmlformats.org/officeDocument/2006/relationships/notesSlide" Target="/ppt/notesSlides/notesSlide24.xml" Id="R202914d99c6245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a1a95a73b4e0d" /><Relationship Type="http://schemas.openxmlformats.org/officeDocument/2006/relationships/notesSlide" Target="/ppt/notesSlides/notesSlide25.xml" Id="R61ce0d1560cc463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8bb394b84465c" /><Relationship Type="http://schemas.openxmlformats.org/officeDocument/2006/relationships/chart" Target="/ppt/slides/charts/chart35.xml" Id="R026dc9f770ad49b2" /><Relationship Type="http://schemas.openxmlformats.org/officeDocument/2006/relationships/notesSlide" Target="/ppt/notesSlides/notesSlide26.xml" Id="R832c1a00d11445d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d8e299c7e4241" /><Relationship Type="http://schemas.openxmlformats.org/officeDocument/2006/relationships/notesSlide" Target="/ppt/notesSlides/notesSlide27.xml" Id="R2c2cc4d6e46e463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15f1fce7c4d05" /><Relationship Type="http://schemas.openxmlformats.org/officeDocument/2006/relationships/chart" Target="/ppt/slides/charts/chart36.xml" Id="R90d7b1950a204a5f" /><Relationship Type="http://schemas.openxmlformats.org/officeDocument/2006/relationships/chart" Target="/ppt/slides/charts/chart37.xml" Id="R889385cf0c7f4c66" /><Relationship Type="http://schemas.openxmlformats.org/officeDocument/2006/relationships/notesSlide" Target="/ppt/notesSlides/notesSlide28.xml" Id="Rf949d8949549472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7335ba2e4465f" /><Relationship Type="http://schemas.openxmlformats.org/officeDocument/2006/relationships/chart" Target="/ppt/slides/charts/chart38.xml" Id="R3e13653fe2264381" /><Relationship Type="http://schemas.openxmlformats.org/officeDocument/2006/relationships/chart" Target="/ppt/slides/charts/chart39.xml" Id="R91ba816cd05647ee" /><Relationship Type="http://schemas.openxmlformats.org/officeDocument/2006/relationships/chart" Target="/ppt/slides/charts/chart40.xml" Id="R4abead8928f94aeb" /><Relationship Type="http://schemas.openxmlformats.org/officeDocument/2006/relationships/notesSlide" Target="/ppt/notesSlides/notesSlide29.xml" Id="Reb75c88bec374a7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cee022b3a4b25" /><Relationship Type="http://schemas.openxmlformats.org/officeDocument/2006/relationships/chart" Target="/ppt/slides/charts/chart41.xml" Id="Rb90bf57664be43c3" /><Relationship Type="http://schemas.openxmlformats.org/officeDocument/2006/relationships/chart" Target="/ppt/slides/charts/chart42.xml" Id="R43410e36f89d4260" /><Relationship Type="http://schemas.openxmlformats.org/officeDocument/2006/relationships/chart" Target="/ppt/slides/charts/chart43.xml" Id="Rc90a0b639f6846a8" /><Relationship Type="http://schemas.openxmlformats.org/officeDocument/2006/relationships/chart" Target="/ppt/slides/charts/chart44.xml" Id="R2470a653f0e241d9" /><Relationship Type="http://schemas.openxmlformats.org/officeDocument/2006/relationships/notesSlide" Target="/ppt/notesSlides/notesSlide30.xml" Id="Rc5f0b5338349411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7ff77736347a3" /><Relationship Type="http://schemas.openxmlformats.org/officeDocument/2006/relationships/notesSlide" Target="/ppt/notesSlides/notesSlide31.xml" Id="Ref366cb92fac471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172a638fa4002" /><Relationship Type="http://schemas.openxmlformats.org/officeDocument/2006/relationships/notesSlide" Target="/ppt/notesSlides/notesSlide32.xml" Id="R68079dfa5f1447c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07641dc854f3e" /><Relationship Type="http://schemas.openxmlformats.org/officeDocument/2006/relationships/notesSlide" Target="/ppt/notesSlides/notesSlide33.xml" Id="Rc040e8e14143465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9f6b6fb54651" /><Relationship Type="http://schemas.openxmlformats.org/officeDocument/2006/relationships/chart" Target="/ppt/slides/charts/chart45.xml" Id="R8273000f11b843a1" /><Relationship Type="http://schemas.openxmlformats.org/officeDocument/2006/relationships/notesSlide" Target="/ppt/notesSlides/notesSlide34.xml" Id="R627f30e66cda48f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0ccfddf534374" /><Relationship Type="http://schemas.openxmlformats.org/officeDocument/2006/relationships/chart" Target="/ppt/slides/charts/chart46.xml" Id="R81b8e1f3b3284f68" /><Relationship Type="http://schemas.openxmlformats.org/officeDocument/2006/relationships/notesSlide" Target="/ppt/notesSlides/notesSlide35.xml" Id="R5a288cc7e71945f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13b9800fd41fc" /><Relationship Type="http://schemas.openxmlformats.org/officeDocument/2006/relationships/chart" Target="/ppt/slides/charts/chart47.xml" Id="R2c943deb3b1745e7" /><Relationship Type="http://schemas.openxmlformats.org/officeDocument/2006/relationships/notesSlide" Target="/ppt/notesSlides/notesSlide36.xml" Id="Rca0ab430e0a846b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30e93de1e4c86" /><Relationship Type="http://schemas.openxmlformats.org/officeDocument/2006/relationships/notesSlide" Target="/ppt/notesSlides/notesSlide37.xml" Id="R8523ec67172d430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fbeb7402c4a86" /><Relationship Type="http://schemas.openxmlformats.org/officeDocument/2006/relationships/notesSlide" Target="/ppt/notesSlides/notesSlide38.xml" Id="R1645bebfa6fb4a8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fe87b320743ff" /><Relationship Type="http://schemas.openxmlformats.org/officeDocument/2006/relationships/notesSlide" Target="/ppt/notesSlides/notesSlide39.xml" Id="Rc4438eee6b80435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3cc0f03ef46a6" /><Relationship Type="http://schemas.openxmlformats.org/officeDocument/2006/relationships/notesSlide" Target="/ppt/notesSlides/notesSlide40.xml" Id="R7d823a71f7ae444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92c879ee44d3a" /><Relationship Type="http://schemas.openxmlformats.org/officeDocument/2006/relationships/notesSlide" Target="/ppt/notesSlides/notesSlide41.xml" Id="Rb729f71ca4484b9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43eea6b4b4523" /><Relationship Type="http://schemas.openxmlformats.org/officeDocument/2006/relationships/notesSlide" Target="/ppt/notesSlides/notesSlide42.xml" Id="Rde4523a1160e4d3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8b35be8c649f0" /><Relationship Type="http://schemas.openxmlformats.org/officeDocument/2006/relationships/notesSlide" Target="/ppt/notesSlides/notesSlide43.xml" Id="R9a9c36b731f9432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6891e66d54288" /><Relationship Type="http://schemas.openxmlformats.org/officeDocument/2006/relationships/notesSlide" Target="/ppt/notesSlides/notesSlide44.xml" Id="Rabf3f4e52f1d4ce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ae9e148654d4e" /><Relationship Type="http://schemas.openxmlformats.org/officeDocument/2006/relationships/notesSlide" Target="/ppt/notesSlides/notesSlide45.xml" Id="Ra0ced5cc784e4b0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1e1f9192a4988" /><Relationship Type="http://schemas.openxmlformats.org/officeDocument/2006/relationships/notesSlide" Target="/ppt/notesSlides/notesSlide46.xml" Id="Rb4b3d2ef08db405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0c397446846d3" /><Relationship Type="http://schemas.openxmlformats.org/officeDocument/2006/relationships/notesSlide" Target="/ppt/notesSlides/notesSlide47.xml" Id="R3e075caad148449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0d7713b114ae4" /><Relationship Type="http://schemas.openxmlformats.org/officeDocument/2006/relationships/notesSlide" Target="/ppt/notesSlides/notesSlide48.xml" Id="R39f32fec90164ae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1b2ad35b24ef4" /><Relationship Type="http://schemas.openxmlformats.org/officeDocument/2006/relationships/notesSlide" Target="/ppt/notesSlides/notesSlide49.xml" Id="Rd9fe8e9192994ad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3911d3704aa1" /><Relationship Type="http://schemas.openxmlformats.org/officeDocument/2006/relationships/notesSlide" Target="/ppt/notesSlides/notesSlide50.xml" Id="Refec0e6c0417444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50c9b1d7e44c7" /><Relationship Type="http://schemas.openxmlformats.org/officeDocument/2006/relationships/notesSlide" Target="/ppt/notesSlides/notesSlide51.xml" Id="Rc2bbfc2d745d48d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a0bf4a1ae4447" /><Relationship Type="http://schemas.openxmlformats.org/officeDocument/2006/relationships/notesSlide" Target="/ppt/notesSlides/notesSlide52.xml" Id="R628da15ec8b5428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ed8519e154a47" /><Relationship Type="http://schemas.openxmlformats.org/officeDocument/2006/relationships/notesSlide" Target="/ppt/notesSlides/notesSlide53.xml" Id="Ra1f7034d8566456b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5aa14a64d4e54" /><Relationship Type="http://schemas.openxmlformats.org/officeDocument/2006/relationships/notesSlide" Target="/ppt/notesSlides/notesSlide54.xml" Id="R9313cc78efc94f4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1de24f4c14f40" /><Relationship Type="http://schemas.openxmlformats.org/officeDocument/2006/relationships/notesSlide" Target="/ppt/notesSlides/notesSlide55.xml" Id="R13dd98e20bd648c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eee49f484457f" /><Relationship Type="http://schemas.openxmlformats.org/officeDocument/2006/relationships/notesSlide" Target="/ppt/notesSlides/notesSlide56.xml" Id="R164647e910f94d9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10c64a0ce4afd" /><Relationship Type="http://schemas.openxmlformats.org/officeDocument/2006/relationships/notesSlide" Target="/ppt/notesSlides/notesSlide57.xml" Id="R91488412ce0c437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públicos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2181.013</c:v>
              </c:pt>
              <c:pt idx="1">
                <c:v>2585.043</c:v>
              </c:pt>
              <c:pt idx="2">
                <c:v>3045.05</c:v>
              </c:pt>
              <c:pt idx="3">
                <c:v>3327.984</c:v>
              </c:pt>
              <c:pt idx="4">
                <c:v>3684.96</c:v>
              </c:pt>
              <c:pt idx="5">
                <c:v>4356.017</c:v>
              </c:pt>
              <c:pt idx="6">
                <c:v>4814.732</c:v>
              </c:pt>
              <c:pt idx="7">
                <c:v>5198.462</c:v>
              </c:pt>
              <c:pt idx="8">
                <c:v>5697.472</c:v>
              </c:pt>
              <c:pt idx="9">
                <c:v>6286.455</c:v>
              </c:pt>
              <c:pt idx="10">
                <c:v>7485.488</c:v>
              </c:pt>
              <c:pt idx="11">
                <c:v>7841</c:v>
              </c:pt>
            </c:numLit>
          </c:val>
        </c:ser>
        <c:ser>
          <c:idx val="2"/>
          <c:order val="2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3"/>
          <c:order val="3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4"/>
          <c:order val="4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5"/>
          <c:order val="5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246.88123756594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883FF5-747E-4E8C-905B-D8F9E7DF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24D20-9DCE-4885-B7D6-E87CA8A5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5591F-73C9-49D6-AB82-751E7004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B5B43-D6CB-427B-A0B6-E004C56F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BC326-35D6-4C8C-9181-F0406EBE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5BEF7-4B1B-4667-9766-5A8DE914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79D6E-F406-42E0-8952-F44E3753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8698877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13C586-D01F-480A-8EDB-3F00AFD0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8079D-48DC-4BDB-B6A8-150EED13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EA1A9-8E73-4F49-AF95-447EE503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46A49-5002-4CBD-B105-5115E2D5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DD2E9-2FEA-4B35-AA15-2F8B73BA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6D1F8-9139-4668-ACF9-84D45AFD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64456-9401-4495-B877-D7A4657A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EB3CD-0ACB-47A3-B480-22E43F40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4B0E9-0952-41DA-998E-2FF46167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17FFD-4197-4962-809C-1919857F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6E6C0-22EB-4586-8D98-888AB9D9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9A8800-316F-4AB3-85B1-3F9C1A0A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24E0E-EC36-404D-ADC1-B6DD7A8B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70A43-2B14-405A-B32C-B4C49F9A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03289-7F0B-4BFF-BAF5-A8977309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51A80-F300-4324-AC58-C79A3050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68B66-30CD-4F61-8DEB-FD3B6F09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BD2E5-6D11-48B8-B9F1-AC99957A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6820FE-7BCB-4FDE-9AEE-F6DB1A7A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1CECF-E826-4F45-93B5-AFE8BC51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B3194-019B-49B6-A230-B937C3E4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4348489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4075F-B3C2-4BB4-933B-A9102C1C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22064-0412-461F-B9C0-694EF857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4D9E2-D18B-433D-A33E-EFEB84DA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84AC9-3B23-4D80-8B3E-27A641D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55F31-3206-458B-A183-FDCF5FDF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B8D7D8-8C55-4F77-AC58-03B2CAAD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09A20-0600-40F2-BE90-949E54C3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DA227-1287-4452-BD2C-833EACEE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76a5f577f243a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7742F-92A6-442C-8B7E-9C516540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05450"/>
            <a:ext cx="4619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7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VAR. A.A.   2023 +26,2%   ·   2024 +47,9%   ·   2025 +22,0%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81F545-3344-4C2E-AE64-FB317621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88827-DC3B-4CDE-8ED9-AE14DADA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c1540c45df447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350E2-1A67-4D06-A66F-16071186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054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Securitização BCB: R$ 1.157 bi; carteira FIDC CVM: R$ 670 bi.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A5FBB-D2EA-4937-B272-CE1D3FB4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15000"/>
            <a:ext cx="528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série 28191 reúne CRI, CRA e direitos creditórios em FIDCs. Debêntures e notas comerciais integram títulos privados. O residual inclui CRI/CRA e diferenças de perímetro.</a:t>
            </a:r>
          </a:p>
        </p:txBody>
      </p:sp>
    </p:spTree>
    <p:extLst>
      <p:ext uri="{BB962C8B-B14F-4D97-AF65-F5344CB8AC3E}">
        <p14:creationId xmlns:p14="http://schemas.microsoft.com/office/powerpoint/2010/main" val="14335493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5FEEE-F15E-4D57-AC21-49BAC5D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29A3-FBD0-483A-9DAD-2F1C0E34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6FF43-332A-47AC-B0E6-BB78C7F8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DD332-FB97-441A-8C5F-815D9603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D2390-031B-460C-8C9B-782E5D07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oferta_resolucao_160.csv + oferta_distribuicao.csv, snapshot 24/jul/26. Ofertas públicas primárias encerradas em todos os ritos e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36FA7-4AB1-4485-9F6F-63262E84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335EC-3D77-484A-8619-D92ED5F0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22BE2-CD5D-4E8E-BD89-B45E4B55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3a9e176fe4470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225D5-B7E7-4914-B406-FDA82DC7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EB2A4-96A9-45C3-814F-7779912B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cdaa49fb344c0c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905000"/>
                <a:gridCol w="1905000"/>
                <a:gridCol w="1905000"/>
                <a:gridCol w="1905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+77,9%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+106,2%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35648-40A9-4753-B664-99DF50B9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10110770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99D253-B376-428D-A8BF-BD4334D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42830-E291-430B-BF67-9C224601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993F0-F94F-449C-8C41-4B1A647A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725F6-65F7-4F64-B458-66468C46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71039-4D7E-407F-96E6-D7015481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206A6-B6BF-4684-92A0-201E2145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17C2A-6973-411E-92D6-AA8D6DAC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39A1B-9B54-4EF0-9025-F313B4B3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794aa874ac482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B7A7C-DDB5-4743-B40A-1D522205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43D26-3A14-48BC-80B1-59A2B9A7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8EDC31-A199-4FE6-8786-DFE883BE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B219B7-0948-4355-91BB-7E1808EC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C0F79A-86BD-4364-87E3-C1FB379E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C3754F-E4D4-4033-937D-9F808C56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8DCEE0-D968-47F0-9712-B06D7F3A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42f311db19435c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43CCAE-48DC-4A8E-91A5-407D2AB0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A9091-751A-4E7C-BEF9-B825868F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A7A77-57B2-45E0-8DEE-03BF3DAE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AE0E7A-844A-4E47-8239-2E29377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818138-7320-47B5-9492-4FE0C898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0BA204-34C3-40B3-B3D6-AE2F92FB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37A6C0-E186-4AAE-B5C4-8A6BAC23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a09bb9140641c8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89D86E-BA72-477B-8792-3D079724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9999486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DAD7D0-A615-4AB3-8A9F-C1AD4283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A1556-75D7-4016-B98A-BFE604B1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CB131-772B-4CAD-85F8-7D49DD6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AE535-7A51-4D5F-83EA-1466092E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795D3-4ACA-4D93-9AA2-782B23A2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8E35A-09F9-4B83-9649-8C4E7CA0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5B5629-AD44-4A7C-A562-6447205A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F05E8-7E58-47E3-8EFB-272AE49A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B2203-5076-45AC-9A88-04E2D7AB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7EDC8-BBB0-4AB7-9A71-46E00C25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93C4A-D466-414A-8291-5A859AE4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4691D-00D3-4AE0-A98D-18C1C683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042453942843e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A83925-85F3-4F46-91F5-4EBE8439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5B01D-1562-4646-8109-D17CF956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c5beed3deb4e3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124145-5870-40A2-9320-B04F18CA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7D7B99-EDD3-4A9F-B977-03FBE7CD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1e03c93b9b4125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909AE8-2E49-4BF4-B5E5-B67E0305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C1F1A0-85FA-4144-AF79-3793AE3B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8F8CC3-8EDE-4086-A9BE-C0D93BF1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bd461351be4162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19A636-0730-49B5-8227-5EE7D984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890133-8950-4655-BA1F-B7F83DA2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761750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78366-82F1-422C-BFA7-8423081F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8DE7A-FBC1-4C31-9C4B-68C330B6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9441B-DCB2-4862-96F1-BB6A9C84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70924-B4CB-4460-A78D-359C66A2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19B6F-F2D9-424E-9E66-9BD7F626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0CB6F9-9CF2-4A83-9A42-180D93A6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326D5-8629-4F25-A0ED-1B904E57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F7753-6DCE-438C-B987-DB231940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e43c605f1f49c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F83EA-0569-4689-B50C-27A1C0EE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C85C9-8D44-4323-A34A-92B7A866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0a6b983ff9490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94E103-E216-4B38-B9CD-8065DACE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18C3C-5000-4E9F-9084-020D1773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FDA17-26F5-492C-A984-E153B5FC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C177E2-351B-420D-B6A9-29C1A34E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0BE65-4DB8-4B0F-BE10-820397C6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D5E5C-5EF6-42B8-95F5-3792F1C5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DE48B-B54D-431F-9891-6D29AF52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70385-7D65-40BD-9AE4-806CCE10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0D134-F5DF-4990-811C-14EB2804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5906298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A286CE-7F5F-4B9D-8A52-5922F09E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EE316A-100D-4BF4-AE08-A1E8A331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FF60E-6768-45ED-A616-EACCE4BE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C8041-FC86-4B5E-A472-272877FE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36F02-5CA7-47A6-8C6A-C8ED1CFB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3E43A5-B9FA-4C41-A7F9-97291F0D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81F2C-9E14-45DF-8F31-9BA616E8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CA56C-E683-451B-9005-0A9BCD69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28dbf9e44f4b6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D726F-4209-4BE6-BA86-058E2238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6B0E7-FB80-4435-A516-8102CD3D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1e0e29eec74b0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409CF-A1DA-4D1B-BC66-4406870F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B405F-7E56-463A-8D79-D2E5964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0A4D6-43AE-421F-B24C-8654319A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F5B53-492D-4AB0-B3AB-2F64A765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3293B-CABD-4F21-A42C-9928E51C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2382855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945D7F-DFE4-41B3-91B0-64F94C88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DA2A9-C75B-4286-B740-4DEA7C92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8262B-AC96-4B1E-B5EC-8B397E7E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02D2C-CACD-4B4C-ABFB-5A870032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C4CA-81B0-4839-8659-0EA24930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8312C-42ED-40D4-A4F1-465A8782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ADAC2-3EA7-4810-BDD7-5BEB0A61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16E26-24DD-4635-901C-EF240BC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d9ea5c167a445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7F026-88D1-4EDE-B71D-A3ED3BFC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EE8BB-2D31-44F8-8C9F-62BC17E5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e0ad8866c840f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847BC-6AEF-4885-8EE4-9CE8CCCA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4F98C2-61F1-4CB6-94A8-5CDA606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B20064-C5FF-47F2-A794-EB72E1D3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1C1398-6F8A-4FEC-B0DE-76CBA463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708B0-7642-4E63-ACD9-C7A37AA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694734-A079-4186-AA17-17A703B8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41DD53-92F7-4D73-B69C-C58F8D53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B5408-CEDD-4A96-8C72-4DD84225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7C48D-FF30-4872-BAED-EDA7E473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7AA2C-0DF4-48BC-B8F2-CC5F4CA2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21165994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79DAD1-C29F-4F12-A318-33B15C01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E8F01-D26B-45D2-8C16-49860F7C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AABAF-766F-48AC-BDE1-55B1BA2D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77357-C660-4040-8556-2C2946A9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8C3CF-243B-4C95-8183-285D1945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BA727-4D1C-4BE0-8641-B2D19328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C4EEC-3407-4CB2-A78F-64D93942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EE2D8-E3D7-4B62-ABAD-D8C23E18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3fbae1b63f48a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69A4F-12B4-49AA-B02E-DCCFB26E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64774F-FEAC-4C22-99DC-DEC9554F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0174C-6C74-47E2-B1D5-652BEEF3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90BBC-BF8D-4FA9-A14C-F74F45F2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3688E-7E3D-4AB2-963A-1B2AC35B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AFF83-5F60-4B4C-BBE2-B53279AA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9243E-8E51-4811-8792-1AF99409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A5A5E-D840-4CC4-9F9F-3F0FA742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594FC1-04F9-4A1B-97F9-C73ECAF4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A71852-2D47-41F6-8C0F-791D7F04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2E585-C135-4D92-BD1B-CFB50864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C56CDC-DD67-4A5C-A59F-06B0314E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6AAB9-4B98-452D-97D9-7399BB9E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A1AF26-951E-4E12-B417-955E7C3D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3CB494-89E8-4095-82C0-12BEFB9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EAFD38-CB2E-40A9-869C-9E0AA98E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F0848B-13F1-47D8-A383-9EFDD0CF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FC3FCB-93B0-438E-81A2-9C2B4BE0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A4941E-C88F-4DAA-99ED-F2BF7C2A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0CC08D-B65A-4F9A-BB05-85D93180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1E82C-2AFF-4A53-9E30-B428694D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8133497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1712FC-B6B0-4B7E-A08F-0C9CC711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CE8B5-7B3D-4FC1-95F3-3237B4B1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D1E30-D33B-434D-9A00-78B292C0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2F043-800E-446F-8B08-84158505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AC6B7-5A45-49DA-99EF-3F464CEA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43290-37FD-46B3-AE42-CB3FA74E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51E818-6BCD-4ED7-96B3-45CF233A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209484-55ED-4BCE-8825-B96A9A8E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6e0677916b447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49116-5536-4AC2-8A12-219DA742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5EEA9-D364-47C7-B667-BC879261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A6B86-CF23-41AC-AE4D-9602BB73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AD102-9D77-4A4A-A29B-A68F58A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4D86D-F7F7-412C-B76F-27B2EE8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D50DE-E7AA-4529-ADAC-45A1CDA3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001A2-AB61-40A1-9838-684497DF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B4B7F1-26FF-4A42-803F-A07B7431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58EDD3-5C9C-44E4-9693-D48162F2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C1F036-7FD9-4B10-B17A-C6621CEF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80D02-B082-4240-A0C8-60DA4E9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20427C-C96E-47FA-8B55-A13417A7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C073BD-C4C3-4AEB-881F-12BF4154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6F599-90AE-4ABE-93C1-323CC619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C60196-F8C2-4FFF-8F18-FD3A23B9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00A747-41E5-4E2D-BD9E-64611068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20608479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9CC393-8CA8-49CF-A21E-5DEB1428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74247-94A1-478F-B8A1-D5F213F0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A17D9-2DC4-4AE1-8C69-038F4068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B576E-BB9B-473F-853A-764AECB0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A4CE82-AF07-4BF3-A69B-CA15F0FB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E48EE9-D83A-4970-A06C-A1E3A72C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D55AE-EFF8-4BE7-8A5F-62ECEC31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8D690-C659-498F-9329-816E09AF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8de6c3a2b2459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6F50A-56D0-4783-AAEB-E80D75F9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FBAB7-68D7-465E-BD21-A78DAE7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BC489F-9456-4FE6-8868-5F57AE5F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1B6A0-E46D-47EE-8500-0214396B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6DEFB-3F80-4EC7-AB4F-874AD95E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D3084-481A-4C8A-BC18-3B31CF9C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89384D-14CC-4CE0-BCAE-096B26EC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C4F9CA-A4A9-4187-AC36-3A892E7D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B41523-AFEF-4F79-9445-2169AB88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5E84EB-65BD-4542-9EA6-71791237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052C3F-F3AF-4B08-9D9B-92528159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4A9EF4-93D0-4C56-8563-0C2915A7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5A017A-599C-4322-BAD4-1629812E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DEC17C-63B2-43F5-9374-D725836E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35C223-A397-44D8-9308-9DF18EAB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3766DE-2532-4C8C-83A1-DD81AC10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FFD45-EB84-4BC9-A4A7-36981CFD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323D80-BB4E-4937-9D00-2821242D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A2C629-45B5-4A53-B42E-5D3384B0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43545-2730-4345-A64A-9EEB2DF5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796E17-4BF3-41F6-B079-0A992F7C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758AF0-749A-46BF-B4E8-77ED1A21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CB04EE-25D4-448C-B545-7EC619AA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630723-F9D8-40B9-B9E5-2E08721D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122B27-BA47-436D-B7AD-BCFF40F1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5ACE3A-A5C5-401B-AA06-DC503899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C5F585-644B-4D3F-ABA8-70F91A87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A18D02-27B0-4AF3-B624-E27ACDF9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A0A124-1D43-4E76-9746-AD266128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2697F1-38A0-4E2A-B85E-062D87A9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45B514-DB6E-4C68-825E-1B131268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5868AA-4CE8-4357-A4F7-87AAB51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E9620B-08EE-43F0-9E71-95DB083E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CAF717-E59E-46E2-BFC8-F0D31F1B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7129240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64A47E-75AB-48F0-88C8-C6EEEBFF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2B1D4-FB53-4262-9D94-F5438933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B5686-5886-4A09-AE76-E9F75827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067B4-6A4C-4D78-B365-F860FD47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5D736-9009-4651-8DB2-4AEBA9AD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E6F9E-B21A-4E08-A98F-ED846F8A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70DAE-EE95-4133-94EE-0EAA9748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1917A-7E07-4CA0-B096-94220014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a40a6864fb4d5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87BF0-BD3D-4288-93F7-510DC832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860961-0BD7-4AD7-885F-FB7EF445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B8D727-77DB-421F-AA22-E7D1740D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7b27763f1f404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8BE53-94D6-4D4F-BF1A-101DB557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9C346-C109-4519-AD13-A3492F3E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B0442-51FE-497A-9E2A-4ED24DC5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D3386-A8DD-4344-8CA8-3472AA89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A9C13B-7290-4042-8BE0-49381B4A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95587B-F75F-4709-8272-F7113802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D8E00D-F4E0-430E-961D-84C43064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4001707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B114B-B0CA-4DC9-BDF0-81484825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3F5D8-8AE4-449E-A0E7-47567D12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802B7-BC3A-4E45-9677-12E2C0CD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E1B37-78B5-4D1C-95B4-CDDCC0E9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E5147-E2A2-4169-B81D-0FED6D02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8D0B5-CCB8-48B0-8C24-98E7C658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e9a5bc16c447f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0108D-F233-44D4-8B21-56F53808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0628503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C7224B-6597-4501-8A69-C03572D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11AF8-2B20-466F-91AA-AFBD3843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0A4A3-4FC9-4C0C-A302-388A0E7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1230D-4198-437F-9955-1A2DB3D7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C36CF-35E9-457F-B7D4-71B730C1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72EC3-882E-4AEC-A7C5-F012CC21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634cb72d9647e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5FCF3-7CB1-4D54-A102-2AC5DC02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5972943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C9464-363E-4D18-BF3A-E16EB13C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79811-35C2-4A70-B0C0-28E142E1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D07EF-D8F3-4174-9EB6-8E73B869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1209E-4ECB-4363-B384-2C0FA701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8C848-21A0-4256-B76C-24CCB215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9A151-7489-4B58-A326-CBD450C4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1dc88049074f8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C190B-0031-4CFE-BD4A-BE2A3727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2910491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68A913-5730-4D29-85BD-5091CEBE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3081F-9DBC-4715-BA98-1DD16A09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5D825-EA5A-4EEF-9B33-0524DF92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1E49D-D66C-4948-A130-AE1F31A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269EC-96E0-44EF-BF58-D9CDEA70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785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ex-FIC, jun/26. Sistema Petrobras e TAPSO excluídos dos dois universos. * Independentes = grupos sem controlador bancário identificado na curadoria societária; QI Tech inclui Singulare, Oliveira Trust permanece independente e Kanastra está consolidada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0F8B6-0BC6-4E5E-9CFD-5F258159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9D372-1B3C-429B-B68B-D413A75D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D71A4-33F9-402E-9778-8575DB4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4A9EC-3625-4E97-84C1-7ADFCCD4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4C090C-D116-4E88-B78B-47A7EF71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A0BB0-374C-4D53-AFCD-5448B912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BEFCD1-2030-4322-A1DA-8E272D6C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1DB3C3-0924-42BA-9EC4-97773081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80316D-4F77-4F21-BD9F-F3A7988E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C2D31-A972-4ABA-8DBB-D2A25B2E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975B3-A0A2-4702-910F-2C42ED0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1FA89D-63CA-4D6B-BC6A-31F0B05C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0C7C8-A43E-4538-8B68-D648CE5C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A258AA-D2D6-4A95-BB8B-FD3C812D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F4B94-3EB1-4ED5-8E17-509FC644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33E565-9D7A-4136-837E-EB322165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2CB0BA-C5BF-489E-B003-ECFEAF38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5D3B8-6344-45F2-A631-AF12FCB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716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c5ac34874546d1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CD28B9-9993-4CBE-8787-377B27FA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00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716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307d3fbc0c4f73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8A6C3E-67CF-4532-82DB-71A4F760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31470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47524dbe744fcb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6A2D25-A919-4027-A55D-E1C7D9C5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32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31470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018b3554744668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65DFC4-7D2D-4D2B-ABE0-E90ED278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577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86dd63252f4380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ADD0BD-3200-466A-85EF-A77D2FF5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86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577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a34857295042ae"/>
          </a:graphicData>
        </a:graphic>
      </p:graphicFrame>
    </p:spTree>
    <p:extLst>
      <p:ext uri="{BB962C8B-B14F-4D97-AF65-F5344CB8AC3E}">
        <p14:creationId xmlns:p14="http://schemas.microsoft.com/office/powerpoint/2010/main" val="16077758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3EEADC-E76B-4D1F-8697-B73A95FF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B37F7-4958-4812-88DC-BD891B46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369E1-DB41-48C0-B08F-204ECB69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51E7E-BE70-4B54-8615-E74902D1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3842E-B551-4635-9EEE-33D7FD74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83CA4-8909-442E-91DC-45F3517E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C785A-FA4F-4B68-B7B9-13C95EB9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A5923-F165-4E20-829B-01F9B902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b79bef3d3c4a4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DC0F7-E79D-4F25-AB0A-59B0B527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120B50-745F-41D0-8DB8-38D11747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0C330-DDDB-45E5-91CC-351AB411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F700C-064B-4F0A-AE87-E9330DDF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94414754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2F5BE-8BE8-45C6-92E8-8F0609B5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1A54F-28FE-4CA7-9D89-85E42A18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8C45-DDA6-4E5E-937B-DFD7049E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364A3-BF4C-4582-A9A5-FBB7B6F2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905B9-0D01-4E08-A5C5-592527AC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E90EC-D1A0-43B0-B268-4469DB10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EF8D7-85EB-48C6-AD89-832F5812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B2E32-820C-493B-9888-06A0763F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a4ec37a1fb4fb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A1CA7-0505-4CD9-9529-B2476D1A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837647-0027-4C3A-B2C1-129AD057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AA39A-90BD-4111-8021-0A405858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E0388-E790-4EF2-AA7A-80CAB256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60e91d619344e5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09EEC-B374-4C34-900F-2761B7B2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40D77E-A148-4D1E-8B30-C16BAAEB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6E674-28C8-4F7B-915E-A29BB18D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8822525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DD55E-8897-4AE1-9D0A-B7ED71FC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C3899-E4AF-47DC-8DCD-BCAFB04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4AC3A-E586-4581-9550-EB413269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74E474-1F89-4B34-A9B8-43C008F2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981E0-5714-4521-877A-BA418EAB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517D8E-ED90-4B7F-B223-F2BC1BD0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9970089b1403b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175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7B87C-F5B7-4DA2-B2C8-559E0EBB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2B954-8E00-44E0-A525-48E475E6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6079D-3FA4-4B55-B1C4-825D9806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A2550-5A36-41E5-85F2-B4D23FAA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D8E4D-0B7E-4495-868C-F3765E5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237A8-CA9C-4D75-A2DF-0D31C2EA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15c8b24144e5b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7072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44AA5-660B-4652-95EA-36066516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95BC74-13CC-4284-97CD-F158B9A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C16ED-300E-4620-8CA7-BDBF9F91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7C052-7D54-4032-A561-BE0BBDB0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07C03-32E5-4713-A80C-DF949073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9105C-7E05-4BDA-B5CA-409B87CB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9e14a521b427a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4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5075E-6AF5-4A9E-B573-AFBBE0F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A0425-8DBB-43CC-BEEA-E9750162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67165-E400-4BF3-AD45-30786B64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9DD35B-BBE6-4AB5-86B2-17B4928D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EA393-8CB7-463A-B8EA-65293865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48DD4-34F4-4366-857D-12D43A14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f915a766c44c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25954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694C883-8F1D-4253-8C5E-5152E1C7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4E0BB-AC34-46CB-8900-B971BA2D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9E525-6B19-4AEB-9059-A7BE865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35570-B87B-400F-BCD6-F3F2D19A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846FF-BF11-4CC2-B4E1-2DE95983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BE3B4-4FE0-455C-943B-27727BDC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445CF-2FCF-4FE2-A63F-0CC8CCA1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599EC-2CF5-4AC2-B154-99B006AD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86D54-2005-450E-8418-15102770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E9B85-F57B-49AC-9514-62D5D70E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A04C5-A0B7-4ECB-9FA4-5D191049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03B80-8D40-4140-A788-A1D40983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45E54-9A4C-42FA-9731-4FABBF89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E1FA7-A8B9-4C55-A59D-5D8C5317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E04E8-2CA2-4692-B98A-FF670292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6F99D6-6292-4C02-9660-4E62200F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DE8AE-7E46-4AB4-993C-7E7E6270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2F529-949F-422C-8581-7CEBD2AB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55076B-3E93-4A40-B31D-C42A2B8B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C7890-B110-4E80-B99C-F701E8BF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0BC4C-065B-425D-B06B-73146F8D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E8BB46-0249-42D2-9930-4C1F58F5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7D263C-F858-4424-9C9B-7EF39A21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8B6CFB-22CA-4EA7-9BE0-C03AFF22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898354-9740-44DC-8924-8C80FEA5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BF06A7-A40D-4B0A-8DDC-8C1BFCF7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A1E44A-8CB2-4883-9CC6-FD166C9C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0810FF-A354-41EC-ABE1-85A77F18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5FB953-9262-422F-B587-9F93DE27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1C0C22-7340-49C3-A27B-BE246783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E3986-0F08-412F-B9D4-A19AF7D8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599306-C727-4E6B-8B38-E50CBE75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3FA745-A99D-42BA-A56D-6C637B5A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1871B5-0B55-4266-94E6-2D5D85EB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6E7560-82D6-469B-AE59-662E8254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4D6C5F-31A0-477C-8971-FD92D771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2C4198-473C-4E14-A47B-8FA92AC4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B12EB8-3219-4366-940D-4455AA9B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F54853-F208-45F9-8F2F-879058E2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928AE1-1E35-462B-9954-DB5BD9FC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0BAEB1-DFEF-4C3E-84E2-0DBBFC2D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64232C-DDA5-4415-A12C-A94850C2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95D376-CB73-4D13-8555-D703DACC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5812A9-F3E0-472F-9E9F-734FB4A1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0A15F4-FE92-41DD-B497-2AEF0B72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72A681-60DB-41E6-8908-127E18DD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1CB0A7-752A-466E-B293-43CB0855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8B25C5-38A8-4561-983C-B62DEFF6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0D5698-8C1D-4013-A987-8834AFFF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3FBC2C8-6014-4C9D-B5B0-A494E6DD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61CEE-E8D6-450A-A0A7-49F05B01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B9F44D7-0AA0-42DD-82E0-0C83640B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50D8BB-5345-4E7C-BB1D-6B8C9820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020B0FC-2DC6-478F-86CA-6EE0081C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9A469F-904A-484A-B81D-B874487D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C8A7A1-4761-4E46-8101-0DC74D8C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4CA236-E683-49B6-9B54-EC9C6EE4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BC0801-C5BB-4A4B-B4BF-7BABF546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F6C6CB-3C00-408B-BBEE-BEF77055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350FD4B-3BFE-4788-88D8-EEDE627B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4A0BA8-D549-4EB3-BCBA-B19717EE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EC70728-7F22-4BE5-A694-E3FD23D0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B0C8892-532B-431C-8151-BF0D3892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247A38-D80F-4495-88DA-09681A08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91B08F0-C18F-406A-A48A-48D667F4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FEBA6A-2815-4ABF-9FAC-10FF737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5DAA500-2B2B-4FB8-B342-B08C6DD1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B8AD104-DD91-484A-AA49-D2089616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B3481F-FAA7-40D4-BE3C-593DCD18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29DD8C-16DC-4DD7-8652-A208BFF3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CA561FF-B3A7-447F-9F38-9BF721F9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EF183CE-B6C6-4AB7-BCE7-522789533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43C0D83-8769-424F-A9E1-0B26C710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8F3C789-CB9D-4A0F-9362-00B3702A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25744C-DD16-441F-AC65-84002668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43B95E-008E-4A27-8C0C-8D58E980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E1D14CF-73B7-485F-91E0-347F2911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5B00577-15FB-4718-BE91-D93A8FC3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513F5BA-7A9F-48EE-AB81-F7A5E070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44C5B2B-8780-467A-8FAE-152632CF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4137235-4634-4A68-ACE9-87A6241B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24DF6E1-0EDD-43E8-A100-2195B19D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7009A5F-AFE4-498D-9365-B7AD30B3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8E5412D-5B69-4E81-BAEC-13163A85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1B7DAAC-9825-48CC-B112-5A9565A9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8D592D6-27B4-47CF-B86F-1469A704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D073F24-9C0F-4F45-B7EF-9BF18849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3E92078-95F8-40E8-8758-E72C6CBC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9FCA130-FAC8-4F3F-9ACA-E4D1C579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E6135DB-BE75-41A9-BF19-175350C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F45A143-67B1-4F05-96ED-C369F38E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ECFAB00-1896-4E47-9B7C-BA13B78C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012051D-25DF-495A-81C2-B64934AB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64704A3-EE94-40BA-87D2-3DE54348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FCE5B31-AB67-4B64-97E2-2D8E3402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BAC336D-B8F4-4177-BFA5-6D9694E1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2A16935-7E0A-4A5D-8B7C-BCAA61F2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28DD49A-697C-4463-B3D7-A14EE837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8F26226-42CE-4937-9C82-6F7DBB7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D3CBE3E-BAF0-449D-A84C-8F314F7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ACD35F8-A0F1-4CB5-866F-97C44CAD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A16A1BA-C791-4ABA-AFEF-68E7E372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B6DA3A1-7F1D-4D07-A008-F0426472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133F62A-EAFD-4539-AE8B-11B71503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AC23277-9430-402B-87D7-D3E93D0E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E9B13C4-B43D-47E9-8A5F-185DA8F6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E842116-9027-415A-B0B0-74A2E665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2C1E72-8FAA-4517-9E58-F1A3D19A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897C9D5-82EF-4095-9032-7F9F969F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E1E1C4E-1DEA-4BEE-BE20-BBF2FB39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17A25A9-4923-41DF-88BF-F53ED858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B4986B8-3D7B-443C-9611-EEC5FF65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2A5078B-F7AE-4FA8-A512-65AE2028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14F43E1-0249-458A-AEB7-FE4A3498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5776239-2E42-4D29-BA88-04A26A19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DC55243-AB59-40F6-BA5E-D0438AB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9BA3624-7089-4430-87D6-D7BA479E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E5C2D6E-7314-4BCD-9F69-A3DCDAC4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F987AB8-EE24-4A61-9CCA-0C61589C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7941BAA-5F3C-47C3-A043-010B5210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6606104-223D-452E-8332-75D30367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4A2B32E-03C6-49D5-90D9-0BA2420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EA07B0D-0235-4879-A709-89C461F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833B34D-13E1-41B5-9E5F-DC77A860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8DF5A3D-8006-4263-AECE-78DF24B6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D552C18-E57D-4609-98FF-E8A51BBB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5F7F87D-2CCA-43DA-8930-3D9A3332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1967153-7BA6-4ACF-AEAA-115A3012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85D01F9-F178-4856-A486-1B3D6E34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2BEDB4A-935A-4E6B-88B8-9BF67967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11A030B-BEB0-4E99-A153-DC029C67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A3DADEF-847A-4AE7-BAE8-19FB272C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064DB373-A6E6-43A3-BCF4-048BD72D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798EBA6-227D-4198-902F-C0E502E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FF17B23-8F68-4460-90A9-50D037FA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C1FB4A3-A854-4B45-A973-9F610631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AED58FB-DAFA-4545-8F8E-BA0A51EF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7A3A326-6AAC-4367-B7E5-D192E15D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9911907-0827-4E56-B347-F74C2E12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3457E42-CAF2-45DC-8435-012B22AD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C5513C2-2B0E-4A2E-AD56-B4B114E8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1181824-6D2D-4976-A146-4BC642B5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A7D755A-48CF-49DC-833D-FC3ACECE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191BF3D-E751-486A-BB84-9110D47F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4AA98CA-F6E3-4358-BA87-17D97C7B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6A55C89-8248-4EA9-B7C1-C56ADF53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D1D7B72A-6CA5-4067-B303-16D54D03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12AFF4A5-6CA3-4208-A224-ABFE80C1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0FBC72E-34E2-4872-9ED7-A9E6B1E0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0C97F17-E7F3-4E71-8726-3AED3A9D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91C400B-2D24-43F2-B4F8-D20E9E68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3A07F2D-CBD4-4E61-9560-1F9B9E54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32C3F51-C18D-4106-BE6E-2D245490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0A40BE4-7579-41BD-9AD1-C76163E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2CBC92F-E8FC-4F41-916B-76E6B004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233B009-BAEC-4E0C-A61B-EF8C9074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DFE40A4-88EB-4CB4-9A28-DA28D54E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645767DD-8F52-4569-8204-05CE88D5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BA3A2B8-6DF4-4BD4-94E9-E1E8957E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2FB941F-1905-46D4-9A08-CDE07843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74A51BF-A672-4818-B1BE-DAE66099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B4B51E6-72E4-409A-A5DC-34702C78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F37E7E2B-647D-4A0A-B65D-AE3FDE7F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BFB2CEE-04FC-4492-B740-C29EC480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6999674-6FAC-4431-8A23-C7B23831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C191145-B320-4D78-BB3F-3EE159E6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5BA9E50-AC5A-4F16-86ED-7B5CA159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76F6420-8289-40D5-9AC5-2370C550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DF4131B-5415-48D0-9065-C8B22BCC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91BD0F6-23A7-444D-8486-AFEB7E7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CE5740C-83A7-44E9-B833-DC2035F3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76AD096-CF56-49AD-92C6-20CE3A05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805BF92-AEEF-4E17-ADB2-931BBCFC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00DB55B-EE5E-40A9-8657-2A1B9FC8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32154D3-FB1E-404F-B526-0E02E828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5376FFF-B9E3-471D-9AAD-6F91DAC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0A0C81C-7C09-4837-9AD9-1796EF8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801CE3D-F586-4DCD-B503-C98C0232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9E9E624-C1DD-4CF4-B1E9-7EB68BE1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99199737-5D8C-4F4F-9B45-9F511BE0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71624231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98EA37B-FE91-42A4-9042-4F57895C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9392A-9E02-41A5-A599-33B6A596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05B52-42F3-43B9-8C34-946BF88A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33374-4552-412A-BB0C-19DCA3E5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C1DD0F-830B-44D4-BE63-CD629373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9EC89-66E7-47E4-A89B-6CBFC873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8F4B0-96FF-4921-ACA7-99E313EE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ABA4A-07CF-490E-94FB-0E851F17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BADB4-5C62-44AB-8BF9-C7463F34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F8C250-3DB1-4190-8BF2-3395E958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7FF08-214E-4B91-8544-82D0E26C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65FCB-F53E-4F4A-997D-83CEE1D6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57216-06B9-4BAD-A213-456A353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F5BAF-B251-4449-8541-9E733128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BC345-D28A-4E49-8F2A-09EA5C1E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BA246-C567-4A01-B04D-CD7A8A14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DBCF5D-75C2-448B-836D-955014BC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93E5F6-4FD1-4FCA-BB75-D3A065E1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E3FE8-9DC6-4BE3-896F-A5C74CAA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A5335-306B-49AF-993E-1029E372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4602EC-8B63-4AF8-9A3D-C74359A4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06BD47-5004-42BB-AFCD-972BA2CC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A82AD8-5D52-49C3-995D-E9C69034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4C8AD-B979-4FB3-B7CB-F973FED2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F0F5E8-5F1C-4CEE-81A1-21B01F95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1F3D37-C170-46EA-A50A-B486D92F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50540-B38A-446C-A8D0-23BD374E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B36B9-55DA-4380-87EE-3DA4358A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A5D2E6-69F7-495E-A6C5-9279DB14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C6497-87D1-47CD-B742-6868E053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E61C99-30DB-4765-8F53-09DEDECF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52A0B6-EC6C-4297-906D-07915F6A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92E465-4F0A-4FD5-840C-9F0515B7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90499B-D110-4B08-8DDA-71EC59AA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0151AA-8663-4DD9-8745-B41AE337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6CA6EC-F4C5-4D0B-822A-54E58F97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B40DEE-2EC9-409E-9A7E-B471AE64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340ABE-A816-4881-864D-420CDD2D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486FD4-50C9-403D-BB56-188591F4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FE5A2F-03DE-434A-8758-851F79E9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0B845-1EB6-4D82-91AD-19C3DF30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B03EA2-6DBB-4666-BB9D-32A01031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1BC837-A9F4-4FB6-8EF4-07676951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375F95-45B7-4468-831B-EB08B775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548B2B8-8D9F-4134-A26D-E66F7AF3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636313-BEB9-4ABE-AA0E-ECAFE695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7ED24E-FA8A-48A0-B94C-B62CFE2B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9F1E9C-B43B-4BDA-8484-7E0727CD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A028E8-A8B0-4F4C-9399-D0F04D2F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4CA8580-4565-4B5B-A695-12334691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324F11-33BF-49BD-90D9-89009C48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938D81-F6D8-4FFD-95EA-90EB4907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7F0758-08F7-44B5-93A6-FAC7D16E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71AD4A5-2016-4389-BCF7-A1878432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6815C3-9132-4905-9390-A18FCA88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7EA7AC-AA77-412A-855F-A8568BD3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2B11748-B471-4932-80EB-9C75AD44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6ED6812-D1C2-4839-A70E-A3A0CFF9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42B07B-AE0B-4DF9-B66A-E4F84DD5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FA6560-595D-4B64-8716-BC54BFD4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0463AF-8BAB-46FB-83AF-38084D9F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803221-5B41-4C20-BF4D-ED82A8CB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0DDA14-D6F7-43FF-BA8E-968D9EA7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86F5EA1-82AC-4B91-B0C2-DDD133CD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BF63731-4A84-43C4-8668-AD30D95C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25DCD34-EAB5-4A8C-BA02-BE52D935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8C70A2B-6642-4B3D-BBF0-0FB35730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80AC8C2-F9DB-412B-9D55-59483817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67BA6E-963F-47E5-9D06-C5F8FEA6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9435573-0A80-4D2B-A664-E73D1923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0401083-3DDF-4006-98DC-8200154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15EC3A-83EA-4E5C-8608-5CDD766C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BFEFAD4-FB73-4552-A302-37C8EF26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6ECD96F-5E5C-4D96-AE85-840AC785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51D9ACA-8A14-462C-9F2A-83FF04A2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CA9EB7-159C-4C33-A0F1-21372ED4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206C998-20DF-4EDE-A9C2-8B3B96B4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59F87C3-12E1-4DFA-A4C0-81B26A34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6F957BE-B797-4397-BF24-2F605EE0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13E6977-DD97-4203-A819-723BD6BA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0B9CC19-5C42-4F9F-A9AE-415BF9B4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D28E666-D2C5-46BD-BC9D-ED04F74F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05AD1B8-7C42-4C78-A13F-C1962B4D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7ABBFF1-1BB9-446E-AB5A-4CF82D85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48FA58E-5CBA-4150-A8CF-F969E4D5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4E9D149-22FC-4E04-9383-2566E609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1A871A9-226A-46A2-9729-9CA79416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A5ED93A-E651-400C-BA5E-F9C99762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5BE8FE9-034E-4D20-B300-BECEEF25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07196D2-5563-48D4-A784-43FF1789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489ECE7-CEA8-465A-A97F-A7DC6A3A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401D1F1-DD04-42F6-A58B-ECE23493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197FF89-E2D8-4F10-B9A5-46AC4FD3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9424514-0D07-40E6-91DB-407072FF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95056D8-C8A1-4045-82AB-DA38D57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72E681F-1BAF-4E46-A314-B368A618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018D4E0-0779-486F-B656-61F3DB5E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ADCCEC2-097C-4E58-8F70-1238EE21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58E99C6-C6B6-45A2-880F-A6784AE0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078B11A-FFCE-4106-AD3F-C05A00C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B3F62F2-52FB-4535-9019-07631ACA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89523A9-954E-42E9-BB06-DFAB722F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461D91A-4FD9-42F9-864E-EBEC84D7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1A50735-0AB5-4F41-B51E-BBD85D1E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C97DFB6-AD24-4C51-B7D8-D446EBCD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E21BE5A-B81A-426B-844B-BB0C469E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C8B3877-BE12-4C32-9408-214FB601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CC2CEC0-F960-42BB-B8FA-1AD20E39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D2F85DF-EB43-464B-8638-D19AE838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61E1FB0-4753-4694-8517-2AE6D495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A4E5C52-AD14-458E-BA7C-3C11A930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A8AC3C9-D282-4513-A49D-60D01FAE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1411810-E861-4C87-9C6C-4D7E3E9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004EE0F-44EB-466C-8541-5AD76490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B108178-3526-4C8E-B5E7-EEDF6804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FB426C2-1062-48A2-B4E1-2D374D94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7A64029-682D-4F7E-84B7-E735DF54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F355EFB-0D8B-454A-ABA1-23793258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7CB99B1-B75D-4FDC-89F0-402D030E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7BBB3A0-9F26-485F-8228-5C727534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FB2C7B5-3447-4833-B828-311C4018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CBC5C49-1352-4C39-AFD6-F4B76AC0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B0E511D-736D-4B6D-A836-B924A14B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983FB3D-EE6F-4B66-AC67-124D7BDA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D4A98A6-6BC3-4F81-B4E4-90F3B5A1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312AB49-8D6C-4F24-B7CB-266742C9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D762C75-783C-491D-83B9-B9B5EBB0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08E63041-60FF-4F71-8A28-CF1B847E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9DA1C60-4988-49DB-951E-51B57387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6F281AC-96D0-4C60-ABD2-8F95663F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52A0A7F-1BA0-4937-B179-ECCB0F4B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2F3AD64-3F99-4C64-AD51-ADBDFAC1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EE2B189-17FF-4AB0-965D-BAA32F5C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A3D8C5E-82BF-4776-84BC-03389721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C636E51-62CB-49DD-929E-C0ADC6C4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3BCD876-1B89-4692-928D-D9096D5C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C475F78-D4D2-45C4-8D53-8A8CDEA2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6972E3F-4F94-45D0-A6B7-829C4A95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3CF27CF-9206-4902-968F-B9913175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F9D2A34-C8E3-4220-9560-799619A2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F2542D7-3E80-41A1-929B-68272E60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C9A5C62-C569-454B-9353-67624A90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9AC4621-AA60-474A-8B7C-1EEDA3B8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6E8D9A0-68DC-4BAB-A53A-3EC1D1EC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86AD656-0B60-46E1-9111-1CDED26C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32E5CEB-986D-4621-9B96-C6F8FBBD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84E6799E-DEED-473F-975D-33EC8639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405348F-BE9D-4B1A-BB17-D7377F04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6F6CD3D-B440-4EBC-81EB-E3F5FFA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DFDEB12-76F5-40C8-9354-F4DE3262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59344AA-3361-470B-ABFB-865FE84D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05245862-3F94-4CDA-8987-3DC2887E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AB12E778-ED8C-4856-ACC0-E80253F0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49EECBD-C279-46E5-B632-35C4A31E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B99D503-E36A-4EF6-89A2-36E328E2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6D0D05F3-8188-4AA4-9F63-672F5EA8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267189C-413C-4EF3-B1CA-E3A34A40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43B22C8-228C-4C82-B184-CE7FC1B5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FD066F8-01BD-4A0D-B17F-F410A25F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0DF5E1C-370A-41CD-B2A0-96B10784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86AFEF2-5625-4709-BF43-42385122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1595607-214F-49C8-A6DE-22306515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66F7D8C-603B-4A82-B915-BE440260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D15376D-C879-4197-8C9E-2F57D90C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4060C25-159E-4260-81AE-19E732E7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8438A3D-52C3-4D68-82D7-AEA31D4B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301D3B9-2ABC-4AE6-8A56-789640D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E44A488-421E-45DA-86A1-BAAFAB2F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92FF7C9-DA79-4C18-9ED1-81A38AAA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FF3EE6A2-0F07-4385-A63B-D6507053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1F46831-F660-4C53-AE96-E70E0E64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5D0CE1D-316E-4BD2-8D59-9D4BFF5F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3697367F-B463-41D7-AB20-E1515C54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5717C7D-C46E-49DB-A1E9-81C4493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51067D4-339F-46E1-9CF1-242326E2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C10C83C-E319-448A-AB8C-175F7E06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EF7A648-F768-47D1-838A-6AFC7AD7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818E8FD-7EDE-4274-993E-BD8FC290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5CBCE4A-E443-4420-B7FD-2956DCFD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A3DE934-3935-4317-863F-3AF953ED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49722424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FA0518-3794-4DAC-AB65-139DA2B0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822C4-2817-4FD7-AE11-D9D66DC7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75AB4-9B48-4D08-89FB-83BDA767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89A2B-A0EB-4B74-80DB-AD7350DE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AFB8A-63BF-4AF3-BAA2-BEA6F66A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EE9D7-AE6C-42E4-AAB6-EA0CB5D4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6dc9f770ad49b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09AC5-55DA-43A0-AD92-6CC5530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EE328-4F5D-4593-9C17-2AE43C4C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A62B04-9378-4520-A17E-493ADBCC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1B988-881C-4CC8-BF9E-8AD408CC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508509-3899-470F-9897-5BD402F5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0981E-D6A4-4DE9-A506-7666AB35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2FE096-719D-4327-9A5C-12BC5388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5D8A9-1237-4D8E-936C-0A63A4E4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6DE17-F873-4910-A032-C8E542E9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8C556-6049-4AB1-AB9F-E952BFD5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9DC5F-B192-46C5-A6D1-7213326D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BFCF4-E6E8-4B6D-B35E-F3F15E0E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7EE98-FE8B-4800-B002-6A843AE9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F07C4F-C7CE-41C7-9915-CB9F3245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D9AE5-3BC7-4F72-B9C4-E2DF23F1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C1B71-A1A9-4484-A0B3-3CC1680E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3DA6FD-F353-4A11-B0A6-C20D916F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05D97F-2CBB-4E59-84C0-79437380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C5FD8-81A9-4CDB-B8F3-7BE6CBC5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35020-F89F-4525-A8D3-465976E7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71857988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AE4A14B-8656-4CE5-968F-62681DFE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04B66-77B3-4826-B5BD-8233894B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06B89-3FFA-4F98-BFCF-B5CFADF9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950C9-7D2A-440D-894B-21F1F266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715FA-4B9E-4115-9736-37F34329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362BC-DAB5-40C4-8158-F644AFF5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B91EF-FE48-460E-9536-64C6A41D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FC246-600E-4DF2-9CA1-4C177EA7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6E8B3-2911-4303-B7C0-CAD2ADE8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47C5B-A4F1-4440-AD9B-2A703AEB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E607ED-ADD7-4ECD-9C3B-5AB0E53B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47F2DA-7F34-45DD-BC65-9FB4544A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B00A7-117E-41BF-93F8-5F8E777B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A30BA-6F26-4694-8D88-C8C1C1B3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FCA42-E0E6-4F5A-B382-F70331A4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1DAE2D-BC09-4329-B107-12A4BFE2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736997-FE8E-412E-9FAF-4EDAF34E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14A629-F72F-4083-AFE8-0042D1D3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92A69-2C9B-4333-85D7-205F970B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139CA5-78A6-4B7A-BB8B-C8FAD6EA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D679F1-CEF9-456F-B971-803ADD3E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60E4CF-FCB8-4E71-B482-EB57D95C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DC727D-3F95-43F5-98EE-C13720C2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387F59-50FA-43E9-A870-089DDE60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AE9C0C-E447-40AC-A1A2-52FB0DD4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D2CBF-00A0-42AB-AF66-CDF1EE03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4652F9-B10E-454B-9D72-5BDF2CFF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3ECA40-14D2-419D-923E-CA8E82F0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D3D282-53AE-4F11-BE51-FBC5C5EF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7EF34F-6299-4A40-BFD4-3BFEA59C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771079-2527-4B20-B9DC-DCB904ED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868B8D-087C-4DE5-9CF7-199A7323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3067CC-5CAE-4D6A-A98A-CA5A7762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89A50C-FA10-4881-B4E7-2E318631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D2A25C-EE6F-4771-9C94-E8FBC9FC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BBA3E1-2750-45D4-9040-E5548BF9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9C089B-311F-4ABE-BD77-4776EE2C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8021FC-6CD8-4B24-8AED-D2468C3B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A49062-6A5F-4D92-8B64-4AC3C489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201097-20D0-42B3-ADCE-18A843B6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279917-15C0-425F-9BCC-4434D679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F07A84-EC90-4899-B76B-0E6E4131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F40F00-2CFB-400A-B152-31F7F02B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CC22D6-FA1C-40CF-AE69-EF07DA68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E7D0DD-02FF-40A5-91AB-B6434CA9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C02C0A-3D89-4201-9BB4-B5321C4F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F07A02-78A4-4B6B-BD27-F63DC1D6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0DD315-AC86-42AC-9F53-A71A1FFE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DAA8609-B0AE-4665-85DA-0EC2352E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156FAC-EAC3-414A-A945-0E32B5F6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6AF8838-2942-483B-B98F-9409A9A9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2D3A3B-152C-4E04-A9FD-A2FAE6FD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FA6F0EF-4377-495F-A6B8-E2017A70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A0F35F-3000-4D02-B112-7A219042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2D8691-3146-4E4A-80F6-314EA192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23B975-99AE-4BC0-8B07-0C56CEFC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F2C80F1-E86F-45AC-9CE6-0FF377AF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57B52A-1D6F-4F7E-A2F9-DE55A1ED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974CF1-DB41-46E0-9845-952F9F3D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F2102C-02DA-455C-922D-975DCCC8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14168F0-5FB3-4D84-9DC1-2A3D94A2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82C909-4AC4-426E-ACBC-9D74BDDD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54538D-273E-40AA-96C4-CF7C49F4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498F04-3C76-4B54-91D3-56A5B76C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768A7D-3B4D-4308-A97B-2FA438DD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502A742-0A55-4D42-BB88-C6DFE15F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09A899E-CAAB-41CC-9690-DF5CAE53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547F19-8D91-4699-96E4-9333972B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673EC2B-BF3E-4D2F-AA35-2309A454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DE51F2-09FB-41E5-8F48-3640986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5D5E399-004D-46E7-B833-8ABD4706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A3AE1DC-0332-4FB3-B656-AA37E60F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8EEF620-A44E-4F1A-A606-A1A2C879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C5FBCD1-627B-414A-A119-98DD636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251F82A-0DCD-4F72-8D30-8BFDF565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948265-A09B-43BC-993D-7B924DEA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378841A-AEC9-44C5-A004-B292A9C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8E1D83C-11BE-4744-BAC8-E31FAF09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36747593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2CA9CA-5676-4DA3-9F53-A89E007D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A93BB-9BF5-414B-84C5-C3DE1262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C1859-3520-4200-A67A-BB429109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96CE7-D78F-49F3-B7BB-0F401BE3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2B7DF-DB9B-4E49-AAF4-C9C009D3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713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+ oferta_distribuicao.csv (dados.cvm.gov.br/dataset/oferta-distrib), snapshot de 24/jul/26. Cotas de FIDC, ofertas públicas primárias encerradas em todos os ritos até 30/jun/26 e volume registrado positivo. Automático: Número do Requerimento; ordinário/legado: registro + emissor + data + instrumento.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AECF5-1AA0-4EDA-AE66-9B32709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B1D5F-BCFE-4964-9C78-30018C78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4565C-593A-4A3F-97DD-ED26E247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d7b1950a204a5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B870D-6080-4B73-8BF3-E76CCC7B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52BCE-1800-4CE9-B81C-C00FF191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9385cf0c7f4c6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3EEA0-D2C5-4D61-A85F-01DFC6F6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43CF1-3AA6-427E-99E4-565CC26D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48523-909D-44E8-8DC8-D59A7EAE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9B992A-2A73-4588-9F96-D2B2767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DB2147-72AF-4791-A235-B3AEF726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B3AF4-52D5-4DF3-9D05-7A4501EB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522727-A2B1-4F2E-83A8-C587A59D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F9A73B-E3FD-47F6-AA4E-3312B4EB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160319-F9A9-4441-93B6-271C8393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07610-2C0B-4190-ADE9-A40E874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678FC-503A-4473-849F-0AF794ED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40CB39-FD56-4018-97C3-2988521D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3E2431-EC66-4FEB-B5D5-B13B7B84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27932603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51DA08-A4DD-4CA0-9486-3E8B523A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4FED3-4C89-4EB3-ACB3-72A0DB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04993-0731-4271-B6E9-2644B6CF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B8B81-2FC9-48A5-88A9-3AF6C823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1EEBD-0E92-4B53-A8D5-71455488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B56EA-5C40-451D-9E92-7B23E65A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A3990-74CD-447A-848F-B4C5D759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A5DA9-4E53-4EDB-AE1F-A6AEA8DD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13653fe226438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20A07-C4E2-47B4-A66A-1DC695F6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3E844-1C47-4DE8-A1BF-49B340CA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ba816cd05647e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4E8C2-C807-4F6D-9DDE-E608E07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B8A91-3FA3-495D-8DBC-FA257AB2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bead8928f94ae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8A540-5E27-4696-90BC-C4F9D0BF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DF528-4C35-4A99-9973-B2448E6D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BD4D2E-329A-440D-B03B-A230ED4A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0CB34-D5BF-4B9C-8443-9087FB90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E729B-3C0C-4EC1-87E2-9972125E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464F5-0A79-429D-90A4-06764194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8F474A-2EFB-4B62-BAF8-114B1037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9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bucket ≥ R$ 500 mi soma R$ 27,7 bi em jan–jun/26; quantidade e volume fecham 100% em cada período.</a:t>
            </a:r>
          </a:p>
        </p:txBody>
      </p:sp>
    </p:spTree>
    <p:extLst>
      <p:ext uri="{BB962C8B-B14F-4D97-AF65-F5344CB8AC3E}">
        <p14:creationId xmlns:p14="http://schemas.microsoft.com/office/powerpoint/2010/main" val="6449691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226116-B4FC-4466-8FFE-2A791711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705526-9E94-4E8D-969E-29801317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2CC63-0318-4CE6-B003-2878415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F0434-9B8C-4F4B-A511-9DE9B12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8BE8D-5906-415F-8749-90F591A6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03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+ oferta_distribuicao.csv, snapshot 24/jul/26. Ofertas públicas primárias encerradas em todos os ritos. Regime usa Regime_distribuicao quando reportado; ritos sem abertura permanecem em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E25F6-3B69-47DD-943E-8CEC4727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4B9D5-8E81-49AB-A932-9A507555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487AC-4163-4AC2-9C5D-8FB501BC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0bf57664be43c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D79D5-E7C3-4D87-9CB3-A8E27F05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EC1C2A-055E-4A63-93CE-55B85D5C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10e36f89d426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03C20C-2988-4991-A0B6-AA26178A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F1F87-1B1A-4F9A-8B29-9896A76B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A60A4-DC91-4E47-879C-235406D2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61DA13-B1B6-448B-B195-72AA3ABB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0FDF46-A7E4-4121-B5E0-B0F4CC3D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B9357-999D-419C-83CA-C1E73676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2DEA6F-00C5-41E6-8EFC-522E8026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429E4-4901-4741-B90A-61064AE8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0a0b639f6846a8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FAB32E-BF68-4210-BAE4-2517C5BE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678EFA-29E5-4E7E-B52C-3FCDFF95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70a653f0e241d9"/>
          </a:graphicData>
        </a:graphic>
      </p:graphicFrame>
    </p:spTree>
    <p:extLst>
      <p:ext uri="{BB962C8B-B14F-4D97-AF65-F5344CB8AC3E}">
        <p14:creationId xmlns:p14="http://schemas.microsoft.com/office/powerpoint/2010/main" val="79311902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3036B-AB3E-4BDF-8A44-456F3FB5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53E8B-8BE3-49D7-B02A-431820C8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DED5D-79CF-4322-871D-E044A6EA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DB6F9-350D-47D9-A388-1A7460EF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DC07D-F0E7-4FEA-878F-9A775752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primárias encerradas em todos os ritos. Participação: lista oficial de participantes do SRE; líder: Nome_Lider.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F3E28-C6A9-4A0F-A799-197CA7B3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95CB3-D9A0-4699-B624-011A12E8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25158-D281-4463-8626-43BD0F47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EFD75-9639-4FD8-9BB3-388B19F1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A2F09-3641-44B2-A40E-812240A1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VOTORANTI…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A15926-CBED-4F76-B212-9E9DCE27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2B506-9BC1-45FB-9ED4-B10BAE77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F3411-E6DA-43AB-98FC-C10AF7A1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IBBA Coord inclui coordenação/requerimento por entidade Itaú na lista oficial do SRE. Empates usam o Número do Requerimento crescente.</a:t>
            </a:r>
          </a:p>
        </p:txBody>
      </p:sp>
    </p:spTree>
    <p:extLst>
      <p:ext uri="{BB962C8B-B14F-4D97-AF65-F5344CB8AC3E}">
        <p14:creationId xmlns:p14="http://schemas.microsoft.com/office/powerpoint/2010/main" val="49421136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4D0F9A-8CE1-4F3E-8068-7FAA13EC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06066-65A7-4F2D-BE0B-33A51A71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FE592-4736-4E16-ADFA-3F7DDF9E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08A1B-25F3-4943-BAB6-63C81752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9DD5F-6B3E-4535-91F7-0E5ADAAB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4C834-CA47-4C92-9185-4EFFD47F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C03E4-AE15-46C2-A30E-0BECA5B0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1654D-4923-4D41-87B4-A83BC961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1A435-FAC6-4D66-90E0-089FBB31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A3E7-228B-4000-92B9-E563898C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221E3-DCC7-4B01-B12D-62461587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5DE59-04B0-429B-AB94-3A84610A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4A117-A83C-4049-A6DB-F786A855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D26B75-B799-49EB-9F27-B361915D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917B2-4A83-4A29-9C86-4EE6FD04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8EED6-D3A6-4669-9668-70FD5953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EAC335-296A-4E5A-B4B4-4457922E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A77467-5B8C-4A90-AF14-1A8CDC79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F8CF8-32CA-49CF-A31A-F1F6241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F9CB0B-67E0-4864-93C9-7E57DD4C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F4095E-C07B-4FF5-B7D8-3CF0D041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254E5D-FA0E-4633-8D79-1C7835F3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AEDCC4-4A3D-4FE0-8608-75EB4D65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5DCDB-7D84-4EA2-B84F-C2C45C2D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144152-F838-4BFC-9ADC-49BC3043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790DD8-F2AD-4BDA-A0F5-C4BD0CCE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EA43F6-89DA-4F4E-888E-C9BA9D4B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9691722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3B97F5-7D1F-493B-BB33-CB5848D0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ABD37-B42B-428A-A5DE-7C3F28AC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6788F-3F6B-4FA6-9669-B673304E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60F68-93F5-4F6A-9975-00DA092A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21155-E80E-4D9A-81E2-A8CBD00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AF25A-EE3F-4667-8B5E-0ABB413D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588A4-80B8-49A3-8EE5-42AB915E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AC4B5-28F4-4EFB-9FAF-CDA2EE42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37823-7D89-4B83-B72A-4CE6380F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8A458-0350-4F42-9B0D-A0FD44A9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CFEC1-DDF9-462A-8453-4A09F042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42594-DC77-4759-9B75-A3A7D8FD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82932-4CEF-42AC-9643-E9D6A934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40863D-93EE-429E-80DC-5E1A7789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0F3FB-0E20-452B-B9F6-0D3021FA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F606B-03BB-4D70-B847-B7D1BA5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8BC77-AFC8-47A0-8CEE-4DA3D2DC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2F8EEB-44A3-4C54-A260-17727AD1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692A4-33EC-40D6-A108-A9BBD28B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FFE2FD-D4FA-40E1-9B72-4941E51C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7EF03-EC09-4A77-8892-94EE4C5B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014CEA-5FB8-48CA-B720-9D3C40E0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5416AD-D99E-42E4-9C0D-219C27DB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0DAB0A-92CE-431D-BF63-DC5445AE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4713F5-8426-462C-B144-BA714691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83B544-6B14-4CFC-87BA-16878940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53D12B-047A-4118-8AF6-2BE4EA06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BD7286-5050-4B4F-80BE-59B938F4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69BF9-ECAA-4CBE-9CF7-02A05A6E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69CE2B-87ED-42BB-949A-6B1DC0C1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1121E7-DE07-4459-BC54-172253FD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BAAAF1-4E17-491F-A623-10C9EBF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325379-D5DD-4CB0-8AD6-DA2F36B8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225EB5-2B2F-40A8-A3DA-02A1EDCC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2859CF-BD67-48B7-9BB9-771B6A52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AAA8F1-97EF-4988-A0F9-0DE1EF03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3BF719-0E0C-40B7-B25A-07ABF41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B10AE9-8114-4326-84F3-27571CF0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536A63-5350-4E33-B7A7-0B1D819D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F8B520-9F18-40E4-A6CA-A7DAE9CD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67730326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2E0A6-6762-4742-B8C3-B64BB4FC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56BB5-5CE2-4EE1-9A40-6FF0DA75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C01B1-8CC6-4F6A-A5FE-8281770D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7F7FB5-6EE4-4644-B9F7-A3C9034E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45F4B-2F2E-4725-9217-0E6E9002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FE6311-5A00-4B56-948A-756D9035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73000f11b843a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9D831-AAB8-41B4-B1BD-CD3E5247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623914-6A4F-486B-9B9B-92D1803F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3433268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D15A2-7DB2-4F8F-B279-C691E027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0DFBE-35A2-4DA6-9412-227E0715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509B7-2A75-4C23-9A69-EA87DEAA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E66B2-209B-4795-B194-DEFE5225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9C8A8-BEF5-4348-B33A-9447D3EB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E9B8F-CFA4-48F6-A7AA-EB9C37AF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b8e1f3b3284f6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73EC5-00AA-40C7-89E2-B1DAEFBB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A75D9-0FEC-4EDC-B6A1-70D1DF72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9560799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73443-F54F-4F5B-BE73-96C9BEF0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B5509-CD73-476E-83D1-693EB0EC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B3F05-EB5D-4CC4-8DD6-3A967335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A6656-4A75-47D8-84C8-13AD4E74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09941-5D01-473D-B396-FB66B1DD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C0DCC7-201A-4A91-9F5E-BEDD01EC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943deb3b1745e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3DFDA-E405-424D-B946-CF6FC032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80498-AA4D-408B-BE5F-4A209E9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88363418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27F0D6-B891-4091-B6AC-0200B33B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276F1-FD19-4E36-AE29-30E07797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51ABF-C570-4954-B5B4-A58B63D3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35DAD-185B-4DFE-A12A-47EAE5DE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E3A22-87AC-417F-9BA4-D461DA8F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94596-582B-4DAA-AE88-CA7AC20C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4C14E-A400-4A31-B17F-9D927B4A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88088-88DD-402D-B173-C11C214A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8008D-92C1-42E3-8132-7DC7F205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93122-50F7-480A-9FC3-762145D2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8807E-C458-4056-8D02-386E47D3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F64DF-A91A-4D99-8CD7-365CDA90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F58F5-AFAA-4DBF-A169-18E7FAD3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3925C-7853-4CA4-A5A6-0BCFD3C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BE2C8-8513-460C-8B00-C96BCE28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E9A7BA-7C08-4A66-9BED-92D7915F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1FBF-194D-4D4C-BE01-655546EF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E6037D-1140-43A1-8431-853DFFC4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24B7A-8C0A-47D3-99C4-5F236437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27FD4-9FBC-42BE-8E48-2666C5DD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52E12A-D276-4ED0-8E4A-357D4B32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2F0E9C-3C1D-40FD-A927-160E9771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E6A637-F797-4A08-B34C-AF6232C9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C20089-D0F5-40E2-B452-BF40746A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DE869-7F83-4233-B2AA-C69690E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BEF345-549C-440E-AD04-658B09A6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1EC960-8D53-4DBD-8914-C0407BC8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061FF-CBE0-41E7-A0FD-A94597FA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4A3F78-4E15-4CE1-B4F5-64F014E6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5162036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B1754E-DC9E-4F8A-B211-506FF72F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D3FFC-E59D-4DDE-9CED-C87340B1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0341F-8E88-4B6D-ACF1-90D8F5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EDDB-D950-4A7E-92AD-AD33C30E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5727A-6CF4-47D7-BD1C-F18FF6D8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F71B9-A2E3-415A-ADEB-3F2866DC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EDE72-684C-471F-B6DE-B5A2DE06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E0F88-6A61-47A5-8F7C-E371E448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42A4A-7901-44A0-8E9C-476812A1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AEB8E-241B-414E-878C-7195E4AB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14DBE-02C6-4ECB-AC82-BCFA2E9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62F5C-55AE-4BB8-A712-3C91CFE4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1B3E0-9D49-48E6-B4B8-17C65AC5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BF3E6-DD71-4CDE-9A63-2475219B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29A7F-3B0F-4A26-B217-C1BFF1FA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44704-F422-4D04-B564-C321AB5B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B33F5-F8E9-440F-BD7B-B86D93CC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2C1E0-2A45-40D4-A07C-D77F1109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65746-C583-410F-9C26-9E3F7F8E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18A8A-3846-40DE-9B6D-87CDBA0D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67828-AA4E-419E-9238-3EECB9CD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7D45B-21A2-4CB4-BAE1-947E7D2C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B1EDBB-88E5-49D0-A741-FA5643B2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4DF02D-ACEF-4107-AA69-6E692CA3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789450-F660-4753-9B8E-9AA3B12D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A445D7-CB2D-4939-A86B-73FF9AFF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C1A95-30E7-42B3-B490-B0147CEA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03E426-7A65-416B-90B4-2F80C334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FDE33E-BC9B-46E8-94F2-B4A2E0DD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04231735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8F404D-8ED5-4849-8FD7-372BFBCC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0449E-0A38-44E0-B0E8-F97A40F5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DB329-1424-44A6-9ED2-BFF81A8D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47532-072A-428F-8932-48F908BB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0730DB-B153-4A41-ADC1-02DB3AAB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960CD-BCDA-49C8-BE75-B7D3ACBB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CAFBC-9E83-4FB1-9C50-2EAC1EC3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27C43-A532-44C2-BC7A-765F7A22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B7E44-E019-489A-BA6C-F276B291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F3ABC-232D-4241-8263-0AC1E28F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435DB5-1286-40FE-A479-C923412D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B8DC8-CA09-4BFB-AE88-C207F871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90972-4226-456D-9963-91543A9F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2C49E2-541B-40AB-B6E7-69C19CA5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2E95E-F443-4A11-BE4D-3C576D22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8A597-B296-4A2A-BC78-53637D89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6991CB-39AA-41FE-8BE9-02120DE2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08A2A0-83AE-4786-B31E-09E4F284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168A1F-5403-4108-9F29-DAFBFD0A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6E9CF-B358-4D55-A144-F818AE03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9BAF4B-D816-48BA-B9E7-832B30D7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A06C1D-F225-45A3-A4F3-CF0A3171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9B1900-E271-4A87-9412-7286A096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1A86E7-C508-4208-9FD4-09CE7B73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CED05D-D55A-43BC-975E-59BCDC6A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95D15-F813-4CB3-BD34-D2936D35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B0A25C-D61A-4CEB-8240-CE9051F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6FF622-9831-4349-899A-2CDC4564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3643C9-D005-4FA6-BF97-BFBE9740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2925640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BD84DC-4307-46E8-A45E-419588F7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4A469-67B0-40BF-B562-0E434C7F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C733D-F3C9-49BE-8F40-F00A58BA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7C6AF-DC92-48AA-9EE1-CBDD0A12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91D04-461A-42A3-99DD-D06BAC2D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9AA29-3D3A-42CE-B154-6ACA39C8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C3745-AAE7-423B-81D6-6021A340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A5400-6F63-4826-A240-4DA0F78E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8EEAC-88C4-4C67-8DF3-76847D76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DDECA-8CF5-4E85-A537-17498BD0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E146B-6789-4026-A42A-7F6349B1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AB9790-1C01-4B50-AAC3-9C1B0A31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CC6BD5-39D9-4F77-9F8A-9C41DE8B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1EDF3-052F-4B7A-8E0A-252ED209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3F261C-5456-4D80-B237-B242796D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5E72A8-08E2-46C2-9F43-E4FF341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EC621-051E-41E3-AB07-7852C63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4A51E-869B-49A6-8108-971944D2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6A5CA6-8A32-45F3-9CA5-E9CF1BAE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761D2-5CD9-425E-97D0-24D36087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72DBF3-4506-45B2-B818-09DDFDAA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867EC7-8EB6-42D8-9D08-95009FFB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246696-F1B4-4FE7-98BA-4BFC2A80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28DE4-77BD-483C-8EA9-6191FCE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CEB0B4-F9FB-4C23-B240-386D5C1A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2C154D-F2F7-443E-95F1-FF8FB877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3D4E1D-5629-43B6-BA2D-1B8C9C8B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F5C43F-4716-4A76-BD69-937B8C7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45D1C-954B-42BA-A096-12948E27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5751812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6D1AD0-3B5A-4303-BAB4-3911E697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D93104-9F73-4173-AFAC-BF8A99E3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0B226E-E1FA-437C-A0C3-5B06C51C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C00DB-8696-45A1-81CD-C221D656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ACA32-5F5C-4B91-AEB2-CF4D526F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F1363-FE23-408B-A0FE-76722E81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BDF65-CB6D-47AA-B4F4-8ADC00C9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DECA86-8E54-4434-B54D-29C1CDF2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E6621-248C-4784-BB30-5DAC35DC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2C81FD-0015-485B-8DD8-FE82353B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71F7F-3E84-4357-B530-722D054A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F6F6E-7936-493B-8AFE-02022019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6D032B-1C92-4E2B-B7E9-F3CFF4AC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0C17B-E451-43CD-9A4B-327E25DE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57EE21-9D59-4FC3-8CBA-9E8659A5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9A7B2D-6E13-473B-85D5-694680C9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3A51F0-CE4E-48D0-925C-D4EBDDDA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7AED72-EAD4-432E-A525-D4D1223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B38210-C570-4F7C-9BA4-1588B3F7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82272F-770C-458D-B6CB-41F2B68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C59766-7B0E-4513-B49C-D079D13C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EF077-649A-437C-97A7-9FB656EC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22E9C6-303F-4034-8002-F7E948FE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88ADFA-1E6F-44B7-94A0-7FA4DA99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D777D9-560C-4A22-9040-7672DB6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EA7F1B-328D-4059-BA03-B73B5494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2BE770-3874-4E0C-8E29-C3644AA4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9192EB-A04B-486F-930D-CBCF8B41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95F22D-2A23-43BC-9AF5-F355F09D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0465620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8011BE-9A07-4093-9EE3-F6736FEF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2185B-DDDC-4D09-A39B-879680C4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E0851-E911-4A6B-9ABA-0E996F5A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10CBC-8E11-4668-B16B-B580ED91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F681B-61B9-49EE-99C0-67313A4B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FFAA6-42C7-46E7-B5B3-5F83165A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54DBB6-3117-4EF8-B874-6291AC62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205F9-180B-4635-9240-66ADCB94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60E7D-9F28-45EA-904E-AD0F9946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153FD-353A-476E-930B-D4BD534D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BD351-DE3C-40C8-87F7-DD8292B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11AC44-52EE-41C7-9968-1E958A62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E4A78-FC2D-43F9-B5DF-6AEFF4B1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127E4-9245-4293-9C80-213E7680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C1EF34-9537-456D-AE36-61D68EDE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ACD7E-DE86-47E1-AF3B-274E63A4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0FD5A-2B07-49F6-9E48-FDAF73C0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27320-A8EE-4DC8-860D-8DB906AD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68892-4EB8-470E-B0AB-D6B497C9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53E273-8F49-4F13-98B0-DAFC8489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BD5227-20C8-4A4D-A097-83ACD1C4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8664FD-2B5A-45BE-A3BD-E7B88ADB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E64637-DA46-4463-98C9-1FD22B91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EE06F-C83F-4F71-8D6F-4F204567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00552-AF4F-401C-95DB-0AAED242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1D3478-B5BD-4E5E-A917-F76B1C0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34B44E-A76F-4645-81DA-A67B0368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57A808-EE3C-4FF7-B57C-27ECD267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C58423-9201-4200-A411-85ED9381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5617824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451738-6CB8-4E12-9B54-6C87C81A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68C58-1C43-4D55-A292-1C1D8899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F4FC3-BDD2-454D-8040-B4ECEE76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841AA-8AAD-472E-B312-763116EB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2C715-0E4F-4D5F-B199-8FD4D242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E7E58-CA2E-45AD-BC79-96F93E8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F71E6-E7EE-40E4-BC4D-76DB14B6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4912B-8723-4CD4-A681-8D2FC404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82831B-E822-4A84-9CBC-375D6B15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163579-1B35-469B-91D9-2A764D98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0A58-32D2-4FCF-A298-27DBDF91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5BE701-C0AC-4FF4-B4BA-E825EFEB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7581B-1BD1-45D0-B297-87FAAAF6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6A61A1-FBB0-4755-9147-A24CEB02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20AE35-AD8A-41C0-94D6-408EBC58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42AF8-FCAC-4E83-8841-7297E183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BDB121-E1C9-430E-BA84-A1AB0BEF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3EDECD-D3B5-46B5-A034-57817197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8138A-5AAC-4B1E-98AB-1D921402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D27A4E-DC1C-4C8E-BB82-3A87F767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F9841C-A48F-4E6F-86FD-7E24594F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5E2DAC-06CA-41F7-971F-BFA1ED28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B8E19A-6005-45A8-92AD-1B88E5DC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47F01-016A-4FEC-862F-0C04C7E9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AA78CA-B926-4210-9D26-48216CE5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F437C0-2D86-4B4B-B810-6E138A0F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50F9F3-540B-43DB-83A9-EEC29D3F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10A81-D52B-44B4-87E0-81A07346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94121B-7667-4B92-8F43-96046F59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76778273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A606BE-64CF-4E0E-9038-0A87210F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5F95C-1940-43E8-9C78-3715D0B7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4F1C9-3074-47C8-999E-A03E8572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4FA3A-6F0B-42D1-BA24-3571D779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61457-80EB-4237-8528-4FB5B90E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DDFCF-2C96-4A9C-AE76-7CA7D565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E775E-F3CB-4CFF-AF8A-756ECEE1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2B692-A604-4ACC-8D27-E4FAC943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C4EAB-DBB4-484C-94EF-0E0ECF4C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0428F-02B3-417D-BD9F-19EA877A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3AC87-821D-4276-9E49-961C2E19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E4ADB-EF0D-4F40-A608-B8D992B2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D7C79-38A7-4BFF-807C-EC5616D4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2F7AB-4A22-4F8A-9FA1-9C6D6C6B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CA696-AD54-4B6E-93F0-B28BCCBC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A08EAF-2412-4876-A94D-993429F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00B762-0271-4B9F-90D4-3512BDFA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55CCE-8607-4D79-948A-B0ADE92C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64EDA7-A74C-4CB6-BBFC-CCF052B5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349810-19D8-40A6-BC8A-752D91A0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2637F5-7A61-4AAB-AE9B-33908946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95F997-CBC8-4DBA-AD5D-BCB1C533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C80ACD-C1F9-47A8-874B-5F357175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FFAD1A-2EE8-4ABD-995C-FA89EE91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CE5C60-759E-4296-A50F-924B015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9F732E-B57F-48DA-A021-1F6A58AB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A2D194-1CC9-4FBB-8A9B-660379E0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2AA205-FB53-410B-9096-252615B9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192BB-F631-4962-99BD-E399A076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25418902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87C9C7-0330-4B32-81F3-A166A983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EF206-E08D-4601-8371-712791C2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CB28D-AA93-460F-AFBA-180AC6A1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A8A19-61E4-4AAA-8866-80258A71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3436A-38EC-488F-B2B0-7C036168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4A508-6880-4A10-AA58-4AE1379A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136A0-CB0F-40DD-9DD0-0F577AC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3CFFA-FA6C-4780-9202-32A51816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C023C-0CBC-43AE-96D1-1F500971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9A46C-1A5C-4EBF-ACB6-C1FB20C4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ED508-0F22-46B0-A16E-0C289EAA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D4E63-5B2E-4FE1-A927-9F25171B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F1F3F-3EDB-4D8F-96DE-1AC570C3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80885-1B8E-4C9F-B2CD-BFA8CC5B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A311E-8018-441A-BD14-E47C24FC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518C4F-54DB-4A83-80DB-216489E7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B3491-1BC0-4B4C-835A-30CCBEA7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F0F0A-BEA2-40F5-B41E-D94EFA80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5D22C7-1095-4498-97D1-26B9DB83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28DF9-E298-4D66-8867-BDFEC1F1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D0A19E-24EE-4F78-81E5-38D7D9EF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8DEDE-B253-4ED5-B3A4-52327932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1254FD-E49E-485C-88B1-D75A65CD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43F874-EA32-4370-A557-369E1CCB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E1641-2E55-4B0C-BC3C-076903F2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9AE5D9-1501-40AF-9ABC-A45A4B30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BC848B-5938-4BE1-9A29-4BCF81B7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D8B8EC-B0C8-4F92-9B98-78110722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DA5EA0-2435-4A72-8924-252EDFCE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2259944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8BFD64-FBAB-49F0-8549-7EEF5374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5B737-EEC5-4BA2-8A12-8B06F8AF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90236E-8E6B-47CB-BA42-2EC22D12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7870D-E650-41C5-AB43-70051377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4FACF-C90E-45E5-8650-C1792CA0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BF6C5-F875-44F6-A75B-F93717CB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8E6CB-9228-4962-8C51-3BA84852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81079-6160-43DC-93B2-2717303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8F828-5550-46F5-B23C-4DDFA121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73C35-F50B-41A5-A799-523BC1B7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5A3DD-FDF1-40F4-88B6-2C93F8CD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17DD2B-C591-496E-AF83-DF0D2CC4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2735A-C45F-4A6E-858E-DA53B3C3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2EE2C-AF5F-4856-93AC-E78795E5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A110D-4FD6-42ED-AD68-E756D106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849AD-EE55-4211-B34E-4E7640D2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0396A5-77E1-44C4-B02A-2EA69AB8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F3782-C803-4092-92CE-B701CCBA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C64E1-A7ED-44D9-ACC3-DECDDBB4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175F8-F69C-4D0C-AF47-ABF9CD43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645C49-BC18-429D-9825-7A78AC23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0FC6E3-D5D1-4C7E-B9D7-1D98EE5F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C191B-071B-4F60-A939-77CFBD86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E1E570-A51E-410A-88C2-62D07F49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B290F6-02A8-4279-BD42-1CEA2ABE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9ED4CB-19C0-4063-AC1C-C83E4A23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ABC5A2-83AC-4208-853B-60D40353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802B29-C738-4D9D-B6B6-3F1759CC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B6D89B-9AFB-44D8-AC59-664B301A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58172596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AEC74C-89EF-462B-9633-8D6BAC35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2C2A9-02D4-41A8-BD5E-1B282D48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2AFDF-DE83-4B14-A06F-8ABD1B69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96A3A-D383-4ED7-8D16-8799935F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41AD1-EF08-4F83-B7B6-68909DDA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AF504-1FB3-4629-B122-ADD34625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8358D-9D43-4545-BDDF-90DE159E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5B9AC-1BFB-4DA7-A61D-48A3C309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78E14-87B2-4912-AE9F-01F27F3F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372FB-9E00-4D26-BE42-88D857A6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FDA78-A2A9-4520-9E27-1E774CD0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49B93-F6EA-437E-9F4D-F2C7D696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C15B6-9353-4B51-8E48-924C50C6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0463B2-18C2-4180-BFD9-9ACF81B5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86266-49BB-4F8B-BED5-089AFBD3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AE8A3-CDC8-4484-A2C9-FBE1636C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46783-484C-4799-805C-C08ECA7B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D1A5A1-E5A3-4B65-9D82-8BC3F66B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D82F99-E7FB-4523-9DC5-FA3CB758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2CF41-3EA9-464A-B346-6BD42934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9E0FD-B8DD-4ACB-B004-A91DBA4B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DEEEEC-5F2B-446F-AF7A-F31021F3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34099-7AA4-4051-87C1-44A98C33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45F15-3D0C-4F3C-8281-4210F813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B6106-9B55-4632-A357-168FCA29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E68903-5E68-4B2C-A125-8A0086D0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2CF894-86F2-468D-862D-494C3A83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C1A420-4B5C-4E30-9111-8BCA116F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09C187-56E7-4B52-A6B1-766D5798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1831508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EF3726-2D82-4682-AACB-6A178CD0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5ACD2-D8EE-4C97-A962-0CFD99C5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ADEE-B7C1-4B44-8CF2-F6DD8896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6C6FA-C194-450E-A033-47765F24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51523F-8E72-4902-BA89-4F9FA4A1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72230-F210-49F8-815D-C275E5A2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A6D9E-5CDA-4284-B8FB-F895E4BB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BF9BE-61E9-408A-8484-8C84BE46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6638C-105A-4993-940A-5A00E679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DA3B2-6C80-4151-9385-0F15066F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4EBAC9-830E-4BE9-90BC-09021519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562C7-23FF-40C0-89FE-E334CF59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410CAC-FB54-4F3D-B417-3965E79F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F1F5F-F18F-421B-856B-2011DDBE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05284-30A0-4FE1-8656-7CFC26D9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74A3F-9286-43FE-9DFF-B6242C8F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6DCA-8E41-44CB-9D1B-CDAAB7B3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1FA238-18F9-4155-8427-1D04B070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B7BFFE-78D1-456E-BF16-40A08B9E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17999F-CF97-4D81-ADEF-29B6BE23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9D2C-9D2F-4EC1-AAEC-1A841A1D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9A814-3663-41CB-A946-45B5D95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52E0C7-F0ED-48B6-9C4D-F86DA2BC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D32B12-F1AC-4383-AEBA-37F18182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7B97D3-ED8D-436F-804C-3BE8D8D3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EAD7F5-42F6-41EB-9C4F-C6AA2436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E87295-0574-4B5A-816B-B5ECB405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0DD12A-F96A-4960-A469-8AA51BE9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11DB7B-884A-421A-8929-F08E26A7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866758998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B06634-51EE-4CE1-B58C-AB15462C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D684C-6FC3-4948-9B7D-C33E28D1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99DA9-DFA6-498E-8F46-27964FAD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66B14-AA77-4DB1-928E-3D9713FC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C5DFD-B974-4D7D-88BB-B2D1A231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51682-1AB9-4C62-BB5D-88DA4DCE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76727-CD0F-4AE4-9496-743AC55F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03AC9-3803-4F33-A236-3F1BE3A5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7A5012-75ED-42F8-AA84-C3B98F96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A89B6-14C6-45B7-87AE-FB13F35E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6EB4C-26B3-44AF-8E4B-B54AA335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2A802-6958-49C7-A05E-D72FC013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5DC22-8CEA-402B-8B25-9E32FF5C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659393-DECC-452B-BED1-697332EF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1FAD-81CF-49B7-B76D-9A8527D9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6DAECE-0C8F-404A-8B20-205C95FA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60450-B4FA-4C00-9463-32F638D7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ADCF3C-D211-4E74-830E-2B0896E7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42971C-789C-4DAB-B6AC-DAC03724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EA762A-5497-428D-A2D9-24452A56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8DDFE1-5CB5-4E0B-AEC8-7364A476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B0C347-BBB8-405D-A69B-7AC1940C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33083D-29B9-4F59-8914-FAFFF806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492023-27F7-4FA1-A51F-A8E16A12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051E4E-4771-4BAE-8E92-0E88B625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2ABA13-4D5C-4FC3-9B0F-26C84C4A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31DF9D-D1B8-4BBB-BC43-319CB6B3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D55036-04F1-4F89-87AD-F9375E03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FC1529-2084-455E-B9F8-3E5908CC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9676676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7912DC-1A11-4F50-B1B7-38B78360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7C9B11-75AE-4955-BB46-8B248BCC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6455F-66D6-479A-AE06-1F517F59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C5C4E-26E6-4DC6-96E7-0132BB45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B2E90-A2DC-419F-9F27-8A51CFBF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6F312-1A7E-465E-8D60-0617580A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AF75C-A176-4051-BBCA-B2DAB0FD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FA005-5F36-4DDD-91F0-3D7E76C4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7BD05-935B-49FE-915D-19ACB500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E8F77-5F90-4B15-8F0E-D0F239EA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5BECC-7FF4-438C-9725-D3C1C70D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99D47-889E-49A0-9ECC-2EFDFD74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410E9-9C9C-440F-9104-A0E2D6D3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1B2D50-C3B1-4FCE-89B9-C2746422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2BAEE-1640-438C-8B6D-251AB44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87E91-4D0C-4A99-A241-2C5B53E1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C2C0C-5C5A-4460-8075-A1EE6DE5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21D191-CA27-4037-8835-195E9638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97DBF2-9564-4344-BA7A-E0A57833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60B7A3-734F-4067-B5CC-CBE7B77D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7D11B8-CA28-4795-8C80-97B22626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538438-62FB-4F8D-BBE9-FF982494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10783-DEDD-44B9-AD5A-3C8D9C2B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93CC1-2526-4114-A566-29386C9B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056BF-9D36-4D3C-9E42-C8F10319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3CC552-9BBF-4430-9657-81BA23CB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0066C1-9BB8-407D-BEAC-93EE9F7C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5EA2C1-7B14-483C-88EF-2B422B4C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26AAD7-0B14-484E-B323-BEBC9AC0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8586608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F7CA3F-6701-4335-B54B-6C76629D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A29BE-C6AC-4ADE-86E9-714D31E5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6117D-8D11-451B-9CBA-2104F8BF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A49DE-8FCB-4142-8911-DC4F6DE9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E70CC-38FF-4B63-9E5B-200B7153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ED4EF-3DAE-490A-B71C-1F371802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03C2B0-2320-49DB-A03D-80267416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8A3AD-65AA-410A-88F3-C7429521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DB5AB-7D3F-409A-AA58-988540A4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BF915-1241-4BB4-9ED3-66DCE1C5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79175-2021-4965-AD2E-26979CA2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53BDA-8C41-476F-9F81-1632FFC3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8C14E-F847-4570-B777-5DFC19F4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4200B-F8FF-4D35-BE4B-CADF3516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5BDF3-C651-4091-ABB6-BB4DF964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FEE984-7910-44B3-9481-16920D4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09366-805A-413F-85B2-73108A04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C8B042-7472-4C64-8698-BAF06A96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34644-330A-470E-9E00-35C6553A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F8B5F-A5A3-414E-A756-DD6E3ABB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315FC1-7B53-4394-8857-67F12116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2AAE2B-34E3-4E66-BF91-42993E3E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713C2-6C32-43CE-9A46-927DC91F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A5F09-22BC-4FB4-A65A-79599DE5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2C1DBB-FB27-43DF-B0BD-4F9F6638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5CA460-E17B-444C-82C5-D9127AC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5408A9-ABE5-4CFE-87EC-63C9D0ED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FC1830-DD64-4631-B9A7-71CF459F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CCDF8D-8047-4829-868F-E127199A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5878873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F1A020-C698-42B7-930D-50C1332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628CB-8170-4918-BADA-6D484341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0C046-70DB-4A3F-852A-C0DF00F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530B0-EF42-43D4-A699-F82ACD43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D6B42-2B44-448B-9243-267A7B3A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99EFA-EE5F-4B30-8240-616907AF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1C148-F9C1-455C-B5F6-10CAB80C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EE0C1-FF78-45F9-9092-7EF1BB97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72EBB-B131-4712-AB6D-4F666726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9AEE6-808A-4545-B93E-7C6E672E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95A7B-5E5F-49B7-8F3B-3686D017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F5CBA-91A9-49B5-B96A-173F0D1A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B0148-6EE2-4A28-8849-5DA2AF3A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A53C5-AFD3-4BB1-BBAA-2335FAAB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F97B6-871C-4A05-B710-01793FA1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7B910-9BCA-4E22-97D0-DFAC64D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799D71-3999-4A0E-B0CD-4C293FF0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F2581-C7D7-4D2D-995A-76227624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8A5874-9372-4EC4-9CEC-D5EDC134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66C57D-44C5-4209-B2C6-0214E56C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DD65B1-AD47-4D5C-A8B2-9B247FA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5389B4-7910-4BF1-A66D-CE7B821C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162F48-C312-415C-9F11-C9EFB496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F7BEEB-00D7-4C58-87AA-9BB58F41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33F8B0-036F-4990-B5C1-CCCB1172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39D3D1-0381-49A1-A0EA-47570EB6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2F6B3C-A3C9-4380-BBE6-85ED9857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A0B55D-D989-4F58-92E0-728F00ED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F2483-01CE-4AE3-B862-068370B7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76694810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168D77-9FAA-45CC-ABE3-28642DB8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C3FF28-D7D7-4A28-8F74-2EE2AB73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540EB-3A5A-4540-BC8B-64DDCD87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26304-B211-4CD3-BAFB-0057D5AA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DA9CB-B5C4-4DB6-94B7-A5482E61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7C2830-4997-4DA6-8C4D-EBEEE106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737E7-C5C3-4B39-9B89-795E7AD7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8694D-2D0F-4E4B-A284-AC90652E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E15B3-8E2F-4DE8-A379-F3C0F852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EE94F-BED5-4783-B5E4-EEC52D87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04407B-D4BD-4B5C-93A9-839E1FDB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097C7-3AD3-4594-B12C-0301D4F8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6FF90-C749-461C-8446-772B579F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A3444-C3C3-4620-ADAB-437A377B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0FE91-6ABB-4B05-AF4D-0DB6F6D7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A1451-2A5A-4FAF-A453-C8420E8E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C991-C47E-4A0B-837E-0D3E38CC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03A80-4A4A-45CA-9030-A82DCA5A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7D2AB-C16B-4DC8-9D82-57448EFC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845BC-B8B9-4827-95D1-2D0BBB7B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E21ED9-6473-4AE9-A5CE-50B5685E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1CA18C-4940-4342-A427-C07569A6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535D64-2AE4-43E6-8EAB-FBC48B8B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7C52DB-DAEC-4806-B0B7-04B79E27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C5537-9991-4357-9ABA-D78D512C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F45505-DC65-4E50-9417-E5B54D29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0A235E-C9FA-42AE-AC78-0A291BC9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330DCF-A5F6-4D77-AD96-0B69C6C6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64C601-5A0D-43EC-B839-3288C96B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76319533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E7D5ED-EB53-419C-8314-580148A7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2CAE6-CE31-45B3-B64B-B86545E0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479D4-3D55-48AD-B14D-B9A3979A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5974B-A5E7-4721-BF80-3B5758EF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0CB8C-E056-4195-BBB8-73F60A73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88FC7-1C47-4AC8-87BF-3C6D15C8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CDDCE-A802-42C9-BDDC-67BAA3E6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D2947-C958-4B47-BBC3-E071B24C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5D234-0B60-45B4-94CD-8BF82FF7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72759-2013-4061-888C-A167D8EF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6AFDB-81BA-433B-A9FE-9C7541AC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B30103-765F-4B8E-9239-D89E641E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89DD1-6C8D-4168-BCDA-089E0B83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AF6A1-E2CC-4951-9121-FA4763FC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FECAD-A172-4C6A-B23A-C32CB616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1F75B-0397-4BEF-BB27-D5486F36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AC419-921D-4F5A-A5EC-6C5CD572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DA983-F3C8-496D-9BDD-00168DB2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D92586-B7D1-4540-B43F-AC0A94F3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94E79-CFCF-4F88-B9EB-A9FB7A00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93392E-BCD9-4322-B274-588F4CA1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38C8B-D8DE-4A8F-8AB7-D0957786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EE20D7-2137-4D09-B199-84A4BE1E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C663FD-670D-4E87-9198-C75510EB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600C68-6C05-4D36-B713-A113F323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E8A322-B723-4678-A693-8463B57C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CC0255-67A6-4FC1-9BE2-74A94843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2D6AD8-5AE7-40CA-B4A2-0B2FBCE7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A06E15-1C05-4E54-95E2-08935E31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39372574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96873E-52A4-41F4-BFAD-AABD90BF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8E324-05E3-49C6-BF4C-ED702E8C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40E51-2CC5-4CA7-9BF2-7C77363F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979AC-C7D0-4356-80B6-549C7592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B452-7A6A-4B32-A0DC-3711D9D5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C9296-BE91-48D8-8368-C1D54ED5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D7D48-C9CF-4DDA-A051-BC7E988E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88B11-4257-47BC-AB10-6541D29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A3955-2C11-4A15-A1AD-09A85726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FBFA6-F708-447F-BE18-E4B9F153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DCCF92-87CB-4A31-A07C-DF715DCF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4EDD0-C376-4715-BD21-63D69A62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A0DC7-92E0-4487-83B4-AB6818B3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2E139-3615-4D93-8020-0D4F587B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6F1CAD-A32A-45B6-A826-EFD9E936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072869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F8A8DF-A9C1-4DB2-8711-6B424F97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C191B-BD31-4C71-920A-A168DB68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76A6F-8848-49E6-85FB-FEBD5268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AE7E5-79E6-4D67-BFEF-7D570B90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F8A2B-BDCF-4A9C-9A22-851BD856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CA225-46F1-4393-A004-412A0F50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09E41-F894-44F9-AB43-DDE4DEC7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6A66B-C27B-4CBA-911D-716925AA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8A98A-C0C2-4D4E-BC69-5807C40F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59744-0DD6-4EBB-9FE1-EA461ED6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1F251-ED7B-4F89-98DA-E0F1C903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8332C-180F-469F-B44C-60F338A0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A3095-2F92-433F-9B63-AF7FD4A3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67099E-40EE-4408-8F04-4666047E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3FEA22-5AE1-4FC2-A2CD-B9B94112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80454-EC24-425D-B1F6-AB3DFDFF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35CD8C-5E07-4A26-9AD9-1398768E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F9A02-A3E4-4953-9000-514A2630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D50E52-4582-499F-B057-5BC4EB02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4A6F33-3888-40C9-9CCC-6FAF543B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3AC0C-4CCD-4D57-9E00-378E1A65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39D94-78E0-4BB8-A60F-EED05336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ACD78-C03E-40DA-87AC-DC251D44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1F4776-B32B-4CF4-98E0-EEEF3533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07DA2-7401-483D-91D7-8AE03245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1F2D45-F204-4C1D-BC2D-5C5A9CEB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5382F2-E2B3-4C47-B87C-82EE2445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171C58-CF68-4CBF-9B7F-5D3E6079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71B3A-C7A0-4BC2-A32B-F93C9348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59667901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9F4C0DB-E6F0-49D6-B31D-1ADC1763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7E0D2-333B-44AA-B213-8A7225D5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7BB8B0-0651-420A-99D3-60E7DDC3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E8D1D-92BB-4FCE-91A3-0D0D33DC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FAE4D-C376-46FA-B435-9673CAD5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99EB1-82CF-4207-977D-CFFA51DB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54097-98BD-4877-B3C8-51E751B3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B3354-3A45-4D5A-9227-326ECF2B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AEA4D-8230-401D-9821-E9C4E890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AB745-B77E-4A42-8F9D-693B52A9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1F030-2715-4ECA-A108-AF9C1ED8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1E38C-7C52-47E0-92B9-90667086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F8F04-28EA-45B7-A11B-1E3906CE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56653-35C4-497C-A279-F6F0DEDD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98ACC-6D25-43F7-B609-7BB9E8A1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753886-236D-4769-B052-2DA7FD77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10EBA4-D574-4040-8014-7E61C773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39CA9-1BA2-46A9-92FC-DCF3AC0A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617D01-2794-4E54-A240-18CC99C7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F6275-FEDF-4F4F-AF93-783ADBA5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0BA0F2-764F-4E7D-A26F-1F00AEB6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8A79AF-5FC4-4DCE-B6EA-AA280930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EB66EB-47E7-40AE-82F1-90EBD5A1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842859-298E-4F2F-A3A5-FF4F911E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CC3187-3059-4ED0-8FB5-592A48C7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BF36CE-1255-454D-8FC5-846FAFC2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E687A0-F7C6-4031-8FA6-58895775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1CED0-04CB-4792-89D0-2B900FE1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4B37A9-B7AF-4395-BFEF-34414B0B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ED5109-72B6-46A2-AD46-9F545984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9D101-C94B-4249-89E4-33440B26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D867E2-BECC-4CB9-8C20-FCEE5ADA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28FDBB-DE0E-4AF7-8B4F-C7C92BAE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EE0A0C-AADF-4DE1-9CF9-65A95DBE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A61DA7-B80D-4122-913A-55D3B40B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F059C9-EA77-4545-8C9B-8E713658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76F7C4-3199-439E-BAB9-42412B0C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2483A8-C984-42FA-BF22-BF86A089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48F95C-F2F5-468D-86FE-A197691D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D9C7AA-81F5-4369-B33B-A1648174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348543-8292-4ADC-9AF7-80A7DFC8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59C5B6-B410-41EA-8EBF-91FC0D28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939755-42BA-4DE6-BF96-E27A3122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111916-3F9F-4A7D-A576-0C37331F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FEF02A-3602-400F-9CFA-07EE6B6D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0FD3D7-1B21-45BA-A717-C08993B8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7C4A18-CA51-43EF-B05D-D2AEAE0F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62079A-EFB1-4D47-98DB-9E55505E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AD9D48-B2FD-4C8D-8471-7490ECD8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7D648A-8D81-439E-B911-EAEAB1DD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D10558-2314-4206-B6CF-D2964FD8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B41236-5970-4F93-AB32-388711A2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55C4A6-2D66-48A6-9D81-4CF758A7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E19F57-6150-461C-B7B3-516C668A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156832741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2026-07-25T00:37:56.1930000Z</dcterms:created>
  <dcterms:modified xsi:type="dcterms:W3CDTF">2026-07-25T00:37:56.1930000Z</dcterms:modified>
</coreProperties>
</file>