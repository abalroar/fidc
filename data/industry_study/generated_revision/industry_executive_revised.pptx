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5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slides/charts/chart54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5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6.xml" ContentType="application/vnd.openxmlformats-officedocument.drawingml.chart+xml"/>
  <Override PartName="/ppt/slides/charts/chart57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8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9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60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1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2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3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48467e20264a2c" /><Relationship Type="http://schemas.openxmlformats.org/officeDocument/2006/relationships/extended-properties" Target="/docProps/app.xml" Id="R26461ae7e5c84713" /><Relationship Type="http://schemas.openxmlformats.org/officeDocument/2006/relationships/officeDocument" Target="/ppt/presentation.xml" Id="R11b5b158897c40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9f73bb9ddf46fc"/>
  </p:sldMasterIdLst>
  <p:notesMasterIdLst>
    <p:notesMasterId xmlns:r="http://schemas.openxmlformats.org/officeDocument/2006/relationships" r:id="Re5f901356a4943fc"/>
  </p:notesMasterIdLst>
  <p:sldIdLst>
    <p:sldId xmlns:r="http://schemas.openxmlformats.org/officeDocument/2006/relationships" id="256" r:id="Rb98717ce9ebf4b01"/>
    <p:sldId xmlns:r="http://schemas.openxmlformats.org/officeDocument/2006/relationships" id="257" r:id="Rd755353686e7435c"/>
    <p:sldId xmlns:r="http://schemas.openxmlformats.org/officeDocument/2006/relationships" id="258" r:id="R4d6e8542888e497f"/>
    <p:sldId xmlns:r="http://schemas.openxmlformats.org/officeDocument/2006/relationships" id="259" r:id="R5279685528b84d1c"/>
    <p:sldId xmlns:r="http://schemas.openxmlformats.org/officeDocument/2006/relationships" id="260" r:id="R9e3d764e78ca4c3d"/>
    <p:sldId xmlns:r="http://schemas.openxmlformats.org/officeDocument/2006/relationships" id="261" r:id="R5a13eb7b043642f2"/>
    <p:sldId xmlns:r="http://schemas.openxmlformats.org/officeDocument/2006/relationships" id="262" r:id="R002c4f91a51b47c8"/>
    <p:sldId xmlns:r="http://schemas.openxmlformats.org/officeDocument/2006/relationships" id="263" r:id="R4d7599e994f745f5"/>
    <p:sldId xmlns:r="http://schemas.openxmlformats.org/officeDocument/2006/relationships" id="264" r:id="Rf948b81df5104e30"/>
    <p:sldId xmlns:r="http://schemas.openxmlformats.org/officeDocument/2006/relationships" id="265" r:id="Rcfaf186866794b86"/>
    <p:sldId xmlns:r="http://schemas.openxmlformats.org/officeDocument/2006/relationships" id="266" r:id="Rce541846199746a6"/>
    <p:sldId xmlns:r="http://schemas.openxmlformats.org/officeDocument/2006/relationships" id="267" r:id="R26d701cb776b40fe"/>
    <p:sldId xmlns:r="http://schemas.openxmlformats.org/officeDocument/2006/relationships" id="268" r:id="Rd06f180c0ee44b60"/>
    <p:sldId xmlns:r="http://schemas.openxmlformats.org/officeDocument/2006/relationships" id="269" r:id="Ra76b57783d7247e1"/>
    <p:sldId xmlns:r="http://schemas.openxmlformats.org/officeDocument/2006/relationships" id="270" r:id="R49bb745272f64af0"/>
    <p:sldId xmlns:r="http://schemas.openxmlformats.org/officeDocument/2006/relationships" id="271" r:id="Rb0d1cf7108ea468b"/>
    <p:sldId xmlns:r="http://schemas.openxmlformats.org/officeDocument/2006/relationships" id="272" r:id="Rb4b22e987a7d4097"/>
    <p:sldId xmlns:r="http://schemas.openxmlformats.org/officeDocument/2006/relationships" id="273" r:id="R6b41e0a89ae64971"/>
    <p:sldId xmlns:r="http://schemas.openxmlformats.org/officeDocument/2006/relationships" id="274" r:id="R1357a61d23054b13"/>
    <p:sldId xmlns:r="http://schemas.openxmlformats.org/officeDocument/2006/relationships" id="275" r:id="R163e6f954f5749cb"/>
    <p:sldId xmlns:r="http://schemas.openxmlformats.org/officeDocument/2006/relationships" id="276" r:id="R4a3521d6a0ea4fc2"/>
    <p:sldId xmlns:r="http://schemas.openxmlformats.org/officeDocument/2006/relationships" id="277" r:id="R1a7613a93c9b4531"/>
    <p:sldId xmlns:r="http://schemas.openxmlformats.org/officeDocument/2006/relationships" id="278" r:id="R7ff7083e3a094ed9"/>
    <p:sldId xmlns:r="http://schemas.openxmlformats.org/officeDocument/2006/relationships" id="279" r:id="Rddd9462bbdee4ac1"/>
    <p:sldId xmlns:r="http://schemas.openxmlformats.org/officeDocument/2006/relationships" id="280" r:id="R5b511755b1de4fdf"/>
    <p:sldId xmlns:r="http://schemas.openxmlformats.org/officeDocument/2006/relationships" id="281" r:id="Re893c8447a6c4725"/>
    <p:sldId xmlns:r="http://schemas.openxmlformats.org/officeDocument/2006/relationships" id="282" r:id="Re444e4ed35b84f00"/>
    <p:sldId xmlns:r="http://schemas.openxmlformats.org/officeDocument/2006/relationships" id="283" r:id="R733411a85d4e46f4"/>
    <p:sldId xmlns:r="http://schemas.openxmlformats.org/officeDocument/2006/relationships" id="284" r:id="R4390c884ec484656"/>
    <p:sldId xmlns:r="http://schemas.openxmlformats.org/officeDocument/2006/relationships" id="285" r:id="R05c605aa59a54197"/>
    <p:sldId xmlns:r="http://schemas.openxmlformats.org/officeDocument/2006/relationships" id="286" r:id="Re4aac37b8cc7478e"/>
    <p:sldId xmlns:r="http://schemas.openxmlformats.org/officeDocument/2006/relationships" id="287" r:id="Rc6c0139c366042fc"/>
    <p:sldId xmlns:r="http://schemas.openxmlformats.org/officeDocument/2006/relationships" id="288" r:id="Rcbe98c7f2bcc4b84"/>
    <p:sldId xmlns:r="http://schemas.openxmlformats.org/officeDocument/2006/relationships" id="289" r:id="R84a613d9d95148ac"/>
    <p:sldId xmlns:r="http://schemas.openxmlformats.org/officeDocument/2006/relationships" id="290" r:id="Rba3997ba7b364d48"/>
    <p:sldId xmlns:r="http://schemas.openxmlformats.org/officeDocument/2006/relationships" id="291" r:id="R1544289ff4e949dd"/>
    <p:sldId xmlns:r="http://schemas.openxmlformats.org/officeDocument/2006/relationships" id="292" r:id="R10d18d7d767e45ca"/>
    <p:sldId xmlns:r="http://schemas.openxmlformats.org/officeDocument/2006/relationships" id="293" r:id="R3f136d1910f14672"/>
    <p:sldId xmlns:r="http://schemas.openxmlformats.org/officeDocument/2006/relationships" id="294" r:id="Rce31d959907c4cba"/>
    <p:sldId xmlns:r="http://schemas.openxmlformats.org/officeDocument/2006/relationships" id="295" r:id="R480fe55fa89a4645"/>
    <p:sldId xmlns:r="http://schemas.openxmlformats.org/officeDocument/2006/relationships" id="296" r:id="Rd2aff240b0774d36"/>
    <p:sldId xmlns:r="http://schemas.openxmlformats.org/officeDocument/2006/relationships" id="297" r:id="Rec38b95c23b443bf"/>
    <p:sldId xmlns:r="http://schemas.openxmlformats.org/officeDocument/2006/relationships" id="298" r:id="Rd2a5c168863c4808"/>
    <p:sldId xmlns:r="http://schemas.openxmlformats.org/officeDocument/2006/relationships" id="299" r:id="R24b275d740e644d3"/>
    <p:sldId xmlns:r="http://schemas.openxmlformats.org/officeDocument/2006/relationships" id="300" r:id="R20430df47ec341ba"/>
    <p:sldId xmlns:r="http://schemas.openxmlformats.org/officeDocument/2006/relationships" id="301" r:id="R7c51847f2f4d4ed8"/>
    <p:sldId xmlns:r="http://schemas.openxmlformats.org/officeDocument/2006/relationships" id="302" r:id="R15487b259ba84c8c"/>
    <p:sldId xmlns:r="http://schemas.openxmlformats.org/officeDocument/2006/relationships" id="303" r:id="Rda1c3a3ddd4e4d08"/>
    <p:sldId xmlns:r="http://schemas.openxmlformats.org/officeDocument/2006/relationships" id="304" r:id="Rccfe00cf6e344916"/>
    <p:sldId xmlns:r="http://schemas.openxmlformats.org/officeDocument/2006/relationships" id="305" r:id="Raf85b4a9021a43fe"/>
    <p:sldId xmlns:r="http://schemas.openxmlformats.org/officeDocument/2006/relationships" id="306" r:id="Rfe3da2d2be8e4e70"/>
    <p:sldId xmlns:r="http://schemas.openxmlformats.org/officeDocument/2006/relationships" id="307" r:id="R3552be35591642e1"/>
    <p:sldId xmlns:r="http://schemas.openxmlformats.org/officeDocument/2006/relationships" id="308" r:id="R44d4c61641ca4106"/>
    <p:sldId xmlns:r="http://schemas.openxmlformats.org/officeDocument/2006/relationships" id="309" r:id="R52dd397c2ba84ad1"/>
    <p:sldId xmlns:r="http://schemas.openxmlformats.org/officeDocument/2006/relationships" id="310" r:id="R200d2a81300e4652"/>
    <p:sldId xmlns:r="http://schemas.openxmlformats.org/officeDocument/2006/relationships" id="311" r:id="R09aecc4f46f04071"/>
    <p:sldId xmlns:r="http://schemas.openxmlformats.org/officeDocument/2006/relationships" id="312" r:id="R4ea0956658cb4df4"/>
    <p:sldId xmlns:r="http://schemas.openxmlformats.org/officeDocument/2006/relationships" id="313" r:id="R12562aae019a4ccf"/>
    <p:sldId xmlns:r="http://schemas.openxmlformats.org/officeDocument/2006/relationships" id="314" r:id="R5f76a690723c42e2"/>
    <p:sldId xmlns:r="http://schemas.openxmlformats.org/officeDocument/2006/relationships" id="315" r:id="R3d96a2ab945f4e2a"/>
    <p:sldId xmlns:r="http://schemas.openxmlformats.org/officeDocument/2006/relationships" id="316" r:id="Rd4de9212eb1640a0"/>
    <p:sldId xmlns:r="http://schemas.openxmlformats.org/officeDocument/2006/relationships" id="317" r:id="Rb5ccb86ce5b14679"/>
    <p:sldId xmlns:r="http://schemas.openxmlformats.org/officeDocument/2006/relationships" id="318" r:id="R9b925749542c45ac"/>
    <p:sldId xmlns:r="http://schemas.openxmlformats.org/officeDocument/2006/relationships" id="319" r:id="Rfebf993d002941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60840f21144854" /><Relationship Type="http://schemas.openxmlformats.org/officeDocument/2006/relationships/slideMaster" Target="/ppt/slideMasters/slideMaster1.xml" Id="R119f73bb9ddf46fc" /><Relationship Type="http://schemas.openxmlformats.org/officeDocument/2006/relationships/notesMaster" Target="/ppt/notesMasters/notesMaster1.xml" Id="Re5f901356a4943fc" /><Relationship Type="http://schemas.openxmlformats.org/officeDocument/2006/relationships/presProps" Target="/ppt/presProps.xml" Id="R91858d1046b74e95" /><Relationship Type="http://schemas.openxmlformats.org/officeDocument/2006/relationships/tableStyles" Target="/ppt/tableStyles.xml" Id="R692bd306b0054cd3" /><Relationship Type="http://schemas.openxmlformats.org/officeDocument/2006/relationships/slide" Target="/ppt/slides/slide1.xml" Id="Rb98717ce9ebf4b01" /><Relationship Type="http://schemas.openxmlformats.org/officeDocument/2006/relationships/slide" Target="/ppt/slides/slide2.xml" Id="Rd755353686e7435c" /><Relationship Type="http://schemas.openxmlformats.org/officeDocument/2006/relationships/slide" Target="/ppt/slides/slide3.xml" Id="R4d6e8542888e497f" /><Relationship Type="http://schemas.openxmlformats.org/officeDocument/2006/relationships/slide" Target="/ppt/slides/slide4.xml" Id="R5279685528b84d1c" /><Relationship Type="http://schemas.openxmlformats.org/officeDocument/2006/relationships/slide" Target="/ppt/slides/slide5.xml" Id="R9e3d764e78ca4c3d" /><Relationship Type="http://schemas.openxmlformats.org/officeDocument/2006/relationships/slide" Target="/ppt/slides/slide6.xml" Id="R5a13eb7b043642f2" /><Relationship Type="http://schemas.openxmlformats.org/officeDocument/2006/relationships/slide" Target="/ppt/slides/slide7.xml" Id="R002c4f91a51b47c8" /><Relationship Type="http://schemas.openxmlformats.org/officeDocument/2006/relationships/slide" Target="/ppt/slides/slide8.xml" Id="R4d7599e994f745f5" /><Relationship Type="http://schemas.openxmlformats.org/officeDocument/2006/relationships/slide" Target="/ppt/slides/slide9.xml" Id="Rf948b81df5104e30" /><Relationship Type="http://schemas.openxmlformats.org/officeDocument/2006/relationships/slide" Target="/ppt/slides/slide10.xml" Id="Rcfaf186866794b86" /><Relationship Type="http://schemas.openxmlformats.org/officeDocument/2006/relationships/slide" Target="/ppt/slides/slide11.xml" Id="Rce541846199746a6" /><Relationship Type="http://schemas.openxmlformats.org/officeDocument/2006/relationships/slide" Target="/ppt/slides/slide12.xml" Id="R26d701cb776b40fe" /><Relationship Type="http://schemas.openxmlformats.org/officeDocument/2006/relationships/slide" Target="/ppt/slides/slide13.xml" Id="Rd06f180c0ee44b60" /><Relationship Type="http://schemas.openxmlformats.org/officeDocument/2006/relationships/slide" Target="/ppt/slides/slide14.xml" Id="Ra76b57783d7247e1" /><Relationship Type="http://schemas.openxmlformats.org/officeDocument/2006/relationships/slide" Target="/ppt/slides/slide15.xml" Id="R49bb745272f64af0" /><Relationship Type="http://schemas.openxmlformats.org/officeDocument/2006/relationships/slide" Target="/ppt/slides/slide16.xml" Id="Rb0d1cf7108ea468b" /><Relationship Type="http://schemas.openxmlformats.org/officeDocument/2006/relationships/slide" Target="/ppt/slides/slide17.xml" Id="Rb4b22e987a7d4097" /><Relationship Type="http://schemas.openxmlformats.org/officeDocument/2006/relationships/slide" Target="/ppt/slides/slide18.xml" Id="R6b41e0a89ae64971" /><Relationship Type="http://schemas.openxmlformats.org/officeDocument/2006/relationships/slide" Target="/ppt/slides/slide19.xml" Id="R1357a61d23054b13" /><Relationship Type="http://schemas.openxmlformats.org/officeDocument/2006/relationships/slide" Target="/ppt/slides/slide20.xml" Id="R163e6f954f5749cb" /><Relationship Type="http://schemas.openxmlformats.org/officeDocument/2006/relationships/slide" Target="/ppt/slides/slide21.xml" Id="R4a3521d6a0ea4fc2" /><Relationship Type="http://schemas.openxmlformats.org/officeDocument/2006/relationships/slide" Target="/ppt/slides/slide22.xml" Id="R1a7613a93c9b4531" /><Relationship Type="http://schemas.openxmlformats.org/officeDocument/2006/relationships/slide" Target="/ppt/slides/slide23.xml" Id="R7ff7083e3a094ed9" /><Relationship Type="http://schemas.openxmlformats.org/officeDocument/2006/relationships/slide" Target="/ppt/slides/slide24.xml" Id="Rddd9462bbdee4ac1" /><Relationship Type="http://schemas.openxmlformats.org/officeDocument/2006/relationships/slide" Target="/ppt/slides/slide25.xml" Id="R5b511755b1de4fdf" /><Relationship Type="http://schemas.openxmlformats.org/officeDocument/2006/relationships/slide" Target="/ppt/slides/slide26.xml" Id="Re893c8447a6c4725" /><Relationship Type="http://schemas.openxmlformats.org/officeDocument/2006/relationships/slide" Target="/ppt/slides/slide27.xml" Id="Re444e4ed35b84f00" /><Relationship Type="http://schemas.openxmlformats.org/officeDocument/2006/relationships/slide" Target="/ppt/slides/slide28.xml" Id="R733411a85d4e46f4" /><Relationship Type="http://schemas.openxmlformats.org/officeDocument/2006/relationships/slide" Target="/ppt/slides/slide29.xml" Id="R4390c884ec484656" /><Relationship Type="http://schemas.openxmlformats.org/officeDocument/2006/relationships/slide" Target="/ppt/slides/slide30.xml" Id="R05c605aa59a54197" /><Relationship Type="http://schemas.openxmlformats.org/officeDocument/2006/relationships/slide" Target="/ppt/slides/slide31.xml" Id="Re4aac37b8cc7478e" /><Relationship Type="http://schemas.openxmlformats.org/officeDocument/2006/relationships/slide" Target="/ppt/slides/slide32.xml" Id="Rc6c0139c366042fc" /><Relationship Type="http://schemas.openxmlformats.org/officeDocument/2006/relationships/slide" Target="/ppt/slides/slide33.xml" Id="Rcbe98c7f2bcc4b84" /><Relationship Type="http://schemas.openxmlformats.org/officeDocument/2006/relationships/slide" Target="/ppt/slides/slide34.xml" Id="R84a613d9d95148ac" /><Relationship Type="http://schemas.openxmlformats.org/officeDocument/2006/relationships/slide" Target="/ppt/slides/slide35.xml" Id="Rba3997ba7b364d48" /><Relationship Type="http://schemas.openxmlformats.org/officeDocument/2006/relationships/slide" Target="/ppt/slides/slide36.xml" Id="R1544289ff4e949dd" /><Relationship Type="http://schemas.openxmlformats.org/officeDocument/2006/relationships/slide" Target="/ppt/slides/slide37.xml" Id="R10d18d7d767e45ca" /><Relationship Type="http://schemas.openxmlformats.org/officeDocument/2006/relationships/slide" Target="/ppt/slides/slide38.xml" Id="R3f136d1910f14672" /><Relationship Type="http://schemas.openxmlformats.org/officeDocument/2006/relationships/slide" Target="/ppt/slides/slide39.xml" Id="Rce31d959907c4cba" /><Relationship Type="http://schemas.openxmlformats.org/officeDocument/2006/relationships/slide" Target="/ppt/slides/slide40.xml" Id="R480fe55fa89a4645" /><Relationship Type="http://schemas.openxmlformats.org/officeDocument/2006/relationships/slide" Target="/ppt/slides/slide41.xml" Id="Rd2aff240b0774d36" /><Relationship Type="http://schemas.openxmlformats.org/officeDocument/2006/relationships/slide" Target="/ppt/slides/slide42.xml" Id="Rec38b95c23b443bf" /><Relationship Type="http://schemas.openxmlformats.org/officeDocument/2006/relationships/slide" Target="/ppt/slides/slide43.xml" Id="Rd2a5c168863c4808" /><Relationship Type="http://schemas.openxmlformats.org/officeDocument/2006/relationships/slide" Target="/ppt/slides/slide44.xml" Id="R24b275d740e644d3" /><Relationship Type="http://schemas.openxmlformats.org/officeDocument/2006/relationships/slide" Target="/ppt/slides/slide45.xml" Id="R20430df47ec341ba" /><Relationship Type="http://schemas.openxmlformats.org/officeDocument/2006/relationships/slide" Target="/ppt/slides/slide46.xml" Id="R7c51847f2f4d4ed8" /><Relationship Type="http://schemas.openxmlformats.org/officeDocument/2006/relationships/slide" Target="/ppt/slides/slide47.xml" Id="R15487b259ba84c8c" /><Relationship Type="http://schemas.openxmlformats.org/officeDocument/2006/relationships/slide" Target="/ppt/slides/slide48.xml" Id="Rda1c3a3ddd4e4d08" /><Relationship Type="http://schemas.openxmlformats.org/officeDocument/2006/relationships/slide" Target="/ppt/slides/slide49.xml" Id="Rccfe00cf6e344916" /><Relationship Type="http://schemas.openxmlformats.org/officeDocument/2006/relationships/slide" Target="/ppt/slides/slide50.xml" Id="Raf85b4a9021a43fe" /><Relationship Type="http://schemas.openxmlformats.org/officeDocument/2006/relationships/slide" Target="/ppt/slides/slide51.xml" Id="Rfe3da2d2be8e4e70" /><Relationship Type="http://schemas.openxmlformats.org/officeDocument/2006/relationships/slide" Target="/ppt/slides/slide52.xml" Id="R3552be35591642e1" /><Relationship Type="http://schemas.openxmlformats.org/officeDocument/2006/relationships/slide" Target="/ppt/slides/slide53.xml" Id="R44d4c61641ca4106" /><Relationship Type="http://schemas.openxmlformats.org/officeDocument/2006/relationships/slide" Target="/ppt/slides/slide54.xml" Id="R52dd397c2ba84ad1" /><Relationship Type="http://schemas.openxmlformats.org/officeDocument/2006/relationships/slide" Target="/ppt/slides/slide55.xml" Id="R200d2a81300e4652" /><Relationship Type="http://schemas.openxmlformats.org/officeDocument/2006/relationships/slide" Target="/ppt/slides/slide56.xml" Id="R09aecc4f46f04071" /><Relationship Type="http://schemas.openxmlformats.org/officeDocument/2006/relationships/slide" Target="/ppt/slides/slide57.xml" Id="R4ea0956658cb4df4" /><Relationship Type="http://schemas.openxmlformats.org/officeDocument/2006/relationships/slide" Target="/ppt/slides/slide58.xml" Id="R12562aae019a4ccf" /><Relationship Type="http://schemas.openxmlformats.org/officeDocument/2006/relationships/slide" Target="/ppt/slides/slide59.xml" Id="R5f76a690723c42e2" /><Relationship Type="http://schemas.openxmlformats.org/officeDocument/2006/relationships/slide" Target="/ppt/slides/slide60.xml" Id="R3d96a2ab945f4e2a" /><Relationship Type="http://schemas.openxmlformats.org/officeDocument/2006/relationships/slide" Target="/ppt/slides/slide61.xml" Id="Rd4de9212eb1640a0" /><Relationship Type="http://schemas.openxmlformats.org/officeDocument/2006/relationships/slide" Target="/ppt/slides/slide62.xml" Id="Rb5ccb86ce5b14679" /><Relationship Type="http://schemas.openxmlformats.org/officeDocument/2006/relationships/slide" Target="/ppt/slides/slide63.xml" Id="R9b925749542c45ac" /><Relationship Type="http://schemas.openxmlformats.org/officeDocument/2006/relationships/slide" Target="/ppt/slides/slide64.xml" Id="Rfebf993d002941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7598e1fdae43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b6abad2393411c" /><Relationship Type="http://schemas.openxmlformats.org/officeDocument/2006/relationships/notesMaster" Target="/ppt/notesMasters/notesMaster1.xml" Id="R3fd78c39790447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22174019cd44df" /><Relationship Type="http://schemas.openxmlformats.org/officeDocument/2006/relationships/notesMaster" Target="/ppt/notesMasters/notesMaster1.xml" Id="Re79879b3f3ef42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ff25ec56584996" /><Relationship Type="http://schemas.openxmlformats.org/officeDocument/2006/relationships/notesMaster" Target="/ppt/notesMasters/notesMaster1.xml" Id="Reba0688ad12b41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72a1b4a3614e57" /><Relationship Type="http://schemas.openxmlformats.org/officeDocument/2006/relationships/notesMaster" Target="/ppt/notesMasters/notesMaster1.xml" Id="R4f9965e1fd1b4e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ae53620a764679" /><Relationship Type="http://schemas.openxmlformats.org/officeDocument/2006/relationships/notesMaster" Target="/ppt/notesMasters/notesMaster1.xml" Id="R0a441d37b96b49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668ad187f34274" /><Relationship Type="http://schemas.openxmlformats.org/officeDocument/2006/relationships/notesMaster" Target="/ppt/notesMasters/notesMaster1.xml" Id="R4c577e0f881445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43e6484d5b435e" /><Relationship Type="http://schemas.openxmlformats.org/officeDocument/2006/relationships/notesMaster" Target="/ppt/notesMasters/notesMaster1.xml" Id="R2fb85a64cd154d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bb560f415a4044" /><Relationship Type="http://schemas.openxmlformats.org/officeDocument/2006/relationships/notesMaster" Target="/ppt/notesMasters/notesMaster1.xml" Id="Ra289ab1d5e3746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ff01f59d0e4c8e" /><Relationship Type="http://schemas.openxmlformats.org/officeDocument/2006/relationships/notesMaster" Target="/ppt/notesMasters/notesMaster1.xml" Id="R5afa13dd231a44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6dc2ddaa7b4d83" /><Relationship Type="http://schemas.openxmlformats.org/officeDocument/2006/relationships/notesMaster" Target="/ppt/notesMasters/notesMaster1.xml" Id="R112f35c5139b46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8431cc19714ac7" /><Relationship Type="http://schemas.openxmlformats.org/officeDocument/2006/relationships/notesMaster" Target="/ppt/notesMasters/notesMaster1.xml" Id="R8fea1cfa47914a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e62a4afe5ec4b2d" /><Relationship Type="http://schemas.openxmlformats.org/officeDocument/2006/relationships/notesMaster" Target="/ppt/notesMasters/notesMaster1.xml" Id="Re5f40c6eb23148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af4ef9526c4aa2" /><Relationship Type="http://schemas.openxmlformats.org/officeDocument/2006/relationships/notesMaster" Target="/ppt/notesMasters/notesMaster1.xml" Id="R9fddbd36e51741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43df13eef5d414c" /><Relationship Type="http://schemas.openxmlformats.org/officeDocument/2006/relationships/notesMaster" Target="/ppt/notesMasters/notesMaster1.xml" Id="R95d2bf287f884a3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d78bbf570e747a7" /><Relationship Type="http://schemas.openxmlformats.org/officeDocument/2006/relationships/notesMaster" Target="/ppt/notesMasters/notesMaster1.xml" Id="Rff36eb78799240a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27bdbae62a4448" /><Relationship Type="http://schemas.openxmlformats.org/officeDocument/2006/relationships/notesMaster" Target="/ppt/notesMasters/notesMaster1.xml" Id="R680592b26954498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d4c1fdabb7c4539" /><Relationship Type="http://schemas.openxmlformats.org/officeDocument/2006/relationships/notesMaster" Target="/ppt/notesMasters/notesMaster1.xml" Id="Rdadbff98caf9416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0f03a8db8564491" /><Relationship Type="http://schemas.openxmlformats.org/officeDocument/2006/relationships/notesMaster" Target="/ppt/notesMasters/notesMaster1.xml" Id="R01454d2de94b4fe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53d8a5d2102400c" /><Relationship Type="http://schemas.openxmlformats.org/officeDocument/2006/relationships/notesMaster" Target="/ppt/notesMasters/notesMaster1.xml" Id="R19bf449c6236469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502291a357c47a0" /><Relationship Type="http://schemas.openxmlformats.org/officeDocument/2006/relationships/notesMaster" Target="/ppt/notesMasters/notesMaster1.xml" Id="R517ae0812d7c49b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bcec16948d34019" /><Relationship Type="http://schemas.openxmlformats.org/officeDocument/2006/relationships/notesMaster" Target="/ppt/notesMasters/notesMaster1.xml" Id="Re61556b7bf9a4c4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cffb03eb87b4062" /><Relationship Type="http://schemas.openxmlformats.org/officeDocument/2006/relationships/notesMaster" Target="/ppt/notesMasters/notesMaster1.xml" Id="Rdf00ece3008c46f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39c9214fbf5417f" /><Relationship Type="http://schemas.openxmlformats.org/officeDocument/2006/relationships/notesMaster" Target="/ppt/notesMasters/notesMaster1.xml" Id="Rfdd494a6233c437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17f4c364ef7438c" /><Relationship Type="http://schemas.openxmlformats.org/officeDocument/2006/relationships/notesMaster" Target="/ppt/notesMasters/notesMaster1.xml" Id="R9d27bec9a537472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5ccd62a8d454432" /><Relationship Type="http://schemas.openxmlformats.org/officeDocument/2006/relationships/notesMaster" Target="/ppt/notesMasters/notesMaster1.xml" Id="R76acc7d130ce44c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eef5d2c12a34fb9" /><Relationship Type="http://schemas.openxmlformats.org/officeDocument/2006/relationships/notesMaster" Target="/ppt/notesMasters/notesMaster1.xml" Id="R1da494ac52f1444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7bc9b6175634aa7" /><Relationship Type="http://schemas.openxmlformats.org/officeDocument/2006/relationships/notesMaster" Target="/ppt/notesMasters/notesMaster1.xml" Id="R0e21c06e92264db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7c54e529c0940d3" /><Relationship Type="http://schemas.openxmlformats.org/officeDocument/2006/relationships/notesMaster" Target="/ppt/notesMasters/notesMaster1.xml" Id="Ra74fca50ff07423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1678be1c643432d" /><Relationship Type="http://schemas.openxmlformats.org/officeDocument/2006/relationships/notesMaster" Target="/ppt/notesMasters/notesMaster1.xml" Id="Rf68f6f4d89d84f3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fe74feb534346e2" /><Relationship Type="http://schemas.openxmlformats.org/officeDocument/2006/relationships/notesMaster" Target="/ppt/notesMasters/notesMaster1.xml" Id="R07a015e433714f7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08686d850404311" /><Relationship Type="http://schemas.openxmlformats.org/officeDocument/2006/relationships/notesMaster" Target="/ppt/notesMasters/notesMaster1.xml" Id="R3194a3360eaf4a3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9c7b9206a224827" /><Relationship Type="http://schemas.openxmlformats.org/officeDocument/2006/relationships/notesMaster" Target="/ppt/notesMasters/notesMaster1.xml" Id="Rd27b9de243474aa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37d2e7f57b64415" /><Relationship Type="http://schemas.openxmlformats.org/officeDocument/2006/relationships/notesMaster" Target="/ppt/notesMasters/notesMaster1.xml" Id="R3605f3e880644c2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c3c0034baba4cae" /><Relationship Type="http://schemas.openxmlformats.org/officeDocument/2006/relationships/notesMaster" Target="/ppt/notesMasters/notesMaster1.xml" Id="Rfc42d58fb4a04fa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d2a4ecc7d19418d" /><Relationship Type="http://schemas.openxmlformats.org/officeDocument/2006/relationships/notesMaster" Target="/ppt/notesMasters/notesMaster1.xml" Id="R261c0e56d2cf467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2216ecb31354fe3" /><Relationship Type="http://schemas.openxmlformats.org/officeDocument/2006/relationships/notesMaster" Target="/ppt/notesMasters/notesMaster1.xml" Id="Rca13abf50d6040d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a3dae01ed6c4bdd" /><Relationship Type="http://schemas.openxmlformats.org/officeDocument/2006/relationships/notesMaster" Target="/ppt/notesMasters/notesMaster1.xml" Id="R32b50f546d32449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9f28a0883b446fd" /><Relationship Type="http://schemas.openxmlformats.org/officeDocument/2006/relationships/notesMaster" Target="/ppt/notesMasters/notesMaster1.xml" Id="Rd8b6f36b6bb04a2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331ad6403764260" /><Relationship Type="http://schemas.openxmlformats.org/officeDocument/2006/relationships/notesMaster" Target="/ppt/notesMasters/notesMaster1.xml" Id="Rda873bd266c3410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67faf4bd1d74743" /><Relationship Type="http://schemas.openxmlformats.org/officeDocument/2006/relationships/notesMaster" Target="/ppt/notesMasters/notesMaster1.xml" Id="R7a79d3f147dd4a6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aae1628974e4828" /><Relationship Type="http://schemas.openxmlformats.org/officeDocument/2006/relationships/notesMaster" Target="/ppt/notesMasters/notesMaster1.xml" Id="R795906fbb18f4dc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8fad96f6d83494b" /><Relationship Type="http://schemas.openxmlformats.org/officeDocument/2006/relationships/notesMaster" Target="/ppt/notesMasters/notesMaster1.xml" Id="R0b511b7d479f446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6ce9d56d61146fd" /><Relationship Type="http://schemas.openxmlformats.org/officeDocument/2006/relationships/notesMaster" Target="/ppt/notesMasters/notesMaster1.xml" Id="Rf2031a5d59a746ea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3b7e2938d07449fe" /><Relationship Type="http://schemas.openxmlformats.org/officeDocument/2006/relationships/notesMaster" Target="/ppt/notesMasters/notesMaster1.xml" Id="R8802dc0e41cd49c8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55e285c70e24783" /><Relationship Type="http://schemas.openxmlformats.org/officeDocument/2006/relationships/notesMaster" Target="/ppt/notesMasters/notesMaster1.xml" Id="R02d4b42fda4a47d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1d52423b1314095" /><Relationship Type="http://schemas.openxmlformats.org/officeDocument/2006/relationships/notesMaster" Target="/ppt/notesMasters/notesMaster1.xml" Id="R780529bedd72412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2413fb996754e0a" /><Relationship Type="http://schemas.openxmlformats.org/officeDocument/2006/relationships/notesMaster" Target="/ppt/notesMasters/notesMaster1.xml" Id="R5e4a683cbd0d45e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b7b7167001844ef" /><Relationship Type="http://schemas.openxmlformats.org/officeDocument/2006/relationships/notesMaster" Target="/ppt/notesMasters/notesMaster1.xml" Id="R43aa24ed3fb54cd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c28757486e04eeb" /><Relationship Type="http://schemas.openxmlformats.org/officeDocument/2006/relationships/notesMaster" Target="/ppt/notesMasters/notesMaster1.xml" Id="R638ebf33ea1d4eea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6a09c41d428646cc" /><Relationship Type="http://schemas.openxmlformats.org/officeDocument/2006/relationships/notesMaster" Target="/ppt/notesMasters/notesMaster1.xml" Id="Ree7a635a37d642a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8575f43442d346be" /><Relationship Type="http://schemas.openxmlformats.org/officeDocument/2006/relationships/notesMaster" Target="/ppt/notesMasters/notesMaster1.xml" Id="R7712b8182c08483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f821d0cc06b4eca" /><Relationship Type="http://schemas.openxmlformats.org/officeDocument/2006/relationships/notesMaster" Target="/ppt/notesMasters/notesMaster1.xml" Id="Re2653787bf264ba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684d95848d654cf4" /><Relationship Type="http://schemas.openxmlformats.org/officeDocument/2006/relationships/notesMaster" Target="/ppt/notesMasters/notesMaster1.xml" Id="R884ce015dee84f0b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9504ac7287a44b2d" /><Relationship Type="http://schemas.openxmlformats.org/officeDocument/2006/relationships/notesMaster" Target="/ppt/notesMasters/notesMaster1.xml" Id="R690be6962f2d425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c91e3ee5d36a4762" /><Relationship Type="http://schemas.openxmlformats.org/officeDocument/2006/relationships/notesMaster" Target="/ppt/notesMasters/notesMaster1.xml" Id="R655f6890ae6f434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75cad7acc74246a7" /><Relationship Type="http://schemas.openxmlformats.org/officeDocument/2006/relationships/notesMaster" Target="/ppt/notesMasters/notesMaster1.xml" Id="Rbb16e383b5f44a9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42692c67bb84720" /><Relationship Type="http://schemas.openxmlformats.org/officeDocument/2006/relationships/notesMaster" Target="/ppt/notesMasters/notesMaster1.xml" Id="Ra59d36514603475f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722c9ddf2e14fd7" /><Relationship Type="http://schemas.openxmlformats.org/officeDocument/2006/relationships/notesMaster" Target="/ppt/notesMasters/notesMaster1.xml" Id="R7864cd1377134c7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4cacd690f5974d7d" /><Relationship Type="http://schemas.openxmlformats.org/officeDocument/2006/relationships/notesMaster" Target="/ppt/notesMasters/notesMaster1.xml" Id="Rcdeaef7020fb4b0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683091ad397a4618" /><Relationship Type="http://schemas.openxmlformats.org/officeDocument/2006/relationships/notesMaster" Target="/ppt/notesMasters/notesMaster1.xml" Id="Rb3fa2063fa6e4ae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a6bb705e63474c45" /><Relationship Type="http://schemas.openxmlformats.org/officeDocument/2006/relationships/notesMaster" Target="/ppt/notesMasters/notesMaster1.xml" Id="R3f63ca79bfb24ef0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051e0cb9a5c64253" /><Relationship Type="http://schemas.openxmlformats.org/officeDocument/2006/relationships/notesMaster" Target="/ppt/notesMasters/notesMaster1.xml" Id="R30b4c38fce604e6d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2c7168dbb31a43c9" /><Relationship Type="http://schemas.openxmlformats.org/officeDocument/2006/relationships/notesMaster" Target="/ppt/notesMasters/notesMaster1.xml" Id="R976a8c7297f745ba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dd717a5c5d08493f" /><Relationship Type="http://schemas.openxmlformats.org/officeDocument/2006/relationships/notesMaster" Target="/ppt/notesMasters/notesMaster1.xml" Id="R51427d3c859e48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FIDCs 2023: valor encerrado ANBIMA (Boletim de Mercado de Capitais, snapshot mai/26, aba 02-02-Vlr); gap por instrumento em industry_market_offer_reconciliation.csv.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12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Pacotes documentais versionados em data/deep_dives; fontes e lacunas por CNPJ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VNUs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- Auditoria de perímetro e taxonomia — industry_fic_detection_audit.csv, industry_taxonomy_crosscheck.csv e taxonomy_review_actions.csv; competência 2026-06.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b20c417dae47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89f9b5d1a34c01" /><Relationship Type="http://schemas.openxmlformats.org/officeDocument/2006/relationships/slideLayout" Target="/ppt/slideLayouts/slideLayout1.xml" Id="R53c758e0ac3f4d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c758e0ac3f4d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1a4f373d14fe0" /><Relationship Type="http://schemas.openxmlformats.org/officeDocument/2006/relationships/notesSlide" Target="/ppt/notesSlides/notesSlide1.xml" Id="R32d332619ff14d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d7d7097b24693" /><Relationship Type="http://schemas.openxmlformats.org/officeDocument/2006/relationships/notesSlide" Target="/ppt/notesSlides/notesSlide2.xml" Id="Rf5a86e73b91b45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4e526dfa6466c" /><Relationship Type="http://schemas.openxmlformats.org/officeDocument/2006/relationships/chart" Target="/ppt/slides/charts/chart1.xml" Id="R29d424e7287d43cd" /><Relationship Type="http://schemas.openxmlformats.org/officeDocument/2006/relationships/chart" Target="/ppt/slides/charts/chart2.xml" Id="Rc75769e35701488d" /><Relationship Type="http://schemas.openxmlformats.org/officeDocument/2006/relationships/chart" Target="/ppt/slides/charts/chart3.xml" Id="R9d2c2f3657b146ec" /><Relationship Type="http://schemas.openxmlformats.org/officeDocument/2006/relationships/chart" Target="/ppt/slides/charts/chart4.xml" Id="R1539f0e136c3402e" /><Relationship Type="http://schemas.openxmlformats.org/officeDocument/2006/relationships/notesSlide" Target="/ppt/notesSlides/notesSlide3.xml" Id="R25438a366bde43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8dd11c4dd49ed" /><Relationship Type="http://schemas.openxmlformats.org/officeDocument/2006/relationships/chart" Target="/ppt/slides/charts/chart5.xml" Id="R43479a2215c44066" /><Relationship Type="http://schemas.openxmlformats.org/officeDocument/2006/relationships/chart" Target="/ppt/slides/charts/chart6.xml" Id="Rd3198032dcc84dfa" /><Relationship Type="http://schemas.openxmlformats.org/officeDocument/2006/relationships/notesSlide" Target="/ppt/notesSlides/notesSlide4.xml" Id="R1d00d591c7cb45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1c57aa4f0469c" /><Relationship Type="http://schemas.openxmlformats.org/officeDocument/2006/relationships/chart" Target="/ppt/slides/charts/chart7.xml" Id="Re418099f461e4034" /><Relationship Type="http://schemas.openxmlformats.org/officeDocument/2006/relationships/notesSlide" Target="/ppt/notesSlides/notesSlide5.xml" Id="Ra174690ca13442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4c99cca0f4e33" /><Relationship Type="http://schemas.openxmlformats.org/officeDocument/2006/relationships/chart" Target="/ppt/slides/charts/chart8.xml" Id="R1c7c11d07e6f483d" /><Relationship Type="http://schemas.openxmlformats.org/officeDocument/2006/relationships/chart" Target="/ppt/slides/charts/chart9.xml" Id="R1c519e098c9241dc" /><Relationship Type="http://schemas.openxmlformats.org/officeDocument/2006/relationships/chart" Target="/ppt/slides/charts/chart10.xml" Id="R96d8af6be4ef478d" /><Relationship Type="http://schemas.openxmlformats.org/officeDocument/2006/relationships/notesSlide" Target="/ppt/notesSlides/notesSlide6.xml" Id="R753e91be13d54d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4ad05134b426c" /><Relationship Type="http://schemas.openxmlformats.org/officeDocument/2006/relationships/chart" Target="/ppt/slides/charts/chart11.xml" Id="Rd7bd91e4d2a64456" /><Relationship Type="http://schemas.openxmlformats.org/officeDocument/2006/relationships/chart" Target="/ppt/slides/charts/chart12.xml" Id="Rf1e5362bb28b4fbb" /><Relationship Type="http://schemas.openxmlformats.org/officeDocument/2006/relationships/chart" Target="/ppt/slides/charts/chart13.xml" Id="R97de178b76e84234" /><Relationship Type="http://schemas.openxmlformats.org/officeDocument/2006/relationships/chart" Target="/ppt/slides/charts/chart14.xml" Id="Rdca70c284d904f45" /><Relationship Type="http://schemas.openxmlformats.org/officeDocument/2006/relationships/chart" Target="/ppt/slides/charts/chart15.xml" Id="Rb795abf991484d6d" /><Relationship Type="http://schemas.openxmlformats.org/officeDocument/2006/relationships/notesSlide" Target="/ppt/notesSlides/notesSlide7.xml" Id="Reea11dc0c9e149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6ab34ebf1463f" /><Relationship Type="http://schemas.openxmlformats.org/officeDocument/2006/relationships/chart" Target="/ppt/slides/charts/chart16.xml" Id="Rf334055e52bd4db1" /><Relationship Type="http://schemas.openxmlformats.org/officeDocument/2006/relationships/chart" Target="/ppt/slides/charts/chart17.xml" Id="Re2d4556e48d84505" /><Relationship Type="http://schemas.openxmlformats.org/officeDocument/2006/relationships/chart" Target="/ppt/slides/charts/chart18.xml" Id="Rb284c4bc1e78437d" /><Relationship Type="http://schemas.openxmlformats.org/officeDocument/2006/relationships/notesSlide" Target="/ppt/notesSlides/notesSlide8.xml" Id="Rf340294e646a40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9ae96a5254f15" /><Relationship Type="http://schemas.openxmlformats.org/officeDocument/2006/relationships/chart" Target="/ppt/slides/charts/chart19.xml" Id="R13e335875e8c4430" /><Relationship Type="http://schemas.openxmlformats.org/officeDocument/2006/relationships/chart" Target="/ppt/slides/charts/chart20.xml" Id="R0a5d9c37e4674c0d" /><Relationship Type="http://schemas.openxmlformats.org/officeDocument/2006/relationships/chart" Target="/ppt/slides/charts/chart21.xml" Id="Rc640e6be35414ed3" /><Relationship Type="http://schemas.openxmlformats.org/officeDocument/2006/relationships/notesSlide" Target="/ppt/notesSlides/notesSlide9.xml" Id="Rb0090b36b2184a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26138db554e05" /><Relationship Type="http://schemas.openxmlformats.org/officeDocument/2006/relationships/chart" Target="/ppt/slides/charts/chart22.xml" Id="R04ca23a8e1fe4ff6" /><Relationship Type="http://schemas.openxmlformats.org/officeDocument/2006/relationships/chart" Target="/ppt/slides/charts/chart23.xml" Id="Rb711e2b7c39a479a" /><Relationship Type="http://schemas.openxmlformats.org/officeDocument/2006/relationships/chart" Target="/ppt/slides/charts/chart24.xml" Id="R5fe95dc28bd141b5" /><Relationship Type="http://schemas.openxmlformats.org/officeDocument/2006/relationships/notesSlide" Target="/ppt/notesSlides/notesSlide10.xml" Id="R7423fcca261e4c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ad950684e4f73" /><Relationship Type="http://schemas.openxmlformats.org/officeDocument/2006/relationships/chart" Target="/ppt/slides/charts/chart25.xml" Id="Ra4aa0f068ad94442" /><Relationship Type="http://schemas.openxmlformats.org/officeDocument/2006/relationships/notesSlide" Target="/ppt/notesSlides/notesSlide11.xml" Id="R578d9247a4ca4c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5eedf7a694e66" /><Relationship Type="http://schemas.openxmlformats.org/officeDocument/2006/relationships/chart" Target="/ppt/slides/charts/chart26.xml" Id="R40772956a74e402e" /><Relationship Type="http://schemas.openxmlformats.org/officeDocument/2006/relationships/chart" Target="/ppt/slides/charts/chart27.xml" Id="R433c251cd2ee468d" /><Relationship Type="http://schemas.openxmlformats.org/officeDocument/2006/relationships/notesSlide" Target="/ppt/notesSlides/notesSlide12.xml" Id="R9dc69707b7124a0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b90541c044a77" /><Relationship Type="http://schemas.openxmlformats.org/officeDocument/2006/relationships/chart" Target="/ppt/slides/charts/chart28.xml" Id="R5660c09af91547b9" /><Relationship Type="http://schemas.openxmlformats.org/officeDocument/2006/relationships/chart" Target="/ppt/slides/charts/chart29.xml" Id="R7ad2239ca0cb44f9" /><Relationship Type="http://schemas.openxmlformats.org/officeDocument/2006/relationships/notesSlide" Target="/ppt/notesSlides/notesSlide13.xml" Id="Re92ae8906bff42b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f2b91450c406b" /><Relationship Type="http://schemas.openxmlformats.org/officeDocument/2006/relationships/chart" Target="/ppt/slides/charts/chart30.xml" Id="R2963b6d9f6e742cb" /><Relationship Type="http://schemas.openxmlformats.org/officeDocument/2006/relationships/chart" Target="/ppt/slides/charts/chart31.xml" Id="R2db4ca2ac48c4a92" /><Relationship Type="http://schemas.openxmlformats.org/officeDocument/2006/relationships/notesSlide" Target="/ppt/notesSlides/notesSlide14.xml" Id="Rbbe2aa0575a04a7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1c55bede94eb7" /><Relationship Type="http://schemas.openxmlformats.org/officeDocument/2006/relationships/notesSlide" Target="/ppt/notesSlides/notesSlide15.xml" Id="R6f124c3b270148d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f70df3fcc44b7" /><Relationship Type="http://schemas.openxmlformats.org/officeDocument/2006/relationships/notesSlide" Target="/ppt/notesSlides/notesSlide16.xml" Id="R5b4546871a534d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381fb43794c0d" /><Relationship Type="http://schemas.openxmlformats.org/officeDocument/2006/relationships/chart" Target="/ppt/slides/charts/chart32.xml" Id="R844454040347478f" /><Relationship Type="http://schemas.openxmlformats.org/officeDocument/2006/relationships/chart" Target="/ppt/slides/charts/chart33.xml" Id="R527dcdeffa044215" /><Relationship Type="http://schemas.openxmlformats.org/officeDocument/2006/relationships/chart" Target="/ppt/slides/charts/chart34.xml" Id="R5fecd3218b1e449e" /><Relationship Type="http://schemas.openxmlformats.org/officeDocument/2006/relationships/notesSlide" Target="/ppt/notesSlides/notesSlide17.xml" Id="R5ea0ae0926904bb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212dc4239493a" /><Relationship Type="http://schemas.openxmlformats.org/officeDocument/2006/relationships/notesSlide" Target="/ppt/notesSlides/notesSlide18.xml" Id="R2787aadbed0e40d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168aeacb54207" /><Relationship Type="http://schemas.openxmlformats.org/officeDocument/2006/relationships/notesSlide" Target="/ppt/notesSlides/notesSlide19.xml" Id="Rb448663ab01c438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f361ea6824cb6" /><Relationship Type="http://schemas.openxmlformats.org/officeDocument/2006/relationships/notesSlide" Target="/ppt/notesSlides/notesSlide20.xml" Id="R561915294cf14ff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5ba68f3e446ea" /><Relationship Type="http://schemas.openxmlformats.org/officeDocument/2006/relationships/notesSlide" Target="/ppt/notesSlides/notesSlide21.xml" Id="R7dbc27c27160482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4374d297a4eeb" /><Relationship Type="http://schemas.openxmlformats.org/officeDocument/2006/relationships/notesSlide" Target="/ppt/notesSlides/notesSlide22.xml" Id="R4c727b497bb3448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f343664934299" /><Relationship Type="http://schemas.openxmlformats.org/officeDocument/2006/relationships/notesSlide" Target="/ppt/notesSlides/notesSlide23.xml" Id="R60ad5bcbff2748c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2df05d80f4645" /><Relationship Type="http://schemas.openxmlformats.org/officeDocument/2006/relationships/chart" Target="/ppt/slides/charts/chart35.xml" Id="R819b1a2b5fbb467a" /><Relationship Type="http://schemas.openxmlformats.org/officeDocument/2006/relationships/notesSlide" Target="/ppt/notesSlides/notesSlide24.xml" Id="R8831e93aff514e1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3e7e065bc4e94" /><Relationship Type="http://schemas.openxmlformats.org/officeDocument/2006/relationships/notesSlide" Target="/ppt/notesSlides/notesSlide25.xml" Id="R7068fecb432c4ef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f816b261d466c" /><Relationship Type="http://schemas.openxmlformats.org/officeDocument/2006/relationships/chart" Target="/ppt/slides/charts/chart36.xml" Id="Rfaecdb222c244dec" /><Relationship Type="http://schemas.openxmlformats.org/officeDocument/2006/relationships/chart" Target="/ppt/slides/charts/chart37.xml" Id="R57ef1dbb99db48d1" /><Relationship Type="http://schemas.openxmlformats.org/officeDocument/2006/relationships/chart" Target="/ppt/slides/charts/chart38.xml" Id="R8d6fc566213c4a5d" /><Relationship Type="http://schemas.openxmlformats.org/officeDocument/2006/relationships/notesSlide" Target="/ppt/notesSlides/notesSlide26.xml" Id="R7f0afa2bbe444ed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be35d896f4704" /><Relationship Type="http://schemas.openxmlformats.org/officeDocument/2006/relationships/chart" Target="/ppt/slides/charts/chart39.xml" Id="R5b93719c53164dab" /><Relationship Type="http://schemas.openxmlformats.org/officeDocument/2006/relationships/chart" Target="/ppt/slides/charts/chart40.xml" Id="Rf9d03ebc25564b9f" /><Relationship Type="http://schemas.openxmlformats.org/officeDocument/2006/relationships/chart" Target="/ppt/slides/charts/chart41.xml" Id="Rc6e9d2b3d6174c96" /><Relationship Type="http://schemas.openxmlformats.org/officeDocument/2006/relationships/chart" Target="/ppt/slides/charts/chart42.xml" Id="R2fbe5fbe9f7e458f" /><Relationship Type="http://schemas.openxmlformats.org/officeDocument/2006/relationships/notesSlide" Target="/ppt/notesSlides/notesSlide27.xml" Id="R201ea9f0bdf840b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19414e2724728" /><Relationship Type="http://schemas.openxmlformats.org/officeDocument/2006/relationships/chart" Target="/ppt/slides/charts/chart43.xml" Id="R8c237c79666c4943" /><Relationship Type="http://schemas.openxmlformats.org/officeDocument/2006/relationships/chart" Target="/ppt/slides/charts/chart44.xml" Id="Rdf44d1b6c187440d" /><Relationship Type="http://schemas.openxmlformats.org/officeDocument/2006/relationships/chart" Target="/ppt/slides/charts/chart45.xml" Id="R1a73709e231c46b3" /><Relationship Type="http://schemas.openxmlformats.org/officeDocument/2006/relationships/chart" Target="/ppt/slides/charts/chart46.xml" Id="R93cfd65eeacd4fae" /><Relationship Type="http://schemas.openxmlformats.org/officeDocument/2006/relationships/chart" Target="/ppt/slides/charts/chart47.xml" Id="R56fab6f8ef4a418f" /><Relationship Type="http://schemas.openxmlformats.org/officeDocument/2006/relationships/notesSlide" Target="/ppt/notesSlides/notesSlide28.xml" Id="R81549d36989e4a1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c684e2a9e407c" /><Relationship Type="http://schemas.openxmlformats.org/officeDocument/2006/relationships/notesSlide" Target="/ppt/notesSlides/notesSlide29.xml" Id="Rfbe8f36fb348450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f189bb6a349ac" /><Relationship Type="http://schemas.openxmlformats.org/officeDocument/2006/relationships/notesSlide" Target="/ppt/notesSlides/notesSlide30.xml" Id="R0592c790236e45f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9179d631442a5" /><Relationship Type="http://schemas.openxmlformats.org/officeDocument/2006/relationships/notesSlide" Target="/ppt/notesSlides/notesSlide31.xml" Id="R0eae15fc733048c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880f39f0a4c69" /><Relationship Type="http://schemas.openxmlformats.org/officeDocument/2006/relationships/notesSlide" Target="/ppt/notesSlides/notesSlide32.xml" Id="R88b696b8ec554a2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32fbfc8ec4a8e" /><Relationship Type="http://schemas.openxmlformats.org/officeDocument/2006/relationships/notesSlide" Target="/ppt/notesSlides/notesSlide33.xml" Id="R20d8fee5fb4b462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823ea11024d5e" /><Relationship Type="http://schemas.openxmlformats.org/officeDocument/2006/relationships/notesSlide" Target="/ppt/notesSlides/notesSlide34.xml" Id="R28bf002f65274c6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7c68088659488e" /><Relationship Type="http://schemas.openxmlformats.org/officeDocument/2006/relationships/notesSlide" Target="/ppt/notesSlides/notesSlide35.xml" Id="R54c64e135ca140c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bdce6b5544a33" /><Relationship Type="http://schemas.openxmlformats.org/officeDocument/2006/relationships/notesSlide" Target="/ppt/notesSlides/notesSlide36.xml" Id="R98331df35fc4404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5beef32c14f8e" /><Relationship Type="http://schemas.openxmlformats.org/officeDocument/2006/relationships/notesSlide" Target="/ppt/notesSlides/notesSlide37.xml" Id="Rc42936ee473d468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530d827704a68" /><Relationship Type="http://schemas.openxmlformats.org/officeDocument/2006/relationships/notesSlide" Target="/ppt/notesSlides/notesSlide38.xml" Id="R848df5417ce1413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10bd3f8f043ec" /><Relationship Type="http://schemas.openxmlformats.org/officeDocument/2006/relationships/notesSlide" Target="/ppt/notesSlides/notesSlide39.xml" Id="Rd1f74aba4d754f7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8c3b5e78c14ac9" /><Relationship Type="http://schemas.openxmlformats.org/officeDocument/2006/relationships/notesSlide" Target="/ppt/notesSlides/notesSlide40.xml" Id="R906e8d3d40d241a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2bf42140a4ee6" /><Relationship Type="http://schemas.openxmlformats.org/officeDocument/2006/relationships/notesSlide" Target="/ppt/notesSlides/notesSlide41.xml" Id="Rd411b454c3544a7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5af3e95be4804" /><Relationship Type="http://schemas.openxmlformats.org/officeDocument/2006/relationships/notesSlide" Target="/ppt/notesSlides/notesSlide42.xml" Id="R95c8b194d4764ec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b88b3c2594648" /><Relationship Type="http://schemas.openxmlformats.org/officeDocument/2006/relationships/notesSlide" Target="/ppt/notesSlides/notesSlide43.xml" Id="R2508055b86424f0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f5a0d259b48fd" /><Relationship Type="http://schemas.openxmlformats.org/officeDocument/2006/relationships/notesSlide" Target="/ppt/notesSlides/notesSlide44.xml" Id="Re423d3d23e71461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e1289ce334024" /><Relationship Type="http://schemas.openxmlformats.org/officeDocument/2006/relationships/notesSlide" Target="/ppt/notesSlides/notesSlide45.xml" Id="R8f9f3cd2cc1c46e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1adfb1c164df2" /><Relationship Type="http://schemas.openxmlformats.org/officeDocument/2006/relationships/notesSlide" Target="/ppt/notesSlides/notesSlide46.xml" Id="Ra8b53c9fd4e5454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bef9af5d0449c" /><Relationship Type="http://schemas.openxmlformats.org/officeDocument/2006/relationships/notesSlide" Target="/ppt/notesSlides/notesSlide47.xml" Id="Rc96f370cedc34a1d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743853fae4dd5" /><Relationship Type="http://schemas.openxmlformats.org/officeDocument/2006/relationships/notesSlide" Target="/ppt/notesSlides/notesSlide48.xml" Id="R0bbd1ee8f65a411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9ff12dcca45b7" /><Relationship Type="http://schemas.openxmlformats.org/officeDocument/2006/relationships/notesSlide" Target="/ppt/notesSlides/notesSlide49.xml" Id="R4991012068f44580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8fe0679244c77" /><Relationship Type="http://schemas.openxmlformats.org/officeDocument/2006/relationships/notesSlide" Target="/ppt/notesSlides/notesSlide50.xml" Id="R6616395368cd4f87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897d8a8fd4681" /><Relationship Type="http://schemas.openxmlformats.org/officeDocument/2006/relationships/notesSlide" Target="/ppt/notesSlides/notesSlide51.xml" Id="Rc06c23afa5d14cb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c641d6f934b98" /><Relationship Type="http://schemas.openxmlformats.org/officeDocument/2006/relationships/notesSlide" Target="/ppt/notesSlides/notesSlide52.xml" Id="Rf0d213d4b50841b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049c27f484f79" /><Relationship Type="http://schemas.openxmlformats.org/officeDocument/2006/relationships/notesSlide" Target="/ppt/notesSlides/notesSlide53.xml" Id="R98bf4c1069b44d9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12f665cc84772" /><Relationship Type="http://schemas.openxmlformats.org/officeDocument/2006/relationships/chart" Target="/ppt/slides/charts/chart48.xml" Id="Rdd5b99cee9eb4e87" /><Relationship Type="http://schemas.openxmlformats.org/officeDocument/2006/relationships/chart" Target="/ppt/slides/charts/chart49.xml" Id="R5ab9738637de430e" /><Relationship Type="http://schemas.openxmlformats.org/officeDocument/2006/relationships/chart" Target="/ppt/slides/charts/chart50.xml" Id="R70dfb6d5e7224425" /><Relationship Type="http://schemas.openxmlformats.org/officeDocument/2006/relationships/chart" Target="/ppt/slides/charts/chart51.xml" Id="R2546208a09bb48de" /><Relationship Type="http://schemas.openxmlformats.org/officeDocument/2006/relationships/chart" Target="/ppt/slides/charts/chart52.xml" Id="R666b2d6568ac4181" /><Relationship Type="http://schemas.openxmlformats.org/officeDocument/2006/relationships/chart" Target="/ppt/slides/charts/chart53.xml" Id="R04df1d68bfbc47a0" /><Relationship Type="http://schemas.openxmlformats.org/officeDocument/2006/relationships/chart" Target="/ppt/slides/charts/chart54.xml" Id="R82ae9b8b0ae64d4a" /><Relationship Type="http://schemas.openxmlformats.org/officeDocument/2006/relationships/notesSlide" Target="/ppt/notesSlides/notesSlide54.xml" Id="R0427edca68664723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471d999184c4d" /><Relationship Type="http://schemas.openxmlformats.org/officeDocument/2006/relationships/chart" Target="/ppt/slides/charts/chart55.xml" Id="Rec8a1929210f4202" /><Relationship Type="http://schemas.openxmlformats.org/officeDocument/2006/relationships/notesSlide" Target="/ppt/notesSlides/notesSlide55.xml" Id="R0b201afc60bf4b78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af24c191041f1" /><Relationship Type="http://schemas.openxmlformats.org/officeDocument/2006/relationships/chart" Target="/ppt/slides/charts/chart56.xml" Id="Rc9ff8321e16242de" /><Relationship Type="http://schemas.openxmlformats.org/officeDocument/2006/relationships/chart" Target="/ppt/slides/charts/chart57.xml" Id="Rfbe6943aad5a4281" /><Relationship Type="http://schemas.openxmlformats.org/officeDocument/2006/relationships/notesSlide" Target="/ppt/notesSlides/notesSlide56.xml" Id="R36c4f66f54e04b0f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d0eb0410e4c6a" /><Relationship Type="http://schemas.openxmlformats.org/officeDocument/2006/relationships/chart" Target="/ppt/slides/charts/chart58.xml" Id="Rb84d48fc5ce0467b" /><Relationship Type="http://schemas.openxmlformats.org/officeDocument/2006/relationships/notesSlide" Target="/ppt/notesSlides/notesSlide57.xml" Id="Rdfa70b51d3474a6b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0a77672e847f9" /><Relationship Type="http://schemas.openxmlformats.org/officeDocument/2006/relationships/chart" Target="/ppt/slides/charts/chart59.xml" Id="Radc576dbd4124b15" /><Relationship Type="http://schemas.openxmlformats.org/officeDocument/2006/relationships/notesSlide" Target="/ppt/notesSlides/notesSlide58.xml" Id="Re74ced1076a94fa2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1f71c877541cc" /><Relationship Type="http://schemas.openxmlformats.org/officeDocument/2006/relationships/chart" Target="/ppt/slides/charts/chart60.xml" Id="Ree5ef463e601428f" /><Relationship Type="http://schemas.openxmlformats.org/officeDocument/2006/relationships/notesSlide" Target="/ppt/notesSlides/notesSlide59.xml" Id="Ree51a5df00864304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1e930c4ae45b5" /><Relationship Type="http://schemas.openxmlformats.org/officeDocument/2006/relationships/notesSlide" Target="/ppt/notesSlides/notesSlide60.xml" Id="R447bff818ad34078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1ff79beb04bf4" /><Relationship Type="http://schemas.openxmlformats.org/officeDocument/2006/relationships/chart" Target="/ppt/slides/charts/chart61.xml" Id="R7074c8df3b954330" /><Relationship Type="http://schemas.openxmlformats.org/officeDocument/2006/relationships/notesSlide" Target="/ppt/notesSlides/notesSlide61.xml" Id="Rd0b32226ef4d40f2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5ef3fdd284ae5" /><Relationship Type="http://schemas.openxmlformats.org/officeDocument/2006/relationships/chart" Target="/ppt/slides/charts/chart62.xml" Id="R826302fa9bbe4736" /><Relationship Type="http://schemas.openxmlformats.org/officeDocument/2006/relationships/notesSlide" Target="/ppt/notesSlides/notesSlide62.xml" Id="R6bcba40b4019417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89b8a22ff4cbc" /><Relationship Type="http://schemas.openxmlformats.org/officeDocument/2006/relationships/chart" Target="/ppt/slides/charts/chart63.xml" Id="R7f20cd9ef03a4d98" /><Relationship Type="http://schemas.openxmlformats.org/officeDocument/2006/relationships/notesSlide" Target="/ppt/notesSlides/notesSlide63.xml" Id="R87db71eb3e95480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e5664770543fd" /><Relationship Type="http://schemas.openxmlformats.org/officeDocument/2006/relationships/notesSlide" Target="/ppt/notesSlides/notesSlide64.xml" Id="R5a3cc11bbf2f4a50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PL direto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821.36155928445</c:v>
              </c:pt>
            </c:numLit>
          </c:val>
        </c:ser>
        <c:ser>
          <c:idx val="1"/>
          <c:order val="1"/>
          <c:tx>
            <c:v>Saldo FIC</c:v>
          </c:tx>
          <c:spPr>
            <a:solidFill>
              <a:srgbClr val="30353A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2.21705534786</c:v>
              </c:pt>
              <c:pt idx="1">
                <c:v>2.7366018263200003</c:v>
              </c:pt>
              <c:pt idx="2">
                <c:v>5.06886420441</c:v>
              </c:pt>
              <c:pt idx="3">
                <c:v>10.41087893892</c:v>
              </c:pt>
              <c:pt idx="4">
                <c:v>9.72982591741</c:v>
              </c:pt>
              <c:pt idx="5">
                <c:v>10.56319664694</c:v>
              </c:pt>
              <c:pt idx="6">
                <c:v>12.94352617417</c:v>
              </c:pt>
              <c:pt idx="7">
                <c:v>17.42384288774</c:v>
              </c:pt>
              <c:pt idx="8">
                <c:v>33.02418578098</c:v>
              </c:pt>
              <c:pt idx="9">
                <c:v>80.38437165218001</c:v>
              </c:pt>
              <c:pt idx="10">
                <c:v>147.00928566699</c:v>
              </c:pt>
              <c:pt idx="11">
                <c:v>140.12447860420002</c:v>
              </c:pt>
            </c:numLit>
          </c:val>
        </c:ser>
        <c:gapWidth val="52"/>
        <c:overlap val="100"/>
        <c:axId val="48650112"/>
        <c:axId val="48672768"/>
      </c:barChart>
      <c:lineChart>
        <c:grouping val="standard"/>
        <c:varyColors val="0"/>
        <c:ser>
          <c:idx val="2"/>
          <c:order val="2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84.6910015744</c:v>
              </c:pt>
              <c:pt idx="1">
                <c:v>93.803241587</c:v>
              </c:pt>
              <c:pt idx="2">
                <c:v>115.248038418</c:v>
              </c:pt>
              <c:pt idx="3">
                <c:v>141.570227292</c:v>
              </c:pt>
              <c:pt idx="4">
                <c:v>237.443419708</c:v>
              </c:pt>
              <c:pt idx="5">
                <c:v>217.765239141</c:v>
              </c:pt>
              <c:pt idx="6">
                <c:v>308.945976311</c:v>
              </c:pt>
              <c:pt idx="7">
                <c:v>378.898513471</c:v>
              </c:pt>
              <c:pt idx="8">
                <c:v>485.359225502</c:v>
              </c:pt>
              <c:pt idx="9">
                <c:v>731.837114451</c:v>
              </c:pt>
              <c:pt idx="10">
                <c:v>919.117717865</c:v>
              </c:pt>
              <c:pt idx="11">
                <c:v>961.486037889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PL direto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Saldo FIC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57.30435846787</c:v>
              </c:pt>
              <c:pt idx="1">
                <c:v>79.32504223603</c:v>
              </c:pt>
              <c:pt idx="2">
                <c:v>104.64155235266</c:v>
              </c:pt>
              <c:pt idx="3">
                <c:v>111.34323277694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122.22089914057001</c:v>
              </c:pt>
              <c:pt idx="1">
                <c:v>197.62338785544</c:v>
              </c:pt>
              <c:pt idx="2">
                <c:v>190.81876503170002</c:v>
              </c:pt>
              <c:pt idx="3">
                <c:v>215.26457154539003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155.09125618770003</c:v>
              </c:pt>
              <c:pt idx="1">
                <c:v>212.37724592952</c:v>
              </c:pt>
              <c:pt idx="2">
                <c:v>270.20376639009</c:v>
              </c:pt>
              <c:pt idx="3">
                <c:v>319.55775489619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117.71852592447999</c:v>
              </c:pt>
              <c:pt idx="1">
                <c:v>162.12706677791002</c:v>
              </c:pt>
              <c:pt idx="2">
                <c:v>206.44434842360002</c:v>
              </c:pt>
              <c:pt idx="3">
                <c:v>175.19600006592998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0.12668564987418052</c:v>
              </c:pt>
              <c:pt idx="1">
                <c:v>0.12176638000665724</c:v>
              </c:pt>
              <c:pt idx="2">
                <c:v>0.1355270166584826</c:v>
              </c:pt>
              <c:pt idx="3">
                <c:v>0.13555934231197708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0.27019993679034565</c:v>
              </c:pt>
              <c:pt idx="1">
                <c:v>0.30335797959245875</c:v>
              </c:pt>
              <c:pt idx="2">
                <c:v>0.24713985377477912</c:v>
              </c:pt>
              <c:pt idx="3">
                <c:v>0.26208259823228547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0.3428681012275558</c:v>
              </c:pt>
              <c:pt idx="1">
                <c:v>0.32600560559015057</c:v>
              </c:pt>
              <c:pt idx="2">
                <c:v>0.3499557252870168</c:v>
              </c:pt>
              <c:pt idx="3">
                <c:v>0.3890585714463931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0.2602463121079181</c:v>
              </c:pt>
              <c:pt idx="1">
                <c:v>0.24887003481073341</c:v>
              </c:pt>
              <c:pt idx="2">
                <c:v>0.2673774042797216</c:v>
              </c:pt>
              <c:pt idx="3">
                <c:v>0.21329948800934445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0.08750719631548647</c:v>
              </c:pt>
              <c:pt idx="1">
                <c:v>0.008347725964306276</c:v>
              </c:pt>
              <c:pt idx="2">
                <c:v>0.7979274611398963</c:v>
              </c:pt>
              <c:pt idx="3">
                <c:v>0.010938399539435808</c:v>
              </c:pt>
              <c:pt idx="4">
                <c:v>0.07800805987334485</c:v>
              </c:pt>
              <c:pt idx="5">
                <c:v>0.017271157167530225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0.4037434722952564</c:v>
              </c:pt>
              <c:pt idx="1">
                <c:v>0.028168082660790298</c:v>
              </c:pt>
              <c:pt idx="2">
                <c:v>0.5034898766811806</c:v>
              </c:pt>
              <c:pt idx="3">
                <c:v>0.009938672093068996</c:v>
              </c:pt>
              <c:pt idx="4">
                <c:v>0.04397605299923831</c:v>
              </c:pt>
              <c:pt idx="5">
                <c:v>0.01068384327046523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922B99-65CB-4F70-B29D-83D774B5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E16EB-D514-4EC4-AA35-516CB173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6685A-E9A1-4EAD-9835-85CE176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AC270-ED3D-4978-BC27-D124AD1F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082CF-320B-4FCD-A40D-217EF272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14C90-6A06-46F4-B76C-C1797632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C27A2-2271-4B17-8643-DD908362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3929248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0ED740-85E4-43A2-8034-8636A7F4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5B1F3-7505-49FE-9A92-334D1A60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R$ 821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AA91F-4B76-4ACF-A145-7822089F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FF0204-E0BC-46F2-883B-BD9D551D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FF639-7D5D-4E8B-89A3-2699BD4E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55DC04-721B-4E9B-8364-861C01CA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E178A9-2ECC-4784-98B9-E721814B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R$ 821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E8C294-D3EF-45B1-8CEF-517BED50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08956-54A5-4056-BD9A-A5526B37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10,0× 2015; FIC-FIDC: R$ 140,1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6A86D-F9E5-47D4-BE6C-99A5B8CF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1C7E93-DE4F-481F-B303-9E3E7B44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E6D0C-DD3C-40B1-82AF-91C4F0CD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FCADD-A3FD-40AF-8641-A72C938E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543B9-C4C8-4C1D-8AE7-3A044154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7E61DE-F41B-41B6-A36D-FB800C10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ECEBC-E879-4C06-8CFA-1E338F9E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9A3904-0366-463D-9B7D-52206EA7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3E5C1C-9AF8-4DD3-ABDC-04F6FBA1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77AA9-8297-4801-9122-A8335A7F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40,4%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030968-4EE6-417D-95FE-F636F41E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73E3DB-FEA1-4A6E-AD37-6E6721FB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R$ 331,6 bi de R$ 821,4 bi de PL direto; FICs excluídos pelo portão único.</a:t>
            </a:r>
          </a:p>
        </p:txBody>
      </p:sp>
    </p:spTree>
    <p:extLst>
      <p:ext uri="{BB962C8B-B14F-4D97-AF65-F5344CB8AC3E}">
        <p14:creationId xmlns:p14="http://schemas.microsoft.com/office/powerpoint/2010/main" val="1901592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4DF027-9711-4C68-9495-A18202B8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1B695-3495-438D-915B-82D9960B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R$ 821 bi de PL direto; o saldo FIC é R$ 140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4E7DF-9C95-4515-8436-E2C72D0C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9A04E-0BB0-4A50-B542-C50797CF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65190-EA8E-40B8-A0DC-D1E13DCA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F9CCBD-A9E4-4A0A-864E-B803AD70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093F7A-A518-4A56-88D3-123BFB20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 + SALDO 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8225A-026C-4186-B694-82E63AB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d424e7287d43cd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809625" y="4762500"/>
          <a:ext xmlns:a="http://schemas.openxmlformats.org/drawingml/2006/main" cx="4762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5769e35701488d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F7456-7B59-4C37-8DB3-09DFD743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Jun/26: R$ 821,4 bi de PL direto + R$ 140,12 bi de saldo FIC = R$ 961,5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86916-6E3A-4840-B6DD-DE3BEAE0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87CA48-806F-43DC-8465-970048C5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A0C9DA-96D1-401D-8C82-E5CC3F8A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2c2f3657b146ec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39f0e136c3402e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535F9-4DAB-4C7A-86E7-8B127005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B5684C-E777-4A28-8EEF-F55F41A9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R$ 13.780 bi; securitização R$ 1.174 bi; carteira FIDC R$ 677 bi. O total BCB de R$ 21.681 bi inclui R$ 7.901 bi de títulos públicos e permanece no export para reconciliação.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5C0CD7-B049-4ADC-904E-DB20256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6958878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CDA66F-F675-48E8-A215-08947AD0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789C4-F4D6-4F65-8FAB-6B91B6A4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registrado; o nível de FIDCs em 2023 vem da ANBIMA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16FF1-7331-4084-B5AD-151E8A7E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5923C-5CB7-4C83-B31D-A51254CD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AC14B-5DF6-4EBD-B75C-256D5EDE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 FIDCs 2023: valor encerrado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09325-32E9-4A43-8530-F2AD1338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F5BC5-D208-487B-BA23-A7309768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3071C-37B6-4089-9F52-C2D1DAA6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479a2215c4406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7FC019-B0D6-4D64-8C2E-682645BC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77337F-2B57-43B2-9CD4-D2073E04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198032dcc84df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0989D-A37E-4CCF-B88E-CAF6CF2A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159BE9-A1B7-434F-AB3E-F1BB7066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ECEDF-8C78-4D05-9D12-9408DB8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 FIDCs em 2023: valor encerrado do Boletim ANBIMA, porque a série CVM só captura o universo integralmente a partir de 2024; o YoY 2024 usa a base ANBIMA.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B75AD-8977-4FB7-9786-FDD22CB2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7E51F-0C93-4218-9424-AB42E0D0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0F31C2-4F4D-4DCA-B647-7B8ED7F7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F8384B-2F11-4F2E-ABFE-0A5199F3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B4C438-B718-4CE7-B4F0-85F17E03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E30210-B740-4B26-9CA6-10529671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677B61-1FC1-4BC3-9538-2F3CE70D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FFE7F0-5357-442C-AFD9-F9A2BB8E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D5E31D-1A61-4A78-92C7-4D941E48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3359999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134BC2-C4BB-4CEE-AD0E-B852D3B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8D877D-E773-4369-B12C-EE9459C7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91BDE-8F84-4EB1-98F1-BD795BE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ED718-B685-4571-88FD-FB73890C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F8B0F-678A-4009-9A7B-39980871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7330B-207D-458D-9AAE-20BF81FE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CA3752-B17A-4604-B90E-1B3F9AA3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E8BD0-70CB-4378-B6FD-6F5FD80D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18099f461e403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9B0E9-90A6-4909-A8EB-02B9DA91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8E187-E7B8-4DFA-943C-5C0703EC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5C88F-D289-4C95-A1A4-64F19873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E6D01-C9C8-46CE-8770-2E2BB623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D8F8F-326C-42E5-AFD6-7A384C75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63A684-6925-4E8C-AB77-C3D42644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072177-8F29-42DE-AFF0-07992984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97E789-E280-47C6-AE9A-D3901C73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EDAA18-B331-4B0F-9FA4-5EF65F5A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D11B7-FAF2-4089-A3C8-964D27E4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3C5796-A231-45F4-93F7-277CF088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963199-DC79-40AA-902D-F477A143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8824893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E0D8E8-022D-4273-B015-7419593D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127F1-0BDC-44EA-B4A3-F5B77B1A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983AC-0025-4F81-9D05-28AD455C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B0C60-19BA-4323-B277-5F18B918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ED402-78F7-4901-8DC4-DDAF7A75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24CBF-653E-4E5B-9FAB-B60941FA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2055D1-4992-4846-9CCA-F1EEBADE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1DFF3-77CD-4BDF-9A31-CC1C26C1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7c11d07e6f483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B5C4A7-F6CD-4559-A122-605E9077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94CC39-FC5E-47B2-A106-93902486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519e098c9241d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C538E0-0448-417D-BB81-D4959364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B7842B-C89F-4C2C-853E-8F6D7886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d8af6be4ef478d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35B5A-AECA-4481-9AAE-BCA50EAC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1650158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870875-5710-4D9A-9AEC-5C727888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CD53D-A261-4789-8F64-312E4416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FA096-D9C2-4ED1-9766-7A7C1762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9A249-61FD-4AB6-830D-6CCE61ED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13C2D-3CB9-4C30-8E7E-55A7CB0F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445376-0589-48E5-873B-5C710B47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bd91e4d2a6445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B9D95-E55F-44DB-9634-A042BEFB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88757-0E9F-4842-B5E6-7A1D7217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e5362bb28b4fbb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E2323D-88D3-40CE-BEC0-BAEE38CF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6B6F5-54D2-43B9-B99A-A5CBCBDC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de178b76e8423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432BB-5DF1-4281-BBCF-C520CBD6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F6D6B-172B-4E15-835A-F2764DC0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a70c284d904f4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77C528-25E9-494B-8120-07E7E10B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8916EF-A6B8-45E3-B675-947C761C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A00140-3319-40B9-9CB7-BB3FEA20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95abf991484d6d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C3269A-453F-4690-B177-9C85F8E0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A361F5-C076-41BE-8AD0-8312F6F8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3515454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44E557-31A2-4CBF-A3F1-173EE5D8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DECISÕES APROVADAS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33217-185B-4323-AEF4-1353818B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60,2%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C02A2C-5440-4948-8B06-2790108C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0163C-A24F-478C-ADA3-5FE02F9F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C73C7-D3A3-440E-9176-810EB32A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C9491-A30F-4FAE-B9AE-E94FA432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E651CE-ADE7-4828-A8F7-E768CCA5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0F632-BD66-401F-845A-AD27C48C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34055e52bd4db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0E40A-93AD-4ADA-A81B-0D7770F5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75F68-061B-48AF-9398-CAA9EBCA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d4556e48d84505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84c4bc1e78437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92AEE4-A479-4DD9-AE56-33058E16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R$ 821,4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60761-8358-48ED-9FA2-4A27F399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Camada analítica: 612 decisões aprovadas retiram R$ 128,1 bi de Outros; residual R$ 175,2 bi. Tipo/Foco oficial, documento, página, evidência e responsável permanecem no workbook.</a:t>
            </a:r>
          </a:p>
        </p:txBody>
      </p:sp>
    </p:spTree>
    <p:extLst>
      <p:ext uri="{BB962C8B-B14F-4D97-AF65-F5344CB8AC3E}">
        <p14:creationId xmlns:p14="http://schemas.microsoft.com/office/powerpoint/2010/main" val="17211874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56316-699F-4CE3-BCDA-4211A600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4F62C-F280-4F0A-A42C-7025336D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6FE3B6-8861-427C-8A2B-6DBA7E0E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BCAB2-17D3-44D1-9B49-5EE44BC9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664A19-8358-4F9D-9D0C-717FDE5D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01168-2A9C-49ED-950F-FC17EE22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51E20-50A1-4B6E-97A5-D554398D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0314A-FE9F-4E67-AB56-87E8AD3B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e335875e8c443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05627A-579A-4D49-B793-A22A04C6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990E5-F98C-4B73-936D-077C5193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5d9c37e4674c0d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40e6be35414ed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318E9-E5C6-45D3-83A0-BA7459B9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3452210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185278-87E2-48D8-BF88-629DE6D0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12C5D8-E56A-4A55-A7BB-635FE11B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71F84-FEC1-4AD5-A20E-43A3A171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FCD67-0A6D-4E95-A970-0C759708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43447-C598-488E-A196-9A03B2F0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03758-E0FB-4847-AE4B-F4707894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D78E1-192A-4DD5-AE2A-326ACF17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A9C16-A3E9-4719-8FC6-2855BFE3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ca23a8e1fe4ff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B5123C-0132-4AB4-857F-DCE80319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1189E2-70AC-4C70-9FB0-BAA3A01C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11e2b7c39a479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C5CC0-182C-4AF6-98DA-5FB4A14E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AEA0E-6BA5-4B49-A739-CA9E8B10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e95dc28bd141b5"/>
          </a:graphicData>
        </a:graphic>
      </p:graphicFrame>
    </p:spTree>
    <p:extLst>
      <p:ext uri="{BB962C8B-B14F-4D97-AF65-F5344CB8AC3E}">
        <p14:creationId xmlns:p14="http://schemas.microsoft.com/office/powerpoint/2010/main" val="20623488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8D9040-F0B2-4CDC-B627-49DD4611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EF6139-BA25-48DB-B50B-DA35CC44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108D6A-4C67-4EB6-BCB0-8E018E23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5D1BB-C1D9-4A48-A800-3E704933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E371C-F1A0-4624-84E3-D7A5A2FB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82302-B2C5-41EA-9C42-676C9A1B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3D0BF4-1A6D-4337-A3B5-9186EBE4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B3893-ED8F-4B78-8E20-26D6A490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aa0f068ad9444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DE0C57-781F-4AB7-9FF7-C9F50229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5DEF1-1375-4C82-ABDC-B3BA199C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CE61B-AD36-4E7F-A274-382CA110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1DD3D-30C2-4550-A465-DF4E9553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D6B825-9E51-4E22-B96A-804FFE75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45FF1F-54CE-4080-AB77-8691C909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1B6EDE-9820-47DB-8DA6-044AEB2C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2325BC-5449-4E63-88BF-93A184B3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620F47-7D6E-44AD-90D3-FC4FE60D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F1B7F4-4164-44B4-86F4-83DEEB5D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EF242D-5BD1-4700-9B61-864B42D0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36080A-A22F-49ED-978D-07BF6AF3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0AA69B-4DA2-40B3-A517-9E5F0902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8DB145-BED2-49D4-B68C-C17581ED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D3D5AC-B596-44AD-A6B2-E68F5CE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1021D7-A071-4D59-8180-6FD6F5CF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0B2FB8-9B3B-4FB9-9602-FB3361BF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55D5B7-9585-496B-82DB-9E8E39C9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EB38EE-1E48-4568-AEDD-D3664156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CCE73C-1D27-435D-9076-B73E2C48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5079A8-C046-44DA-838F-08CAAB53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6791151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561983-A971-413B-8824-966DE96C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09BD0-2C2F-4AB2-8C1D-5E88610B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3BE3DB-345C-4CAC-9B0E-B86824A8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B0957-6A7E-4B2D-84CE-6EE0073E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F64E0-B639-48D6-A781-D4C255DA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E792D-4204-4974-9E23-3298BE1A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5F1E4-54B5-4FFB-BDB3-4364E639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618ED-6FDB-4337-B878-32C2CF4A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772956a74e402e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3c251cd2ee468d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7C58A-D7B6-4AE2-972E-C3D31FDA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6CDB0-0088-42E1-9D5F-0FDF5ED6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E27C1-CA62-4242-A5FF-341BDA8F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72BD20-8789-43DA-88CC-C7580C0D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125 acima da carteira (R$ 5,9 bi) e 169 sem tipo (R$ 16,6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7B865-5CEF-4A0D-B146-AAEA0D0D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4193257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DA6EF-E4EE-4E25-A138-B89D7CD2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1460D-C237-4572-9F5E-FD359A92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C4E7D-DB97-41E5-BE86-6FA606AA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24E93-C333-4B8E-8469-575BA2C8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35B2CC-AF1B-4001-9908-951F1673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63C3C-7BA2-4095-8620-BD96E9A8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7600FA-EAF3-4C4F-9C08-C8DF7828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3A7544-4CDE-4138-AC3E-4DEDDC7C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60c09af91547b9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d2239ca0cb44f9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136430-CEB7-4CB9-BEDD-D903E742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0A570-A78F-4B0C-A725-5FBCCC8A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EAE88A-4A12-4CC2-94E6-4B5059F7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A0022-5415-4ECB-B1DC-63FED9DD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916FFA-F04E-4F64-92FB-96521D04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60632864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FA6435-970C-4B92-BB41-0ED9ABEB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CCBEE-3556-4133-A48C-EE65F7D9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7F647-9DC7-4120-8F68-64DBADB3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82E8D-290E-413B-ADD6-C2938520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172EE5-9629-4A26-9515-956B971F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75795-92F1-4FC8-A976-14FE58B6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DC58A-146A-4585-BD32-A08F9777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3D0E72-39F8-4F27-AFA4-CBAA9318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63b6d9f6e742c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4AC8F0-E468-4B41-A45B-711F0B96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D744C-F9CB-4941-8D4E-197A06E4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b4ca2ac48c4a9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F005F4-C961-43A2-8B5F-D1ABC0E3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2920832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EF79C-6D2F-4AEA-9B1A-B36B58E5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70BF9-B74A-48AC-8981-CDB330ED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81DC6-5CF1-42D6-9A8A-EB770E86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65039B-7683-4C19-B552-1715777C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24A2A-E84E-45FC-9365-D0F2AC1E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6FD4C-7DD9-488D-9318-4AE12BC2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4AA2C-51B0-4AE9-BC84-6DEB7524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63335470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FF1DA-F6F4-4308-87C1-CAB9E529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D8F6D-AEC5-431A-83F2-89748337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23,5%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88F8B-6E29-480E-9B9E-435B39B5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7E8E6-F5E8-4B81-AECB-D81BFC0E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FF2DE-1870-4194-8313-63EC256D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3.308 fundos e R$ 821,4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FA63D-784F-411A-BB68-7CB7E684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F295D-7B51-42AE-A5B3-5EF45C4B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3ACCBD-6B1A-48C9-AC2F-7A923336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F02D8-33AA-479D-A4BF-72696F81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3D7C0-A30C-498D-9F46-489C90D3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R$ 821,4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673E9E-7DCB-47A0-9BF4-83F104DF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7618517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134A54-93A1-4842-8121-24920B47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7F4D9-0969-4C98-9B3E-E8CCD624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06319-89D4-483C-8ED0-59FA3950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3C5122-ECFC-4D31-B0FE-03DE0241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CAE1E-218C-4E71-81C5-9579B36B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E836A-0ADD-401D-9D0A-F8861114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1EA97-2DA0-4D3D-9F29-8C2B1007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3010B8-A84A-4964-96FD-902B0AE2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4454040347478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80ABEA-2B7E-4DA9-8C4E-A3AEB6EB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940F5D-0341-47FB-99A0-6C3049B6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C51C6-D24D-495B-92CF-BBFE115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7dcdeffa04421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87D5B-A6C6-4431-B4BE-FCBA5131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61A40-8DA3-4CB4-998D-F3215D1D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FAD52-E0D3-4ECB-9AA8-75F2B8FD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ecd3218b1e449e"/>
          </a:graphicData>
        </a:graphic>
      </p:graphicFrame>
    </p:spTree>
    <p:extLst>
      <p:ext uri="{BB962C8B-B14F-4D97-AF65-F5344CB8AC3E}">
        <p14:creationId xmlns:p14="http://schemas.microsoft.com/office/powerpoint/2010/main" val="6217729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3B317-9D17-4C1A-8412-CD382961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CFDAF-2AD3-4037-A0A7-FEB2975B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9B2F84-ADC8-4A19-8C8F-31B928C7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F98B4-B89B-41AB-AD61-388C6FA0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068A4-39D5-4FBB-A57A-F6D72B11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B837A-F3D9-4DFF-900C-4E7B5313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49367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E58A8-63F2-40B1-9226-FAF85415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EB913-7C98-4598-8ECB-49F0F4B5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R$ 48,4 bi · 43,5%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53ED4-9720-421C-A1E5-3962FDF0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DA4FF-EF40-4243-B628-38FAB484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0B261-1FFD-4513-9C8A-588F2ED8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FBB36-2776-4DFF-96AB-BD4B77AC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BLUE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873187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D5E375-01DE-48A3-8C92-2CD2F2D6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81379C-96AE-4DC4-8528-6E1899B8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R$ 122,2 bi · 56,8%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07DAD-91B3-4A24-801E-71C65C81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7AB15-C761-4D00-9A3A-7BC56993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50F11-5B03-4EC2-8966-4FF1B59B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1BB2A-63E6-44F9-BA76-BC4EF5E0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nominal; o regulamento define cedentes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PORTOFINO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81231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1E0C3-EF66-45FC-BBC1-E59B471E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8DFA9E-9A10-4B48-B25C-34004594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R$ 136,2 bi · 42,6%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E510B-6221-4BD1-A873-4FEF28D9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12CF8-B5DB-429A-9188-45AF3867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81E13E-1986-45E6-AD6F-9DA484F0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0B9BE-C705-466E-AC87-A3E7FA76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63732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83C60-377F-4B4E-AC9B-1297D507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9DDBE-E0A0-42A6-9B24-228AF852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R$ 52,3 bi · 29,9%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27360-98F9-4ACA-ADF6-AFB3F4C1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88149-7CB8-4968-9866-1E4367F8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17660-7C1A-4B9E-A8E0-E14AFBB9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79B6DD-FB59-43C9-803F-8CE51409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N O 13.321.819/0001-00 – VIGENTE EM 20.08.2025. 12 BANCO DEPOSITARIO – E O BANCO BRADESCO S.A., CONFORME ABAIXO QUALIFICADO, RESPONSAVEL POR ADMINISTRAR AS CONTAS VINCULADAS DAS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NEBRASKA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29: CNPJ NO 49.306.883/0001-51 BTG PACTUAL SAC: 0800 772 28 27 - OUVIDORIA: 0800 722 00 48 - BTGPACTUAL.COM 23 (IV) RISCOS RELACIONADOS AOS SETORES DE ATUACAO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MONTENEGRO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Quero-Quero VerdeCard Instituição de Pagamento S.A. e instituições financeiras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BOSSANOVA90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HIGH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4870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BLC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LASSIE EDUCATION CRÉDITOS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LAGUZ I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VCM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860295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372087E6-66EB-4545-AB2A-6E4A646C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8256E-CB01-4B1C-A3B7-F9134F47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PL e subordinação atual em faixas comparáveis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F5ADF-017E-4374-806D-F2E6F6DE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0E858-E61D-49C8-B3D7-354FFEC4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4C36A4-A961-41F6-839E-A9A8F684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93D0C-D07C-4290-B362-743685F1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CFB31-20FD-4BF8-9D99-6E95653F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30774-0A0B-4846-9B14-4CB982F2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&lt; 10%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25F89-4822-4FE5-9C57-1A433FB9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FAFD9-A180-454E-B4A7-4BEF7695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0150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10%–15%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C8DB6-5069-4253-9009-90E31741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4FEC0-9EF2-4308-AC1C-D1B084D4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75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15%–20%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6D7812-1106-45E5-80F2-F793BD33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04F96F-C510-4C51-A661-1EF348E4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20%–35%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1C8711-91F2-430A-9387-3971B56F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4763">
            <a:solidFill>
              <a:srgbClr val="D7DA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35761A-92CE-4DC2-A2C4-BC96A061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3225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35%–60%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9A8413-77AE-4DA3-BBEE-DF4308EA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1295400"/>
            <a:ext cx="17938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4763">
            <a:solidFill>
              <a:srgbClr val="EC7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5C5537-8FE1-4925-8A27-B4B27319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250" y="1323975"/>
            <a:ext cx="169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D55FD4-C6E8-4B62-8E37-C9775759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75" b="1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3CBEE-D39C-4D1C-BE82-8CCDD198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CE6205-2CC8-4EBA-AA43-238481EA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A34691-225A-47F0-8E00-1D90E098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0FD7B7-F810-40FE-A644-6CA1755E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0F9D8C-5CB1-4D23-A858-69AFF988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R$ 1.000,00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9DD621-BB7C-475E-87CD-1CB44539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994D3D-CF90-42F6-BA3A-D74E7C21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224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16DD25-497B-421C-9FFA-FDF034FC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90777F-25D5-4BB9-96FE-35FBCB40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CCC68-CCB9-4616-A3E2-EFFB1892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609428-7769-452A-A112-2A939875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 · atual 9,3%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1A147F-D693-41C1-8752-9F51BB87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137028-2A4D-4B10-9256-8B745C89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4E6EB1-0ACA-4385-BD87-2DE65B9B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6412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D1BA33-08F7-4140-A0ED-512DBADF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EC5333-0B2B-4550-A7F5-88ED9E4A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8852AD-9610-40A8-AE6A-5A5C5E5B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BDEF00-2AEE-433F-A964-D6ADB5F4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123581-DF87-452E-82A9-36BF2A35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B287A3-C3C4-42BC-B1A5-3CA58705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ACE4F4-4FE0-4880-B957-563633E2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030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B77B6B-428A-4963-B7E7-B0FA1A64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650917-3520-4150-9A6D-CB9FC089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6BA85CB-C8BA-49F8-BBE4-AF05DD87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2EA257F-3888-41C2-84F6-E893CB5A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 · atual 2,5%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A5F9DD-748C-43BD-8F42-209E070B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FD1644-72B1-40A2-8265-ADC99F29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8F4EDD-6BF3-42C8-891D-2E1D964D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32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76D228-879D-4364-896C-745822C8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4E33BB-8E2F-4709-9F56-B2A54387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ADF3E83-3939-472D-8A4B-9DA6411F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2EC52DE-3657-4E0D-9E4C-454A2A81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 · atual 2,1%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A23CF68-BB59-485D-904C-619F12E9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768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6F1A84-4D6F-471C-9D71-D2B9B95C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578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913483F-35E4-46B8-A5B3-5869DA8A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972" y="52197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5A7FB1-BA18-4190-B792-989C2C7C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AB87B1-C6C4-4DBD-B370-BDF94B44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B04215-833C-47C8-803D-B58B0167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CDA0D1C-4A3F-4261-AE02-E30B4193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F417F83-05EE-4584-8EB2-C08F3BDC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54531A2-5C2C-408D-AE30-BB5260F5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49E99CF-0638-4F7D-89DD-C0AC548C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1691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D3182B9-7A3D-42A7-925B-15C470D8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CD6E684-78F9-4696-AB78-B23579D7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51426D-CCB8-4447-99A3-01EF2356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D68C71C-9E6B-44BF-BAA5-960B212C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27A61B3-8B2B-4E6D-8371-C7E8EA66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78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1% / 2,5% / 2,5% · VNU R$ 1.000,00 / R$ 1,00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7BFBF51-C3EE-4924-A9A0-F122D3FE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CCFF387-6204-47A2-96C1-BEAEA235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9429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9EDD3D0-BE3A-4BAD-8DA2-6915571C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F9B13C4-59A6-461E-8347-9CFDAAE0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E7DA446-D0EF-44E7-9359-1DAE4CE4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83FCFF2-FE61-479F-B1DE-46FB0B7F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88BA0D3-D7FB-4EE1-9C41-401185E8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C5F2248-46D6-4FBB-A714-3A450F82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B9DF36C-A109-4D5E-9087-73038610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28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679F946-5971-4925-BCC8-5E5355AC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4D4825D-70AC-44CD-BF92-55F3DB61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525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E5EDD3C-6796-41B2-A5B1-A5641C7D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3DA5D3C-7356-4095-9693-412D086F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7BC7264-BDEF-4E9E-BC10-1E441B68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0243635-68B8-4E4F-A67B-30E99825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775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2655167-4A25-4E00-9F08-96ACF845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086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4DFF88E-2C28-4DAC-BB55-5A53A0EB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AC0FD12-A074-4030-9CEC-14766465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EA89971-A38D-4939-86E8-B907FED3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B28C247-0C5B-40B7-941A-6862475D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1DABCBC-6F21-4B3E-B34A-566CE132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FAE2A8F-1490-4BC3-A823-7DD297BB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FF40F08-06F0-4AFD-BBA3-DBCD06EB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27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23CE5BF-48CB-4DC1-97EE-1C9C46F3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A787A57-8B58-45D7-93B9-945CAE7F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7841312-82E1-41B2-9572-B6B99658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2114F6D-79A0-417B-B67C-9F83C210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2934156-F9F0-43C9-99D2-0A576D9F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46FD034-CBA4-4D74-BB5E-BDC8A5FF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D6017CD-697E-4279-AA6C-854BB08B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8187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9AFCD7F-E456-4A4F-8B7B-082E6D8F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39994C0-B070-4895-8EBD-F4AAFC95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A7A0714-6568-4B62-80F9-CADC90E8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4B9FB19-1CBF-4875-A482-7973D908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D98D45A-17BF-4E42-8B82-845061E1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54692A1-40E1-4D35-BA0D-CAC0EBCE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7189A13-5D17-4F5C-AC47-9C54DD24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603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D6471B9-A39B-4D61-8C73-E9C1513A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127A5D9-B5F7-4C0E-9556-4EBEC379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6F5A63A-B2B9-4781-A48E-F739F475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64D41E9-EF2E-4805-B71D-E026C94F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 · atual 17,0%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7FF4877-C0A2-4088-AE93-4B817A47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60E3A7C-9BD2-4AA6-8C5B-83DCC2D5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E61F226-7ECD-45F9-9323-F3EF930A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5615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D2B202E-D962-4417-8124-BBBF89DF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577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DD5D020-C6F8-47C9-91E8-3D143DD8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577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C79D8E-DB1F-4854-AF34-B1EE1D53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7148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8B3DA8C-A8AA-4D06-AA0B-8DFE54CC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9149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9E1AC5C-591B-4D06-80CF-389895E6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0768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32FB10A-D23F-42EE-9962-2212EBD3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2578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C9BD31B-EDD6-4BC1-B970-C880ADE6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477" y="52197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4EC80D8-56F0-4D27-9EE3-7040EB8E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4006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2FDFFFD-18D4-48AF-8DFA-2A4FEE65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4006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91677C4-6869-43A7-8FD8-E1026BA9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4578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E2EB8A7-B742-48ED-BCB3-6657315A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6578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R$ 0,2 bi · atual 17,2%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95648C8-43BD-4111-93BB-43E70FC2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58197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897E36C-017A-4417-8DDD-303F9D89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60007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8CDE478-2E4A-4E41-AED0-8C4EFD62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3974" y="59626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2A40B5C-6EF9-4622-A60B-621E546E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0CB33CC-01D0-4546-803F-1756B62A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1CB8D20-ED47-47CB-A682-2B5FC0BF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2EB3584F-57FF-44B8-A4EC-016ADE85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98AA7ED-8377-4F5A-8943-97CF4C41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B4208D9-CD04-4B68-A20E-F43AE85D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93A7105-86F2-43E8-9AE0-D120A7C4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8762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9FADF39-8800-4132-A1D2-8B5FEB9F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3F1AEE8-5EAD-465F-B481-4E69B66B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6FC05E1-6FA3-4D02-80AB-6D264725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5711122-F49C-4FFF-AE93-F319FB16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246A146-530C-43EB-8399-58D15F70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E74C07A-03C3-41EC-BB47-96EF6D55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B41444D-8FE7-457A-9C94-51B0868D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867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EFB372E1-725D-41A4-A0A2-776E92B7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46A6D22-44B0-4733-A0F8-F0535ECF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E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0D833F4-6AC0-4719-9FF7-EA8C583E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FAC5364-A03A-42A1-9564-208B3D79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C91BD5B3-86D3-476F-8A62-425F2D7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534EC07-156D-46D6-AA04-05E5DA0A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AA922D9-6DCF-4BE7-B81C-631B1EC2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3587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6A85440-AA68-4432-BABF-41F55FB8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B274DE6-1178-433C-944A-5255C126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179FBC1-ABAE-44B2-B30B-225BDA8B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0495E17-3568-4F9D-A977-1DD7A064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R$ 0,5 bi · atual 35,7%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E82F45D-FD35-4898-ABEE-8574E652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8781B7BA-7BFA-4C46-A696-4E45B422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3B447C7-E05F-46AE-9F88-8E3D7FD9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3481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35A9397-0CDF-40E6-B707-7AE07FCA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80E3AD4D-2BE6-4723-A049-BB14C6C1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B296A5C-25AD-46A7-8540-357F260D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DD8207DE-E781-4C61-B055-D3DC3D0F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06BDC5D-EDEB-48C8-B7F5-BE04D019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10% / 33,3% · VNU R$ 1.000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AA9F6BE-0DE5-4A10-B8C8-9C2EA1E7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2C96F2C4-A884-468D-B600-3D0ABAA6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2816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83E780A-615B-4D41-B741-6D03941F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AF373DE-CCED-494A-B33C-76D6B3CE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1B015B2-8A26-48C6-B101-3005BAC0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4455D77-2DD4-47B9-B508-7351621A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R$ 0,2 bi · atual 43,1%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8D417C7E-3DB0-4DE4-9C42-2E03FE88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8D513570-D86F-4C26-A475-B50ADB85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0E68B48-A191-4C53-A89D-62C745D0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9298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29BFBEF-6418-4CEB-9617-60A51E70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CF82D76D-50C1-457A-84B3-560DBD62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9A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FA1CDA1-5A08-403B-983B-64D82D21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D0D4E21-3988-4D18-97A5-D5F2288A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7B22FFCF-AE1A-4499-9943-6FB91725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10% · VNU R$ 1.000,00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2F7E37FF-5368-44ED-AF55-9E5AF7DA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45F6B2C-EE64-4F25-909A-95624B1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8152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1396F99F-1C16-4E4B-879E-41DDD3A3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16859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AAA815D-DEB3-4E60-9B23-359FDE89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16859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2756CEB-4321-4F10-B663-59DD8EB1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7430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2E3AA10-0316-4AD8-A9D7-7ECD0D2A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9431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4950B576-BA64-4BE4-98AB-924F0595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1050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CBBE31A0-33AA-47D5-9ADF-F4206D7D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2860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14B9FC5D-0E9F-4F88-8A7D-95FA0C14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2631" y="22479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BEF9E659-D473-4AB8-8AD7-3F896510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24288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292A0CC0-3B5F-4913-BF4D-33908C5A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24288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2334F34B-C62D-4A04-98EB-AFE9E3B3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4860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5B2DAD9B-92F1-468F-AEEC-36705AD0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6860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22CD0AF9-4886-4B5D-989A-D577B55D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28479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5C1DC45E-32BD-4E1A-8832-C388465D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0289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BB511D36-92F6-4D6E-8C16-ECFF0D90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1" y="29908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B292561C-B4D9-4455-AC42-13F78986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17182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E6F61DB6-09CD-4960-A60C-69141C78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17182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F957B2D9-5FDE-4EDB-BF4C-F2B85839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22897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0C95FF74-9028-46E5-8671-A54843A5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42900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278B0CD6-DF27-4234-9E94-CC5FCE20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59092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050BE634-8A54-41AA-908F-9CC94039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77190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D2145097-B714-4A1E-AE61-0A74492F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341" y="373380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3B20FF77-7610-423D-83A5-631A7914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914775"/>
            <a:ext cx="17938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6191">
            <a:solidFill>
              <a:srgbClr val="D7DADD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563ADFAC-4071-4FA1-822C-EB1C93C6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6625" y="3914775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33A90742-8247-4FD8-B7B2-CB0D0FA3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3971925"/>
            <a:ext cx="16224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EC6E7C34-94BB-488C-9426-E0876893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4171950"/>
            <a:ext cx="162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07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 · atual 90,3%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C2E58E99-4131-4F00-8BE9-894DD151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4333875"/>
            <a:ext cx="16224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VNU N/D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6F31F089-C9A6-4D10-9645-360543DE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4514850"/>
            <a:ext cx="160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3C9B9027-2B09-4204-A821-A3FB0858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785" y="4476750"/>
            <a:ext cx="285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0BAF31C0-0ACA-4EEC-AEBE-AEB31FAE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8172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4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47/47 CNPJs com subordinação atual · 6 com mínimo júnior localizado · 13 com preço/VNU localizado</a:t>
            </a:r>
          </a:p>
        </p:txBody>
      </p:sp>
    </p:spTree>
    <p:extLst>
      <p:ext uri="{BB962C8B-B14F-4D97-AF65-F5344CB8AC3E}">
        <p14:creationId xmlns:p14="http://schemas.microsoft.com/office/powerpoint/2010/main" val="72486921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F9F823-5A22-4017-8AD1-C94DE99A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A5F8F7-226C-4B8E-8FAA-D3240BF5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8,8% dos fundos e 40,4% do PL; dados incompletos cobrem 1,1%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9C007-4635-454F-B061-1D2730B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63F1C-7D03-4288-BCF6-19DEABC4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B13BE-6FBB-494E-A76A-88C8655F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direto; FICs excluídos pelo portão único.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D9C3C-FE7C-4091-8426-9D55541D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9b1a2b5fbb467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865AD-9750-4C72-A91B-B64669C6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36FED5-AE8E-4B69-8CB5-C2808C47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30236-AB2F-475C-915F-B68BA255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07DAA-80B4-45DE-B76C-52C2FA17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B3B5BD-5E55-4CBC-B3BD-5F021D6D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304 · R$ 331,6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1B7DDF-1924-4FC5-8C97-85FFED4B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6120E7-ADA6-4C77-9558-8C4C95EB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BDA84B-BCC2-4F69-82F9-FD131DC2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 · R$ 23,1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4F0C73-67A5-424A-8249-D9EE28F2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42497B-1117-4486-A0C2-E96001FA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7D68E-BF11-4EA0-B76E-084060E8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2.772 · R$ 413,5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4C2476-81EA-4722-939A-9D261080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BC603-FD8F-443D-B360-55EB79B1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9157AC-3E52-41FB-BC4A-234AF74D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38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271756-0DC3-45E3-BA5C-41343D8F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2548CA-DB16-4FD0-BAD7-A828F534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A78B2C-749A-4EA8-BFF8-D86CED15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271 · R$ 36,1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47D55C-64ED-4BCA-8178-545EA4E4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5731C9-4709-4C6C-8EB4-CFE27CB0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E9CB86-FE4B-4629-A415-7785822A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60 · R$ 8,8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595591-02F6-43B1-9966-1A7CE8E4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204186913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2561517-915E-4610-BD96-5050D86F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D4B56-1F56-4924-8B1C-2DEE0132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3E72D-21D8-423E-BD06-968B0F3A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BC690-B31B-46EC-9630-DB8C1974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5E6D21-C4B0-41F6-9610-03A20144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85F05-A73F-4B29-A2D8-6B4F7751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D27C9-0A9C-4669-96CB-BEE93646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15C88-5268-4FC9-BD51-4955C313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7DC05E-D1B7-4864-AED0-21C1305E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FDDEA9-EF03-4CD8-A8D9-0D05BF0C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C73F88-8779-4514-A1F7-07C6BCC2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7E225-A6F5-4173-AE3D-89F3EC4F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C0114-1653-4BC2-9D08-CC016F74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678D3-E9AB-4DDC-9058-10DAD7D3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5AF9FA-A5D9-477A-A4A5-9E0C5D82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E9962-37D9-49CE-8E54-313DF3C2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257C9D-5B45-4A30-AD5A-9E5047AE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73D8D4-AECA-4558-941B-7671020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5211C2-CE6B-4515-8A37-6C9FF69B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237637-EC45-4513-965D-75831073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0D81DA-59AE-4046-B051-4548182B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157018-AC89-42A0-B231-C89BD24D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B35E21-B17F-4EEE-AC84-E6CDB9EE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C09393-F60D-4D9E-91B6-F667E36B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E78A31-ABEB-4832-801A-A9B32393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CDFE1-653B-40E1-88FC-C0142C38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107917-9053-4E08-94AD-ED8F99DC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FD9B6A-0B2F-43EC-9D41-2274AA12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02D273-2ADD-4AB8-9518-FA1D1FAF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DD21C6-DC94-4045-AC3B-A48ACAFD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63E24A-B03C-4085-8896-9B56BEB0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B8F4DE-0C7A-4174-935E-B947A0F3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5F467C-E24E-40A8-BD9F-63BD9E12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E01892-4BE9-4FBF-BAA6-D432F015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503C8F-7A9E-436F-9376-8D4A28D7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307D14-23B0-4406-9766-C44DE997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5B2D22-D646-49EF-9C0E-F52789ED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551D14-08E7-4955-BD7B-8AD749E5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F490CE-C5A1-4909-B06A-18F68FC4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37162D-362B-4FCE-A1A1-341E116D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5995BB-7F51-4848-8EE2-391ECB24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A68FE6-DD6E-4B7F-8082-22EA52AF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A82DB7-6584-458A-A209-0554E664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17E560-08B4-4E4C-B069-63BFB560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8DD86A-DFF3-44AA-BDB2-618F64C7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1B73A8A-2FD4-4A02-A30B-29E472E9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1F40E4-DFC2-49A8-A0A1-A744E747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E374411-3055-4F68-AD5E-CAF79CAE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E05C2E7-D2A0-4FE9-8411-744E8F30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9453E4-9189-4E31-BEEF-63727A83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145276-29EE-4B88-BC96-39F59A6E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9039A28-DFE9-4AFE-B82D-91F711E7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F279BE-184B-4B98-A7A7-C431BA94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507CC7-1B57-4470-8A56-8073DD66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4B0558-9948-4D68-8722-9AF3CCE1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D3BFB8-C3B8-4FD1-9337-6148938C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D3C5FF9-56C1-496F-B63D-1D71AAB7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DBF4F8F-DE74-4578-BAAA-F133D642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7AB7C3-35B3-4195-B8A6-58B0C4F2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E11D5E5-8312-4097-B26B-E79C350B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B25452F-AB3F-49DB-B788-C67B82BC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3559D49-8638-4A71-BB47-430FCA30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B808342-C925-4EDE-9791-8688956D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D713597-4ECE-4B4C-B9CE-A701EC74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5CA458-9C87-4A68-A6DB-E3EBBAD8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5C67AD1-BFF0-4DF8-BC08-7A09CD71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6DC39A0-DE40-42D6-9012-474F35E9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4C45D6F-378A-41C7-BF4E-44B494FA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C107D72-5806-43C9-BC81-5DAF3B9A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8A858D-BBDB-4A91-A7C9-69F0C4B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13E872C-F7E5-4887-B173-C7FF20C9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09FBDBE-49B5-468E-80B7-29C50718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FF41530-B6F8-4E5E-9F0C-6B5A77DC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C06FD6E-B0C5-45E9-982C-B2CCB493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7FC560-9A1B-495E-96A1-257295C2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4BA3F40-B898-4DFA-B650-530C02DC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43E6333-2FBB-446E-AC6D-34CABA82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A4C5F66-350F-4C02-9B5C-FB61C923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1ABF841-83B2-42E9-B58C-C5F3E070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p:txBody>
      </p:sp>
    </p:spTree>
    <p:extLst>
      <p:ext uri="{BB962C8B-B14F-4D97-AF65-F5344CB8AC3E}">
        <p14:creationId xmlns:p14="http://schemas.microsoft.com/office/powerpoint/2010/main" val="36473383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3F8885-A36D-4050-AF22-EF3D51B1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851C8-3A59-448A-8478-7A78D972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387FB-67AD-436D-92E9-F8061A0D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E8685E-CA5E-4263-AE19-96DF9435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53EFB-BD03-4251-BE1C-0BA57478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C3B8D-930C-488A-98D7-70D96694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53266-C00F-4A7A-BE7A-CCB77105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0CC7C-B848-4642-9502-F74D6BCD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ecdb222c244de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C7DE0-BDFF-4F79-91B0-1EF22662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A91AB-4E4A-41D1-83C6-01E447D7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ef1dbb99db48d1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6fc566213c4a5d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D58A79-8DAC-46ED-96C0-C2557EBF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3A8EFE-5C3E-4546-B36E-78A0AE52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2229065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8A1C49-7544-4916-94E4-321F6FA9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BCBB04-4E19-42CB-A471-1D9972C1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78A1C-BA07-4C00-8F3B-8AA8D0C5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599A9-C24C-4230-B978-532A4C67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DDB41B-7737-4A94-8CBC-F373F35A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47644-A2D0-463F-8F5C-1AAB277E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EEFC9-C61D-46C3-A542-2B4BAD11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120A7-58A9-4CA5-8CB9-28DA4F60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93719c53164da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6F585-7C7F-42D8-89B3-1EA6E9EC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3D8161-B07B-4AB7-8F78-1F18D002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d03ebc25564b9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38734D-2605-4093-AF7D-6ADF2342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12300F-8B98-4835-8F4E-EDCCCD3A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e9d2b3d6174c96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be5fbe9f7e458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BE32F3-6C4C-4510-89B8-810E3F0D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23AE7-7995-49EF-B645-25300095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D99A98-0A42-40B7-9C6A-A6099AD4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215CD-8C9D-42E5-86A2-6EE92D5A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C89192-3948-44CB-8882-5B957E19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53F450-ACD5-42AD-A390-F95F3D5E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B393C2-8693-4225-9015-6BDAA287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2DADEA-AD74-4F25-AEAC-11CE7E08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AAD605-911C-431A-BD7E-D6B41D81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210829230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714403-8347-4128-BDD3-A36D9D9A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50A85B-9C01-484E-8179-93FB3EED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AC767-9842-43CA-B62B-A5A76D04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43E0A-09A1-4DF5-9482-10DC7DE4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B535B-F26A-45AE-B71B-5F5566D6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3E7A3-9122-4924-833D-C909627C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03733-F3D9-4D95-87B2-CB62AFBB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1D444-D6E8-45C9-821D-31B2D4C7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237c79666c494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899315-339D-4A13-8446-BBBA2883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1728E-F03D-433C-89AE-8D443834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44d1b6c187440d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73709e231c46b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883497-66A8-4615-8E0B-99C073B9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19A3AD-39E0-4D63-BF23-47175040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3A84F-7675-44D8-91C1-705FDDA5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cfd65eeacd4fae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2BD2FC-A541-4EDD-AA9C-1C5B14D6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69C808-C84B-48C8-8D30-6D299F6A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fab6f8ef4a418f"/>
          </a:graphicData>
        </a:graphic>
      </p:graphicFrame>
    </p:spTree>
    <p:extLst>
      <p:ext uri="{BB962C8B-B14F-4D97-AF65-F5344CB8AC3E}">
        <p14:creationId xmlns:p14="http://schemas.microsoft.com/office/powerpoint/2010/main" val="115871448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E3F98D-3DED-4100-B31E-0F9AD0DD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2D65C1-ECA2-4947-A07E-D88D1B10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8E012-CD61-4BC0-9077-218BF820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B3B7F-7B1E-4BA3-AC1A-5E49BE10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8754F3-5080-4340-A07C-C4060BDF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E2387-D1CE-40E3-A9EB-86B60BCD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8061BD-5D56-47A4-8399-B97DE973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2C1EF-EB10-47EA-9686-E9908F32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E73CD-A936-4003-A63D-6E2C3BFC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ED59D-C949-423B-977F-67996E96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83F4C-59C9-4ABE-9A2B-53C36D76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51517-81B2-43D4-8527-D0AF159A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30142F-2E09-4057-9EC1-02A8D1A7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76221200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ADBF2-3C2B-4D5F-A483-B2B424CD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1300A-D9B2-4C51-B4EA-9FA0103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B1D55-01D1-4292-A832-ED4FAA16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5C3A6-CB9F-4695-BB58-97DDD1F7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FE0485-638F-4613-BCB3-ED62F8F4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C52C8-B3EF-42F6-AD5F-2692044D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CD12C-FB9B-4A1B-A2B1-408D18A6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B917E-D710-4189-807C-56885ECC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137AF-771E-4FE4-AA83-C61DD613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0E823-A64F-47F3-8CE9-6E16F7FA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EB2CED-0B34-417C-A7B5-1D136E7B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FED25-705D-4B49-96F6-2A9F4935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12C4FC-09CA-4E6B-A940-CDD54936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72626740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9DA63-9C23-44FE-AC97-8ECB0B42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2CB22-3D4B-4AAA-973F-C2C37007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E6099-EBAA-41C8-8CCE-73A45956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15FA7-F5B2-4F5F-8BA5-CDEAC923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1D684E-47D1-4364-98D5-D8712AEF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03BC0-2FE0-4B83-8171-88FB797C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6AEAF-8A39-45C1-9A4F-06412581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77C1B-7E57-4893-996A-0A2C7119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3096427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B97792-F2E3-4DC6-A394-780F2347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30405-AA4F-4159-B470-3ECCB81B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41D9BF-0841-47C3-92E6-80BCDCDA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1FBCA-329F-4763-A22C-4D2AE631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9C8D1-A92A-439B-9568-75BF0E9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87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4AC1A-94A3-4302-AE3D-C7382E8E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C2E36-A0AF-4936-89F9-5945E84F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A625B-8E56-4513-913C-A5961FBA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C7870-EEFB-4940-8768-B6D6825D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6A4EF-6F4D-407E-9587-05768778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2AF60-4B2E-44AA-B211-834F0BBD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99C295-5472-47A6-85A9-0E423EBD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234A1-F85E-4665-B47E-5B84628C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D8B7FB-0509-403B-9D33-BD1899B2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43B733-6402-4B50-BB64-A1346A21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0F0104-54A2-446E-916D-0C5E1719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D027F5-889F-4A2E-BE1C-DEB8C97B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390C83-9FAD-4F17-A01A-56FB1FC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37C6C6-8BEC-404D-94AE-642A04C9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96D972-DFAD-4B1C-9426-FC00F7BF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B757E8-3F46-4CFA-A37B-AC5FA4C4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11A3F-AFAB-48D5-BC46-791B1A69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A5E9AA-2FB9-46F7-AEE7-6E27E9D8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C5D791-0BEA-4677-A193-10F5B44C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7A49E8-9B52-4AAE-80D2-487D1EA8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92EA7A-3A83-46D7-A746-65780373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01CD24-1AC4-473E-A94B-9C9F49AA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2128674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812F00-4A25-4195-B147-1E448D0C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5A126-F509-4A94-AFB7-4B9234D3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6B070C-BA65-4984-803D-5040DF00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AD46E8-D7F8-4B8F-BC14-E101B699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C3D88-B9F3-4CE6-AD20-490AF72E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6A68B-9CA4-490D-96C3-33957951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58E35-FBB3-49D8-A692-2F09486B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EEBB9-59EB-4069-8DCE-12C4DDE1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43A14-63F9-4CC4-94A6-29F510EB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8AD9F-0FB1-4B64-ACA2-3B656EE2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AB1F05-B380-4F14-91BC-63DC451F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7322D9-080F-457F-A8EA-3912E769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67AB8-322A-4F31-9674-206637D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92EB44-67A4-4D35-A02B-28CCB942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97315E-6A9A-4D51-B2A0-4442DF6C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9590D3-0C48-4208-86DF-ED17D89D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193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E6E29A-12AA-4B9B-9678-BE45297A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BC17D-7934-401D-A29B-D0971D06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D38BD2-7E76-48D2-8402-6CB795EA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2479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89,82% oficial; 1,15% evidência; 8,45% proxy; 0,58%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B9BCB-AE0F-4D41-852B-F5529C16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479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DE8069-0ECA-4B41-891B-8A85985B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336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023791-4805-4E85-AD05-B13B0900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66CC15-0DF4-4FD0-9B28-71895D8D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0C3CC-423C-4873-9C8E-0B54BA77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622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728A4B-2A5B-48D2-B537-78999658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622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DFCE97-3426-44E6-A2E3-5E6F0A23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480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2BF16-B687-43EB-BE93-33929CF5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EB3450-F97B-4E99-BB54-8A320715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F434A6-1C7B-43E2-8EC5-4B16D931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766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8C60D8-3B06-4C89-B76C-79406162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766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046CA1-FD91-4448-9EA5-6B0B5508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406502-6159-4433-A408-CFBFC3F8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67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1D2D30-E69B-4FDE-B9E1-D4887D88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342EDB-FEDC-48F0-BAF4-F9F92C07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7909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3.474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0357DC-21B8-4A53-95BC-6C95D3BD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909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direto; FICs excluídos pelo portão único.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51C381-10EF-41B9-B05D-FDDE9BE5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767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556157-1D0E-45D3-85FC-123E6837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15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C5DDC2-A4B8-4417-8337-3402B495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053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9F56C4-6FED-4683-AAED-76436BEA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3053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49BDD8-1D4E-44A9-A63B-C87AA503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3053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D0D68B-F509-49B7-9FD4-3BA72105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10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59E1824-8193-42BE-B3F9-CA06E0F8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434B1E-2F45-4F7D-A48A-2E8094CD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96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1B62CB-49DC-4514-8420-5804F939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8196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C32945-4B16-490A-86B8-2D430589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196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18C803-5846-4D79-A8D9-D0D2D8C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8A6230-43AE-4410-B59F-8207360D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6B8BE5-6870-4984-A03B-2A575395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Perímetro FIC e cross-check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F2C9EB8-A46B-41A4-A9CE-DCE67312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340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30 nomes FIC mantidos; 319 inconsistências (R$ 139,03 bi)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A17B5CD-7E4D-47AF-9BE0-D9B86EDB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340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portão FIC usa sinal nominal legado e revisão quantitativa; a auditoria separa a origem registrada de cada decisão. O cross-check registrou 243 multicarteira com classificação específica, 70 aprovações sem evidência suficiente, 5 emissor × credenciadora e 1 divergência aprovada × publicada, sem correção automática. EXPERT III (53.073.485/0001-00; R$ 3,52 bi) é o único caso em que a correção de perímetro sobrescreveu aprovação manual.</a:t>
            </a:r>
          </a:p>
        </p:txBody>
      </p:sp>
    </p:spTree>
    <p:extLst>
      <p:ext uri="{BB962C8B-B14F-4D97-AF65-F5344CB8AC3E}">
        <p14:creationId xmlns:p14="http://schemas.microsoft.com/office/powerpoint/2010/main" val="3328051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2C413F-3E5F-4E1F-BF34-B17EC44C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C2DFD3-3A15-4DD2-AE9A-486D145B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F0B52-DBB6-482F-A8B9-6D059B98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E4534-E61C-4179-A2AB-E978BDE5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AD3925-B912-4C0C-BF2C-BA3CFF9C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67E13-4D92-47BB-915E-2A6614ED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A41B7-9B5E-405C-BD9E-2101F733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74A90-0ED5-401E-ABBD-0EA9F3EA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08792-BA2B-422E-AC0D-1F9F9FEC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B6B77-CB3F-473D-8011-A49A8738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8550F-95EC-4D8A-B4DB-45546484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2A5E92-50A7-4661-ABE5-5689F297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4857E-E566-46B1-B3DB-E3BD4310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74D4F0-8C04-41B8-9EBF-2302908D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F272BB-2FF1-4817-9733-750F343F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8DEF5-7BAB-4F27-B55D-27BB385F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857283-3F4A-4929-A7B9-0A5B6AA8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9B4489-455A-40CF-8139-7EA486C6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0D3BAA-0280-4EAA-B73B-D585F023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B0A5D-DFD1-4F46-A326-59D62E40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05AC4A-132A-4DB5-BD8F-3EDBFCA2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F0E349-FA13-440F-B0BC-F55020B3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CC529D-E52F-4BAC-9D27-A467072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7E6125-AA89-4AFF-A677-22B00EE2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8A66C9-C8E6-4DF8-9E52-6B9D2F3B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79C8CF-C3A5-4A06-BB86-DC094262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9D5AA5-456A-4FD7-964F-83801C714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25D3EE-623C-4B2C-A79F-24B1C52C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04FC58-E152-452B-A237-5837A771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62149769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5821A4-3114-4CD7-8CB1-EC74DD21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9A188-6E0E-4806-9BA7-21954DE3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5,1%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4BDF6-EEC1-4C5D-85AC-73A21823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7A7BE-6767-47D4-ADB1-83CC9C5F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A57C5B-0CCE-4DAF-B2E0-7927C834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81574-7F51-4071-8045-BC322A48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3332D-C3F3-4A48-B0C2-D4571FAE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32C95F-0E34-4199-A2F8-FFEC2ED6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20D16-2E5B-4094-ACD0-6E7EF9C4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C3BE6-86C3-4E52-B381-0913B753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36648-4E5B-4F3B-9686-E8ED5230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C169B-5E51-4CBE-B83B-04670CB4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A7E77E-595B-4845-B0C6-93300583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024052-C5E7-4BA4-9FC9-442B8D53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681FE4-CA05-413D-AEB8-62F8ECE8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7DCE4-6156-44F5-AE18-EF25E85E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3B2685-E5A5-4B39-A682-A4E1166E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C27B75-E90B-465F-99F0-74509F32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2327F-A049-4FF8-985B-AE0C6006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CDECAF-C915-4892-A004-AAAFCADC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50D153-EA2A-40BD-B7FA-7DB68813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9EA61-AF0C-4DCA-9B1E-F37B6ACC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EA2FE7-C2E7-44BA-A964-56DC5DDE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6898F4-8629-4B08-878D-B5356E22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EEE75A-DFA9-4F2D-84F5-5A4260B8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CDA066-A3F4-42B1-B419-86A27533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3D2B4A-D64B-4FE1-8195-DFCB387B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E1A297-1A29-4361-B783-8B60A951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35FA87-0A70-4132-90E4-DEF6FC73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17897966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CBEF52-23B9-4BC0-969E-BF08B7A5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8B65C-993A-4B0C-87B2-85DF08B4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59985-0D98-4DC5-AB2E-42FA9EFB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11D6D-0E90-42FF-BE42-DDAF8A4F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3D184-0E7E-4041-A781-280FAB07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2E4A1-386D-4EAE-8B8F-59ABABBC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3FD07-683F-4093-AA45-AD5E2607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2EBD58-FCD1-4D73-8902-17C47F54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E2BB3-471B-46DA-A5BE-C4B6A41B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9B1E0-AE97-4759-B3C9-22D35178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2D6247-A2CD-4079-A3DC-97D5F1CA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A3C1C-5E53-4E06-B8FA-398937B5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544FA9-0D92-46C4-8B45-5E73B379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9A78BE-4D92-49B5-A57A-C1EEBC40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28C4D-18DC-48B1-AF12-E49D5695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61525-F157-4814-8F1C-6005D37D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758E35-E255-433D-AD42-7C66D75B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A8E316-7BFC-4ED1-9000-F9E86309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64271F-3043-43EA-A048-0CCD4DDF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CAD1D2-C4AA-4614-B74B-358C4EDB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6C774A-EEF6-4D71-90E5-5F0A73F8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E6329C-D60F-49AD-ABAD-9BE86FBB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AD6C8F-5C23-441C-9FAB-65E39DE3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B8612A-8389-47A3-B3FF-F2C7F6E3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1FB6D5-191F-4F2A-9F36-51A4FA10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1857F2-F1F4-432F-BD2A-35569316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36875D-E494-4E6C-BF0B-C2647440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9A4777-4705-4A52-B44E-EA64690C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42EBFB-8341-4CCC-905D-3063AB35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208494866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CB96C4-2EBD-4022-89D7-0124B867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1AF36A-DB34-4FCD-B49D-CD18502B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95B993-B1D8-4081-B6BB-87ED2303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CBAE6-923D-4D1F-89D4-412C7B92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D2D3E-2AF0-4E48-A0B9-F6080B25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A58A3-B124-406B-9925-383B2E31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D4E3-D404-432F-9894-6D9661F7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AD965-070B-4B62-92A4-E98ACC78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3A7CE0-BE1A-407B-AC85-5BB7C361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F2A1A-09CD-4262-A469-D914B47E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5E366-6574-4511-8416-712D0C8B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855843-3FCF-4A34-A507-68D55B7D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0F261A-1176-4945-A4CE-EA730ADC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8013F1-7661-48D9-94BA-0390C0CB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A379D9-724A-40DA-88E6-6E284FEC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044EC-A818-43B1-B3F1-CF0A0C77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FAE9B-9BE8-4379-8700-58AB2E93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EDCB3D-3251-4088-B961-7DC541A7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85C00C-A3BB-4B3A-85EC-42075193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7EB6FA-095A-486D-AC4D-EAF7A01A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675A51-1685-4DE8-9ED8-E8301BA6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559D16-C96A-4624-A77D-D4EE2F5D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7821FD-E69B-4766-AF38-962310FE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418B32-34B8-42C5-A924-A3C7A38A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2D5B82-080A-47E1-8FD3-01C3F03C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3C617C-DED7-418F-9C7C-527F1237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1FC0F6-1835-40DF-AFF1-9723D1FD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D0D996-8CED-495B-B0FA-272BC9AD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C5FC0C-D301-403C-82EA-CF7D16EE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0497709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3392D4-ECAB-4943-986A-962B82C9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D2237-FE40-4F6C-B1CD-FD6D1779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2F2A3-5E51-4421-BCB5-779D85A3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BB86E-B5EA-49BE-B30C-7F009DB5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E74D7-96FF-47DF-8578-D9ED4265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8563F-FCFE-492D-B377-3BF41E73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A92EDE-5695-48B0-92A6-B44778BE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1C6D35-7B1C-4C65-AAC2-8E4CFF83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893BA-BB2C-4144-BB28-AD576D36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BB93F-A967-4135-AB5A-D08808A4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8264C0-FA00-4B9F-B7CD-E8C77F56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E342B6-D1CF-40D7-A0DF-93AB1D05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99F8E-9106-409E-8E55-4C1A9A5F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B40F3E-FAB4-462E-8BDD-94991FF0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45FFFC-5EE4-4EA8-A4B7-D62B0D4C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2193B5-C31E-4AF5-B3F8-58126A4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C5983F-5E16-4ED4-9B18-834461F3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FB54B6-B23E-4702-8092-DF96C248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8226E7-7420-4282-8293-780F258B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11480-07C8-4D45-8CA2-AC165138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1F75F5-7AE0-4324-86AD-FACBA371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CB60B8-E980-4415-ABD0-67BEEC72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6C01B3-A0BD-4B1D-BDCE-E2B0BA40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5986BC-DECB-47BF-AB4F-56AC5A6A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A7C040-7CFA-4FB4-A277-ED39E9A1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1FCA8-1642-401C-BE18-6876ED98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6AAC22-6747-4B73-A3E1-406722A9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B760A8-CAB8-4173-8D6D-639FD239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8863B4-6672-46BB-8B67-02904BC5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17706081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F6A246-C2D4-4CEB-A1B9-8840223D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65A69A-2A24-4BD5-B140-0FEAE5EB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5E85D-F85A-4C8F-9D05-3E264C3A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CD605-31B4-421C-8532-AD673FE6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4595D-3765-4A9E-ACA4-854D9E26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D8099-B1E9-4361-A4CA-075D8BC0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98D7D2-6BE6-4C80-81BC-36D47F1A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77575B-7CBC-4840-B00E-0D89045C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FC935-BCE9-4CAC-9A61-EEBE088F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0FA49-8322-4014-B81B-15598C15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6B156D-287F-45F9-8B5B-349DFA6D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2F724-2729-4FC8-ADB5-3973FDFB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CFF6C2-F460-4E9E-84E7-8CCF8CB6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D0DA75-8785-41A7-9942-F4D7DA61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FC3C2E-B444-42AB-9DFB-9A0A42B8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258B0E-C996-4344-91AC-F08EFFFC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C04091-CB57-4D41-9D14-8FB484D2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53CB93-25EB-4EA1-B54B-FCEE2693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7B2870-34D7-456A-B52D-73DCB7DB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981A31-0748-4C83-828B-986F4E8B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CD5B2A-B3BB-4C09-8B32-D196C69F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7CE22A-B7B1-49EE-81F7-3393F484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C32691-4559-44CF-A73F-B1C8BBDE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844BB8-A72B-4150-BBC8-5D9AD514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850312-F149-40A8-BBB2-44380655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95C58-16C2-4976-A92E-5D8811CB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0771CB-F7CD-46D9-B748-4A4CBE34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661100-96C8-46E7-8421-9F72A82B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38892F-F29E-4F40-9D19-378E7AC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31841691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6BAC8-5417-49E0-8E54-27B8BE6C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557EF-C0D9-418D-A2D9-307491C0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E8BBC-F675-4A64-89EC-71E18274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96FEC-31AC-49BC-83D6-B510313D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85F5D-BBC8-4B7E-8640-ED76DF51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7220F-EF5A-4F0B-98BC-36211494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A394DC-8651-4B01-85DE-A05C4EA2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660F0-8C40-4E2C-A420-A112CAD9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3B63A-3E97-4C66-86A8-F73EA1A5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81F45-A1F5-423F-B867-165167ED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39C58-93E7-494A-8DEF-8D7C8386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96D69-E037-4337-B7B7-BC705372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E90BF7-FD9C-4851-83D1-5188978A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FC2F5-AAE1-4B63-91B6-2245CD73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B1A664-435F-4B79-AD91-88043C43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17BB69-1605-42D0-8075-877B30BF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3CCFE-2F56-408C-9CC4-03FC75FE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F556DB-5798-464E-8F07-A3A71EB9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1911D-E0C7-47A2-8F8D-3ECA8491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184BC3-9E9D-4597-BFBC-0B83438F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791F03-9D8C-48DE-BF5E-FE7396D5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FC6003-8A57-4D4F-BE9F-631E8E47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D8FF04-7498-4760-8A0E-06EC96F3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366B52-17C9-4EFB-8D4F-039BFEBB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26C273-8C15-4C13-868E-9CC218F2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DE3C19-BC54-4F8E-AEC0-6E00379E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C7717D-215F-413D-88FC-CC30C2C5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F954A9-9AAA-46E8-AA38-44597C6F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E22347-ED07-417A-BB60-E1F70247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54504424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796C9E-7FBE-45D2-AFCC-BD4BF55C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3538FE-70B3-4489-86A7-CC5B86FD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A17AD-70EB-4059-AA57-575A185B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BF769-22F1-4FC5-A449-4C6C1EF9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03F91-F5DD-4E74-B8F4-ADF3953E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4C9D-2314-4B7E-B2E9-491C8F05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51C03-E9C7-4C89-9ED4-F98B5608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3A0EC-5B6F-41C3-8C50-90A67424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B1CA4-9317-457B-8D47-1A856BA3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FF22F1-0B1E-484A-B132-3DD3B6B4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BCC95-87EA-48B4-AB2C-D62B7757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A8217-9556-468E-8E8B-17EE0EC9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9ABE2-5E35-4B58-A862-4777ADE9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ABB42-624F-4E70-9B57-97ED681E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049D69-47A5-49CB-A411-446219A2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802770-96DD-4200-A329-8ADB5559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BCA10C-4D69-40ED-99AC-20288A58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157EBF-9ACF-4F68-BA8A-2AF371E3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C93234-AF61-4A0C-A98F-3682AEB1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85C956-340B-4739-A4BE-BE116119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B84836-2B74-41BD-83BF-9C61A06A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2DE098-2204-40D1-BD16-6E781761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2ACA21-DA79-4DCF-AFE3-BA911100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51B4B6-7562-492E-B0B9-DAAF3944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E18829-3AF4-4E30-88B7-AAE1C369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49970E-03DB-405E-984E-260132D7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F53C1E-6258-4AC1-B245-96AA94C2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15429E-AD5F-43E8-BEFC-AC6D5E33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2113B5-8B6E-4F52-8811-52C71B32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711106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F2BBE8-AA0E-424E-B332-F3F0F292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B2E77-AEF6-4045-A0A7-4CDA1143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A5914-8F2C-4120-AAAF-484F999B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1B304-B120-4BE9-80E5-67D6C697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F85F8-E2CF-480F-B461-52605C15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0C44D-217E-455A-801F-83F321D3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C86E23-6D68-425A-9CD0-7E7026DF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1598FF-D1DC-44C6-AC5F-7524CC34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28486-4D45-4671-9635-934FC10D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8A05D6-7367-4F9A-A357-1E697BE2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5A48AD-1AFD-4C85-951B-896D5599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31CD0-2516-4654-A2FF-00F542D6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8B222-90F4-4DAC-8890-6036E67E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B8176-4211-4CB0-BF7F-ABC8B8F2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238C73-08C3-4E92-A266-0DFF368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C113A-6278-4B23-8268-25FC547C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B41A7-4375-43BD-98C5-DC793E32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F40B69-42FA-468F-ACAE-E9754323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4E11A2-18B9-4545-B9DC-7D8323B1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A2BF2A-87E4-46A1-BE2E-3929A56D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CD2DDF-A142-444A-9898-B70F1676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DA0A70-6361-4C5F-9A2C-AE96D379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F98470-FAFB-45D0-821D-630C208F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4BE29B-FDCD-4FE2-A1BD-C1CFF446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C6EDCE-6745-40C7-8E3E-795A1B66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E6A227-3C0C-4559-BA79-EA2952E9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158684-5F15-49FA-B9A8-A4BABC52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EAC301-4C1A-47F0-9EA0-F11C3C4A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F61220-3373-40E8-B51C-BDB1088E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8504770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45BAC6-3DB6-41E7-BAE5-37DB7AA1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A274C-A5F1-45CE-96F6-FBE0067A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9A3CD0-94A4-476E-B3BD-923AF531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C103E-7C9C-41A3-AEB4-971591FE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5C666-0C9F-4DFA-B9EA-029E3B9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1A876-BDAD-4E50-9AAB-FE0F6381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91BEF-0389-4D79-BBEA-2D205835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2B8F4-2460-43E5-81A8-A9D8E9CC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26E4A9-A3B3-4482-84B0-E59A612D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5E36F-66F9-4F5D-B27E-474CDA7E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9047F4-8B2F-430B-AAC0-DDC38476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FDE276-B152-4DF8-8136-2219C375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A47322-82F3-41CF-AFF1-CA90A0E4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A73D22-17C2-4625-B5B4-C6C59456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82B08-DA74-4F3F-82D4-9F605AE8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48887-C146-4C7F-BCF3-D596BA06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BD3BF2-62DD-4960-AB48-1D479D80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E7A95E-3A1B-4468-93FB-018BA73F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04AF3-A8E8-4667-AAF3-52EA761C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D5C5F3-874F-4AEE-AB46-BE141D6E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3686FE-248C-4BAF-9B64-038CCBC4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1E90A5-A535-41D5-9950-748B92F3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03CA9-1141-4CE2-9844-525BC0E2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FC1D6C-2619-4F91-9BE8-2B2610EB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6A6417-8709-4D69-9EFC-26E651F8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DA5CAB-9A99-4A4B-A6B2-5AC629A3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9592F6-F1E9-4CC0-AB03-63B56401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639208-9B9E-43D0-B791-7906AEA0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6C5AC3-FE20-4D02-BD75-CCB4F6BB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210797103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A63646-C30D-435B-931B-0B585C80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4ADC4-9C58-4529-AF13-4E91B93A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79800-7A4F-4076-8294-632CE9CF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2B05C-9FD2-4379-AF27-10D4C319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3D502C-67D5-4100-8A9B-8A41E856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7A5F4-F32D-4BB9-BFB8-D2363248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F1D45-FF36-41CA-974A-38F81634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35FDC7-5260-40AA-881A-1847D77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152A99-FFB6-449C-B454-13B353B6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EF357-B229-45F5-AE7D-3AC4E41F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D21989-9E76-46F9-8E26-54CD07EB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21FB3B-7711-419F-88D2-47691376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00A97-310E-4BF2-A659-C835F46A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8F308-73BD-424F-AB76-9F46C999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18DFE-AA2B-4BCB-BE9B-A0254F4E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B078C-1B9C-427A-9689-81744990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C0500B-710D-49E4-8F83-4E3DC1EE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F57A81-CE83-42A5-8218-524F723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931B1-05F2-4824-8F0C-6CAE8397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7552E5-8832-4D46-A6B9-9DEA3633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62F4A9-502B-4855-915E-47CE5A30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1C3BB7-D9F1-4A7D-A763-238072E8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0B5F8C-7291-4621-B577-DA57E3A2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91ACE0-5908-4909-853C-395FA32D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28FA5A-2045-4CD4-9170-8E6A7592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C78E9F-21CA-4875-A3A8-8FEC9673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DA2D99-B477-4644-9228-1120A42C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5978ED-E641-4DAC-BD7C-6C5CA3DB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566CC2-874B-4278-B7F0-DA0200BC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9685068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C0F371-F94A-44B0-AF28-993D88E7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B69EB-6F13-44A9-A170-BCFA3114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C2980-D148-4B2A-96D6-10B5B190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A639C-B2D0-4369-A584-977FAD04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04B0E8-85D4-47CD-9947-E259C6F8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1D0B7-DE66-48E9-9880-CDD8EB76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BFD51-BFDF-4A66-9A11-958D9422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D70CD-9604-4EFA-9905-31A982B9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488EA-D9CA-49B8-9B35-7E1E2CE4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478F82-612A-4E5D-AD85-1F8414B3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59EDA-6EC4-4A06-9588-8364BEDA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CDE55-038F-48DE-9458-15689E82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EBAD80-FDB6-4EE5-AC65-D82633A4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BD4B18-2494-43F8-A087-82355891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3C63A-8762-4CA4-B97E-DF7345A9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11B8E-D783-4ADA-97E0-18882477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B5334B-2D5F-4931-BF41-9E8A644C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A8533A-B5BE-4BAF-8371-93AE6FFE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D38C38-AE2F-480C-8A03-383DB806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735FD-99CF-479E-AF08-877A2435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5BB224-5F73-4A6B-A8AE-90B97F9E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88CD73-9B4E-46C6-B5C7-41D39C49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DFC1A7-EBF8-426A-999A-AA1FD48D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651EEB-F615-4CBB-8D07-59B95D3B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9D7D79-C317-46F4-AB90-277327BF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9F4257-D3AC-43C3-91C2-8A8FE534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8358E-98C5-4DE1-B2DE-3904839F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6C1C73-6764-4834-B54D-F3677453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806561-9A02-4C29-A77B-9274BD2B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23012026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84ED27-71AF-4D08-8950-C889494E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439AE-9BE9-4DC0-9C4B-953CE16C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5EF21E-994D-433C-86F6-553AFFF5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FBA3E7-85E2-4FE2-A067-A057E2EE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EF895-E2BC-4ADE-8DB4-E4384AE3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012FC-849E-47FD-9D9F-C4A1D49A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7E698-3C5D-488A-8C5C-EB9C0125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578EE-C41F-47F3-95B1-3CE86F97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32429-6476-4C75-90FA-6C6814D6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EBA76-AED3-40BD-8F11-0396A813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AB180-CF02-417E-909B-4C953CA8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3E2BA-56C4-483B-BFE6-095A3940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2EC88-C63A-45E6-B1FF-1018E46E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9E4F7C-CB59-4345-9809-CB51A65A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895832-988C-4815-87C9-6D00C920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BD132-2B54-48E9-BCA6-DD67A7DA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DD2748-EC1B-4833-9712-04333759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9D268-09DF-4623-A51B-81F29813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1FA3D5-5F62-455C-8275-AF5BBDF9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8A0F12-CC43-4518-85B8-8BAAA5BA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0DCD0F-F409-4A73-99F6-028AEE73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F4477F-36E9-4CC3-9985-789F3012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7D5B30-F9D3-46B0-A34B-91D36819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1B4456-406D-48BD-B5A4-641A234F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E945AC-F072-41C7-AA76-731B3A15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8F2904-7078-48BB-9CE2-6B4ECAEA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84DCDA-BF38-49C4-87A4-09167218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71151D-B62F-455B-9307-38D65148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181B51-6C8C-4C50-BF1D-56331A47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27160810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381C1A-BDBC-49B9-AF8F-78133E93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0F5C8-9447-41B9-928E-8034680C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B5A17-1844-46E4-8448-93441762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9457C-24C8-42C8-B2A9-A065BC32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AF380-2248-415A-A3C8-ED0EF0D0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D56A4-6020-4886-B3C9-DAD40611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C28D9-5D26-4FF6-8633-00424987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8E31A-D288-4B29-9EB1-B65C60B1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87FBD-E7C3-4EC4-964A-F32118CB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3529F-4DE3-44AB-8E4C-2D120344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29A6F-E64F-43BA-B419-089EF36A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8DBFB5-3E44-4E31-A50C-600D789E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5C45D9-28DB-4081-A20B-BC3B472A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C4F6B-C4A7-41CF-BC5D-9D05855D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BE160F-F54F-47E2-9E8B-49CBC53F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D5BC4D-4F01-405F-9BE6-AADDCF64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5E6DB0-C605-4A37-B2F9-FB435AF0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9B4157-CD61-46C6-8176-5B76AAC8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1A7F7A-6408-4E61-ABF7-2E341F26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88DA22-DE4B-4089-84AA-BDE14FB9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1ECEF2-9853-4F0C-ABC9-34018BBA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2CA8A6-72D3-4C31-88C9-13F358EE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F0684-8FF6-4D32-BA87-C5B37AB9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96A31F-B888-479E-B283-C0B43DBA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CEEF3C-4704-4357-B769-1835930A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BCB717-117F-466C-8426-56D68B6D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A4F19-EA60-4FD5-9AE6-06E71FCA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ACA18E-B6F8-4C83-805C-6377857A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DD0453-65C3-4E44-AB9C-19745441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90187403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EAF712-9D8D-499C-AF9E-39E316AE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27E17C-09BC-4143-BDAA-6B100C6F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91704-9412-467C-B780-19243488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B7AC0-B12B-400B-B413-A49FFBEB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DF93F-9B3D-488D-B285-A7704D48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EA028D-C8F4-4F36-8D26-948DD165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5043B-FFDF-4CE2-8518-FF03DCD2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8DBDA-CFBF-4E06-88EF-55CD2969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48BC3-52FB-47DB-AF2A-77913627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69843-B695-4A1A-BBEA-F65D9540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906413-39C2-475C-9AA7-15655A55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DE9A9D-2577-482B-842B-ECC99997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2C46-4CE0-4FFF-96E2-CDEC6030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FA8A7-C030-4F4F-A403-27239895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2AA6D-48CD-4506-8C14-AF71EF64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20DE33-4A8A-4705-B30D-26A8908D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2E3E9A-1C7D-4B41-B3BE-8B05B554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BACCD5-F87B-4FB1-A509-04714D93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0AD4A1-048B-43AD-AFB4-6DC308DE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60CED0-5FDA-4A00-88F6-E90D7494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318B00-A044-480B-B6DC-3609808C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5C7C7C-4492-4ABA-8A40-6CBA88E0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CBAF90-22EC-4898-B207-60FBAE0F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FC0326-EDFB-465A-B436-121DDDC5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7E2FB2-B792-413E-856B-C0F222BC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C7E7A7-68B2-4764-A4AA-FC686316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121488-E487-49CC-8E61-C5201AAD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4AB2B8-48CE-4CFB-9888-A050EF5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4D7EA9-0759-4A53-B1B5-0209020C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928933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005DA9-B617-4259-ABBC-FEBB32FE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6B147-99D0-47A7-84E9-3AD25A15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10EE9-2F18-472D-A5AA-4273863B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8222A-E819-4D88-B220-690DC2D1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39A72-E5DC-48F6-88D7-62E8C3A5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03E1C-0CD9-4FB5-BE56-1B1D9F5E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C295A-B396-4851-B276-C1CCEE7F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3643D-33E0-488D-ACA5-93ED0D1D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BE0EC-97FF-4D4B-A7D9-0188CA1A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937DA-5873-4CEE-BD3D-DCD24849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B1527-B053-43B7-ADB8-F4BBAFD6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0A77E-2C09-4E67-9901-BB8E5549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1321E-4FDC-48F0-BE47-97086BFF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2AF78E-E5D3-4C55-A7B2-2086CCEB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9A1AF-CB4E-4633-9E70-A6D0BB94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B799A1-4C66-47B5-9F2C-213A8CBA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BB146-A58E-4A9F-97FC-2C93DF07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72778B-620B-442C-ADC5-7964E1AE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F148D6-932D-4677-A168-B9E4968F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9C8E5-6F26-4A9D-8375-8943E245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CEC6B5-48F8-4073-8BF6-71539559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CA5924-62B6-4695-B776-57EFA56A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2A77CF-909C-4910-BDFB-4169169E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16309F-FC48-45AC-9F8B-02D46C51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6267A3-377A-4734-8B95-BCCE1E02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CEAE95-3813-4630-8AE1-7632088B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7C1AC0-95EB-4F9E-A459-0AF2DB4C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5F22BE-BEDE-4537-83F3-4E39F06D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213828-C233-4E7F-AFB7-02DB0E33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318470464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1FA4C-FA7E-4D01-BD4D-02BEEA31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E0E7A-5B2E-4390-BCD2-06C1160C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7337F-D894-404F-A40E-7C22C2E7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96120-DADD-465B-B822-8B85F371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C3D9F-4A49-473F-A636-16BA0B9E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195F3-360E-43BE-B7C9-CFA3FBFD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165D1-21FC-4CF1-8E1B-05DF2040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62FA9-3D53-48EB-BE5C-A985F948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06C252-843C-4D56-A094-C6BF4442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1752F-BC23-4DF3-AEDF-723FD9E8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C1F03-EE22-45C5-9BD2-6131EC63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2F259-243B-48BA-A9CF-4C51261C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1E340-9EB2-4002-B921-DC471C15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B8523-6929-4845-A84C-0E8F12CB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34CE0-CF87-42CA-864C-F0CCB04B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91A4BA-DC9E-48A1-8FD9-651AD072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65AFC5-2643-4105-A974-804EE1B3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0EEA34-1155-479B-8BF9-DAB33F86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5C239F-A59A-4369-A0C6-48C4156F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AB8D41-84CF-4A22-B910-2A1D36A1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39559D-9139-4698-877B-0C9EA934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5D37EC-0076-42EF-949E-18EB39B4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BB00D3-8F62-4E0A-983A-6F101BF9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310832-4836-4E98-B0AF-A5A15A28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9E2208-EE8D-4F99-BB10-80559FC3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1078AC-FB88-4DD7-AABE-2E969F67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0DDD8E-FF85-4C17-B93D-1DC71975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4ED782-77ED-4C24-9337-41C1D0D3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382AB1-89BF-40EB-8C73-6ACE1559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20790993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26D724-300B-4EAD-99AB-1239E7F3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6C530-24CA-4E52-9DE7-F3C36BF7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F4D87-FB05-4F89-9663-72B95F5E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C5ECE-3956-4D9A-A61C-B928BE4C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7F1D89-EBEE-4E81-B062-D6CE1C19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41721-FB7C-4877-9ECB-E7D262A4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65E75-E287-4DBA-AA54-A42384D6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4A6BDB-7B7F-4DC0-94C3-4CA3B90C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F39E4-DDA1-4B68-9561-C32F837C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2096B-10B5-46F5-907E-72BD289F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FDCB3A-4236-4548-A40C-2E1E1ACF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BA8BBA-4CA7-4ECF-93B9-4EAE1291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CD742-430D-48D3-B997-58EF0BD7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A84BFC-B32D-4EB5-85A3-C2C30034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B74ECE-7549-4E34-80D7-D4C21CDC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C8A34-0605-4DAC-95A4-F20E52A5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86A55D-AE22-4EC0-B2FA-0FBAAF70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CE4295-CD5D-493A-BEB4-1B01F289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F80A5-0081-47E9-AED0-61C65C42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DE72F0-B469-4F7C-9980-629041E4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A1DB2C-3E4D-482C-A4E3-DDC6A60A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62AD8B-0DEE-4924-9C4A-373261CD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E10327-8947-4827-93A5-5A268C6F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922C15-A629-4901-8B5C-453D6ACD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1640A3-CFE6-42A5-820F-E1E7A8EF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C2D4C5-BE85-4070-B9CD-684453C7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3B98CA-0D74-4889-A1F7-F8429DDE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BDCB8D-DF94-4601-A39B-37FFA3FD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1E81BF-1E90-494C-AED3-0357A82F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52481114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39E13F-6377-49E1-BC0D-1B47620D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13A29-D0D9-41F0-A9E3-1CB4A083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21CD5-84FF-4E5E-A3AA-FAD33D17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AD9CD-EFC7-4268-AAC4-0A4ADB20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4E3E9-2300-412C-B070-E4931418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3E7D5-9680-46AB-9609-A15E6333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5A798B-55BF-4C19-B143-326F62BB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ACD266-8174-4126-B8E3-E41A187D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DC445-AD06-4D0B-805C-B37C7988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01F87-0A87-40C6-AD2D-B913D907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78D46-B845-4279-A1ED-98C4B069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C34D4D-A760-416F-9F2C-EEC2D4D9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0D5AEE-16E8-4B22-8CB5-250B209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AB862F-50C3-470B-962A-0A308495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FDCC1-B11B-40E4-8298-DF068351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6C328A-6CBD-4152-A3C9-F2523047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64D014-4922-4F0B-83EC-08E87EFA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7570C5-7044-43F3-9502-707C1957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650A99-B95D-4EC7-AC85-A1225CBA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BAA58E-CD95-4B45-B465-A23ACC0B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35391A-7A0F-4732-8861-A4BCDF6C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031B83-E2EF-43BC-90DC-D3215FC2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FA6B94-600C-44B5-A179-045E4061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F37152-8B99-4C88-9722-B88597F8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1BAAE0-15B3-451D-BC0B-B8726AB2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14A3DC-81B5-47A6-8EBD-7BD5E6FD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AF6DCA-99F3-4345-A81D-11CCEFAC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708D6D-5C89-42F4-B341-28EC053D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2EB02B-1360-43FF-8FE8-05A921CE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48694940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666D12-D4A5-41B3-A89F-B63A9258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1DC70-17BA-40D4-9D88-F9F85446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HAVAN ECONÔMICO, FINANCEIRO E COMERCIAL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14BBD1-6D2D-4FF8-A8DA-BCA39B7D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049D6-BB0F-4B30-A412-E8153328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52AF3-4F27-43F4-BB72-8360F677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BDE4C-1F5A-4CDB-A0E6-A4662B2E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9BFB5-673D-4522-A8C1-B78683D6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12.817.329/0001-29 · HAVAN FUNDO DE INVESTIMENTO EM DIREITOS CREDITÓRIOS SEGMENTO ECONÔMICO, FINANCEIRO E COMERCIAL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0454D-D395-4B8C-BB66-F7FE8C20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CF3BD-6F66-4352-ADBF-ED760DB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6CE63-D28E-48ED-ABFF-72EE83A3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A842B-F0D1-4ABA-AB6E-4BE67CDD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E7DFF-477E-4B78-8012-56515DE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BEE294-1B21-4B9A-8952-384C72DD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77B5C7-7C5F-4781-8CA4-5C7B3312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1332B-DAAC-48FA-8405-805B3C4C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60BB5-8E6E-46CE-8C35-9883FBD4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1D636B-C7B7-4B2F-ABB3-D5B825AC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503AA-5636-4EB0-8DE8-F0A51AB8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8392D-AE34-4EDE-8877-BEC6B576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5A49BB-0E30-4E57-9C70-ADB07130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187499-FF72-4658-BB06-435F40A3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CBB24C-C23E-42C6-82E5-5FAE5E58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7B7FF2-9769-496D-98D2-4995877E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B418CB-F6A5-4510-A9D1-D7A4CF7C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28F21D-7646-4AAC-A507-E516E44B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FINAXIS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PETRA CAPITAL GESTÃO DE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FINAXIS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E1774A-27C7-44B6-B395-9591E9B0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B83F99-99B3-4335-AC5D-0E1C9819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36897-1040-41D2-AF37-84525DEA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0E7F6C-3A64-4836-8911-66FA4052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preenchidos. Fonte: FundosNet e CVM SRE consultados em 2026-07-24; documento primário não localizado. Evidência: Sem trecho citável no corpus consultado.</a:t>
            </a:r>
          </a:p>
        </p:txBody>
      </p:sp>
    </p:spTree>
    <p:extLst>
      <p:ext uri="{BB962C8B-B14F-4D97-AF65-F5344CB8AC3E}">
        <p14:creationId xmlns:p14="http://schemas.microsoft.com/office/powerpoint/2010/main" val="160398149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11EA7D-4286-46F4-A377-87747192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FA4D9-FA81-4F49-8E39-B8909A51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A614D-9915-490A-BC42-9BEC3504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285E0-9B10-47F7-AF3B-ACABD51F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AC42C7-8C5A-4E00-8B87-3753E69D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89767B-B413-4867-9DD8-45C71F5D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5b99cee9eb4e8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449B61-515E-40D1-A431-A6966881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D7FB97-97BD-4B5D-A739-519C6010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8F545-2C05-4ECE-BE6A-CC90525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b9738637de430e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6DF965-5423-4A9F-8624-8AD6BDFA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dfb6d5e722442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896B6C-E354-4898-8E5B-4426A5F3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46208a09bb48de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AA9200-4537-424C-8EDE-6E5B16E3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66b2d6568ac4181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065587-16E6-44C1-8EB0-63EDCA2D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df1d68bfbc47a0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64C48B-BC46-4E96-B5C4-FA5E7B2F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ae9b8b0ae64d4a"/>
          </a:graphicData>
        </a:graphic>
      </p:graphicFrame>
    </p:spTree>
    <p:extLst>
      <p:ext uri="{BB962C8B-B14F-4D97-AF65-F5344CB8AC3E}">
        <p14:creationId xmlns:p14="http://schemas.microsoft.com/office/powerpoint/2010/main" val="1371259052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ABE6AA-A5CB-4430-AB78-B3C3592A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3760BC-934E-4596-BCEC-B6D41FD3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F1D26-9BC6-4D61-98EE-03AE75A2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4E407-D4F3-4C82-86D9-A0F84DB7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D32FA2-965E-4D59-B712-1E6E5BF6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20B103-C21D-4656-8D68-B5015914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FDB23-A421-42D9-9407-643EB94A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E8E697-367E-412E-B8A0-F4D93422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8a1929210f420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65040-3C2D-4BF7-9BA4-B3882B1E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3D1D9-9AC2-4C9B-B9FF-676861FF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D5E9A-DCF7-4E76-A731-A7540EB6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7CFCB2-9BDE-4B85-B8B9-D359B037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8737869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B65AA-1DF5-4E65-82AF-58336383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27622E-8F24-4153-8FDF-0ED41D06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BA8D9-6D19-4B85-862F-7DE240EF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A4A6B0-4BB4-42CA-9C7F-7AB2878B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28612-6E03-409A-82E9-FBEC851A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34933-0B3E-44C2-A4E0-B1FED56C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9EB35F-1367-46C5-9928-15F442B1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BE956-649F-4784-989E-2352E4F1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9ff8321e16242d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28840-B4F6-48C9-9F86-53903504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FF7C9-EE35-487B-9300-24574C2C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B878BA-8F49-4413-A15A-2269E377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50B3E-FE0F-450D-822F-F120E1E8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e6943aad5a4281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B93574-F25B-4683-A280-2B8C2856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76EC93-A6FE-47EE-AA93-23556623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92C94B-03FB-422E-A4BA-6F9576E6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39398492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67345-BCDA-4E07-9B4F-62AB39DF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91A5D-304D-40D4-97D0-C849DB76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E0154-3A74-4D3D-9502-B8D92096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0ADD4-D746-442B-8ED5-AA451DE2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7C7A3-D001-429D-86D3-811CBE1A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6DD0C0-8368-488E-A82F-6E9D2724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4d48fc5ce0467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7A662-1AB0-4347-A32A-E19FDC1A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118738962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3B128-808A-4AD7-B0F8-2A3DD93C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9FEAC-767C-4D70-832F-0454F98C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80FFE-77E9-44FC-B549-EB25E57E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7CFD5-C68F-4117-9BDA-4362C35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C3355-9CF3-441C-966E-71841F88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E79EB-7628-46C1-9F8F-7758E6B3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c576dbd4124b1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1BC6C-C852-464C-9175-4835805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66820017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DDFF56-68E0-484C-B533-98760681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4E26A8-8CD3-470D-8A0C-1E17D5BF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BBBB3A-5FB9-4955-87D6-18C6638F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36DA2-A852-4651-958B-3E8D8391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1C0B2-A3CB-426A-B930-B7019675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7CD42-6DDD-4E6E-ACB7-79A4868D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5ef463e601428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8CAA1-0377-457E-A9AD-2D82C16D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53422130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D642B6-CD55-455C-BE63-27FDFF35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BE8DBA-3EB9-4C5D-8872-74D3E737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7,6% do PL comparável mudou em 2025; 35,1%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DC40D-3EE0-4832-9E25-255B0514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CF137-557D-4EF3-909C-8EA5B0CA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F11B60-6B43-47CF-B892-300518A3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CAC6E-730E-44C2-ACE5-81DB2B06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03801-EBB7-4253-A5A7-FC04ECE6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2C7CE-5F34-4EFF-9686-8623446A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2.323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R$ 426,9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R$ 32,4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27,5%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B9DA1-ABFE-475E-9330-7103E260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5DF16F-A8A1-4D3E-9C34-978D73F7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31DC18-EEC2-4AFA-9C98-542924FC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EC0B6-01BF-4F9A-9766-FE0E4077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388E9-1570-4841-A5CA-1336A62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72427216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534D0-647C-4FF5-8A52-77C5E1C4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8C2A4-2D74-4362-859B-642BC0D7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650CF-00AA-4D64-971D-C5247F39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DC6CB-D7A0-4C5E-96EB-671144BA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A16BB-3E57-4C9A-BAC8-ACC7477F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196BC-EF6F-4D5C-AE04-D4454FBB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74c8df3b95433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28409-A1AA-47AF-A1B7-798661E9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276D48-31A7-4CDD-9223-DBDC93F9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2530124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B6EA7-3B04-4934-916D-768EE5E3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3A3E40-DAE3-4DF5-A6AA-9B42CE65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D7CA5F-C69D-42C1-9E18-5FECC1FE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C6C57-368E-4172-806F-2F5167C2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ECC956-D773-4284-AE88-9145370A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57D7F-C3D7-4ABF-B9BF-54F4D804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6302fa9bbe473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3BB73-76E0-4F89-AB07-E105730A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B170F-9817-4424-85FA-96C42577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035459518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61FF15-E4C4-493D-B16F-01A96C39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80762-0D8B-4223-98A8-6EBDC184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701B63-123B-4A71-B9C5-DA102C4A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B3F02-540B-4A75-9BAA-973B2FAD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E1689-E8C0-40BD-99C3-0701BC94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0934D-7D14-42D0-8357-CF00685B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20cd9ef03a4d9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70286-B824-404D-BAAF-72C377CA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E02BC0-9513-4C83-B2DB-0898DF53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575518801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5756085-0D19-4EBF-95A9-F7FAE39B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5BAFA-5F76-4392-B666-BBDBE88E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38637C-D9E4-4D75-8F26-ED55268A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54697-D1C6-48B3-8060-8D2C1068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7B7C78-A352-4A15-BD36-8945DC55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07F07-EB25-45CC-99A0-64E30DAF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A7DDBF-256B-4DBF-815A-1BEB9A82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8A482-A903-4C44-89FA-60F6F8F6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B68E1-9F69-4405-9FE5-84A2F074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A5A17-FAEC-4439-BC1A-BD9631D4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C42C0C-21DB-425F-90DC-E9491294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17FDA-3824-4481-A567-536FC304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E0AFB-A410-4EDD-A565-F4F5124B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1B73EB-E2E0-4EA2-853C-6C47119E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C61952-4E09-4322-8C59-0312DAD3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C3D51A-34D3-4A44-A25E-40DED509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FFDF4D-A824-45EF-97B4-C7F49302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012B45-0E03-4282-80E0-F2DA36B7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B2B82A-F0D9-4849-BF1A-32205D72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72D9B7-FD50-4674-9158-A843A50E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292251-77D1-4265-91BB-9DF6B420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47EBE3-2F75-4778-820C-FB8D6D48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19DD28-8CF1-47AA-8FBB-2FF487C6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EDDA3F-F557-4401-8FD1-A8E98DE4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C5B949-4C94-4C6D-B10B-099F370F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B511D0-2C61-4124-9C26-D74E737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CE1952-B6BB-4568-9873-4C5EE8FD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223A74-89ED-49D9-A6C2-2156C746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9667DB-38E5-415A-A257-25EA18FB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32129B-D4DB-4A41-8998-6E639995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0906D0-642B-4F2C-93AB-C0F21561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346B65-91BE-43C5-8459-CF2FD1B4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D053B-F8A4-4AA8-B685-75387C1B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8112B0-1841-44F6-BA5E-F9F6CF28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45037C-48E0-4E35-972D-6CBEA5B1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0EABD3-913B-41BA-BE3C-F0619F1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54DA64-E62B-48BE-840A-58D99E6E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41F826-6EFF-46E2-B875-4AAC525A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FB4F42-735D-4F52-AAFB-4D45F986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3020BE-DCD6-4AB4-90F7-306A247C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CA3286-5C55-450C-A191-5C6EA2E8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9C50B5B-8876-4717-8DE9-9F6EF065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AF2DCE-4CE4-478B-A4CF-5D609144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872ECB-A1D1-4206-8546-75795E9B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E7D4E4-97E0-4BF4-9ED6-B03FC6C1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CFCA5E-B31D-480E-9012-D013AFB6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DE3DAB-C31C-4DDF-84F8-A4038C25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A6F8018-C07C-4F16-9173-C0B76404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3EDABF-8C82-4F87-9C30-B91AB2A3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CE6B9FA-EC73-44B1-B9EB-266264C8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F56593A-09C3-40E8-BA58-8B70F35F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168FD1-9FF7-4194-91D8-D4190524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D8B682B-4BCE-4B93-A3D5-E17A8EDD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32721F-5291-457E-9573-E8EE58F9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355541482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2026-07-31T06:10:55.8190000Z</dcterms:created>
  <dcterms:modified xsi:type="dcterms:W3CDTF">2026-07-31T06:10:55.8190000Z</dcterms:modified>
</coreProperties>
</file>