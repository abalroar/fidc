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4122ae56924c23" /><Relationship Type="http://schemas.openxmlformats.org/officeDocument/2006/relationships/extended-properties" Target="/docProps/app.xml" Id="R79f20773c0264fd4" /><Relationship Type="http://schemas.openxmlformats.org/officeDocument/2006/relationships/officeDocument" Target="/ppt/presentation.xml" Id="R6c5c131bf22145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03d7053b8c48bb"/>
  </p:sldMasterIdLst>
  <p:notesMasterIdLst>
    <p:notesMasterId xmlns:r="http://schemas.openxmlformats.org/officeDocument/2006/relationships" r:id="R427c0a5d23064209"/>
  </p:notesMasterIdLst>
  <p:sldIdLst>
    <p:sldId xmlns:r="http://schemas.openxmlformats.org/officeDocument/2006/relationships" id="256" r:id="Rc975c8e7f5c64b9d"/>
    <p:sldId xmlns:r="http://schemas.openxmlformats.org/officeDocument/2006/relationships" id="257" r:id="R56fe778f86544d12"/>
    <p:sldId xmlns:r="http://schemas.openxmlformats.org/officeDocument/2006/relationships" id="258" r:id="R506281c3176440e3"/>
    <p:sldId xmlns:r="http://schemas.openxmlformats.org/officeDocument/2006/relationships" id="259" r:id="Rcbcfd3fec0884c8a"/>
    <p:sldId xmlns:r="http://schemas.openxmlformats.org/officeDocument/2006/relationships" id="260" r:id="Rc915840aca6b4252"/>
    <p:sldId xmlns:r="http://schemas.openxmlformats.org/officeDocument/2006/relationships" id="261" r:id="R1706781931e64492"/>
    <p:sldId xmlns:r="http://schemas.openxmlformats.org/officeDocument/2006/relationships" id="262" r:id="Rd611e32f0b764a74"/>
    <p:sldId xmlns:r="http://schemas.openxmlformats.org/officeDocument/2006/relationships" id="263" r:id="R9bf1ae2ca4de4aa1"/>
    <p:sldId xmlns:r="http://schemas.openxmlformats.org/officeDocument/2006/relationships" id="264" r:id="Rbc43d6a6b68a49f7"/>
    <p:sldId xmlns:r="http://schemas.openxmlformats.org/officeDocument/2006/relationships" id="265" r:id="R16c0827c517f42de"/>
    <p:sldId xmlns:r="http://schemas.openxmlformats.org/officeDocument/2006/relationships" id="266" r:id="R511999ba788c40e6"/>
    <p:sldId xmlns:r="http://schemas.openxmlformats.org/officeDocument/2006/relationships" id="267" r:id="R186f38b85aaa45be"/>
    <p:sldId xmlns:r="http://schemas.openxmlformats.org/officeDocument/2006/relationships" id="268" r:id="Rc70ef07680744364"/>
    <p:sldId xmlns:r="http://schemas.openxmlformats.org/officeDocument/2006/relationships" id="269" r:id="R86bb2bf93ca1419c"/>
    <p:sldId xmlns:r="http://schemas.openxmlformats.org/officeDocument/2006/relationships" id="270" r:id="Rcf20de0339564396"/>
    <p:sldId xmlns:r="http://schemas.openxmlformats.org/officeDocument/2006/relationships" id="271" r:id="R1f6471dc64054c47"/>
    <p:sldId xmlns:r="http://schemas.openxmlformats.org/officeDocument/2006/relationships" id="272" r:id="Re7ea8841194343d1"/>
    <p:sldId xmlns:r="http://schemas.openxmlformats.org/officeDocument/2006/relationships" id="273" r:id="R9ede029c07bf49c7"/>
    <p:sldId xmlns:r="http://schemas.openxmlformats.org/officeDocument/2006/relationships" id="274" r:id="Rc310be57ec7b4f6c"/>
    <p:sldId xmlns:r="http://schemas.openxmlformats.org/officeDocument/2006/relationships" id="275" r:id="Rf353eb91feca448d"/>
    <p:sldId xmlns:r="http://schemas.openxmlformats.org/officeDocument/2006/relationships" id="276" r:id="R8c8803e5f62e45c2"/>
    <p:sldId xmlns:r="http://schemas.openxmlformats.org/officeDocument/2006/relationships" id="277" r:id="R6ab3dfc80e954469"/>
    <p:sldId xmlns:r="http://schemas.openxmlformats.org/officeDocument/2006/relationships" id="278" r:id="R26d754ccc216406f"/>
    <p:sldId xmlns:r="http://schemas.openxmlformats.org/officeDocument/2006/relationships" id="279" r:id="Re0023220db5141c5"/>
    <p:sldId xmlns:r="http://schemas.openxmlformats.org/officeDocument/2006/relationships" id="280" r:id="Rebb3cc4538ea4f68"/>
    <p:sldId xmlns:r="http://schemas.openxmlformats.org/officeDocument/2006/relationships" id="281" r:id="R738ca1283096410f"/>
    <p:sldId xmlns:r="http://schemas.openxmlformats.org/officeDocument/2006/relationships" id="282" r:id="Rb7d4339fc2214351"/>
    <p:sldId xmlns:r="http://schemas.openxmlformats.org/officeDocument/2006/relationships" id="283" r:id="R94c55047c6bf40b9"/>
    <p:sldId xmlns:r="http://schemas.openxmlformats.org/officeDocument/2006/relationships" id="284" r:id="R5dfafbbbd3914f0f"/>
    <p:sldId xmlns:r="http://schemas.openxmlformats.org/officeDocument/2006/relationships" id="285" r:id="R11bd9f6ffca740df"/>
    <p:sldId xmlns:r="http://schemas.openxmlformats.org/officeDocument/2006/relationships" id="286" r:id="R36003b1851b344fa"/>
    <p:sldId xmlns:r="http://schemas.openxmlformats.org/officeDocument/2006/relationships" id="287" r:id="R335e83bcb89c49b0"/>
    <p:sldId xmlns:r="http://schemas.openxmlformats.org/officeDocument/2006/relationships" id="288" r:id="R17f2259c4b344c63"/>
    <p:sldId xmlns:r="http://schemas.openxmlformats.org/officeDocument/2006/relationships" id="289" r:id="Re64cb8dba3274dc7"/>
    <p:sldId xmlns:r="http://schemas.openxmlformats.org/officeDocument/2006/relationships" id="290" r:id="R840397ba0a7b48e3"/>
    <p:sldId xmlns:r="http://schemas.openxmlformats.org/officeDocument/2006/relationships" id="291" r:id="R99d481f541d4484e"/>
    <p:sldId xmlns:r="http://schemas.openxmlformats.org/officeDocument/2006/relationships" id="292" r:id="Re814e80ccb0b44e8"/>
    <p:sldId xmlns:r="http://schemas.openxmlformats.org/officeDocument/2006/relationships" id="293" r:id="R483f4751e7764268"/>
    <p:sldId xmlns:r="http://schemas.openxmlformats.org/officeDocument/2006/relationships" id="294" r:id="R4b0a5722cc2e4c99"/>
    <p:sldId xmlns:r="http://schemas.openxmlformats.org/officeDocument/2006/relationships" id="295" r:id="R90875a3b67124638"/>
    <p:sldId xmlns:r="http://schemas.openxmlformats.org/officeDocument/2006/relationships" id="296" r:id="R6177f04075834905"/>
    <p:sldId xmlns:r="http://schemas.openxmlformats.org/officeDocument/2006/relationships" id="297" r:id="R04fe20a13c85465a"/>
    <p:sldId xmlns:r="http://schemas.openxmlformats.org/officeDocument/2006/relationships" id="298" r:id="R357a8b18cd244463"/>
    <p:sldId xmlns:r="http://schemas.openxmlformats.org/officeDocument/2006/relationships" id="299" r:id="Rf874bb50fcf342ee"/>
    <p:sldId xmlns:r="http://schemas.openxmlformats.org/officeDocument/2006/relationships" id="300" r:id="R12efded2548c49dc"/>
    <p:sldId xmlns:r="http://schemas.openxmlformats.org/officeDocument/2006/relationships" id="301" r:id="R0b0de0f5f5a540a0"/>
    <p:sldId xmlns:r="http://schemas.openxmlformats.org/officeDocument/2006/relationships" id="302" r:id="R7216cfdc07e44f23"/>
    <p:sldId xmlns:r="http://schemas.openxmlformats.org/officeDocument/2006/relationships" id="303" r:id="R46496dcdbb6b4036"/>
    <p:sldId xmlns:r="http://schemas.openxmlformats.org/officeDocument/2006/relationships" id="304" r:id="Rc10464e0ab4a48ad"/>
    <p:sldId xmlns:r="http://schemas.openxmlformats.org/officeDocument/2006/relationships" id="305" r:id="Rb0c02da215a541c4"/>
    <p:sldId xmlns:r="http://schemas.openxmlformats.org/officeDocument/2006/relationships" id="306" r:id="R08c39384328b4efc"/>
    <p:sldId xmlns:r="http://schemas.openxmlformats.org/officeDocument/2006/relationships" id="307" r:id="R829fbb0b217e4b47"/>
    <p:sldId xmlns:r="http://schemas.openxmlformats.org/officeDocument/2006/relationships" id="308" r:id="Rf76a1c85023943f6"/>
    <p:sldId xmlns:r="http://schemas.openxmlformats.org/officeDocument/2006/relationships" id="309" r:id="Rf3510a43ab804e7a"/>
    <p:sldId xmlns:r="http://schemas.openxmlformats.org/officeDocument/2006/relationships" id="310" r:id="Reaa435261f5e4d65"/>
    <p:sldId xmlns:r="http://schemas.openxmlformats.org/officeDocument/2006/relationships" id="311" r:id="R883ee476ac884e1c"/>
    <p:sldId xmlns:r="http://schemas.openxmlformats.org/officeDocument/2006/relationships" id="312" r:id="Rffcdd4d149844401"/>
    <p:sldId xmlns:r="http://schemas.openxmlformats.org/officeDocument/2006/relationships" id="313" r:id="Rc429aa79dfe74edf"/>
    <p:sldId xmlns:r="http://schemas.openxmlformats.org/officeDocument/2006/relationships" id="314" r:id="Rcd7257d328714285"/>
    <p:sldId xmlns:r="http://schemas.openxmlformats.org/officeDocument/2006/relationships" id="315" r:id="Rc329d762a5ae4d0c"/>
    <p:sldId xmlns:r="http://schemas.openxmlformats.org/officeDocument/2006/relationships" id="316" r:id="R5f1e1fb6928b4601"/>
    <p:sldId xmlns:r="http://schemas.openxmlformats.org/officeDocument/2006/relationships" id="317" r:id="R04adf0491a854cec"/>
    <p:sldId xmlns:r="http://schemas.openxmlformats.org/officeDocument/2006/relationships" id="318" r:id="R30af81a3baf64506"/>
    <p:sldId xmlns:r="http://schemas.openxmlformats.org/officeDocument/2006/relationships" id="319" r:id="Rdb8d3ee85ffe42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c21f116b3c4ec1" /><Relationship Type="http://schemas.openxmlformats.org/officeDocument/2006/relationships/slideMaster" Target="/ppt/slideMasters/slideMaster1.xml" Id="R5a03d7053b8c48bb" /><Relationship Type="http://schemas.openxmlformats.org/officeDocument/2006/relationships/notesMaster" Target="/ppt/notesMasters/notesMaster1.xml" Id="R427c0a5d23064209" /><Relationship Type="http://schemas.openxmlformats.org/officeDocument/2006/relationships/presProps" Target="/ppt/presProps.xml" Id="R4f3095b1c7a049f6" /><Relationship Type="http://schemas.openxmlformats.org/officeDocument/2006/relationships/tableStyles" Target="/ppt/tableStyles.xml" Id="R7b25b276be044792" /><Relationship Type="http://schemas.openxmlformats.org/officeDocument/2006/relationships/slide" Target="/ppt/slides/slide1.xml" Id="Rc975c8e7f5c64b9d" /><Relationship Type="http://schemas.openxmlformats.org/officeDocument/2006/relationships/slide" Target="/ppt/slides/slide2.xml" Id="R56fe778f86544d12" /><Relationship Type="http://schemas.openxmlformats.org/officeDocument/2006/relationships/slide" Target="/ppt/slides/slide3.xml" Id="R506281c3176440e3" /><Relationship Type="http://schemas.openxmlformats.org/officeDocument/2006/relationships/slide" Target="/ppt/slides/slide4.xml" Id="Rcbcfd3fec0884c8a" /><Relationship Type="http://schemas.openxmlformats.org/officeDocument/2006/relationships/slide" Target="/ppt/slides/slide5.xml" Id="Rc915840aca6b4252" /><Relationship Type="http://schemas.openxmlformats.org/officeDocument/2006/relationships/slide" Target="/ppt/slides/slide6.xml" Id="R1706781931e64492" /><Relationship Type="http://schemas.openxmlformats.org/officeDocument/2006/relationships/slide" Target="/ppt/slides/slide7.xml" Id="Rd611e32f0b764a74" /><Relationship Type="http://schemas.openxmlformats.org/officeDocument/2006/relationships/slide" Target="/ppt/slides/slide8.xml" Id="R9bf1ae2ca4de4aa1" /><Relationship Type="http://schemas.openxmlformats.org/officeDocument/2006/relationships/slide" Target="/ppt/slides/slide9.xml" Id="Rbc43d6a6b68a49f7" /><Relationship Type="http://schemas.openxmlformats.org/officeDocument/2006/relationships/slide" Target="/ppt/slides/slide10.xml" Id="R16c0827c517f42de" /><Relationship Type="http://schemas.openxmlformats.org/officeDocument/2006/relationships/slide" Target="/ppt/slides/slide11.xml" Id="R511999ba788c40e6" /><Relationship Type="http://schemas.openxmlformats.org/officeDocument/2006/relationships/slide" Target="/ppt/slides/slide12.xml" Id="R186f38b85aaa45be" /><Relationship Type="http://schemas.openxmlformats.org/officeDocument/2006/relationships/slide" Target="/ppt/slides/slide13.xml" Id="Rc70ef07680744364" /><Relationship Type="http://schemas.openxmlformats.org/officeDocument/2006/relationships/slide" Target="/ppt/slides/slide14.xml" Id="R86bb2bf93ca1419c" /><Relationship Type="http://schemas.openxmlformats.org/officeDocument/2006/relationships/slide" Target="/ppt/slides/slide15.xml" Id="Rcf20de0339564396" /><Relationship Type="http://schemas.openxmlformats.org/officeDocument/2006/relationships/slide" Target="/ppt/slides/slide16.xml" Id="R1f6471dc64054c47" /><Relationship Type="http://schemas.openxmlformats.org/officeDocument/2006/relationships/slide" Target="/ppt/slides/slide17.xml" Id="Re7ea8841194343d1" /><Relationship Type="http://schemas.openxmlformats.org/officeDocument/2006/relationships/slide" Target="/ppt/slides/slide18.xml" Id="R9ede029c07bf49c7" /><Relationship Type="http://schemas.openxmlformats.org/officeDocument/2006/relationships/slide" Target="/ppt/slides/slide19.xml" Id="Rc310be57ec7b4f6c" /><Relationship Type="http://schemas.openxmlformats.org/officeDocument/2006/relationships/slide" Target="/ppt/slides/slide20.xml" Id="Rf353eb91feca448d" /><Relationship Type="http://schemas.openxmlformats.org/officeDocument/2006/relationships/slide" Target="/ppt/slides/slide21.xml" Id="R8c8803e5f62e45c2" /><Relationship Type="http://schemas.openxmlformats.org/officeDocument/2006/relationships/slide" Target="/ppt/slides/slide22.xml" Id="R6ab3dfc80e954469" /><Relationship Type="http://schemas.openxmlformats.org/officeDocument/2006/relationships/slide" Target="/ppt/slides/slide23.xml" Id="R26d754ccc216406f" /><Relationship Type="http://schemas.openxmlformats.org/officeDocument/2006/relationships/slide" Target="/ppt/slides/slide24.xml" Id="Re0023220db5141c5" /><Relationship Type="http://schemas.openxmlformats.org/officeDocument/2006/relationships/slide" Target="/ppt/slides/slide25.xml" Id="Rebb3cc4538ea4f68" /><Relationship Type="http://schemas.openxmlformats.org/officeDocument/2006/relationships/slide" Target="/ppt/slides/slide26.xml" Id="R738ca1283096410f" /><Relationship Type="http://schemas.openxmlformats.org/officeDocument/2006/relationships/slide" Target="/ppt/slides/slide27.xml" Id="Rb7d4339fc2214351" /><Relationship Type="http://schemas.openxmlformats.org/officeDocument/2006/relationships/slide" Target="/ppt/slides/slide28.xml" Id="R94c55047c6bf40b9" /><Relationship Type="http://schemas.openxmlformats.org/officeDocument/2006/relationships/slide" Target="/ppt/slides/slide29.xml" Id="R5dfafbbbd3914f0f" /><Relationship Type="http://schemas.openxmlformats.org/officeDocument/2006/relationships/slide" Target="/ppt/slides/slide30.xml" Id="R11bd9f6ffca740df" /><Relationship Type="http://schemas.openxmlformats.org/officeDocument/2006/relationships/slide" Target="/ppt/slides/slide31.xml" Id="R36003b1851b344fa" /><Relationship Type="http://schemas.openxmlformats.org/officeDocument/2006/relationships/slide" Target="/ppt/slides/slide32.xml" Id="R335e83bcb89c49b0" /><Relationship Type="http://schemas.openxmlformats.org/officeDocument/2006/relationships/slide" Target="/ppt/slides/slide33.xml" Id="R17f2259c4b344c63" /><Relationship Type="http://schemas.openxmlformats.org/officeDocument/2006/relationships/slide" Target="/ppt/slides/slide34.xml" Id="Re64cb8dba3274dc7" /><Relationship Type="http://schemas.openxmlformats.org/officeDocument/2006/relationships/slide" Target="/ppt/slides/slide35.xml" Id="R840397ba0a7b48e3" /><Relationship Type="http://schemas.openxmlformats.org/officeDocument/2006/relationships/slide" Target="/ppt/slides/slide36.xml" Id="R99d481f541d4484e" /><Relationship Type="http://schemas.openxmlformats.org/officeDocument/2006/relationships/slide" Target="/ppt/slides/slide37.xml" Id="Re814e80ccb0b44e8" /><Relationship Type="http://schemas.openxmlformats.org/officeDocument/2006/relationships/slide" Target="/ppt/slides/slide38.xml" Id="R483f4751e7764268" /><Relationship Type="http://schemas.openxmlformats.org/officeDocument/2006/relationships/slide" Target="/ppt/slides/slide39.xml" Id="R4b0a5722cc2e4c99" /><Relationship Type="http://schemas.openxmlformats.org/officeDocument/2006/relationships/slide" Target="/ppt/slides/slide40.xml" Id="R90875a3b67124638" /><Relationship Type="http://schemas.openxmlformats.org/officeDocument/2006/relationships/slide" Target="/ppt/slides/slide41.xml" Id="R6177f04075834905" /><Relationship Type="http://schemas.openxmlformats.org/officeDocument/2006/relationships/slide" Target="/ppt/slides/slide42.xml" Id="R04fe20a13c85465a" /><Relationship Type="http://schemas.openxmlformats.org/officeDocument/2006/relationships/slide" Target="/ppt/slides/slide43.xml" Id="R357a8b18cd244463" /><Relationship Type="http://schemas.openxmlformats.org/officeDocument/2006/relationships/slide" Target="/ppt/slides/slide44.xml" Id="Rf874bb50fcf342ee" /><Relationship Type="http://schemas.openxmlformats.org/officeDocument/2006/relationships/slide" Target="/ppt/slides/slide45.xml" Id="R12efded2548c49dc" /><Relationship Type="http://schemas.openxmlformats.org/officeDocument/2006/relationships/slide" Target="/ppt/slides/slide46.xml" Id="R0b0de0f5f5a540a0" /><Relationship Type="http://schemas.openxmlformats.org/officeDocument/2006/relationships/slide" Target="/ppt/slides/slide47.xml" Id="R7216cfdc07e44f23" /><Relationship Type="http://schemas.openxmlformats.org/officeDocument/2006/relationships/slide" Target="/ppt/slides/slide48.xml" Id="R46496dcdbb6b4036" /><Relationship Type="http://schemas.openxmlformats.org/officeDocument/2006/relationships/slide" Target="/ppt/slides/slide49.xml" Id="Rc10464e0ab4a48ad" /><Relationship Type="http://schemas.openxmlformats.org/officeDocument/2006/relationships/slide" Target="/ppt/slides/slide50.xml" Id="Rb0c02da215a541c4" /><Relationship Type="http://schemas.openxmlformats.org/officeDocument/2006/relationships/slide" Target="/ppt/slides/slide51.xml" Id="R08c39384328b4efc" /><Relationship Type="http://schemas.openxmlformats.org/officeDocument/2006/relationships/slide" Target="/ppt/slides/slide52.xml" Id="R829fbb0b217e4b47" /><Relationship Type="http://schemas.openxmlformats.org/officeDocument/2006/relationships/slide" Target="/ppt/slides/slide53.xml" Id="Rf76a1c85023943f6" /><Relationship Type="http://schemas.openxmlformats.org/officeDocument/2006/relationships/slide" Target="/ppt/slides/slide54.xml" Id="Rf3510a43ab804e7a" /><Relationship Type="http://schemas.openxmlformats.org/officeDocument/2006/relationships/slide" Target="/ppt/slides/slide55.xml" Id="Reaa435261f5e4d65" /><Relationship Type="http://schemas.openxmlformats.org/officeDocument/2006/relationships/slide" Target="/ppt/slides/slide56.xml" Id="R883ee476ac884e1c" /><Relationship Type="http://schemas.openxmlformats.org/officeDocument/2006/relationships/slide" Target="/ppt/slides/slide57.xml" Id="Rffcdd4d149844401" /><Relationship Type="http://schemas.openxmlformats.org/officeDocument/2006/relationships/slide" Target="/ppt/slides/slide58.xml" Id="Rc429aa79dfe74edf" /><Relationship Type="http://schemas.openxmlformats.org/officeDocument/2006/relationships/slide" Target="/ppt/slides/slide59.xml" Id="Rcd7257d328714285" /><Relationship Type="http://schemas.openxmlformats.org/officeDocument/2006/relationships/slide" Target="/ppt/slides/slide60.xml" Id="Rc329d762a5ae4d0c" /><Relationship Type="http://schemas.openxmlformats.org/officeDocument/2006/relationships/slide" Target="/ppt/slides/slide61.xml" Id="R5f1e1fb6928b4601" /><Relationship Type="http://schemas.openxmlformats.org/officeDocument/2006/relationships/slide" Target="/ppt/slides/slide62.xml" Id="R04adf0491a854cec" /><Relationship Type="http://schemas.openxmlformats.org/officeDocument/2006/relationships/slide" Target="/ppt/slides/slide63.xml" Id="R30af81a3baf64506" /><Relationship Type="http://schemas.openxmlformats.org/officeDocument/2006/relationships/slide" Target="/ppt/slides/slide64.xml" Id="Rdb8d3ee85ffe42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0e15b677694c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c17a8f1d824622" /><Relationship Type="http://schemas.openxmlformats.org/officeDocument/2006/relationships/notesMaster" Target="/ppt/notesMasters/notesMaster1.xml" Id="Rb4186fff5d364c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0ef79401eb44e4" /><Relationship Type="http://schemas.openxmlformats.org/officeDocument/2006/relationships/notesMaster" Target="/ppt/notesMasters/notesMaster1.xml" Id="R7986156d832c43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7c8942738945df" /><Relationship Type="http://schemas.openxmlformats.org/officeDocument/2006/relationships/notesMaster" Target="/ppt/notesMasters/notesMaster1.xml" Id="Rd6834db727394a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0ca219dbc941b1" /><Relationship Type="http://schemas.openxmlformats.org/officeDocument/2006/relationships/notesMaster" Target="/ppt/notesMasters/notesMaster1.xml" Id="R7771dc85519741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32ee67d3f749e6" /><Relationship Type="http://schemas.openxmlformats.org/officeDocument/2006/relationships/notesMaster" Target="/ppt/notesMasters/notesMaster1.xml" Id="R9bf4eec1478e46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bf3ee91e094dca" /><Relationship Type="http://schemas.openxmlformats.org/officeDocument/2006/relationships/notesMaster" Target="/ppt/notesMasters/notesMaster1.xml" Id="R54f16a73688a4e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66496b6e784e43" /><Relationship Type="http://schemas.openxmlformats.org/officeDocument/2006/relationships/notesMaster" Target="/ppt/notesMasters/notesMaster1.xml" Id="Rc35004b6176948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72808662da4ed9" /><Relationship Type="http://schemas.openxmlformats.org/officeDocument/2006/relationships/notesMaster" Target="/ppt/notesMasters/notesMaster1.xml" Id="R9b3746ca03ac41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55d9715ebe4c04" /><Relationship Type="http://schemas.openxmlformats.org/officeDocument/2006/relationships/notesMaster" Target="/ppt/notesMasters/notesMaster1.xml" Id="Racb83fd9c0274b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2ad45cb3024499" /><Relationship Type="http://schemas.openxmlformats.org/officeDocument/2006/relationships/notesMaster" Target="/ppt/notesMasters/notesMaster1.xml" Id="R7021ba7a577b4d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f449e975014948" /><Relationship Type="http://schemas.openxmlformats.org/officeDocument/2006/relationships/notesMaster" Target="/ppt/notesMasters/notesMaster1.xml" Id="R0ba5b44681b84d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2df74272b74d5f" /><Relationship Type="http://schemas.openxmlformats.org/officeDocument/2006/relationships/notesMaster" Target="/ppt/notesMasters/notesMaster1.xml" Id="R7ddaefcb316f4ab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ba8d7afb0d4979" /><Relationship Type="http://schemas.openxmlformats.org/officeDocument/2006/relationships/notesMaster" Target="/ppt/notesMasters/notesMaster1.xml" Id="Rf1faf7467e1e4e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5fef5a0bbc42a5" /><Relationship Type="http://schemas.openxmlformats.org/officeDocument/2006/relationships/notesMaster" Target="/ppt/notesMasters/notesMaster1.xml" Id="Rc792439026034ed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c9ce40d40824904" /><Relationship Type="http://schemas.openxmlformats.org/officeDocument/2006/relationships/notesMaster" Target="/ppt/notesMasters/notesMaster1.xml" Id="Rde50c5678f2c4a1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a8d4120583e4e1c" /><Relationship Type="http://schemas.openxmlformats.org/officeDocument/2006/relationships/notesMaster" Target="/ppt/notesMasters/notesMaster1.xml" Id="R37ace9d453c0436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b478cb62404e6e" /><Relationship Type="http://schemas.openxmlformats.org/officeDocument/2006/relationships/notesMaster" Target="/ppt/notesMasters/notesMaster1.xml" Id="Ra9d62b7189bc4d8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883a2e9ed7e4934" /><Relationship Type="http://schemas.openxmlformats.org/officeDocument/2006/relationships/notesMaster" Target="/ppt/notesMasters/notesMaster1.xml" Id="Ra3db50279d91430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afe79f5017040d0" /><Relationship Type="http://schemas.openxmlformats.org/officeDocument/2006/relationships/notesMaster" Target="/ppt/notesMasters/notesMaster1.xml" Id="R690de3de686146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81dfce1e6de48a2" /><Relationship Type="http://schemas.openxmlformats.org/officeDocument/2006/relationships/notesMaster" Target="/ppt/notesMasters/notesMaster1.xml" Id="R171ed68bafab48d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6e8e0534c4a4bb2" /><Relationship Type="http://schemas.openxmlformats.org/officeDocument/2006/relationships/notesMaster" Target="/ppt/notesMasters/notesMaster1.xml" Id="Red763669bcf0443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b5cb5f88dd74a7b" /><Relationship Type="http://schemas.openxmlformats.org/officeDocument/2006/relationships/notesMaster" Target="/ppt/notesMasters/notesMaster1.xml" Id="R32fa9d046351428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7cfae88efd34ef0" /><Relationship Type="http://schemas.openxmlformats.org/officeDocument/2006/relationships/notesMaster" Target="/ppt/notesMasters/notesMaster1.xml" Id="Ra56a116cf6b2402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f29ffceab843dc" /><Relationship Type="http://schemas.openxmlformats.org/officeDocument/2006/relationships/notesMaster" Target="/ppt/notesMasters/notesMaster1.xml" Id="Ra49f97c80cff405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fcd7b0e122c4784" /><Relationship Type="http://schemas.openxmlformats.org/officeDocument/2006/relationships/notesMaster" Target="/ppt/notesMasters/notesMaster1.xml" Id="Rf8513ea5fa8c493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b8e1474c62c4914" /><Relationship Type="http://schemas.openxmlformats.org/officeDocument/2006/relationships/notesMaster" Target="/ppt/notesMasters/notesMaster1.xml" Id="Ree20446de5714a3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ad3db3b754849e4" /><Relationship Type="http://schemas.openxmlformats.org/officeDocument/2006/relationships/notesMaster" Target="/ppt/notesMasters/notesMaster1.xml" Id="R38b53e7aa0fa442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d947a2db15f4d12" /><Relationship Type="http://schemas.openxmlformats.org/officeDocument/2006/relationships/notesMaster" Target="/ppt/notesMasters/notesMaster1.xml" Id="R1f587cbc15334cf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f47e00b8d144823" /><Relationship Type="http://schemas.openxmlformats.org/officeDocument/2006/relationships/notesMaster" Target="/ppt/notesMasters/notesMaster1.xml" Id="Rb4a4ec01fb8446c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55a7102fcf8498c" /><Relationship Type="http://schemas.openxmlformats.org/officeDocument/2006/relationships/notesMaster" Target="/ppt/notesMasters/notesMaster1.xml" Id="Rff1b8b90ab5d49b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d624bb55e8d4467" /><Relationship Type="http://schemas.openxmlformats.org/officeDocument/2006/relationships/notesMaster" Target="/ppt/notesMasters/notesMaster1.xml" Id="R460f317f0f2d4e1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f013ba2b4da4f87" /><Relationship Type="http://schemas.openxmlformats.org/officeDocument/2006/relationships/notesMaster" Target="/ppt/notesMasters/notesMaster1.xml" Id="Rdf4c1e7ced914b7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07202357c43455d" /><Relationship Type="http://schemas.openxmlformats.org/officeDocument/2006/relationships/notesMaster" Target="/ppt/notesMasters/notesMaster1.xml" Id="Rd27d1b925ca649e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115f4af0966451d" /><Relationship Type="http://schemas.openxmlformats.org/officeDocument/2006/relationships/notesMaster" Target="/ppt/notesMasters/notesMaster1.xml" Id="R0ce45e66bef443d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290f33722bfd4ae8" /><Relationship Type="http://schemas.openxmlformats.org/officeDocument/2006/relationships/notesMaster" Target="/ppt/notesMasters/notesMaster1.xml" Id="R58f1f5a3feb947d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fd371bfdc5a41c7" /><Relationship Type="http://schemas.openxmlformats.org/officeDocument/2006/relationships/notesMaster" Target="/ppt/notesMasters/notesMaster1.xml" Id="R06dcadf8360e412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e25b6066b1c45fd" /><Relationship Type="http://schemas.openxmlformats.org/officeDocument/2006/relationships/notesMaster" Target="/ppt/notesMasters/notesMaster1.xml" Id="R2f94fc167cb14e9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82bdfe46008449f" /><Relationship Type="http://schemas.openxmlformats.org/officeDocument/2006/relationships/notesMaster" Target="/ppt/notesMasters/notesMaster1.xml" Id="R2a957cae7c8d420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25c8d7558a24174" /><Relationship Type="http://schemas.openxmlformats.org/officeDocument/2006/relationships/notesMaster" Target="/ppt/notesMasters/notesMaster1.xml" Id="R2aa123145348489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f830e787d934c90" /><Relationship Type="http://schemas.openxmlformats.org/officeDocument/2006/relationships/notesMaster" Target="/ppt/notesMasters/notesMaster1.xml" Id="R7d60ddb6ba904d0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091ad8aa1214666" /><Relationship Type="http://schemas.openxmlformats.org/officeDocument/2006/relationships/notesMaster" Target="/ppt/notesMasters/notesMaster1.xml" Id="R18e02529200a4c9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0f0817812aa4c42" /><Relationship Type="http://schemas.openxmlformats.org/officeDocument/2006/relationships/notesMaster" Target="/ppt/notesMasters/notesMaster1.xml" Id="Rb72b3257451a40d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3aad8355b6344076" /><Relationship Type="http://schemas.openxmlformats.org/officeDocument/2006/relationships/notesMaster" Target="/ppt/notesMasters/notesMaster1.xml" Id="R94e563ef4a6f48e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63481073fbd4c26" /><Relationship Type="http://schemas.openxmlformats.org/officeDocument/2006/relationships/notesMaster" Target="/ppt/notesMasters/notesMaster1.xml" Id="R0193c38cd1634e0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1fc679244324f3d" /><Relationship Type="http://schemas.openxmlformats.org/officeDocument/2006/relationships/notesMaster" Target="/ppt/notesMasters/notesMaster1.xml" Id="Ra27cd3f3bb8c4d1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775598ba96394599" /><Relationship Type="http://schemas.openxmlformats.org/officeDocument/2006/relationships/notesMaster" Target="/ppt/notesMasters/notesMaster1.xml" Id="R1727425414f8480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170716d529042a3" /><Relationship Type="http://schemas.openxmlformats.org/officeDocument/2006/relationships/notesMaster" Target="/ppt/notesMasters/notesMaster1.xml" Id="R6aed074aab094b9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a9b2975e9bc4369" /><Relationship Type="http://schemas.openxmlformats.org/officeDocument/2006/relationships/notesMaster" Target="/ppt/notesMasters/notesMaster1.xml" Id="R5c7b40e93ea14fce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1cd4c2ab77b489e" /><Relationship Type="http://schemas.openxmlformats.org/officeDocument/2006/relationships/notesMaster" Target="/ppt/notesMasters/notesMaster1.xml" Id="Rc5fc088e3034475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2d32aa4744a4833" /><Relationship Type="http://schemas.openxmlformats.org/officeDocument/2006/relationships/notesMaster" Target="/ppt/notesMasters/notesMaster1.xml" Id="Rcad43451cd3a4b67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df962077c42a45e7" /><Relationship Type="http://schemas.openxmlformats.org/officeDocument/2006/relationships/notesMaster" Target="/ppt/notesMasters/notesMaster1.xml" Id="R501e0aa64dfd406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80d18ac7f774964" /><Relationship Type="http://schemas.openxmlformats.org/officeDocument/2006/relationships/notesMaster" Target="/ppt/notesMasters/notesMaster1.xml" Id="R09fdea8a97ce491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3e6be00b55714a2f" /><Relationship Type="http://schemas.openxmlformats.org/officeDocument/2006/relationships/notesMaster" Target="/ppt/notesMasters/notesMaster1.xml" Id="R11b309d224504f6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45c43518cee8415e" /><Relationship Type="http://schemas.openxmlformats.org/officeDocument/2006/relationships/notesMaster" Target="/ppt/notesMasters/notesMaster1.xml" Id="Rc027279b602f4388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9d5c503fb5e546ed" /><Relationship Type="http://schemas.openxmlformats.org/officeDocument/2006/relationships/notesMaster" Target="/ppt/notesMasters/notesMaster1.xml" Id="R998e4d3d5b464d9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ab566197c0544f7" /><Relationship Type="http://schemas.openxmlformats.org/officeDocument/2006/relationships/notesMaster" Target="/ppt/notesMasters/notesMaster1.xml" Id="R43a379b4fa49428d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7cf60717ab0403a" /><Relationship Type="http://schemas.openxmlformats.org/officeDocument/2006/relationships/notesMaster" Target="/ppt/notesMasters/notesMaster1.xml" Id="Rcd7688265c6c462b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04505456c13b44e5" /><Relationship Type="http://schemas.openxmlformats.org/officeDocument/2006/relationships/notesMaster" Target="/ppt/notesMasters/notesMaster1.xml" Id="R7811a7044204469e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84b2ecc627f34223" /><Relationship Type="http://schemas.openxmlformats.org/officeDocument/2006/relationships/notesMaster" Target="/ppt/notesMasters/notesMaster1.xml" Id="Rb9d4a152685e47e3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7c2d908d5f17481e" /><Relationship Type="http://schemas.openxmlformats.org/officeDocument/2006/relationships/notesMaster" Target="/ppt/notesMasters/notesMaster1.xml" Id="Rc446dc7159ae434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7f37b22ee7fa466d" /><Relationship Type="http://schemas.openxmlformats.org/officeDocument/2006/relationships/notesMaster" Target="/ppt/notesMasters/notesMaster1.xml" Id="R9a3e9dd43edd46b4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631d828eb9f44c4" /><Relationship Type="http://schemas.openxmlformats.org/officeDocument/2006/relationships/notesMaster" Target="/ppt/notesMasters/notesMaster1.xml" Id="R33cb96fc50c44be4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7a9695e0b9774e8a" /><Relationship Type="http://schemas.openxmlformats.org/officeDocument/2006/relationships/notesMaster" Target="/ppt/notesMasters/notesMaster1.xml" Id="Re167e9360c8b49ec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22aded055b404ceb" /><Relationship Type="http://schemas.openxmlformats.org/officeDocument/2006/relationships/notesMaster" Target="/ppt/notesMasters/notesMaster1.xml" Id="R421d942b32404c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Data, fotografia cadastral de dez/25</a:t>
            </a:r>
          </a:p>
          <a:p xmlns:a="http://schemas.openxmlformats.org/drawingml/2006/main">
            <a:r>
              <a:t>- classificação atual preservada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Data, fotografia cadastral de dez/25</a:t>
            </a:r>
          </a:p>
          <a:p xmlns:a="http://schemas.openxmlformats.org/drawingml/2006/main">
            <a:r>
              <a:t>- classificação atual preservada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 II, 2026-06</a:t>
            </a:r>
          </a:p>
          <a:p xmlns:a="http://schemas.openxmlformats.org/drawingml/2006/main">
            <a:r>
              <a:t>- classificação atual preservada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 II, 2026-06</a:t>
            </a:r>
          </a:p>
          <a:p xmlns:a="http://schemas.openxmlformats.org/drawingml/2006/main">
            <a:r>
              <a:t>- somente CNPJs com decisão Incluído em Adquirência são exibidos em Adquirência; Tabela II original preservada na visão reportada</a:t>
            </a:r>
          </a:p>
          <a:p xmlns:a="http://schemas.openxmlformats.org/drawingml/2006/main">
            <a:r>
              <a:t>- Ranking ordenado pelo PL do universo ex-FIC; a taxonomia não altera a posição do fundo.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bab41636cc4d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437e985d90485a" /><Relationship Type="http://schemas.openxmlformats.org/officeDocument/2006/relationships/slideLayout" Target="/ppt/slideLayouts/slideLayout1.xml" Id="Rf76a742b2e4443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6a742b2e4443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c697e0d6d4316" /><Relationship Type="http://schemas.openxmlformats.org/officeDocument/2006/relationships/notesSlide" Target="/ppt/notesSlides/notesSlide1.xml" Id="Re0056263012d4f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e4b70b62a4bf3" /><Relationship Type="http://schemas.openxmlformats.org/officeDocument/2006/relationships/notesSlide" Target="/ppt/notesSlides/notesSlide2.xml" Id="Raa0a23658d2f4e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9846ecb864fff" /><Relationship Type="http://schemas.openxmlformats.org/officeDocument/2006/relationships/chart" Target="/ppt/slides/charts/chart1.xml" Id="R1164d57cbcb54214" /><Relationship Type="http://schemas.openxmlformats.org/officeDocument/2006/relationships/chart" Target="/ppt/slides/charts/chart2.xml" Id="Rc8dca43f5e9049b0" /><Relationship Type="http://schemas.openxmlformats.org/officeDocument/2006/relationships/chart" Target="/ppt/slides/charts/chart3.xml" Id="Rf1f450805def41e2" /><Relationship Type="http://schemas.openxmlformats.org/officeDocument/2006/relationships/notesSlide" Target="/ppt/notesSlides/notesSlide3.xml" Id="R9b9ae7713d0e46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867ac9fed48ed" /><Relationship Type="http://schemas.openxmlformats.org/officeDocument/2006/relationships/chart" Target="/ppt/slides/charts/chart4.xml" Id="Rcb7f15c7d0d945ce" /><Relationship Type="http://schemas.openxmlformats.org/officeDocument/2006/relationships/chart" Target="/ppt/slides/charts/chart5.xml" Id="R45b50a48619a4139" /><Relationship Type="http://schemas.openxmlformats.org/officeDocument/2006/relationships/notesSlide" Target="/ppt/notesSlides/notesSlide4.xml" Id="R6859dd9f1ce844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3f9f3efb14be5" /><Relationship Type="http://schemas.openxmlformats.org/officeDocument/2006/relationships/chart" Target="/ppt/slides/charts/chart6.xml" Id="R8e5d862033224342" /><Relationship Type="http://schemas.openxmlformats.org/officeDocument/2006/relationships/notesSlide" Target="/ppt/notesSlides/notesSlide5.xml" Id="Rc9400245218242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cf0c63c994ca3" /><Relationship Type="http://schemas.openxmlformats.org/officeDocument/2006/relationships/chart" Target="/ppt/slides/charts/chart7.xml" Id="R75a3e87661df4e57" /><Relationship Type="http://schemas.openxmlformats.org/officeDocument/2006/relationships/chart" Target="/ppt/slides/charts/chart8.xml" Id="Rceb8411195e94b4d" /><Relationship Type="http://schemas.openxmlformats.org/officeDocument/2006/relationships/chart" Target="/ppt/slides/charts/chart9.xml" Id="R413852d98eee42a8" /><Relationship Type="http://schemas.openxmlformats.org/officeDocument/2006/relationships/notesSlide" Target="/ppt/notesSlides/notesSlide6.xml" Id="R4d9eea7c545448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e097e9d43459a" /><Relationship Type="http://schemas.openxmlformats.org/officeDocument/2006/relationships/chart" Target="/ppt/slides/charts/chart10.xml" Id="R8e97e301124a4734" /><Relationship Type="http://schemas.openxmlformats.org/officeDocument/2006/relationships/chart" Target="/ppt/slides/charts/chart11.xml" Id="Rb6696c5f41394463" /><Relationship Type="http://schemas.openxmlformats.org/officeDocument/2006/relationships/chart" Target="/ppt/slides/charts/chart12.xml" Id="R32e4b14c98ba4c96" /><Relationship Type="http://schemas.openxmlformats.org/officeDocument/2006/relationships/chart" Target="/ppt/slides/charts/chart13.xml" Id="R9293410a9dc84fac" /><Relationship Type="http://schemas.openxmlformats.org/officeDocument/2006/relationships/chart" Target="/ppt/slides/charts/chart14.xml" Id="R1b686a8b5b1a4f73" /><Relationship Type="http://schemas.openxmlformats.org/officeDocument/2006/relationships/notesSlide" Target="/ppt/notesSlides/notesSlide7.xml" Id="R554929f703a743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37bafac62944bb" /><Relationship Type="http://schemas.openxmlformats.org/officeDocument/2006/relationships/chart" Target="/ppt/slides/charts/chart15.xml" Id="Re80783c6292b408f" /><Relationship Type="http://schemas.openxmlformats.org/officeDocument/2006/relationships/chart" Target="/ppt/slides/charts/chart16.xml" Id="Ra862e21398144253" /><Relationship Type="http://schemas.openxmlformats.org/officeDocument/2006/relationships/chart" Target="/ppt/slides/charts/chart17.xml" Id="Reeeec197732743a8" /><Relationship Type="http://schemas.openxmlformats.org/officeDocument/2006/relationships/notesSlide" Target="/ppt/notesSlides/notesSlide8.xml" Id="R3c92b3a52eb24c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6b84fb16b4e86" /><Relationship Type="http://schemas.openxmlformats.org/officeDocument/2006/relationships/chart" Target="/ppt/slides/charts/chart18.xml" Id="R2884dae4f7a74aed" /><Relationship Type="http://schemas.openxmlformats.org/officeDocument/2006/relationships/chart" Target="/ppt/slides/charts/chart19.xml" Id="Rf635873d9e67477b" /><Relationship Type="http://schemas.openxmlformats.org/officeDocument/2006/relationships/chart" Target="/ppt/slides/charts/chart20.xml" Id="Rd6dd796861a04c51" /><Relationship Type="http://schemas.openxmlformats.org/officeDocument/2006/relationships/notesSlide" Target="/ppt/notesSlides/notesSlide9.xml" Id="R099fea4f7a6244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093ed9138468f" /><Relationship Type="http://schemas.openxmlformats.org/officeDocument/2006/relationships/chart" Target="/ppt/slides/charts/chart21.xml" Id="R4fb00bcd72c54768" /><Relationship Type="http://schemas.openxmlformats.org/officeDocument/2006/relationships/chart" Target="/ppt/slides/charts/chart22.xml" Id="R02975326cefc4a9f" /><Relationship Type="http://schemas.openxmlformats.org/officeDocument/2006/relationships/chart" Target="/ppt/slides/charts/chart23.xml" Id="R89867c0db834492c" /><Relationship Type="http://schemas.openxmlformats.org/officeDocument/2006/relationships/notesSlide" Target="/ppt/notesSlides/notesSlide10.xml" Id="Rbbff5fef7e064d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2a8263042409a" /><Relationship Type="http://schemas.openxmlformats.org/officeDocument/2006/relationships/chart" Target="/ppt/slides/charts/chart24.xml" Id="Rf3723918f0854cc8" /><Relationship Type="http://schemas.openxmlformats.org/officeDocument/2006/relationships/notesSlide" Target="/ppt/notesSlides/notesSlide11.xml" Id="R7b0b9e2aaed94a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cc0e72b8d4de4" /><Relationship Type="http://schemas.openxmlformats.org/officeDocument/2006/relationships/chart" Target="/ppt/slides/charts/chart25.xml" Id="R9172748e1d704763" /><Relationship Type="http://schemas.openxmlformats.org/officeDocument/2006/relationships/chart" Target="/ppt/slides/charts/chart26.xml" Id="R3ac91353aa8045fd" /><Relationship Type="http://schemas.openxmlformats.org/officeDocument/2006/relationships/notesSlide" Target="/ppt/notesSlides/notesSlide12.xml" Id="R919f2e82cb8047f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a4655cd0a4399" /><Relationship Type="http://schemas.openxmlformats.org/officeDocument/2006/relationships/chart" Target="/ppt/slides/charts/chart27.xml" Id="Raf1631192fe64fd2" /><Relationship Type="http://schemas.openxmlformats.org/officeDocument/2006/relationships/chart" Target="/ppt/slides/charts/chart28.xml" Id="Rb100f74260e4417a" /><Relationship Type="http://schemas.openxmlformats.org/officeDocument/2006/relationships/notesSlide" Target="/ppt/notesSlides/notesSlide13.xml" Id="Rbf6f6d5fe50e402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4c20e35634d4f" /><Relationship Type="http://schemas.openxmlformats.org/officeDocument/2006/relationships/chart" Target="/ppt/slides/charts/chart29.xml" Id="R44efd1291fdb4833" /><Relationship Type="http://schemas.openxmlformats.org/officeDocument/2006/relationships/chart" Target="/ppt/slides/charts/chart30.xml" Id="R31d699b3cdad4969" /><Relationship Type="http://schemas.openxmlformats.org/officeDocument/2006/relationships/notesSlide" Target="/ppt/notesSlides/notesSlide14.xml" Id="R72cacb2fb2604a9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7f961a45747b8" /><Relationship Type="http://schemas.openxmlformats.org/officeDocument/2006/relationships/notesSlide" Target="/ppt/notesSlides/notesSlide15.xml" Id="R636ebae64ef8463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258c843ee4022" /><Relationship Type="http://schemas.openxmlformats.org/officeDocument/2006/relationships/notesSlide" Target="/ppt/notesSlides/notesSlide16.xml" Id="R230e9aef639947d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0291b6e7f4d4d" /><Relationship Type="http://schemas.openxmlformats.org/officeDocument/2006/relationships/chart" Target="/ppt/slides/charts/chart31.xml" Id="Rdc60d381a2ce4a9a" /><Relationship Type="http://schemas.openxmlformats.org/officeDocument/2006/relationships/chart" Target="/ppt/slides/charts/chart32.xml" Id="R4ab29f3a1ecc4fa5" /><Relationship Type="http://schemas.openxmlformats.org/officeDocument/2006/relationships/chart" Target="/ppt/slides/charts/chart33.xml" Id="R049dbbd60a174e46" /><Relationship Type="http://schemas.openxmlformats.org/officeDocument/2006/relationships/notesSlide" Target="/ppt/notesSlides/notesSlide17.xml" Id="R310faead2c014ee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3accebc9914e36" /><Relationship Type="http://schemas.openxmlformats.org/officeDocument/2006/relationships/notesSlide" Target="/ppt/notesSlides/notesSlide18.xml" Id="R4b0ee0b290254ac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5f1dc71da40a4" /><Relationship Type="http://schemas.openxmlformats.org/officeDocument/2006/relationships/notesSlide" Target="/ppt/notesSlides/notesSlide19.xml" Id="Ra0f06c7e1f614b7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b74d7ee33478d" /><Relationship Type="http://schemas.openxmlformats.org/officeDocument/2006/relationships/notesSlide" Target="/ppt/notesSlides/notesSlide20.xml" Id="R792b66a5c9b24a1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a89257f5242aa" /><Relationship Type="http://schemas.openxmlformats.org/officeDocument/2006/relationships/notesSlide" Target="/ppt/notesSlides/notesSlide21.xml" Id="R438a8df93c804b5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0f8c26dcd4068" /><Relationship Type="http://schemas.openxmlformats.org/officeDocument/2006/relationships/notesSlide" Target="/ppt/notesSlides/notesSlide22.xml" Id="R0a39dd02c0b846c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871d5309e64ad2" /><Relationship Type="http://schemas.openxmlformats.org/officeDocument/2006/relationships/notesSlide" Target="/ppt/notesSlides/notesSlide23.xml" Id="Redb8b565127545e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6e1be687744f7" /><Relationship Type="http://schemas.openxmlformats.org/officeDocument/2006/relationships/chart" Target="/ppt/slides/charts/chart34.xml" Id="R9af067b8b82a4d7e" /><Relationship Type="http://schemas.openxmlformats.org/officeDocument/2006/relationships/notesSlide" Target="/ppt/notesSlides/notesSlide24.xml" Id="Rd19005b2e1644a8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a81306f52470a" /><Relationship Type="http://schemas.openxmlformats.org/officeDocument/2006/relationships/notesSlide" Target="/ppt/notesSlides/notesSlide25.xml" Id="Rd2c0d625ab43424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a0c7a838a4e8e" /><Relationship Type="http://schemas.openxmlformats.org/officeDocument/2006/relationships/chart" Target="/ppt/slides/charts/chart35.xml" Id="Rb8de34bd277041fc" /><Relationship Type="http://schemas.openxmlformats.org/officeDocument/2006/relationships/chart" Target="/ppt/slides/charts/chart36.xml" Id="Rd460fc5c5c704a6a" /><Relationship Type="http://schemas.openxmlformats.org/officeDocument/2006/relationships/chart" Target="/ppt/slides/charts/chart37.xml" Id="R65d891b2eaec42ac" /><Relationship Type="http://schemas.openxmlformats.org/officeDocument/2006/relationships/notesSlide" Target="/ppt/notesSlides/notesSlide26.xml" Id="R94dfaf419a5f4d6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4c6070e4f490d" /><Relationship Type="http://schemas.openxmlformats.org/officeDocument/2006/relationships/chart" Target="/ppt/slides/charts/chart38.xml" Id="R17b8ee60305e456c" /><Relationship Type="http://schemas.openxmlformats.org/officeDocument/2006/relationships/chart" Target="/ppt/slides/charts/chart39.xml" Id="Rb0f5ce6530ff4e90" /><Relationship Type="http://schemas.openxmlformats.org/officeDocument/2006/relationships/chart" Target="/ppt/slides/charts/chart40.xml" Id="Rd44f7bed97e1460e" /><Relationship Type="http://schemas.openxmlformats.org/officeDocument/2006/relationships/chart" Target="/ppt/slides/charts/chart41.xml" Id="R089d25e88ec0413f" /><Relationship Type="http://schemas.openxmlformats.org/officeDocument/2006/relationships/notesSlide" Target="/ppt/notesSlides/notesSlide27.xml" Id="R62febc27394542d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40565762148d9" /><Relationship Type="http://schemas.openxmlformats.org/officeDocument/2006/relationships/chart" Target="/ppt/slides/charts/chart42.xml" Id="R9efe680645f944ef" /><Relationship Type="http://schemas.openxmlformats.org/officeDocument/2006/relationships/chart" Target="/ppt/slides/charts/chart43.xml" Id="R336bd191e2584178" /><Relationship Type="http://schemas.openxmlformats.org/officeDocument/2006/relationships/chart" Target="/ppt/slides/charts/chart44.xml" Id="R2b196a87e2454cb1" /><Relationship Type="http://schemas.openxmlformats.org/officeDocument/2006/relationships/chart" Target="/ppt/slides/charts/chart45.xml" Id="Ra348d472cd234d45" /><Relationship Type="http://schemas.openxmlformats.org/officeDocument/2006/relationships/chart" Target="/ppt/slides/charts/chart46.xml" Id="R02d76980cfed414d" /><Relationship Type="http://schemas.openxmlformats.org/officeDocument/2006/relationships/notesSlide" Target="/ppt/notesSlides/notesSlide28.xml" Id="Rf45e5664b551484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03333dbdf4caa" /><Relationship Type="http://schemas.openxmlformats.org/officeDocument/2006/relationships/notesSlide" Target="/ppt/notesSlides/notesSlide29.xml" Id="R42dfb12a6c2148c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1ac3e13b345c5" /><Relationship Type="http://schemas.openxmlformats.org/officeDocument/2006/relationships/notesSlide" Target="/ppt/notesSlides/notesSlide30.xml" Id="R7326ea91eec9444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5a952cf04549dc" /><Relationship Type="http://schemas.openxmlformats.org/officeDocument/2006/relationships/notesSlide" Target="/ppt/notesSlides/notesSlide31.xml" Id="Rbd91c07ab5a94eb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126bbf604472e" /><Relationship Type="http://schemas.openxmlformats.org/officeDocument/2006/relationships/notesSlide" Target="/ppt/notesSlides/notesSlide32.xml" Id="Ra204555acce94f7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c43d4145543fd" /><Relationship Type="http://schemas.openxmlformats.org/officeDocument/2006/relationships/notesSlide" Target="/ppt/notesSlides/notesSlide33.xml" Id="R4fff0977a24d4c8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98baa91444db5" /><Relationship Type="http://schemas.openxmlformats.org/officeDocument/2006/relationships/notesSlide" Target="/ppt/notesSlides/notesSlide34.xml" Id="R22327ce49d854a8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9e824ea104810" /><Relationship Type="http://schemas.openxmlformats.org/officeDocument/2006/relationships/notesSlide" Target="/ppt/notesSlides/notesSlide35.xml" Id="R865b920abf4b468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5ca7ed7054e65" /><Relationship Type="http://schemas.openxmlformats.org/officeDocument/2006/relationships/notesSlide" Target="/ppt/notesSlides/notesSlide36.xml" Id="R69b75e728d7b433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5bec6d5a74039" /><Relationship Type="http://schemas.openxmlformats.org/officeDocument/2006/relationships/notesSlide" Target="/ppt/notesSlides/notesSlide37.xml" Id="R6a4a64e12f6347a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c8d837b878439d" /><Relationship Type="http://schemas.openxmlformats.org/officeDocument/2006/relationships/notesSlide" Target="/ppt/notesSlides/notesSlide38.xml" Id="R972efc6b7f7f41b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4fca3965949a9" /><Relationship Type="http://schemas.openxmlformats.org/officeDocument/2006/relationships/notesSlide" Target="/ppt/notesSlides/notesSlide39.xml" Id="Raeb7cdd97088423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2be54c87f4a76" /><Relationship Type="http://schemas.openxmlformats.org/officeDocument/2006/relationships/notesSlide" Target="/ppt/notesSlides/notesSlide40.xml" Id="Rbe158537800e48e3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1892cc96e4ff1" /><Relationship Type="http://schemas.openxmlformats.org/officeDocument/2006/relationships/notesSlide" Target="/ppt/notesSlides/notesSlide41.xml" Id="R8604e16a2a56449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39537358b4859" /><Relationship Type="http://schemas.openxmlformats.org/officeDocument/2006/relationships/notesSlide" Target="/ppt/notesSlides/notesSlide42.xml" Id="R27ae2f80829d48d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96a3e329f4891" /><Relationship Type="http://schemas.openxmlformats.org/officeDocument/2006/relationships/notesSlide" Target="/ppt/notesSlides/notesSlide43.xml" Id="Re42f59ded9954e9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ceea0dd664525" /><Relationship Type="http://schemas.openxmlformats.org/officeDocument/2006/relationships/notesSlide" Target="/ppt/notesSlides/notesSlide44.xml" Id="Rf451bc650e6d4e11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bbfe97f6e4c40" /><Relationship Type="http://schemas.openxmlformats.org/officeDocument/2006/relationships/notesSlide" Target="/ppt/notesSlides/notesSlide45.xml" Id="R4a26e64b10f84ac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939d9551b4fec" /><Relationship Type="http://schemas.openxmlformats.org/officeDocument/2006/relationships/notesSlide" Target="/ppt/notesSlides/notesSlide46.xml" Id="R725487d49ff04bd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6acf54a6c4438" /><Relationship Type="http://schemas.openxmlformats.org/officeDocument/2006/relationships/notesSlide" Target="/ppt/notesSlides/notesSlide47.xml" Id="R46f2056f156e49b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785ddd873420c" /><Relationship Type="http://schemas.openxmlformats.org/officeDocument/2006/relationships/notesSlide" Target="/ppt/notesSlides/notesSlide48.xml" Id="R1cc8d53f5e5c4d7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64fb910354da4" /><Relationship Type="http://schemas.openxmlformats.org/officeDocument/2006/relationships/notesSlide" Target="/ppt/notesSlides/notesSlide49.xml" Id="R7ba12274e0fe41f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55631b2f149b5" /><Relationship Type="http://schemas.openxmlformats.org/officeDocument/2006/relationships/notesSlide" Target="/ppt/notesSlides/notesSlide50.xml" Id="R2b27ee98b7f542c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116bb180043bb" /><Relationship Type="http://schemas.openxmlformats.org/officeDocument/2006/relationships/notesSlide" Target="/ppt/notesSlides/notesSlide51.xml" Id="Rc017eb3bf2f84f3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fa959e5b44554" /><Relationship Type="http://schemas.openxmlformats.org/officeDocument/2006/relationships/notesSlide" Target="/ppt/notesSlides/notesSlide52.xml" Id="R2579cca6a5ec490a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58aeef38f34363" /><Relationship Type="http://schemas.openxmlformats.org/officeDocument/2006/relationships/notesSlide" Target="/ppt/notesSlides/notesSlide53.xml" Id="Rd6a6a7f3f47347d5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59a56c9034f69" /><Relationship Type="http://schemas.openxmlformats.org/officeDocument/2006/relationships/chart" Target="/ppt/slides/charts/chart47.xml" Id="Rb5378fa98ab3499e" /><Relationship Type="http://schemas.openxmlformats.org/officeDocument/2006/relationships/chart" Target="/ppt/slides/charts/chart48.xml" Id="Rb749b4efd7154526" /><Relationship Type="http://schemas.openxmlformats.org/officeDocument/2006/relationships/chart" Target="/ppt/slides/charts/chart49.xml" Id="R9ec6987fa4264afc" /><Relationship Type="http://schemas.openxmlformats.org/officeDocument/2006/relationships/chart" Target="/ppt/slides/charts/chart50.xml" Id="R9ead49adbbb1495a" /><Relationship Type="http://schemas.openxmlformats.org/officeDocument/2006/relationships/chart" Target="/ppt/slides/charts/chart51.xml" Id="R0e41d58cf71442df" /><Relationship Type="http://schemas.openxmlformats.org/officeDocument/2006/relationships/chart" Target="/ppt/slides/charts/chart52.xml" Id="Ra13ba21abcc84d4c" /><Relationship Type="http://schemas.openxmlformats.org/officeDocument/2006/relationships/chart" Target="/ppt/slides/charts/chart53.xml" Id="Rd30f2cd3ba294bdf" /><Relationship Type="http://schemas.openxmlformats.org/officeDocument/2006/relationships/notesSlide" Target="/ppt/notesSlides/notesSlide54.xml" Id="R321f9a7925db4e2a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f7081e2154c54" /><Relationship Type="http://schemas.openxmlformats.org/officeDocument/2006/relationships/chart" Target="/ppt/slides/charts/chart54.xml" Id="R5cf05278ab534687" /><Relationship Type="http://schemas.openxmlformats.org/officeDocument/2006/relationships/notesSlide" Target="/ppt/notesSlides/notesSlide55.xml" Id="R206f260d2b244590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5069e1080419c" /><Relationship Type="http://schemas.openxmlformats.org/officeDocument/2006/relationships/chart" Target="/ppt/slides/charts/chart55.xml" Id="Rea09f694eb70410f" /><Relationship Type="http://schemas.openxmlformats.org/officeDocument/2006/relationships/chart" Target="/ppt/slides/charts/chart56.xml" Id="Recde47d0fec64d49" /><Relationship Type="http://schemas.openxmlformats.org/officeDocument/2006/relationships/notesSlide" Target="/ppt/notesSlides/notesSlide56.xml" Id="Rb82bc395290f4f1a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b34a7b8e9479a" /><Relationship Type="http://schemas.openxmlformats.org/officeDocument/2006/relationships/chart" Target="/ppt/slides/charts/chart57.xml" Id="Rc09aee1cbe694e89" /><Relationship Type="http://schemas.openxmlformats.org/officeDocument/2006/relationships/notesSlide" Target="/ppt/notesSlides/notesSlide57.xml" Id="R5096c7827f3142bd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08ee716064d83" /><Relationship Type="http://schemas.openxmlformats.org/officeDocument/2006/relationships/chart" Target="/ppt/slides/charts/chart58.xml" Id="Re26c8ab30ca44ef8" /><Relationship Type="http://schemas.openxmlformats.org/officeDocument/2006/relationships/notesSlide" Target="/ppt/notesSlides/notesSlide58.xml" Id="Re7e27f33bd5541a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be50cc9674b13" /><Relationship Type="http://schemas.openxmlformats.org/officeDocument/2006/relationships/chart" Target="/ppt/slides/charts/chart59.xml" Id="R2a0a05e2f26d49bd" /><Relationship Type="http://schemas.openxmlformats.org/officeDocument/2006/relationships/notesSlide" Target="/ppt/notesSlides/notesSlide59.xml" Id="R1dc104d1c59e43ef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3fdab91224fc2" /><Relationship Type="http://schemas.openxmlformats.org/officeDocument/2006/relationships/notesSlide" Target="/ppt/notesSlides/notesSlide60.xml" Id="R6f76113db8834e9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394cbeca4747a5" /><Relationship Type="http://schemas.openxmlformats.org/officeDocument/2006/relationships/chart" Target="/ppt/slides/charts/chart60.xml" Id="Rce561037f86642e3" /><Relationship Type="http://schemas.openxmlformats.org/officeDocument/2006/relationships/notesSlide" Target="/ppt/notesSlides/notesSlide61.xml" Id="R959d376e7caa40cb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e855f41ab4af7" /><Relationship Type="http://schemas.openxmlformats.org/officeDocument/2006/relationships/chart" Target="/ppt/slides/charts/chart61.xml" Id="Rc505cc55f9f04d92" /><Relationship Type="http://schemas.openxmlformats.org/officeDocument/2006/relationships/notesSlide" Target="/ppt/notesSlides/notesSlide62.xml" Id="R09b23ad67623464b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2fd43c4e74595" /><Relationship Type="http://schemas.openxmlformats.org/officeDocument/2006/relationships/chart" Target="/ppt/slides/charts/chart62.xml" Id="R1b9cc5dfc63c44db" /><Relationship Type="http://schemas.openxmlformats.org/officeDocument/2006/relationships/notesSlide" Target="/ppt/notesSlides/notesSlide63.xml" Id="R4a5e3e34b2674c3b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0bc37f755435a" /><Relationship Type="http://schemas.openxmlformats.org/officeDocument/2006/relationships/notesSlide" Target="/ppt/notesSlides/notesSlide64.xml" Id="R5c5ea971ed8d49f3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00AAD-89D6-4B01-85F2-5351FF4F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D68BC-8D37-4CAE-8993-7710C497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4A93C-76A4-453B-8C36-B715FAFE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B1972-6A35-40E8-BA54-B8A1D80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488FA-F313-482A-8D6E-52F41606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E9E38-60CB-41AC-9409-182200D7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DFA8A3-21D7-4CB6-B057-E35953F0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0914854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038DF-38BE-40D7-A479-1FDA62CE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4604A-DE31-4D97-B973-1BDEAC22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4131B-5F64-4A4D-8116-8ED08F81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480DC-3E74-4F34-ADA9-178D02A6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17A7D-9E47-4AD0-B017-5EF53C63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1C5997-9950-4456-A407-E21182BF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9359F4-393D-4A03-9F22-AD6A2B04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667A4A-369C-4CE6-ACFC-0C72169D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251558-B34A-4CAC-B8E7-B6D095E0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C89EE3-438C-465E-AB12-833ED8FD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38A598-4AC1-4383-9BAA-143F4A26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F2D42-0327-4364-89E3-28626FC2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2F6EE5-7A41-4FF8-929D-F553ADC1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0B7576-A027-4B18-BA36-52F3759A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D9EDC7-4F5D-4CDB-B197-F10225F6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F68D92-CFFC-4040-B5CE-864E472D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C8FEEA-7B94-4126-9347-3D7C317D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B64185-E74C-4E1D-9593-4E4BA287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7355B0-85A3-4551-B9D2-2D3B4D6D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30E54-2E7C-4312-963B-43F7D0BD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0CB4A6-0676-4E26-B47D-958E5708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R$ 342,9 bi de R$ 961,5 bi de PL bruto; inclui FIC-FIDC.</a:t>
            </a:r>
          </a:p>
        </p:txBody>
      </p:sp>
    </p:spTree>
    <p:extLst>
      <p:ext uri="{BB962C8B-B14F-4D97-AF65-F5344CB8AC3E}">
        <p14:creationId xmlns:p14="http://schemas.microsoft.com/office/powerpoint/2010/main" val="4572921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7D7174-39CB-4EA5-B2FF-71C4E95E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2E976A-9DBC-4D89-A869-480368BB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956350-F03E-4763-8463-5B957549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079C6E-31C8-4357-8231-FE22E931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56F26-C8C1-4787-AF4E-4504504B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0E8AD-5A69-4EC2-8858-E587A368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3CC7A-9D5B-4EA6-9262-EAF2B126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98A07-AF78-42C3-A3D1-C95636B8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64d57cbcb5421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EAF204-0A18-47C7-83E4-53EAF321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619EBE-281A-467C-B531-5A80E34B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33E4C-396B-457C-A0C4-3E917B81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dca43f5e9049b0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f450805def41e2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92E717-FCE3-4DA0-BB51-BD4A1151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6F3325-16F0-42BB-BEAE-D83C75FE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A9384-C8EA-4058-AE7B-090D50D1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200729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A6BCBC-2EC2-440D-8BFE-057C6B6A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065C6-C699-40DD-95AC-4ECF44FF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8AD269-0D41-42DC-98BD-C9A20439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D95C6-19A3-4E5B-8967-A96187D1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74CA6-2A8C-4A17-9391-8D74F140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33A2E-78F2-4F00-9A1F-CCF7AE0C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B3BB1-8072-4934-9BFA-F03EAACD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492B6-1E25-42E8-8FFE-A4772D2B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7f15c7d0d945c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BD9AE-15A1-431C-B674-864075FE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618CD0-8BFA-4AC5-AF6A-116800B7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b50a48619a413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B831C2-4A0F-4812-A4E5-95568AB1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18A04-FF2E-46D4-B769-58A0D880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2C0E91-6A73-4598-95B3-22F5445B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863E3F-F364-4CB6-83B0-E68A93ED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95B5B9-D51A-43F6-8213-72C26781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6FFA36-C533-4558-8870-5F80B962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40B2BE-928D-4745-9574-6540112E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EC1AF3-4D97-4C31-82B9-219C68AB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D96CB-68C4-4087-A3F6-284B335F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3E4B0-E94E-4795-9380-25E13F1A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22028D-6F2C-46A7-ADDE-B1FDB112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66DD8F-06AC-4908-B7DE-F5F67B4A6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16918786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11844B-8F9F-4430-BBB0-C9B11B6C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224F3-07A1-4FAD-8177-BE711533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68324-B5AA-497B-BFBB-9079EA4C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4A7BCD-4249-4B5C-8D3D-A00071BE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EF3172-321E-4993-9F68-9BCC5857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BA965-E5A9-455C-A150-472654A8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E894AC-5912-400A-BAA4-9041C06B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2DC40-1C1A-4059-9761-45C43CC0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5d86203322434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EE0F2E-5166-4E49-9074-3671FEF6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84E2F-DB90-467A-843F-E3E6799D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FDA91-4DB0-4FEE-BBDF-3A88935F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6A72D-EF38-455A-8507-71A85898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51136-B0FB-4CF2-A015-042CCFD7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FBAEF9-EA9D-4747-8C7D-42690CF3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399BE-8209-420D-BC1F-08C31978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7B5E8A-8359-430B-8F83-34489D51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B1E14-FEC2-4C0C-BFFC-6716F308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288FBB-0A49-4BAB-ACB5-99E811F4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6EE64-5898-4760-882E-4FCA3294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F15090-42E0-4D80-8078-99F61D1C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4614188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694378-04F5-442F-A460-06797741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884DB7-8254-428A-82E0-C2BADD90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CC02D-5441-4C90-A9C0-EF16441B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4A926-D8AA-4D75-BE59-19020C51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1BB8A-ABD9-4C3E-958A-CF1D61D4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52188-6169-46EE-A350-19789437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515B27-B0A7-4428-8E74-659F8A8B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5AFF4-BDAD-4185-AB3B-4A0DBA3B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a3e87661df4e5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5D6C5E-E4BD-4F8A-8319-A5CF1480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512AF-C135-4F73-A0AE-F3D9536D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b8411195e94b4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39287-0F87-4DEF-9ED0-15CDC184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C5B985-3234-434E-9FE7-C9CF1CDD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3852d98eee42a8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40EC4-0EA9-4647-BD51-3500D9C9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939642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F79FA9-C701-4214-AC8F-31F95DAA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7617D0-198E-4997-9B9F-FFD03F2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1FB8D-1F07-455B-BDD5-09FB64AD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9E3356-787D-40C3-8B3C-D870D696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F2BA9-6E52-431C-BBB9-8B531D79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8DDC4-3159-41BF-B0BE-4646A752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97e301124a473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F6865-A4BE-4095-9B53-41407648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DF993-25E9-482D-AA21-F09421D9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696c5f41394463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96F41-2ACB-4CF8-889A-8E55B553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19508E-449A-4CAC-B424-8DD43EF2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e4b14c98ba4c9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40819D-C841-445D-9B8E-FA56B61E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938B85-8D9E-4AA7-93BC-9763932C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3410a9dc84fa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EB942-6C51-4492-B383-E70CA0AF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89C887-0585-45F2-999E-2ABF17F7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F3A08-C2FD-4F5C-8D0B-A1327CDF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686a8b5b1a4f73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5DAFD3-02EF-41D9-B175-62F134C5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19DDD5-E1B5-4D91-9846-75CC8296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5880738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4E6479-208B-4A2B-8E82-542831A9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E71F1-7CB9-46B5-B858-AFCF13E6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B3284E-643B-428D-B81B-8E0973ED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C30B9-D181-45AD-AFB4-C5F6783C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E5F1B-1881-4C19-A813-6356605E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9E8A05-490B-4695-93E3-FC9B0525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59BD7-B666-474E-89B7-458457A0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9616A4-9F01-4037-9DFD-5CBF9399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0783c6292b408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FC993-443B-4300-BB33-137DEA72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C3ED56-4444-419A-ABEC-EAB64D9E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62e21398144253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eec197732743a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47B6D-9A10-43BB-85F9-79A49E61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9E1E78-5D7A-4543-96CB-F6A5A669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Curadoria documental: 5 fundos e R$ 34,4 bi podem sair de Outros, sujeitos a validação manual; o gráfico mantém a taxonomia vigente.</a:t>
            </a:r>
          </a:p>
        </p:txBody>
      </p:sp>
    </p:spTree>
    <p:extLst>
      <p:ext uri="{BB962C8B-B14F-4D97-AF65-F5344CB8AC3E}">
        <p14:creationId xmlns:p14="http://schemas.microsoft.com/office/powerpoint/2010/main" val="2451622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49EF3A-D434-4DAB-BAC9-853809BD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08F186-AF19-486A-A877-EF9587D1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7635D8-326B-4519-947C-EA7450F3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1CE8F-30E8-4438-B66D-FD1970BA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F17B5-9BCF-4185-BA8F-A258CE23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2F60A-EB45-4C4A-8274-B3E2ABCF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E87DE-40C0-44C3-A966-9E64ABA8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057E3-4EB8-4B7B-A259-8BE006B3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84dae4f7a74ae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85A45B-CB17-4A53-AED5-B29B3EAB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B9A7CA-A243-4031-A80D-B12439D5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35873d9e67477b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dd796861a04c5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EB4D12-551B-4235-863D-7AEF44F9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7435955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CA3A7-2092-4F5B-A48C-F83A2233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892CF2-74B3-4212-BC37-692BFEFB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4A15A-79B0-474F-9E3C-9306948C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692B5-624B-443B-A349-7D07728A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0223B-6D99-4D3C-BE7E-60DE0B1A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BF18C2-1730-4223-ABBE-D1301CF7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F8DBA3-CD71-449F-8986-3AB96FCB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20FFE-C5EF-41C1-B70C-22DB0EB2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b00bcd72c5476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A2BBF-F42E-4B19-B89D-E551292F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57A91-699B-413F-8DF8-FC4BC276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975326cefc4a9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0FC30F-F6EB-4976-80EA-D4BC4017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6FBE3-9B00-44C5-93DB-9B6664DA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867c0db834492c"/>
          </a:graphicData>
        </a:graphic>
      </p:graphicFrame>
    </p:spTree>
    <p:extLst>
      <p:ext uri="{BB962C8B-B14F-4D97-AF65-F5344CB8AC3E}">
        <p14:creationId xmlns:p14="http://schemas.microsoft.com/office/powerpoint/2010/main" val="14249243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F15FD9-42B0-4FA7-A596-00BAD720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1C798-A1E8-4B19-9D78-9341F431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DAB973-53F7-434A-B5FD-2022E9BE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3F6D7-257D-4096-9FE4-883448DF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7FD4E-1F9D-4683-81BE-F482C5E2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919EB-07B9-4B57-A1FD-B60BBE32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3F506-1E90-4C14-BF94-363DB127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6B9F6-30F1-4990-B7DF-F6FBC227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723918f0854cc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3E073-9604-44A6-B354-BF32EA1B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61A06-01F5-462D-91B7-07136E43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3CAC0-9CC2-4050-ACE6-934B053F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9E5766-5BBD-4192-A4C4-B8AD3EBA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38E5B-4165-4696-B7BF-638B236D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78797-D1AB-4F58-9CD9-6529AB5A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73E68-94B7-47BF-B4F9-0C31406E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B26E98-298E-4BA4-BC68-1C47B43B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AC5AAB-83A5-4CCB-9566-0A8693F2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69876D-A902-49D7-A168-F659624B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DBF490-81F9-4454-A6A4-437BCDCD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E30FE1-7153-46C6-82B3-2EDC8386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2F45EF-5122-4FA4-BAC6-864789DC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F150AE-54C0-4EAA-92F8-7AE156F8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9203BA-177F-4CA9-8F64-D49BE2D4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649648-F338-4D1D-B057-66304DBB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23BE7F-8852-4ABB-AA2E-A7516A5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422421-14FF-43C4-A2E8-CD92104E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13B3A5-2267-4297-90E2-13A48582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0CA0F-30F2-46B5-839F-3A9B7F6C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FB3547-D384-44CA-B485-AB25485D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0376613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044667-F625-474B-8382-2C3491B1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FA040-2B28-4F31-9EFF-7B08793A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77709-F433-4B0B-9391-84E509A9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902EE-E32B-4C7A-95C7-92C974C1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7DF5EA-2B16-4A74-8168-9978E9EE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CE51F1-97F7-432D-8DB2-F0E333DD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FA90E0-D07A-438B-9721-7BB23F4F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51AE4-24E7-4BC4-82EB-099D698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72748e1d704763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c91353aa8045fd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4794A9-8693-4F87-A7FB-64887B7F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F2BA67-DDEC-4B7B-841C-EA7B852C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A193C-8826-4550-AF1C-46736B3F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28B68-3F36-4153-B429-920A0E7F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EBCE14-83CD-476F-8692-44B6BE07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5045888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8A9B0E-D5DA-451F-A7AA-115D2BB5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50F11-98EC-42E0-86F3-0ECF2896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2190F-2D92-4D97-A19C-397C9FED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C5E87-29B5-41BB-A68A-B6FBF8C6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731D50-93A7-4966-8D55-715321D2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4051A-3AB9-42E3-8E93-16B64780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937B8-173A-4A50-8A27-A2E008E8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3A5468-7FE5-44E2-A582-7F59735C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1631192fe64fd2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100f74260e4417a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31A00-7EC5-43AE-9E8F-28050B09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A79E5-FDF9-4022-B51B-0969FC6F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7F8D94-A7E9-44B0-A206-2EFE2DB7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A50135-5131-4E18-8989-0A151736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0CBF90-AE7D-456C-9C09-6F21916A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5183563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7327C0-0D76-4749-BF5A-4C68B125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2689C-7355-4ACF-9F78-24C69750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EE1E18-CAFE-478F-A676-B1586EFE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E0A862-E5CF-41A0-BEA7-9C5614CD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FE4F4-3D00-48AA-97CA-E5503A9A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F10B0E-96F1-448F-B9A3-34705C09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0BA2-6BB4-429D-B5D5-874DE8F6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1B47B7-4DB7-4D2C-9D45-BD3A0CFF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efd1291fdb483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B9909-4565-488F-8921-439C0B6A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84A26-6DC0-4758-9A88-62CCD6A0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d699b3cdad496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8B9076-5BDA-4211-B440-EBE66E35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129927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7B461A-66CF-46F1-9207-B7D9586C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8714E1-61A5-46E2-A297-CAF41529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F529B-85B9-4DB7-AD17-384FA1B6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1EA31-9465-47A6-8974-E7C5ECC2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D3B4F9-569C-451D-B315-185050F9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59FB1D-B2E5-4E08-A7CC-F5190FC7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1F14BE-24A2-4A0C-845B-185B3C66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199563272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A3FC1-A888-49FC-9638-ADE1B882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812E8-3C77-4D91-948C-A88B2C28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E7844-2967-49C2-BE88-FC3C6BA4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CBD65-7DB4-4FCE-A035-EA081D29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1DC21-A4DD-42A9-8386-F23E3446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97CA4-AA2C-457C-90B5-4D26B044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65CCD9-3CEA-49ED-A2EA-D04863EE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FA68F7-88CF-4505-AC79-1075EDA1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97EEC-CFE7-4178-98EE-B7614F09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0BFF2-3CC2-43DD-A0F9-972B6B9E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7EF8D3-22D5-4176-B7B2-B694D0A5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6816251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43940F-DB7A-4F47-9B14-975723A8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B225EA-E752-4605-BF21-4209B4E6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B98C90-6E2C-441B-97CD-FFA957AF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B6698-9322-449C-82EC-EB41F5DF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384917-924B-48D1-833D-8B14AB4E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05399-D01A-47F0-8122-98FC74D6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147F2-84B0-48FA-A118-26AFFAF1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09EA6-9EC6-4990-8537-A76E8ED3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60d381a2ce4a9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94873-ABA6-4093-9E60-26E28625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4DFDB9-69C6-4CCC-9208-38879DB5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3EF96-D671-47E4-AAD3-F38237CF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b29f3a1ecc4fa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39A67-D816-4AD2-84B1-D0EF20E8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CAF0FC-C2D5-4DB8-A18B-8A214100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42BD6B-7114-480F-B063-3A8270D1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9dbbd60a174e46"/>
          </a:graphicData>
        </a:graphic>
      </p:graphicFrame>
    </p:spTree>
    <p:extLst>
      <p:ext uri="{BB962C8B-B14F-4D97-AF65-F5344CB8AC3E}">
        <p14:creationId xmlns:p14="http://schemas.microsoft.com/office/powerpoint/2010/main" val="16956192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ABDF7-A84E-4FD1-A5D9-7356BF26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A6291-47C1-4FA4-93D7-7D80DAF1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1F383-C57F-4B1B-810C-88C385AA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F2DE36-1FA8-4147-B8C1-E58EC2B4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08867-F4B7-4D00-B5BE-AA5877DC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57F44-6FDC-436E-9A9A-BD183E01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54657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729B9-E716-462C-9739-0A6305E9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29E1E7-AAF3-4A90-ACF0-0105E1DE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do Tipo literal Outros; 9,7%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57E95-9921-4A5F-A838-BB8EF01D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295F0-5009-478E-8E24-996B1331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724A0-28A1-4CB7-8E56-05D2E551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937AF5-DC01-4C67-8A5E-520375BB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208307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27D5D-DED2-45E0-BEA3-A846EB75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284F1-1416-4BA8-97AD-168EEC77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Tipo ANBIMA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1DE99-CABE-4098-B197-527EA04D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5D417-B5A9-43E0-A171-F9AE83B6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6FCCD-9203-4562-9F7A-FC396B3C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ANBIMA Data, fotografia cadastral de dez/25. Competência jun/26. Classificação atual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3BD8C-EE9A-47FD-B769-EC05F1F7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96165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D0C1B-8777-4EC0-878D-00E84CF0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6EDB2B-3909-4337-85E4-4F6C3796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Foco ANBIMA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133A7-E4DC-4F32-9BC8-FBFC8EE1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316B7D-F5BF-42EA-81DB-C1AC7015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6F7BB8-217A-4075-8E88-49F42295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ANBIMA Data, fotografia cadastral de dez/25. Competência jun/26. Classificação atual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0415B-B626-426A-8207-5F4CBA14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442397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4A5BD-71B1-42E6-8C75-9497C4B4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E2183E-0100-4A47-92E1-AE7C9A13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Tabela II reportada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CC60A0-E9B0-4780-B253-7F4D3DF1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C2DB7-CA3A-476A-B9D9-CD956102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F22E4-094E-476A-BFA7-37565998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 II, 2026-06. Competência jun/26. Classificação atual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F008B-B78A-410E-A1A0-DB37176D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publico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Cartao de credito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146583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792D32-6F16-437F-9AD9-F74FBBFA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15 POR TAXONOMIA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AA329-AC97-46CA-AEC2-3C6BEA2A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Tabela II reclassificada · maiores FIDCs por 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31E5B-C159-41B8-9E90-60AB108E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67705-4B2C-446E-8B17-1146C0C0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B2C4E-40EC-44AA-8AF5-7F1A6C93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 II, 2026-06. Competência jun/26. Reclassificação analítica; categoria reportada preservada na visão anterior.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C8ED1-6642-4D24-92C4-6D47BDE6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10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4619625"/>
                <a:gridCol w="1762125"/>
                <a:gridCol w="2952750"/>
                <a:gridCol w="1190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Taxonomia atual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09.195.235/0001-50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26.287.464/0001-14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65.473.848/0001-83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62.393.679/0001-83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 GLOBAL FUNDO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63.953.619/0001-30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53.286.499/0001-01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Servicos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52.242.420/0001-88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52.610.624/0001-24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26.286.939/0001-58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FUNDO DE INVESTIMENTO EM DIREITOS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53.216.449/0001-58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28.169.275/0001-72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FUNDO DE INVESTIMENTO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50.906.397/0001-53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29.225.241/0001-10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publico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MONEE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42.922.136/0001-07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670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 DE INVESTIMENTO EM DIREITOS CREDITÓRIOS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32.527.650/0001-86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1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436368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D9B10C-DF56-4BDC-8517-7F74A5A5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6CCBF-7F08-48A7-9464-08CCFEDA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915EBF-C818-4DC9-9444-BD52AA29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8D36A-1985-40E2-9838-6BE3B977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D42E0-65FD-4198-BE8C-A6AE2D8F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bruto, inclui FIC-FIDC.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125CC-F0AA-417A-BB42-D9C11976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f067b8b82a4d7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5AE83-6988-402E-A011-14D94739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4F5E9-C5EE-48E3-9AD4-50A128D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A54801-EE56-49A1-8277-A84D264A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C3AD9-E75A-47B2-AF5A-7993A7C9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FAF179-D190-49D0-850F-8C47BC57E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ACA8E9-B16E-4A7C-9A24-1148DD76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D1C41E-5AC5-434A-B45A-7F5A886A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F803F-5D9E-4D24-9E9A-3A9FF213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A48A56-C545-4ACE-B93D-346EE52C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90A8D0-C56E-449A-BA31-C5FC5795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2A3DBB-23E3-46A4-9D7C-0C144F91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1036F6-F028-49DA-9715-34ABB2D2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20BBED-0C03-47C2-A10E-80E153DA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772823-7444-4D43-80A5-A7E413D2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EECC9E-3DE8-4431-BE49-63F540C4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92B93A-D1D3-4D0D-8DFE-971DCD1F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76565A-6C2B-4384-BE5B-D83B2AB3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E310A9-51A3-4C8A-B546-10CDDCE3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945D60-F075-47F0-A70F-2802BBE3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314FAD-FF13-4E31-A996-5E592005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5495B8-21AC-4FCC-8C49-882E26F5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43360687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816B367-D5DC-4039-AEAE-45F0D174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FD3743-4BCA-4435-845D-3C891FBB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6D2E80-3CEE-4A00-9032-858C565C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49198-3855-4715-B666-292E71A4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CEB03-BB28-4566-B00E-65AE8697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8BEEA5-4E71-470F-9FEC-8F79BC8F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2E5022-0FD5-4057-9594-2B08D2E5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200FC-3B57-4487-9585-8481303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81989-8FA2-4ECB-B8EA-4AFDAEDB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91EE61-1CE6-4514-8519-A9C898A8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D83A6-38F2-4AF2-829C-AA224BF5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073A1D-8F77-431E-AE35-04CED7C2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879B94-B286-4158-BFE1-C999968A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0D5D4C-D139-47A1-AC49-61EC7915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CA059A-7618-4623-AF82-65945A89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FE4F0-81F5-46C4-88D4-509B827F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08A9B3-09BB-4641-9DB3-CDF72511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2BF47E-99F2-4D55-A258-0F846F0D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D305B2-54B3-484C-AF63-54919241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E6CD4F-D5CF-41CB-BC5F-24F4139D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71DECA-4BFD-488F-A860-6D68EDCA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AFFB30-82B0-41D7-AC4C-BAC9D24B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A77746-885C-41BA-ABFC-68A81236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9DBE30-029A-4C03-A0A5-239946EF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045FA3-8902-4763-B166-F7E6D04F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FEB49D-ABA2-499F-B83D-4FC641F0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FFF399-33A5-4F79-9B6D-C1AFA4F9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86FFE1-615C-452F-871F-B98E68F2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6186AC-CFE6-4AB3-BE93-71A9B2FF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F9C26D-0594-4C25-A899-ABE74A92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90C747-9723-4CFC-A870-44F92429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E08842-DEBB-490D-885A-E713854D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774556-6A1C-4736-88DF-473155A5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96B5F9-D167-4D98-ADD0-84CD8788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ED8C7-37F8-41A8-9B99-4688380B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DF009D-7AD5-42F7-AD37-8812CCF2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86E7F8-F8B1-41E1-974C-D214E7DF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CE0731-0C78-4F56-9F3D-20600304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9DA2B8-DE41-4DE3-93F8-41E7F082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476C5C-CAC4-45EB-A6B4-CEAC2E70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8E92A8-3E63-420C-9299-1EFD9D09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2ED2A2-0C4B-4C77-B186-42690619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B09DB3-C6E3-4A5F-8E84-FB7A6480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DC9B76-8930-408D-BF75-E8CD6AE4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6A9294-8D0A-45CA-B29F-BC74DDBB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245CFD-3230-4F2F-AA28-9B5657B4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0E20B13-B330-4FB0-8A94-709F7A61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9B5437-DE2C-4083-ABE6-F8205F44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A099A6-E1BC-46D4-AA46-B50DA088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33873B-74F6-43BF-8B58-19EDFB8F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2C198C-8E00-4540-9C4E-68D0C576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542BC9-6E3A-4276-A0DD-56415FCD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EB9FEE7-8DB0-4831-AA14-37F4CB91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EF5BBB-C652-4B7C-9EFF-348275C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62AD729-EBD3-43B8-9310-9BC634A0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A06069-9ADA-4F7B-A880-5508C54D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A9B1257-29ED-4DF9-9DAD-1A2A3E1F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C61F546-A676-44FF-8F55-90CB4B92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5F7C17D-8507-4A43-B24F-E8108ABE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0318E01-BEEE-4704-A740-49120A57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D6867B6-2A9E-4B5A-9CC0-C9D7D55B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9A481CE-9B25-4469-BA32-DC38217A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DD300A9-22E5-45FF-B5E3-034E909D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425A480-4C36-47CD-BF0B-7FD45FE5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2286D6E-F7FC-4983-9EA9-01856CE1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17091C0-324A-4FB7-B402-D7087645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253E655-DEB6-4EB1-A7C8-9D154FD0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A6F8329-940B-4168-96A2-B8F50957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CBCB37B-5F76-4DEE-9B95-D3AD6434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22FDA35-9C4F-440E-8BE3-D770F98E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A60C680-4735-49FF-8723-85CA6BE5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5D49A92-CF9B-4B79-B4FA-DCFFC7BE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285C256-CE9B-46E6-AF05-93782321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D63F13E-C4F4-4F8B-BD0C-83718FDB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7377B77-83DA-4C32-B783-64FACBEC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22AB7D1-F605-44BB-9512-E1F11826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FD5A5CE-54B2-4A1C-B329-5CF7E05B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35DB23F-9701-4B60-A279-57007E41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241A24D-7F7B-4125-8E45-818B71A4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59820724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AA6E20-60C7-471D-BEB6-F8555D31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B83B7-CB4E-453D-B62E-679975F2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AD14C-FBA7-4208-840C-973B7B5A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8A9B2-41C2-4C59-B95E-F939B4BB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647A0-B51B-4072-862F-BA937C24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FAFAEF-26B5-4026-B7A8-CDCD30E8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99604A-E813-4292-86C3-198773A0D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B671E-793C-49BF-A55A-737ADFF7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de34bd277041f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04F2E9-1A96-494C-AC65-5074B5B0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E7327A-2592-4586-BAD7-0EE7700A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60fc5c5c704a6a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d891b2eaec42a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A0E1CA-FDA1-43AB-85A2-96ED4999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A74CAC-2F11-43C3-A63F-055BBA29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151103672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143600-C7B8-49F1-B4C0-663343BB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4B5EB-7F65-4610-8AA5-77A4D22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608D7-AC66-4CD2-A420-8748BEA3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A5F3D-0AD1-482B-9FBE-D9C83AD5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C5024-8B6A-4366-A5C8-0269F060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76D95-C442-4000-8EA5-20E5F58D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C20E2-A3B2-4797-B029-E3322811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AF4068-F9DE-4597-A0D9-6C994788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b8ee60305e456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64FBD3-8EC8-48DB-A6D4-9EEDED02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530C9-0C18-42A7-A248-F1C1E1FB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f5ce6530ff4e9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FF1A6-0586-4714-B5B6-326E742E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ADD5E-3C5D-44E5-8ED1-F7B1B146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4f7bed97e1460e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9d25e88ec0413f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3CA50-A74E-4EAD-A7F3-42A5D8BE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0DCE3E-F3E3-4112-BDD1-F0C23D30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DD9619-385E-4C42-9A6A-1D301A38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C9DBBF-071C-4A07-A5A8-C7272B27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484107-C687-46CA-8E31-15D5B8ED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040046-6E01-4F74-82FD-4D6AAD4C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1570A0-C6EA-45F4-9E90-25ADEA73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580B6E-8C7C-46CD-9AA0-BDA74B9A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71F747-A869-4726-B849-8ACA6860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16066333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BF8F3B-E97B-4426-A762-32CD82ED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50E588-FD1E-4BD0-9ADF-EECC424C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57CA5-E852-4F62-9904-BAC2F7B4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BE6E2C-7097-4F69-B16F-B520510D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FABA1-6716-4387-BBB5-85795D61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59553-4569-42E9-8265-768CBD08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5FD8E-A1EA-4372-A581-BAC05614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3BA3FE-A2CF-4906-903B-6BC7A13B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fe680645f944e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3A7CD-93F4-4816-AC9F-BEAEE149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D4F07-81A9-47A0-A62B-26FE75C7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6bd191e2584178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196a87e2454cb1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1B5AE4-C75F-4A0E-A3B2-93B8DB60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0A440-FBB1-4138-93F5-7E884388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47DE32-F38E-4B3B-AF87-73D7B6CD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48d472cd234d45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A223E-9188-4BA6-B1BB-1199B40D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5F76A-3D04-40A4-A8D9-BD9EAC8F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d76980cfed414d"/>
          </a:graphicData>
        </a:graphic>
      </p:graphicFrame>
    </p:spTree>
    <p:extLst>
      <p:ext uri="{BB962C8B-B14F-4D97-AF65-F5344CB8AC3E}">
        <p14:creationId xmlns:p14="http://schemas.microsoft.com/office/powerpoint/2010/main" val="119100634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9FF61828-0E25-4725-9829-FBF5FC4D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CA6389-9AB6-4A32-949C-CCEF713A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F76915-9B44-4BF3-8384-25E894F7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96D27D-2554-4B22-A834-2BE00E1A1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10679-91F0-4D76-9BA2-3BFA2C01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C3FD5-D863-4A1C-9FA6-44F33DAB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DD167-ED56-471C-B452-F3510A03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36E02F-9ACB-4522-B1D6-289F6CC1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B18AB-4C73-4769-ADA5-07615ECE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9EFC0-8449-40ED-B362-4B65B5E3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FC071E-BE90-4315-A9B1-89A851BE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38911B-2B9E-4F67-8E67-5A8EF12E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90093-0BF0-4E58-840B-54D30E48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D9433-CEE9-44E1-B8F1-15B9BFF6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65911-34CC-4DC5-A9C1-88FFA303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878510-61CB-4DEC-92CB-9CBE13C2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DCE98-76F3-4E96-B0B9-1DFE573D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361900-718E-4137-9DD4-D955B86F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520B61-0D21-4099-A54D-750E3331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D66E1E-E713-4AC0-A16C-333A4401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B23FDE-B9BE-485E-B4A3-D6571309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B45965-D173-40B9-8270-FD351518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ECC1D6-4B87-49D7-A3A5-54B9D45D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F1970C-6A3B-4A36-B52F-B89952CF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16E53A-D61E-4354-AEC0-70C78FB3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8D390A-FE62-4FBE-90EC-2281F690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BBI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9216AC-6635-4589-A454-AEBC05FE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1372D1-3DAF-42EA-A702-525B39AB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9CA46B-9BA6-4CE7-8E57-9BCFCFEF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BCFEB0-1CD5-46FC-90B8-1400891A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7ED44D-5501-4C05-A70C-CEAD9560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AA+.br(sf)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BBB.br(sf)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1788BD-0CE3-478C-A8A0-3F41F2DD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35883B-A68F-495D-B231-D2A528BB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9CA4C1-9F61-4B1B-80DF-5D2CA43E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829329-1A1B-43A2-8E08-75C9A7C5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VTK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C21E90-DC41-466C-BF93-2918FDD7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8E5DB7-BE7A-4F50-8E90-CF7D90D7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2,85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5F30BC-C1C6-40AF-A199-F29B8569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BDABB6-48B2-433F-8BB6-9C36CC50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CDA265-6A68-4435-BFA4-461879F2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B2CBD8-23F0-416D-A3BA-FC3FCA71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ABFF04-309B-4836-B0BC-489F2B03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AF91C1-FD7D-452D-A876-E27C7E08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1E51F4-3E69-4BDF-A305-9041412F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76798F-0C92-4525-89C2-3F0E58C1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A07571-FF8E-4E5A-862E-595B6DFB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1B05B1-AC2C-4BCF-97B1-43C0CBFA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C688B7-04B9-489C-BF65-D9F707EA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7352CB-75F8-42AD-B7E1-B034176B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8FBEA5-299F-45CF-91B5-69AFA4D2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BBI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D6D4A2-CD76-4827-AF18-EB76C9B9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25E5FDF-6E9E-4FC3-84D3-1B9E80FF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DD1725-CFD6-476F-9083-C0587A5F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BB179A3-52F7-45EA-B62B-5E701872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F33ADFA-01C0-4ABF-B888-53D8A09D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89189D3-FFF3-4EE9-8A20-6ADCFCF5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DFDA3C-21F4-4778-882A-23F6D8ACF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6E5F571-3279-4A34-8C0F-424B3528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15F4567-E652-49ED-943D-A4E12669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6AE4D85-5EBD-4FC3-84B5-FAD0F40F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24F34F-BE18-47C0-AC1E-E5097207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819DEEC-1F45-4ACF-B960-5AB4D2B7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BBI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423779-4AFC-487E-82EB-241FBC57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9997824-7AA4-4D67-A142-4EABB862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4BE3C2D-18B5-4AD9-B6C2-D0031152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DBC8EAB-1B74-446B-BA13-38A84917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375D518-9842-41A8-A9BF-90A46D58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0FC53F4-DF74-48D7-9F11-3BB04929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9353442-0850-46F0-A7AF-41D29B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46DC699-83D8-44C7-8984-C3D34422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6C681E-0985-4419-B081-01412F9F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3 MEIOS PAGAMENTO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F2E4298-F085-44FA-9DCD-1EF35213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ECBAE99-A70E-4A91-AC16-4B09669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774E14E-EB96-4242-9388-6353515A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 Corretora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E0D9D60-21E5-4AA3-AC04-7292E73C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DACBF6E-E6C0-45B7-955C-DB73466C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C2BF6AA-6372-4388-869E-9AD73B63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F8253AE-B35A-412F-BD0E-E811731E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E2E3064-5EBF-4742-ACFE-96CFA2CB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7D0604F-0696-4DD5-860C-51AD672D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B26B15A-04BD-4E0E-8242-568A7618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B8617D5-7EE8-418B-911A-B3C79D63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04A3E7C-1433-4322-85D7-024600DF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DF3E4D6-3B2F-4D15-BA95-C2EFB2F3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8CC7D49-5C9A-4504-B150-00A506D6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462BFEE-976F-4139-A907-7C59E46A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598ED32-B6B9-47A6-AF62-134A96EE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5AEBB21-9E42-42C9-8BD1-367BB097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7FFC3B7-6D4D-414A-A502-7CFED947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6C58C1D-435C-4CFE-A74F-9EA4125F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75E691F-F3E8-4066-A49A-87646E78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BC52417-1BB0-4737-AAB5-E2D81375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41BB952-3C7A-4380-B7B1-7B9C3E84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E78EE7E-4B69-4B7F-80C1-A249B12C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C3737A9-2C1F-4F1A-9515-F232DA16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INVESTIMENTOS PICPAY FGTS II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4D13714-7F3B-4AB0-A0BD-DC4254CC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D7C8F53-669C-4124-B170-4C0EBC63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6D2F453-D420-4D0F-A7E0-BDCE4178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ABC BRASIL S.A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0E16ACB-0A0A-4D41-A162-B2D8297E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D0DFE23-D84F-440E-86AB-E7A7883A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B15A00A-1F63-410D-8B4C-04E86B28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FCDD555-EDA3-4ED9-8B40-E580DD7B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CE9F322-0711-410E-AF2F-CFC25A10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F11ABBB-EAF1-464A-83B4-AC9E69C4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AC010A6-FDD3-4129-A103-83BEF1F4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403C01B-804F-4EEC-8BFC-60F0F773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5D71181-E2C5-4CB8-BD9B-443CC721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 INSS II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519767C-F072-441C-9967-F22CEDDB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00F066E-29E9-4EFC-B57B-44004F7C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1,02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CFCCAB5-C1BB-4F0D-B62A-DD7C6361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141061B-DBA7-49BB-A8EC-4D706845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3D42BBD-38BC-4DA1-84C1-696E34BB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7F7846E-CB6E-45FA-8293-69AC8D1C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480CBD5-B96E-49C6-9E86-05E1FB56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6A0E9B2-E119-4345-BA81-DE5A64FA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55ECA05-7455-4D43-9593-57ADC82B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4EBE41D-5622-4738-B6EC-6ECBC55F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99D948A-A70A-4F10-AE4A-0FF1CCBF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8E683FC-FAFD-431C-9321-7D54C2B4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JIVEMAUÁ BOSSANOVA CRÉDITO SECURITIZADO II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AC5C983-F89E-4E41-89BA-A0D5DA0C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E8E4DDE-7063-4B54-B126-A4CD9B06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41A7DA7-67E4-48F3-A320-083E5989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89235A0-6395-4E69-808D-217A63ED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9D875AAE-A58F-4FB4-B577-FA6E1DF7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94A7EC6-46B3-4BDC-9C0A-8DA1C5F0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2B37800-BAA9-45AA-9477-A8789BB2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45B5142-BB7A-4DF8-9905-8DE3DF35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EBBF02D-4E26-4CCC-9B2C-10D7FBE9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2370AFA-8770-4374-82E1-C1BF570B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68894C0-FC3B-4C83-99E5-EC9F8C08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E9AC148-53BE-4B30-A64C-1A7E099A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COMERCIAIS MEDICI I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405833A-9F1F-48DD-85EF-8793A618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Fornecedores de BRF 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9C3E67D-8B28-47CD-BD36-27D6FF01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93B4E7AB-D5F3-42A1-8E4C-E99ADCFA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BBI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6093876B-EB98-4C05-9BCD-6501576F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1E3FA4C-103D-4205-9570-42C8AF53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4BEFB1F0-C4FA-412B-9338-8358BA2B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681B98A-D396-4FB7-970C-6A03B89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3C4FFC6-BB75-4F80-B8CA-3630F593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AAAsf(bra)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C2F6B57-F752-4045-8373-C1B013E1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EA022CA-E773-4D0D-92A9-1E9F9712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E0FB390-2E30-47F2-89CB-A4859B53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9036AF4-08CC-4B0C-9B22-E8605952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3CCF691-D1E6-40CF-BBF7-E52F9229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82B1F3BA-B94F-4379-A2CF-4F1CEE9D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97100B4-67AA-47CD-931A-5B6FC524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AF611DF-4070-46EB-9528-BD0F2AE8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25BC18A-8B6D-44E6-A9FB-608C23C2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321D4F5-01EF-4444-AC31-E72FF4C3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B8C91D2-ACD3-43F6-845C-A7EAB38B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28527B0-8F22-43AD-AD1B-6C19EF5E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19A1061-3FDD-4437-BFF8-9CA03936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3CCEE47-1FF5-4340-9677-A767E9E1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07CC2EA-B049-40D3-84AF-94D3FE81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506B38E-D835-4AD1-854C-DB031B85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IS GREEN SOLFACIL VII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6F8DDF5-873E-40C2-9210-8795F3DB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206ECB5-8598-47AD-B50F-F064DA2D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0,77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3E52696-22B4-4EDB-A997-A1903D48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8C331E3-53B0-494D-8573-C962823E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B512632-EB01-4F89-9A58-1CCE50B4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7F421958-3423-431D-ACB3-3D477398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9DD06D8-F8E9-434C-9875-DBA548D08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6AA67BE1-4E7F-4EC8-939B-F804E66C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br_Aa (AA)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A6D98C1-82EB-4E70-A01A-EBE4B89E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71785A6-E9ED-456C-976A-92367F1B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DFC2D668-6BF1-4C91-B04C-FF667F81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B1670945-B3D4-49D6-A2FC-49F6122F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DAYCOVAL D413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6C51A264-1326-4881-AD1E-6EDD6466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0BF112F-05C5-4EFC-9DE5-2BC0CBB2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0,75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BBAD3378-F708-46FA-B0A5-3CBE9E88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C84713A3-5D4A-47C5-B52B-A75E032A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87C0852D-999C-475D-82F0-95CC9052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536D8871-B1BD-4A0B-AF43-8A6CA43C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4531DF9-B42C-4875-8B20-BCA5D32A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CD3E9B8C-AE54-46F7-A208-92E181AD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AAA(EXP)sf(bra)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AA+(EXP)sf(bra)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A4B54CF-22F5-4595-AD7D-21AC4D82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52B5F14-600F-49B6-A34C-1706FC1B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E7300AE-7475-4106-9568-B22B2609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29734AE-1995-4A82-AFCD-33477FF1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 FORNECEDORES DO AGRONEGÓCIO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1D25954A-6F2F-468F-B0B3-B571A37F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F8802C8-F2D7-4AF9-B2D6-4D1F609D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0,73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736C86C0-DE36-466B-8057-0DB7ED25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 S.A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EDA72535-7B58-4FB8-B7E3-3C63BB71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381B86B0-8D30-43B3-A15E-CC8C8581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2D52B70B-C363-49E5-8D43-374C9DA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F94A938B-0048-43FA-8C58-9118E720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2926458B-BCF7-4AC6-8853-226777BD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90D5A659-F179-4355-AE4E-FE3E8EED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6D6EA911-7904-4111-BFD3-61CC892C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C4D368FE-F063-46AD-BE39-8FCB2DAF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DD3BAF09-745F-44A9-B3B3-CFC07DA4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AGRO CITI-BAYER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B736BF5-4CF5-4338-9B52-66391A09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Bayer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128A3AC6-2A55-453F-918C-A1C0518B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09128CFD-A5A6-453C-81EB-B63A6D20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VORTX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F163FCED-BDE8-498C-9A5F-68750292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02E84CA3-602D-4F09-A2FF-C16DC4CE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F999356E-C380-4BFF-BDC0-78C26FB8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54AC9F3-2C77-482F-8B9E-A141B62A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0720B341-A790-46CD-AFD9-A5305313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26682CB0-F264-4EAC-97CE-EB95CDC4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EF4FE70F-AC38-4AE3-A670-C836BBEAB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959F2664-6D41-4D26-A35D-21225645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1C028E1F-7024-47C5-B16A-C18C4CB2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1D43AC98-84DE-4506-B915-0E0D12B3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CDAB75E5-6DEC-4D9A-AE76-54B38B03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91632EB9-157E-4A07-9553-891CEDFA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FE5D4525-E0D0-40F3-BFBC-590E4B82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81C26B56-5532-4CB0-A225-AF6D266D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11710E01-0565-4A3F-AF5B-67B8F05B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B07B04FF-B9A0-4C15-9C21-0B4BE59F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7FD79C5-18C5-410D-BBC5-985B8322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CD2BEE0B-82B1-44CE-8F2C-27DF84B8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455FD8C0-F5AA-4E14-9764-F33B693D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F7263F49-F6B8-43F3-86A9-CF09CF6E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8DF5B8B4-8C28-4010-B9E9-D181A835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60B594B6-5CA5-47EF-AB44-33A86978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3BEDC51A-7242-4C52-8FB1-A16938DD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3C0CECB9-8F3D-44CC-9460-D68E7A92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3,40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A8FC4F73-3AC0-436B-B844-53AEE248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638943BD-3EF8-4D16-BB42-AA2CEE71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63DB66FA-541F-453E-A404-3011B802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8557E682-7314-4CB1-9A32-859A0B8F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08F3DC73-35F6-4508-9FA8-FE0FA3C4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F2BFDC00-6F00-42F6-B6B6-ADEA3E8C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AAEA840A-D762-4413-98E0-534B0540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D736F92E-D469-4EBA-A946-695D20CE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BF3408DA-6849-434F-8572-58D898A3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C498E54C-3F7D-436C-944A-0C144409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CW PI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2CCFC197-4332-466D-BBD8-10F2F058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3CA99E86-227B-4618-B51A-66F431FB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3,14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E4298FDA-5726-483F-95AE-0484B9CF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C4C304D4-B2B2-40F0-90DC-EA796AC3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DD9B98B6-CB37-47AF-B9DA-31604C25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F9AFD1C6-E65B-423A-8C0C-0C25787F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4E396D0B-710D-417E-97C4-E30FCFFB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EE0BEE6A-CDBE-49EC-96D3-CCB9BF3A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AA+.br(sf)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6FEF5F87-A62A-4A9E-B74A-C2508EDB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D886B02-0F34-431A-8E64-BCC6D1D1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510F2F02-B7AB-41FE-8970-23D09685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1EA497A7-C692-4D5C-A179-D8A1F9F3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SANTANDER AUTO LOANS I FINANCEIRO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C27D05BE-A66D-49DF-84FB-5D9109B0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4D78AFBA-1B01-467D-86DD-3576D27F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864406CD-816C-416C-8F82-4885170C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7BCE8E31-5041-4D71-AA0A-3A7AA138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6D399301-EBD2-4A84-8E4A-F9B8728B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B495B155-CA61-4E12-81B0-B0D6DEFE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0EA1168-4295-46B1-A7FF-B9B21778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2AD5BE3-A4A2-4A69-B383-434B4012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CD95D4C5-C4E2-4794-A113-F54F1A5F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5DA2FCEE-210E-4431-9521-3DC2F2DE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EF4CBD91-A6C8-492C-B88D-8FCC10AD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A3DF34EE-14AD-4CDE-B588-A8B0F8A8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36EDA5E7-9E26-4944-9219-D4A1D2B2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B5AE8605-F28A-4A11-9620-4D9EDE31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71D5C1B4-4C80-48C5-913C-70DCE5B4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D43FFFAF-AD95-41A5-93E5-653FD886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AE00E964-8CE6-4A91-B945-FC012228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12D4E5B1-E902-4D53-B375-E9C2E3B2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31B56568-7C83-4741-8D85-E47CF5A5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15B003E7-89E4-497A-B6C3-4294FFA9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1DEACD09-26BA-4594-9916-75635F7E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371D3CDA-F22F-4BE8-BE7A-99AEBB26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6F339E1D-E715-4536-B3E8-607267F0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48300CB1-5B10-4E7E-AA6B-36FC8454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ER - ENERGIA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AEB8A387-B097-42C9-B7C3-25B1E6C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8798C6E0-C11E-4141-B9FD-243C5551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1,90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BA204881-4559-4EED-BA1C-FD8D08C3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526AB5F5-43D4-4CD5-A930-7CFD1946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8E537A68-0ED9-4199-B23F-5BA1AB85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2FC355DB-D966-4D89-8444-779100AE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3B256E02-A893-46E7-B49B-121C88C3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BE61391F-3475-4B6C-9851-C4C6604B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B5495053-2830-4759-8857-49F07018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A807560B-B89E-4313-A00B-AAB2DB76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4B5031F8-C713-481B-917F-9C655F22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D13FCC14-1E2C-46B8-9A4D-471B930E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 LP II COTAS LIM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DDD02DD5-7050-4405-80F6-DAFED36A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aplicável ·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B1671436-6412-46AF-9EF3-FD7DC957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1,54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6030940F-7402-4D7E-AEAD-85587607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SINGULARE S.A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2CFC73F9-0153-4CCF-B7FC-0FC0B3AB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B3B49EE7-DC19-4B11-9239-81DD4CC9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197047E9-1600-492E-AE82-9230D173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D580AA2C-BA9B-4CCD-838F-795DD8A8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426BEA5E-7B40-4C21-BB52-716B1BF76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13F325C9-C3D6-4C58-A8EC-EA512EB4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0CE93EE2-5A1E-4472-8053-78A5DE7D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A636F6C5-04E6-4465-8E24-F6819F54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B9D957E-00B8-4F0A-A43E-9EE81240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B7D73681-4214-4F40-B307-03E30816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889B8769-70D8-450F-A783-8479EC1A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0F766220-071A-4D1A-82E8-44B29AA0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A42A1362-CCFE-4FB8-BB10-C83FECCF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D7A7E7F2-76A4-4A17-AB55-7714599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33F4D366-C165-48D4-80C4-33A384B4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8E5CFDC2-0892-4B24-9739-D37CE2F7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ED180645-0083-436B-9762-6DAC5E8D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72AB8EE3-FEAC-420D-9711-8E77200F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D99532E1-E014-4431-B655-DE70287F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8CF8C840-6A48-4376-A34C-B4954D17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EAE28B1B-CFA5-4309-8E08-767D6A1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0A87C5A8-462B-4FF4-8B8B-CE327B18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DD543792-6AC3-431C-98F3-B472FD6B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B087BCB3-6303-43F2-81FE-F2A0C703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FA24F76C-9417-44F9-A257-4F829AA7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480487D4-57FC-4AC5-A037-48A657CB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F8B1AC46-AD57-4E87-A183-82482671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02C1B395-9A01-4851-80F8-E1B170F8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095CF9AC-6EA5-4F4D-A48F-83613500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97D415B4-5751-4DB6-995D-79B70A76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4DC49607-033E-400D-96E4-93D9DA52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781A74C8-9784-4805-8E26-89A7F8D9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3B28B1CB-C5AB-450F-8F48-BE09CAD8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Sellers I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75C9EE27-9941-4127-B80F-5D6543A8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93053137-DB7A-436D-A50A-41B3E024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CBB61902-DBBF-491C-B9FD-1B419EBF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 Corretora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AB2E39AD-EB8D-4E57-8504-03A9B7A9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715AC5E1-63E5-4185-A64C-8F1BBF48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19499962-FC97-4CD2-83E0-F49E1701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7633FAAE-AC47-4617-ABED-F3DCA8F0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491D89E0-9E98-4915-AE7A-CB415736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FF63D2B5-20F8-403C-901A-4EB5D1EA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EC18A2BA-10F1-427E-A6FE-4C2CB33E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006BAB35-9958-4575-98FE-5C38E12A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D7AD94E3-5A65-4BEE-AF7B-D3BB55A3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BV AUTO II FINANCEIRO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E1BE4134-C976-47C7-8E2E-824D28B4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1688B322-81DC-4765-A02A-899C4E7F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81E14568-5C1B-4713-9F73-E8F26D46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Votorantim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56488A2B-E5CD-45F3-A8D6-98CBA206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E4E8D2C5-1A8A-4F6A-9378-08AEA083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AC7C0314-4DC8-4B1B-A3A9-772A749E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62443082-2204-4D02-BA9C-8025B7C2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75318E85-7391-4BDF-B641-A407E0D0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B337B546-A75C-4C31-899E-9CBAFEDC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A76542EC-F6B0-49DB-A7B0-ED53FAC6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9E81A86E-F6A3-4704-89FA-8EEE920E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17BC7A33-5406-49D7-96E5-AC45F563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2A60B366-FF86-4A4A-AEFF-791D6A22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4099DA63-D928-4B25-BF07-E3EB26BE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DF404DA9-01D8-4D82-9C8A-3095433E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4C29BC6C-C05D-4799-BC46-1B04E654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911DC3AD-B7C7-4555-BB4C-C5DD4C47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32BD22E9-D6E8-4892-BFA7-11199554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F44CAF81-FB15-44D5-8769-B8FA352C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F57AC2CE-B365-46BE-91D0-686CB2A0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AAA(br)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1C53D678-9BB6-4730-A077-0210E782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21BE8214-97FA-4E89-9BC1-6DFEF883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94E251BE-0B13-4D12-BB4D-DBE005A5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09EE973E-A784-4498-8370-768FF8D4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VOLKSWAGEN TERA RECEBIVEIS COMERCIAIS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921076EB-875A-46CD-8E54-E9871F0A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 /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71B2FE08-85B7-44D8-9C58-129A1883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1DE2F00B-405A-4CE5-BEFD-7ABEC431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CC0475C0-210E-4C2C-AF5C-CFBC2863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3BA73038-5225-4EE5-BE5E-FD72A83B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51B18636-5491-493F-AA9A-730A4FC8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55C8EED0-B136-4529-8424-E410F08B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B4E5D0BE-A2FF-4815-AAAE-BEDF5997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09101ED3-CD46-42F1-8771-A0E66A653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41A12088-6B95-4536-8E13-5B2228C4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A3AA73D4-54A9-44BA-ADF4-E387391E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0153355F-575A-4DFD-B3A7-7F0DED39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BYX MOZART - CRÉDITO CONSIGNADO .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027055E3-4081-430C-9F64-ABFAF883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E5858478-7E00-4553-990F-AD4DB6D8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8E643BBD-2558-40FA-8226-FAC760CE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64F5CFD9-730C-4832-99F0-B5ED4419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6D12C189-422F-4859-8935-2A933F08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9B3F3DAB-CD8C-4144-BB27-5887A1EA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30871F98-D80A-4DD0-994B-4BACFCF3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80BAF4F9-0A20-4E9D-B93F-7A9132F6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A63AE8D4-A19C-40B2-8C49-18D29F74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044A593F-C317-498D-8E56-718FC4E5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618C8DCC-B010-4E38-B6C3-BEF2949B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207BC1D4-33FC-42BF-92F8-B2EDF6D2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PINE INSS FINANCEIRO</a:t>
            </a: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441FDB0F-F4AA-4438-A285-EA639EEA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611A02B5-3A18-4BA2-827F-03E40260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E15D1174-4E55-40E6-9C41-24D2E2D6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E48659BC-C141-4E9E-BD12-FC313CD6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8C81D317-74E4-4608-8A88-A581C7C0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F4D4FC69-F6CF-4153-B4CE-64AE8AB3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8916253B-2510-4397-AFE4-39D5CF15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F740B214-048C-418E-A430-6D187568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DB597E0D-1039-4476-9910-5B2010EF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17980E7F-8431-43C2-9303-9406BAB1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104D2872-05F7-4D9A-AAFB-66692E6B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E0212E51-C74E-4EC4-BB6C-89C32764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FB3D86D3-8F5A-4C4E-931A-B5566F97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73D4CE6E-6BDE-496F-AAF3-C2F8A733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14037E31-BACB-4D57-BF45-D75A7446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FINAXIS S.A</a:t>
            </a:r>
          </a:p>
        </p:txBody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E91CEBBB-11B6-4362-9ECD-DAD7EF71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D77ED08C-8C02-49E9-8EA5-5E1BD3BE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2B73F643-9B6A-4A75-B8EF-98B8D133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14C3E08D-032F-4C7D-8BA6-33C99CDB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7515340E-60EA-4E15-B3A6-1E7362B7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E8368546-018A-4182-822F-60A3D8F6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B599D779-D0E1-4C14-8AB7-6FD4D3D0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257F6A44-C674-45DF-B549-94E1E0B6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  <p:graphicFrame>
        <p:nvGraphicFramePr>
          <p:cNvPr id="793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4" name=""/>
          <p:cNvGraphicFramePr/>
          <p:nvPr/>
        </p:nvGraphicFramePr>
        <p:xfrm>
          <a:off xmlns:a="http://schemas.openxmlformats.org/drawingml/2006/main" x="124968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49946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7AF1F2B1-62C7-43D4-B82A-1AF371B2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44871-7795-4061-9CA6-A339F4D4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6BB6A3-CACB-4BBE-A594-1D470133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B9D0B0-AB0F-40A6-AF23-940243D1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2EB09-70B8-48D2-A0E0-E5D7C2D9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DDD06-3D1A-49BE-82D0-79DA1B21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46D3D-43F1-4C8D-94B9-938715D3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EE004-502E-4212-87B4-CD96718B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C2E27-56A3-4F26-BF7D-DC01B54C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716A1-08DB-4062-9923-9887F8AB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10D3B-07DC-4D1B-BFDE-9D1E5686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D564ED-6319-458E-AAB9-8E9D3C3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E2F3FF-2746-45D0-90F9-287B9B98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1EDB7-A420-45F4-963A-FFD81524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1646B9-C9B1-44EC-B77C-A5BC82BB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6FCDDC-1DDF-40C1-983A-828E4E27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363F21-0BFA-451A-A030-4B16B7DA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7FD4A8-3369-4A6A-B7AB-426B2B10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37D2D1-534C-4329-9F1C-8E250E26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8BF2E9-7ACD-44AC-B07E-FBF458DF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469096-083F-4B2F-BB29-2B620507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5B030A-A80A-49FC-A391-5D5F0CA6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A DO BV AUTO I FINANCEIRO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F2C496-758C-428C-9EE7-EA886564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DE599C-EB34-41C3-816B-D25ACD6F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EAA08F-DF77-460C-8117-1538AAFE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Votorantim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6FEDFF-C9AE-4F3F-B5FF-7C49B72C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CBCF86-4D09-4CD1-A6C3-274DCC63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C5C9E0-15A9-49FE-B780-2EDD4545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01CA77-BB5E-455C-8863-8146874F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D85270-7F36-4805-9CDD-385553A5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2DFBBE-3037-4153-BDC4-9B083643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887D23-8A6E-4B8C-8349-064C528D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258CE0-FA60-4B2B-909C-BBBBE687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7DC9DC-3814-4F00-BFE7-EB7466B1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A53790-01EB-4A6B-8A24-9B668735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D3241D-733E-4273-9470-78E5D038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BBI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D1CE78-7B55-434C-8808-4380E7CF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203C51-FED0-41E8-9837-8E4F8199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8F0AF3-7696-48A8-B037-275DCF54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02C313-67D3-4D57-AF73-9A558967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26E734D-59A0-4A04-8229-48D601F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6F22B6-DC00-497F-89AD-6E24FFB9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5E3883-61F7-40A8-AD8D-92E990E5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04945B-D503-44B4-AA23-E7923513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A03541-EC8A-41CB-8258-7B592DEF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9E078D0-3182-40C1-86E4-6460E53C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C9E79FC-A5D7-43C4-A8DE-75D13244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7F1469-3D3A-45F6-BEAE-F0A77819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37EF5A-A2E4-4711-AB7A-1BD9058E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FCA56DE-4036-4F4B-9807-C438FCD8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34C47E9-728B-4374-95C1-CD679C13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BBBE2A9-9D49-4846-9FB9-22772230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5316A59-B736-4522-8256-10B2E179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45EBB92-74E5-44E7-859B-3342D9B0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9EDA37-5D12-462D-96AB-2CE939B5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CITY - 02 NÃO-PADRONIZADOS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C1E2E5-BDC1-4AA2-B765-66D7BAF0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788E122-0AEC-432C-B672-1B178774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23B0A13-4056-40C2-96EB-ED45BD6A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INDIGO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9FC695-150B-4D99-B1FB-C8858097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AF290A2-89CF-4F01-9DDC-41747924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C39A687-01B0-4FE9-82FF-C322071D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Liberum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D52B848-584F-4BC1-A1EA-25838FA5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CCC(FE)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8A3B8E7-88F2-42CD-97A4-527A57E5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D9A7FE1-5A4F-4DEF-B141-08FBEC7C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9D9A49D-0992-4ABF-A168-C2F63C8F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3280E42-51E6-401E-829D-5DFFC7E1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E665995-49D6-4B3F-B82C-30B3AEBE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25BE409-B5B9-4F60-BBCA-66C44D34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2,78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387E75-89C1-4F19-8198-702D3F5C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ABC BRASIL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0C9F839-B322-4111-9F30-DC25E3C7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F595F22-88FA-4474-9A1B-C9D4E9B9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FA8D99B-E679-4CF6-9E6A-DADF9B45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3D1849F-FC15-40C7-8F3A-136B5CA1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B09189C-C61E-4440-9A8D-C51F3DD1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7856939-69CB-4BEF-B39C-EA20482D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94A60CB-047D-4589-BDE4-B63197E9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6B17D3-EB46-4615-BDAC-5D53B5CD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AGI MEIOS PAGAMENTO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554A5E1-B15F-4E4C-93DA-D41639ED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E581659-EB8B-4CCC-9B25-6A77BA78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2,59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753A3A8-9973-440D-8D0A-9E6F445D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8058BA3-D993-435A-B406-BE44011E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160606-2916-4B5B-BC2F-6EEFD1B9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E81F9EE-5B94-4650-B10D-B315D450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BE154AF-2FAB-4A6A-A8BF-7625DF65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BBB.br(sf)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E3D7B00-C2F3-469F-9A2F-1A252445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18F35F5-A340-43EC-BFE1-E5E73EF2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40BEE4B-F799-43D2-B7E7-9CA0AB7D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9FD3A22-BDF2-48F0-9FA4-BE6AB2E3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III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A53F071-90AB-4183-AB39-06113364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2106A52-2115-4BDC-A824-6D323FD6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1,52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CCEA249-354B-4AD1-96BF-75883AF4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DDDC5FB-D76A-44C9-A09A-98C64A29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B9C4A20-8937-490B-855E-00017FBD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65BA2DA-8ABD-41BD-834B-E7F00D89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8A483C6-F09E-41C7-A590-620DD400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A8DBE0D-36DD-4F05-9B0E-85631782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2F0AEFD-03B0-49AF-9463-95EF938C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81B3AF7-1BB6-40D9-B6E4-65868D1C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A58C0C0-7083-4B36-9FBF-E7C0A903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C06B714-ED8A-4F28-A25D-799C26B9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13E8CFF-9100-43FE-9AFD-C0E70725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8B98E93-8EC6-4A13-90FF-5489BC96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EC7B7BA-8C1B-4F4C-88CE-ED7D2117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32DBCBF-67DD-4CC1-839A-D8773D0A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631464D-5652-4930-B08C-08799900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0460D13-5D86-4D2E-9DCA-AB591DF8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76DE05E1-0BEB-49F0-A8A3-1F56ED6A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C12863C-109A-4573-97EF-F7EAD97E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5EC8010-8D94-4406-B539-03BF6A86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3DDEA0B-F386-4944-9F9F-7D586B90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D10D4E8-0734-420F-98C9-31315139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D365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09C41C7-AA33-424E-864C-B8782A21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0E7DB23-A664-48DD-B1F7-9EDD9FC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0009126-D018-49CE-99C0-88833D2E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82F4337-B829-4A86-B753-53D922F1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46F1522-61EC-4B7D-96F8-EA836AF8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E7607DB-9F3A-4E9D-8CD5-D78F0B79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8011C37-2E7D-4774-A009-9D4193A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7949427-D6A7-4AAE-92DA-22EE6961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8D7CA07-BDB9-4C95-8758-18630CC05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6BA0D0C-FE87-414B-A90A-3D205FD5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II MEIOS PAGAMENTO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D8D6E2F-D09E-41A7-BA68-C53D02B6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156AAA2-0BC7-4A20-ACBD-899E5D83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9B0DE9F-BED6-451D-924C-88A6330F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BBI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579C1F0-A4E0-40FD-82BD-9B503269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0F02818A-DF37-42D8-B7C3-B376806E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836D0A2-718C-4EFD-BE63-ABE5D19E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6924EE9-12B5-41B2-957B-694E4F81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597438C-2C52-4CE1-97D3-1343DE00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A3520FF-B18A-408E-AF81-5BB7A8BB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03F1981-9DF6-4541-BAEA-CC54357A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3C5583C-78D9-41F1-928B-251E4A60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DB8FE75-655E-41D5-B7B2-508CBEDB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D4AB50C-1D14-4A04-B53F-B88CA8AA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BABCCA0-6FE2-4617-82BA-98A3F8A1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920A706-637F-4CE3-AADC-7C1E64AA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CBA126D-F193-464D-BECE-2267F915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8843B87-AAF7-4B60-9248-A4DC5A3F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C1C80B2-31F6-41FA-84F4-DA98F427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C9F6545-04F4-4A04-87E8-A4C428C4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636F0B0-3436-4C77-A4DF-3CD8B667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4710BC4-30F7-4AF1-993D-3864A570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BA1CB076-33C3-47AB-872E-F1E2E23B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CITI-SYNGENTA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1835286-55A3-49E0-8A94-E1606D30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6E2A3B5-E9E4-4657-935D-0DE24D4A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E3B22BB-D8D9-42A2-AB2E-39D1C7A9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INTEGRAL ACCESS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D4F37EC8-8B73-42C2-B9EF-2ABD5EF3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1EC42D32-DC61-472B-ADEE-5E1D067D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0B157D6-D211-45FE-9555-065C7E07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B1271EEF-DBBA-42E7-BEE7-259E21EF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D2CE7403-E563-45D5-AC65-D3EB5F24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39B7810-D595-4AE6-8813-3F3B9E7A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E88E7167-B0EA-436A-926E-0C30E345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AFDF8CA-5260-48F3-8B18-80C604B0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IS GREEN SOLFACIL VI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7C4B865-FAD0-4911-9662-D2EC547D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5F964D7-F598-40C6-B28B-482442ED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0,90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9B9EEF0-1F56-4B37-81F0-F9AF56DC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MODAL S.A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02052BB-E783-4DFE-AA12-1AFF1343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0F658B42-A19E-46FB-BDE0-5070D05A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E03F86A-8CE4-4E72-95ED-C4816A95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CBA3D56-7F0A-43D6-A765-CC29871D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brAA(sf)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420BCF9-A24F-45B2-8BC4-EF76A945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9AEBF82-0EDE-4BEC-BB37-A17117FA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59B0EBBE-1938-4411-9CE0-01F645D8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5F1EF33-76EF-4E48-B888-03EFDB3D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CW Big Pic. I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7B3B8447-50E4-4EAB-99AB-4FA16760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6C6F024-3FAF-491F-9813-212B8006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0,88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0224B28-F877-4743-A19F-97B7C25C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E8AC88A-DBA4-460A-9573-6108848C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24961B24-4A0D-40B7-8B05-D052A4C6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3BB8B792-2B60-4D3B-AB0E-20A6D224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E01704D-8F07-4667-8A48-BB8E2F40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90F15C4-1604-4614-872E-EA7F670D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E563962E-0D32-4AFB-A192-8D430AA6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0CB644F5-9DF2-4F9A-80B7-27E0C880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57888B4-731D-4DB5-8888-9F8927E7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Estrat. Vinc. II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71777B5-1207-4461-8217-03893949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6384BB9-D250-4E6C-A67B-A1665955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0,85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3941E447-45E6-41F0-AB83-9C92B66C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57C4EB1-15A4-45D9-8CAF-8E7B8B40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1B59341-8981-4850-A49C-102C7A4F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EA6EED0-84C3-4156-AC71-974338EB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D1E8C211-653D-4049-AF38-696E35FD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2B79EA32-983E-41D2-B94C-90EA43E5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591F1F4-3FA3-4E62-BB96-83695954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5F8108F7-905B-47B8-99C2-06C55469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BB3F9500-CAE6-458E-8CBF-1CBD2A63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05B98728-455B-4713-872B-EC3CD3EE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114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A4BA7643-4335-49F2-9B63-FD70DEB9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1076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2D8788D5-7F26-4E6F-80C5-6389460F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1C953D11-117E-418B-B89C-4C72FBDC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16859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863D80B7-EC35-444F-945A-B0D5666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6859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200181D7-48EF-4352-A497-7864B33C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685925"/>
            <a:ext cx="19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DC60B20-90CC-41B3-AC25-0E7B3797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859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94E9DA6F-9F2B-4F5D-B219-180400DE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6859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2B758F01-B9F2-48EF-8049-AB4141DF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1685925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4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867545F0-D7EB-4297-9CBC-26551360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2150D72F-D472-4C24-8260-C41BB461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D2C2918B-324A-4AA1-AF09-B2E3586A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AA2D7920-0FEC-4B87-A177-A416D7E1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97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B28B740A-655A-489C-94B7-4836C7D8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FAC826C8-81B7-4E4F-BA44-8D149C03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097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936A79C6-5C6A-4E04-BA26-BB49ECCF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097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6541A32C-9BBB-4639-88EC-142CE7A1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097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0DFE6148-8DB7-44A3-A029-10DD8473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0097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91D40B62-EE6B-4A0F-ADB0-AA626811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097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859852BA-4DF9-4AF2-83AC-97BA6458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0097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4A302B00-A12C-4DC6-8FCF-5305E418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166BEC52-8428-4C4E-B59F-CB220924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3860D657-FC51-48A0-896A-A142E9FB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181891B-4BA2-458C-95AD-F312DA50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75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IV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100C0FA1-6A5C-4386-AC24-A7466BDE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00CD9D8C-DBE7-4C25-8CB8-32AAFF48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2675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1,03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E18EBAAF-B917-4A52-BA05-941CB33B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675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CAIXA ECONOMICA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38ADC720-3078-4727-81A6-00D08B4B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75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596493D1-A6E5-4EFF-80C0-8AC6DA10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2675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1A2FBD8E-D184-4C35-9F74-7754197F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2675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D9C42E55-405C-4469-9BF3-27DC4048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2675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38557C4D-6504-4E9B-9A16-1844B88E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4EA565DC-3A36-45A4-A669-E845BC82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FE96141F-90C4-4070-8074-BD945567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7F8C20AD-E0C8-4234-A54B-84FE43F5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53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 INFRA CRÉDITO I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83EA1F07-F456-457E-B1A7-851586AD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23873AD7-2048-4FB0-8B0B-1AEF57CB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5253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0,98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8599AF0C-694A-4A5C-B15C-5CAB1E7C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253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PÁTRIA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9C8BD088-D42C-4556-9C25-7EC3E99A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253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3135DE0B-9B8B-4AC7-91BA-7B4B73A1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253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C63B2A11-399F-4F69-B931-E58F65A3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253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D4D1C0FB-992D-4FDE-9EC4-AF9680C9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5253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3D2BCA84-038D-4CB3-B1D8-856DC3E0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9CF95536-36B6-4419-B0B5-A36DFCA5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EA5A51AD-E19B-472F-86B0-B073BDD1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225B38FD-C4E9-409D-98AB-170098D8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32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 BRF II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025D596E-7989-4AEA-B4D7-02411662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08F6F8F4-DCE6-4949-A13A-56C4B09C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7832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0,94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6D15D51D-A553-428A-AB05-B307E434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832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BRASIL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35C040C7-6E3F-4190-B54C-3EB14E65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832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D144FDC8-AB7E-4B19-8B72-A38FBCCA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832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CEBF0B81-7FFE-44EE-AF19-B276C14D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7832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F0278D11-A3CF-4590-A244-FE92775F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27832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B6A955FE-A7C6-41E8-9D8D-98B783BE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6C2F78BC-F58F-4CEC-A2E2-6405B075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F0254E8B-81FB-4E43-9CD3-9D911981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7636D4CB-881E-4848-A907-D8AAB926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10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1D5B9917-486B-41A7-BCFF-CCBB8566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6A90821B-45EA-4E57-98CE-01AF3FBB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0410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29F8FC90-9AD9-4AAA-AFE1-2D19D6F0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410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36E5D5C3-9066-45BC-BF5E-E9307C95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410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16D77030-2402-486B-931F-3E03A4C8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410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9697CBB8-2BF6-4795-BD64-B985AE6A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0410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2ED42BA1-7D33-40BA-B264-27E192A3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0410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72834E18-02A7-4DD1-BA49-E59457C0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61D2CF6B-0EDD-4E5B-AC3B-4B8D3986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FE58A8D3-A681-4B5B-9421-8B40FC3B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114C17EE-F9CF-4040-BC54-715D6433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9882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Angá FGTS I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18438DA-79CD-4739-879D-815732B8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7ECFE9BE-1C5B-47E3-9AB3-6468D9CF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29882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0,61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B66F4C1B-565E-44B0-BBB7-84559DA2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29882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Votorantim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556B9C9-B94E-40B7-8B19-4B6119E7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29882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C60AB8EF-DC1D-4531-B1AB-B36962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9882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A68308AC-D132-4B82-BFCA-873D6DA0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29882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8E3D9BCE-8BAB-4FE1-8917-3457883C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29882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brAA+(sf)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brBBB-(sf)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006C68E2-2BD0-4E47-89B5-97D18D9C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3C41086F-0650-4247-8DAE-E94192A5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9EAC6384-918A-4E66-8B80-546F915A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8E978A2C-5EAC-4934-B2AD-B49EDD48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663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TERRAMAR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BE5E8DE6-210E-4396-8103-FF65889B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E15556D8-CD94-4A2C-9413-CAAF6B25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55663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0,51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EB393FA7-7CEC-4574-901F-D6FDBF2C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5663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73801F49-6C8E-4D4A-925E-9AEA0580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663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1044D76C-243B-40B1-9927-6DC9A733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55663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C69B3405-22BB-49E3-9729-0DEC55C4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55663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064239C9-8287-41E7-BF41-C7184DF2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55663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BDF5A7CB-F3A5-4A03-92D7-EC88C7F8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98C4416A-824D-4096-9D58-97B9E69F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5E7C9F40-268A-4978-84ED-1192BD83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F73E1393-AD0D-4A61-BF85-1E6C2E92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444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OPEA AGRO INSUMOS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FF8B0D1A-445E-4C33-BE33-3C6D5EAD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1537C4AE-CCEB-4758-92E9-C8A15A92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81444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A73FD8A0-8DEE-46B3-A74E-1D4B0162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81444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799C3F99-4F35-438E-9A19-166D74B8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1444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CEABF507-A12D-49AA-BC6F-81F784FD2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1444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DE6FE7F9-AC6A-4987-9B27-75D9D894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81444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3BE4484C-5940-4E3C-85DD-3A45928C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381444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7EEED5EB-0482-4CA6-9CDD-82365702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DC61E8E6-9611-414D-B2A4-E399B29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E001480F-2B27-4414-AC6C-06EF03F7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DFE0A58A-4C91-4483-A692-BB5077D8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7225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SUMUP I MEIOS PAGAMENTO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070D1977-74BF-4427-BF9E-F9E67C97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A5B505FA-07E9-4D97-A4A2-D0B132D0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07225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D149A257-892C-44C7-B7F4-146CDD97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07225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 BBI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75AAF2C9-240D-46C9-8183-A7559C65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7225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B86E63C9-FA94-4BA5-BFF3-DB6076CF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7225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50E7E4DA-C1D8-466D-9381-CE0DAC28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07225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S&amp;P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945998FE-5515-4092-A7C4-BEFB2ACC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07225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 (sf)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4B4C2BCF-70BA-42F5-9362-6646EF07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6903EBBA-C08D-42D3-A36A-96EEA9B4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0E0953AF-0B9D-4E63-ACFB-F9C758EE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35E755ED-4D95-4BA2-A8E5-23EEB7EA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006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GREEN SOLFÁCIL III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D80D5ECA-91FF-4F69-9533-5D94C49B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B440F6AB-70EC-4807-B582-14732DFD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33006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0,48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C6E4468E-F300-4BC1-920F-125C8EC8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3006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552E2368-4B75-4E36-B816-28A8E7D1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3006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3F8B21E8-54C2-4730-AC2E-8B2B77C2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33006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C8AE4819-C981-4D75-9272-559F0C8B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33006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BD1B76F8-E0F6-4678-A8A4-BE4B58F1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33006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BBBsf(bra)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C511C7A0-0514-4E89-8258-9B6DD60C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7F9A96CB-A233-4F1C-880B-82BAF6C1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ADC1B75D-AAB8-4081-AC49-B49CA6DA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EEA500DB-CEAB-44ED-8388-FD26FA0B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8787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CHEMICAL XIII - - INDÚSTRIA PETROQUÍMICA</a:t>
            </a:r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CF83DD8C-F610-4EB7-A42A-EF53767C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75693520-C591-4349-8AE8-38393C9B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58787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0,44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B957B0F9-9469-432E-B393-2060F917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8787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15D07ABC-BD3C-45EB-8240-E20BA9C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8787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FCC5996F-17A3-405B-8027-DB57FC46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8787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C189047D-9E99-445C-81A5-89D548C3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58787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5A61FF6D-F8AE-413D-B8B9-A7A4BDB5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58787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703049D7-977A-4547-8BB8-1E0037C3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39A026FD-6D68-439C-BFE5-E0F6FA4B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0FB76F8B-B8E8-4C15-9544-F4E56106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543D23FE-B02C-4099-B74B-BA77C2C7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4568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CREDZ</a:t>
            </a:r>
          </a:p>
        </p:txBody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AE37AB80-24EF-469D-AC44-9949BCDB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6F33A918-884F-412B-8F27-FA13FE49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84568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FC772189-15D0-476C-9166-C49F7026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568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B1B89A01-BAFA-4EDE-9129-5565C810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4568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C9AB7920-C0B4-4CC4-9824-DD40F91A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4568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21BF807A-EA23-4D2F-8567-66A3BA15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84568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31E6136C-E99B-4FE4-AED2-11D1806B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4568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0FC57CE3-A306-4B1B-9695-08ADD311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633EB412-E2D4-438D-9C34-45F187BC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4A24E30C-6997-4C30-A1FA-309D3303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ECA02632-3DB9-4928-8470-D6D96736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349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516D355A-7F11-47C0-A8AF-763904FC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058499A4-0F2A-4E29-9F4B-022D99A3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10349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0,40</a:t>
            </a:r>
          </a:p>
        </p:txBody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8B02F32C-63E6-4114-9D5A-2130F99F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10349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BBA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D2FA0230-4D05-452B-9D9C-FFC81C76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10349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D0674DEA-95F7-4625-87B1-DBD20FB4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10349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AB50DADF-8445-49DF-B8A3-CC6FEC87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10349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5644001B-21D4-4EC3-85C2-60934700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10349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894CD4DF-CF1F-4A53-B081-FCE56AD0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4F9773D3-4268-4F63-831E-5E1C1EAB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02C3CAFA-D9E0-4DE9-8739-DE80A93C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5C2577EF-73CF-4B89-B683-9A166A10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6130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PLATINUM NÃO-PADRONIZADOS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C34ECBF6-37DD-42DE-8474-BC28CCF4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B495ACDF-23D4-4F9E-A605-396EC6E7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36130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0,36</a:t>
            </a:r>
          </a:p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611BB86D-3D4D-47C5-A2A2-9867A022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6130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8D9D2E02-FB28-4C8D-9044-A586B07A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36130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8852402E-60C0-4CA4-B511-17EC1E6C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36130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3074A32C-86ED-4F9A-95B4-46CDA8FD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36130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2D700109-A4B5-47B5-9C38-E1136FEA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36130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9EF4DC68-BB8F-4F07-9A43-F6B3F6A4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E3BFDD7C-E80D-4FF7-BE34-E4F103F7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5E7E6D5A-B839-4A8D-94C7-9BE4AB5B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1143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11A8E7CC-974D-4723-83A4-B3AB3828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19115"/>
            <a:ext cx="1076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ATRANI NÃO-PADRONIZADOS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C6B6996D-C824-4983-ADC0-E84FCD34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5DDC9F4D-E453-45AE-8E74-D8B67010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19115"/>
            <a:ext cx="33337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0E016BA9-8E80-4A1B-9B8B-C9C025F2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619115"/>
            <a:ext cx="5334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TRUSTEE</a:t>
            </a:r>
          </a:p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AEACB631-847A-40C5-8B7E-0590B733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619115"/>
            <a:ext cx="1905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C482556B-A18D-422A-8F4F-59AB37EC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5619115"/>
            <a:ext cx="3429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06D1CEA3-65DB-42EE-AA12-6AD91141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619115"/>
            <a:ext cx="476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08408134-B8DF-4B27-888E-EBC56DB9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5619115"/>
            <a:ext cx="6477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5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5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C66680C4-D976-432E-888A-BD3D612C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4755EA58-DDAB-4AC4-BFA8-576BDE77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88069999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A3ADEFA-8EBA-4D0C-8E2A-D32CC9AB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E4C79-0819-4DEF-9B5E-B8263C9A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0465E-0CA0-4983-8824-491BC67A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6DE4D-6FEC-4FB8-9AB3-CCA081C8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E7DC5-FB58-4103-A6B9-72E1CB88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39311-7EDB-4278-BC45-B66DC237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C1EC8-8971-4AD2-A745-CE3DAD19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C2E86-9237-40DE-9042-AF1B014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7DB69-60B8-462A-A737-F7E832CE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A7947-8437-48D4-A0CA-1D2809ED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50495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1975F-2964-4701-AFF9-F6E0C627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3FC9D8-CCA3-41B3-AA45-28872738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5049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Coordenador líder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869FB-A95A-4B5F-BCE1-B4924DC8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504950"/>
            <a:ext cx="504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F02BD8-D0B0-4AD5-8C2A-4DC3FA57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754983-D3B7-43BE-8FED-A4AA1244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3B91E4-AF64-4345-9B88-97C4CF0E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504950"/>
            <a:ext cx="1362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E932B4-4FCD-4208-BBC4-C9891F52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506346-6F82-49D4-9A43-37B4E056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0686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7F0789-EF4C-4D72-8EDC-364DD2B6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FE3F94-B87B-448D-BF38-62C18185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828800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2C3611-9BCC-4C41-A6D7-429326B8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828800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0D5BEB-412D-40F3-BED8-7E66139E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828800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1,68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054A25-5A08-4820-8FC8-58CE2421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AF320F-AD64-4637-94CD-5B0D71DE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828800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5E94A2-8AC5-421D-ABB6-BEDD931E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28800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3ECB80-A231-4F62-9268-FA1F28E8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828800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821ECC-2D7A-42B7-9383-23C0E225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28800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103516-05D8-4D41-83C9-15EE16C9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0211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C8C971-44BF-411E-807C-CA3456AE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50671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A7373E-80B5-417D-B9E0-0F990A2E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58786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63E933-7416-4D0B-9BE6-3C3DB6E0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258786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CRÉDITO AGRÍCOLA COTAS FIAGRO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23FFE4-55F1-49F5-B686-39C3F4FA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58786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788C30-BA60-4931-BFA9-EE55AB38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258786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0,30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4F8CEF-BC04-444B-ABF5-DE07E769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258786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2CA3AF-DC41-4992-9726-A8671D0E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258786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560B11-18D9-45F0-A6F8-412D447C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58786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37EF68-6FFA-4D6D-B55D-2E861972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258786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E67F61-CF4B-49EC-B871-F8294294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258786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87675F-7AAC-4E63-A213-D2627230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0196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90764F8-8E9E-41F0-B628-F8BCB82C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80657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7A6D3E-8D40-43F6-BA2C-575F3AF2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88771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637E0E9-8A74-4189-8935-4CF51F26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688771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A455FB-E5F5-4115-8BAD-97AC8BF2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688771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36A2C8-E6F2-47BC-963F-5110F7C6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88771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D3BA52-96EB-468C-8B10-BC766DF7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688771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69E65E-247A-4CA9-8B1D-1811AA29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688771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6BA4A8-F9DE-4FD0-B821-9403DD62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8771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5F5735-822F-458D-A740-3DD301D9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88771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0EB868-C90C-4E7D-A1A7-B56DA29B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688771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0A0650-4735-430A-AAF8-7035575D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0182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C8252E3-D0D9-4D41-A542-B4C6B7CC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0643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CCEFC1-38AC-40CD-8349-78379757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8757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F79BADA-B8E3-4D3B-84F7-1B8B6EC9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18757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4799562-EF08-4530-883D-E06E5A11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118757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3FFD19B-AF76-42E2-8DBC-65660266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118757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0,20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7CA0895-C0D4-401C-921C-C36ED3AE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118757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0B9F386-CD18-4404-BB88-E7FC4363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118757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800D09C-3651-485B-9EC2-F292C4F7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18757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F36A89D-341D-4F79-B02C-FC7B549D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18757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6C31908-AC59-4C0B-91E0-0F6223E9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118757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AA7060C-94D9-4002-961F-433D9C68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0168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0BAA2A5-ED85-4B77-AFC7-D459038F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0629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84034A-8EAB-4B7A-8830-69D93DF8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48743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913E3D-7A09-4E85-82D4-B871CE7D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48743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DF95D8A-B198-42B4-9A57-8188D6B3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48743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CFD4A42-5647-47B7-9E47-E6F2F383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548743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20F7BBE-BAFA-49A6-A895-217CDCB8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548743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465A742-F3A8-48AC-819C-37A4E739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48743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09C689F-9D9C-4B58-A6B5-53576735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48743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A22EAB7-0B8C-492B-A6E7-3A6017D7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548743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F7FBDC6-D38A-4A97-A677-35912786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548743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F4D316E-62FF-4AF8-AD91-458CCF6F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50154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BFDEBDF-CD70-49E2-87C1-4B53B37A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70614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4E95DF7-5B69-4DBB-B38B-1E567416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78729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8039496-9294-4E03-B2D6-53196BB7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978729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Supplier I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68AA52D-A85C-453B-9066-A89B9AE1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78729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48778B4-BE19-4620-80F5-187EECF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978729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0,12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77090F2-864C-4F8C-B4E6-7FC90911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978729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BTG PACTUAL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E9908E5-4A91-4830-944D-763E0236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978729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47DBC80-DD82-4803-B618-80B51474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78729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61760A5-262E-4077-BD80-06889FF1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8729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1C6DF9A-B250-400C-B704-00CEB566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978729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8D874BE-EF1F-4485-A2B1-5591D29B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0139"/>
            <a:ext cx="11049000" cy="4299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4F6ABD0-18E1-413F-B6A3-E805358D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F80B28E-7230-4346-AE2B-C65F8E03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08714"/>
            <a:ext cx="3143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2D8548F-837B-4714-AFE6-767FFD64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408714"/>
            <a:ext cx="23622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CREDITAS AUTO VIII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A779B88-12EF-4B0E-868D-1410C3CE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408714"/>
            <a:ext cx="1409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901C6BB-69D5-4029-9111-B022276A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4408714"/>
            <a:ext cx="742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0,09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C888858-8BB6-4DCB-B142-0ED0DB53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408714"/>
            <a:ext cx="150495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INVESTIMENTOS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DE6C036-8909-435C-B7D5-7C5E8521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4408714"/>
            <a:ext cx="50482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7279AD9-E715-4C62-AE36-160F05DD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08714"/>
            <a:ext cx="7905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36D8501-E9BB-4E14-8E5E-A3BABF61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408714"/>
            <a:ext cx="1028700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E69969A-D490-46B3-BC43-D4C92ACA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08714"/>
            <a:ext cx="1362075" cy="372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9979585-8257-41FB-9EEB-A56CB7D5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E161FC5-68E9-4EE8-A7DD-BE777C69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4851089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E17E39-9AE6-4816-A88D-3FCE68B6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EF9E3-C90F-4460-8647-1091AA84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9E1CA-4F41-47A7-A854-5C5F0758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6EA6-1169-4D9C-881E-60F63140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A6A78-018B-4190-906F-0FAD1CF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28365-7B97-4813-A320-50735D2C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89213B-AAB4-4FFC-903A-500CD70B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E6FD42-F768-476B-9D47-AA377893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C1881F-2544-4A91-BB28-5CEC9801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EA737-9265-4A4F-B157-F6E5C373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324A9-BDC3-48EC-8C6D-4C0903DE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9FE495-7DB0-426E-8AB8-10ED6797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D641F-4B24-4CBB-9494-C62E9FF1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B12BF-7FC9-428E-BE49-0B62D73D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C483F9-D00A-4DB2-979A-3FA29A59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80E061-0743-4EC7-9AF5-8C278FBA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C2CE93-041A-410F-A74B-A86D1981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3D10D-DAAC-438B-8E87-8FB57E71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DF71E-74D5-41F0-9E26-05396B52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767123-CFDB-4BE1-ACE2-F72AFFA0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A45A42-F18D-4BBC-8090-6260F682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C22EC3-ED36-40E4-851C-278C8CEF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E28796-7527-4422-A776-B4723803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65,7% dos R$ 78,1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7B4F9B-C52A-4244-B5CD-973A32D9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2704F8-4825-45E3-AD50-6E1EB93A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2487E6-5E6F-4F1F-A24D-8B7A64D0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D92621-7CA6-4D3E-9EC6-E8B882B7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72030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23E59E-2662-4084-843A-512C48B5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61B07-089B-4BAE-BC2A-8F1BEB28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7BE0E-FF1B-4983-A4D8-EB37F5A8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2CEE9-209C-4545-969E-67E8FF24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A5905F-E776-4ECA-A1D3-0181C537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AE522-D834-4574-8BA8-03F1DAA5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9DDDD-F6CF-428F-96AF-0853BA8D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10802-CC68-4A64-9293-955B3B3A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BD77B-1D5D-4E1C-A520-FAC38C4E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46E2B-1636-49A8-8182-4352CA75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7E5D9-9B65-451A-B78F-E6377BE8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F2482-D68A-4CC4-8C93-78ECABDB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A77E37-0D94-401E-BEF1-BA7213FD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656E2-94E1-4759-AE7F-E5D79A8B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30274B-0743-4021-8F5B-1A2A5EE3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0C11A-7033-474D-BE36-45DB282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06D3CA-A3A7-472C-A2FF-A3E5553C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5B3937-3D2B-439F-A7BE-8BC5BCBB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B7612-E62B-4200-BD8F-5A16EDC1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53E368-8926-4E39-ABE6-A0B6AC85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28A5DB-DA07-4477-AF7F-774D6813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EBDC65-5EA3-4517-9ABD-271E2F19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2A0663-A10B-4324-B97F-221B7662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58F76D-1F93-4BA0-80F5-A6A7877E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B5D522-5D70-4D57-ABE5-8389D66C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3CBA2F-B19E-44B2-8990-3ECF2133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E770F8-9D61-498D-9C15-148B1B71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F721E-CE83-43C2-A65B-6E4C2C21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EDB431-333C-403D-ADBD-DA2F0A1D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CA057-03D5-4A2E-91D7-164442F2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7DB136-6E20-42F6-B96B-B44242A1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DA64A-CDB3-4764-8E34-17CE0FFE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1DA36A-FFF5-451E-8B29-FB2BEBCB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80301C-E762-4DE7-8B15-4712EF4F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B17D45-3912-4155-B00B-3633CC3E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inclui FIC-FIDC.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A95B7D-3E12-4C30-A626-F4B3CF34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FAD941-3F11-4E8D-85A4-EBF73E11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772470-F859-4B15-9AA5-219A329D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2DA462-98B5-45E6-8AAD-D1EC5788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E735B9-1C9E-4601-B399-51B568A5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984F2CC-15D8-4369-AB5F-2487903F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5BC931-E963-474C-99EF-389A9D4F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FA38AC-F7D3-443E-A821-88FAB0BB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6C6327-97C1-4500-A584-5F1A7BED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706BDF-C71D-427D-8A1A-432FB8C7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46829406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EAECEC-9FF4-4532-8B86-EBCA9147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D0B55-81AF-4596-A054-D3A6AD13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609CE-C0FB-416F-9586-D4AE564F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A14FD-12A7-4E73-8E4D-55703360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56B15-8766-447A-8AB8-20A52AA0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02656-9973-4FA1-B0F0-D2711E55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2F940-03DF-4035-BE3D-D7A2DC57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D08F2-F1B0-497D-BEE3-59E6714F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686E1C-80EC-4C64-96E4-84297F67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183E2-1F44-4A85-9B54-346F2D48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3C34ED-1285-491B-B69B-B2552DCE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7A035-516B-4F55-99FE-8C0A7819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BFA074-7BAA-4E45-AF44-B3AD2FC6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8CBA7-9A37-4B37-9CB4-68773C28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1EA16B-7A45-4E31-A0E8-D6157631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838D00-FB73-4EA2-825D-50092C34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677DA2-3197-4B94-9881-AC9EC265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EF805E-EA78-48AC-BBEB-30A9C061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DE61EF-E2E0-41F1-B22C-BB21CD33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C0787D-63C7-4029-AD6B-8FA4F5C2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C3AE0D-0EE3-4C7F-BA32-406610F8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E51B8A-F177-463A-ACB3-214A5DA2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75C165-D80B-438E-BD93-20007193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89476E-D5C8-435C-9BD6-53766688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A01F90-3053-4E55-9A9F-25199C05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D7674E-D81E-4E09-A126-0CFCA06B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1905DF-074F-4F03-9145-94BADB51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62DBCB-C727-40E3-ABE5-2D9F4832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6F1658-7488-4DAC-96E4-E5C47C06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03693951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D67680-A46A-45AE-B018-DAADE85E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7D9DE-7231-4258-A554-8E2A5DF4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922227-DE1E-48E8-A94B-8475E147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755C7-3A34-4287-BA03-115BD7DD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AEA401-E75C-45BC-BABB-7CACE04F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745BFF-B9D8-44C8-99CB-68A29D52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CDEFF-6C40-480A-9192-FC4DF008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6726E8-7AF8-4D35-8466-846CC164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4D9680-D57E-426E-861D-32E34657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1CBB41-42D2-4911-A728-59DE9BF3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A3F22B-F848-4BC7-B087-5C2299F9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E68572-F452-4B76-831C-D669863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0BF78-B62E-480E-B160-14DEF40D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11663F-F2C6-471C-BCA3-0F2C142D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3CA61-63CB-4821-A507-58C347C2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1EC147-E73F-4CDC-8DA9-48867218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ED4A5A-F3F7-4059-B457-6C4F043B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8B7686-3CAB-424F-9CA1-7E226ED1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737BA-9459-4F60-BEA0-DC32ACB3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87185F-1D02-48F9-9931-B36196D3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486940-49F4-4CB5-A4CF-F6ADBE7A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B30B32-1F89-4357-9B81-C907B5E5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A5F155-9C93-4B36-8236-9C6CBEC5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C2CEBF-02AF-4CEF-B34A-F2C154E1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FA63E9-83B7-42E8-9515-93C6A290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5E4262-50D4-47B3-A96A-7C8C89E0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85E86E-2753-40F8-9379-3DF625A3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C86B3A-F795-4E64-B153-51907EC0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189AE8-116F-4272-BE78-BE58194D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22273530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52F6B8-02C8-4E12-BB68-1E97C946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14CCB-689A-4BE0-A32B-9601AE1C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32C04-2A11-42B8-84A9-774B7452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F73EE-8154-4600-9E9B-762312FB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DFDA6A-0215-46CB-8599-7C19F30A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CBFF3-7B75-4A19-BD28-99717608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706B51-A2F4-4CF7-AB89-70E9A748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B7AC7D-314F-4E8E-8D0B-F3B63FD4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BA181-6410-45EA-91C1-B9E06190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9E520-D183-4D3C-8EF6-5C6C362D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8E430-388B-44F0-90DB-09DEB44F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32E2D8-A24B-471E-B66C-5817A17B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2737EE-12DD-436A-9E4B-F812E07C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4FDAA0-E84C-4AAD-82EE-47A91EC0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F600C2-AF34-4E80-A907-FDBE5614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84E4B8-F7AC-4F4C-A62B-E4F5F125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85E36C-3344-43F5-8896-DB45FD76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D3CA17-07C2-425F-9823-F69199C8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43EDA-A8CC-46D7-BD21-B340A93C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E85133-70B6-4C1A-A3B5-8851F38C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0C9BC2-3205-4E9A-BEF5-9FFD46A9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2EBC57-3D3F-494F-BF59-49371270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70B745-6DC7-4AE5-A417-F6071EF9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B82F43-2891-4637-AC9D-BF2DE398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C3826D-0509-43DD-ABA7-F2A0598F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526116-7F41-4DB2-AE12-E70F422E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2BA50D-FA6C-4EBD-8439-2F5D9C08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AE513B-F10F-4D91-A86E-248EB259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07C68C-B8AA-4DC7-8658-A845C6BB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61411344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91D3B-9749-4908-9748-FA895BAE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6CEF5-C9D5-47FA-82F7-AF5BB486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223794-15E0-4CB9-958B-2D302259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91EA9-ED15-4FCA-91FA-4D09EFBC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03D25-37B9-4A33-AC41-6445C538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F070C-EA98-4349-8DBE-E847484E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CCD2B-D47C-43BE-B871-33AE80EB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D1CF4-D58D-40BB-91CC-C1A25FE8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F98B9-950E-4E19-9D40-6A27699A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94F57-E8AE-4466-81EB-132C15B7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64790B-6D61-45FB-A26F-C39F02E3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8EA9C5-6000-42CD-95A5-60B29D8A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989CE-9F6F-4774-A974-09385BD8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9CAB9-77DE-4555-927A-0291E540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655460-1A03-4050-88C2-73D8619A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2DFB2E-F020-449C-B113-5BDD9977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2F847-472F-46E8-8E86-387994DF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BE7A2F-8911-4385-A79C-DAF89A15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E0F498-856B-498B-9F71-512EB946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84154D-4066-4AB2-B48C-A944AA17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7AB816-E5FA-4794-B97C-DD04D61A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CFD108-19CF-4A8D-8C94-A2AED206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CC68DB-E213-4A50-BF47-569EC99E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5F2A15-CB0A-4B2E-A4A0-2F37D9A1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3D7F64-EF9A-4674-98EB-DA979D8A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856A9-8D41-446C-896E-DB559CC6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A0693B-51B9-402C-B6B1-4D040213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9792B8-E9E7-429D-B31E-80469A6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66F315-B217-4DBE-84AC-CAE45423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2260999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83EA06-960B-4F95-831A-2C9290D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2F3F5-D0EB-4B1C-8054-1D3A9164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1AA551-786F-46BF-AF92-78C448EB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E6B2B-650D-45A0-8FD6-36A6CC3F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E5EF0-1887-4587-89B9-BD3D5604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84D02-F5D1-4F75-998C-10310B01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CB274-8935-4F8B-AA33-C126F4ED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97DE5-BA02-4DA9-B3F0-5743A99C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10F1E-DEC8-4939-A8AD-A06985E6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957D09-0EAA-46CF-9709-9B372674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1494F-FFE3-4CC2-A290-DDB6A32E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252BAD-09C6-435C-8444-CD2F67A7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D2914-E74C-4CC7-A9AD-1622D955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4199A-033A-473C-8713-977920FF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C4B3D1-0F0E-4FF1-AE8A-4875E152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FC46ED-C5E5-45DC-A45B-594C3096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5F014E-EAFA-4540-84CC-7E8DE008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F28B4-406A-4EC2-BBCC-B9314B7A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46A10-D074-4F8C-A50D-8ED7B86A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11F8F2-67A5-471C-9614-85BDEE93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155C50-8831-4F17-BEA3-29CF392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689EAF-2818-4E62-B70F-5F5D7898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B7FDAF-BD8A-4463-AD01-013D7656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8D67F8-7C92-4CB1-B930-75ABD597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86C928-4383-446E-BBBF-C8A12BC2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E2449D-D55D-4997-B615-EF8E9ABF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75A99B-9230-427E-9A79-7AD16CC9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AEB739-339C-4CCA-9038-3F1C7E74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2938CB-6554-4D4E-88AE-B12879CF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58190620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FD38F4-0502-4791-AD6E-00393BE0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F83FAA-497A-43E2-9879-552F0800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41383-2FF1-40D6-A39E-0D2540BA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4A0FBE-CF41-40A6-9530-CCB085A2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2AAF05-9379-4FAC-8B33-D7E39FE2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280DF-57F9-4D08-AD42-77649A73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A4F508-EC69-4B19-AE93-8BE99E2A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8E74D-B402-4BC2-BAC9-B8CC791F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15532-B753-4CDC-AEFE-112930B2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CA56A-76DC-424D-82F2-F7266A37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659523-46E7-4EC7-A4E5-6EA91FEC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DDCCB-1A62-4003-887A-6A021109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B8C809-6B92-4FBE-8617-8C8FDD7B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840777-1C35-4B8F-BEC2-2BBC05AE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0AFCE-9E5A-4BA3-9AF0-833BA16E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56B0C-F786-4958-8C0B-B7359B14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989BE-F86F-4D1A-A76B-2FC5DB7E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1A6543-8413-4C9F-91C9-4F28FC7C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C2400-596F-4499-BCD3-95A97727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F990A1-3B7F-4F28-BAF0-19AD37F6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0F38E3-F3B9-406C-9EF5-96D91348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66AD98-C18A-475C-A8E9-77B4D11A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2C535-6185-406B-BBF3-509A6539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D18223-9CF8-49E8-9141-73950D30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58DC7E-AAFB-425C-861D-1C040545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6BE8E4-F5EA-4FCC-A573-D9AFCC43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734E42-BE22-4337-AA89-3A43C84D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7D5C67-6F8B-430C-A899-DC70CE2A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0D6C3C-29AE-4E29-BEE2-58E6B302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79320782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BC2A31-49C8-4B58-BE80-725AB1DD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E493B-3BB5-49FC-8119-AFEB6A9F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9B949-41E2-4D29-A8CF-AC32A12E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AA4DA-DC56-4C76-B463-93B41F6B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6DAC9-641F-4ADC-91E2-28FEE619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B1FB0-32C6-449F-9318-C5D762E4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FC214-3137-4BBF-B348-0429B74B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D6819-6822-40AC-B195-4E4FF606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492AFD-D963-4288-B8C6-165DE9A8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06A79-DF5E-4B8F-B134-5DDEDBA0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267326-B370-4D30-B02B-A15CD825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5C254-5C42-4F66-AD52-546C122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C0DE8-15E7-4844-AE08-E5714F43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6D7D9-3767-4619-B4B1-B6B81BE2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0B8D0C-57C7-4CA4-AE8C-C5669BFC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28B5EA-1C36-42ED-8C51-FE4838DF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632250-A13C-4FBF-9638-81122C92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58824-4CF8-456E-9C37-E569E9EC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131A1B-4D04-4461-A0C7-9E3FA261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C09B6-ABDE-458D-9719-F8ED05DE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690BE-801C-49EC-BDCE-294F0D20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1ED089-19CC-4527-B680-08A02F84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306D14-6E2C-4698-BF9A-0A25F7AF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55359D-6EA7-4B63-B823-179D0F0C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C18289-0C2B-45D7-B48F-F7EEC1E3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54A2A6-16D6-486E-B6D2-69AD4457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853F4A-6F79-460D-A1E3-6687D4B0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A5937D-52E9-4286-8DD6-C3DB30606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405855-7C69-45E7-8EE0-0C32633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91190206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F1A7D5-1D09-42C4-B67B-1E95FECE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96131-7F14-41AC-A377-B270B9CD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03E65-EE92-4B0E-A2BA-9C1AA5BD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D9915-DDFC-4C59-8275-D21BD7CB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91841-2ED0-454D-A252-04F256DB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3FDEB-70DA-4183-ADE8-49E6B258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644ABB-C89F-4B74-B0F1-A04BE7FA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74052-6BF0-46B0-82CE-C7018819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E0EEF4-CBD9-4770-A422-8B718C22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F815D-329F-4304-B815-9BFA92C9C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17A41-210B-4CF6-8B92-46DC189A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3CC8D-4305-43B8-AEAA-56B62332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77D4FA-DEFA-4E5C-A577-E164C025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12D466-0AFB-4302-B12D-C25620C5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83B5BD-2E0B-4FE4-BA2B-595C3385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183A6-F3D3-4B17-8164-A014494E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16A1D2-AF0B-45FE-9191-95F2939D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C4639D-F626-4C47-9DC8-AF99C411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7D26B3-B9A9-4EAC-861C-B0B85BB7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506EA0-8689-4A71-894E-DDE15EDE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535E1B-A184-448B-A35F-F6568ACF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D2A42C-C632-409C-B11D-CD5B89BB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813142-2832-44A8-B7A6-1C9BEF17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7B244F-2A9E-47B8-8BEF-7F56855E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C4DE3-37E5-42A8-9762-4856C917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80F259-D68E-46CC-B3B7-BFB46A45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2FCEA1-F803-4E12-9F6A-D2EF31EE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2A7EC5-CD79-4E0D-8C20-6BEC14E3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46E9E0-09F1-40B1-A58A-F95B6976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927870808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0F7D9C-4E43-4117-83F9-D0E34626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C4C76-B751-4DE8-8480-00EE1A4A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2D10D-E055-41DF-8396-850A54A9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57489-7D8B-4A0A-8605-D7C38A40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5E289-FFA3-49F8-890F-3CF85ACC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5B1FB-53B5-4F5B-B32C-FBAEEB08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EE48B-6E90-49D5-B0E0-4EACCCDB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B6BE6-35D5-4BAF-80C9-7A127ED7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C6D24A-98D7-4B99-96D1-0ADE35FD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2B870-06B7-4FA0-B2B5-F1998C28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8D6BE-1064-48A5-B5D2-BD449996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F2858-FF29-4222-B6FA-51844B0E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7DE5CA-B5A7-4666-B5D8-58E65932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F8E496-234F-4BCE-8676-71C5C82D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AF14D5-5516-48B6-8D0A-A333A71A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2843D0-E95A-4F8A-908B-5C53FEBD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DE8895-41E0-45BF-9E12-A282FC42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AD071-E393-4E34-BBE2-A1713105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D82A4F-B7B8-41E3-B49E-C6A495E5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D3E8D-36A7-4448-B52D-27066FE3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BF781F-AF0C-40DA-8246-6F682B4C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0E8809-279C-40A5-8294-A82989A7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44023A-826C-4C03-A0BB-A9B3DF85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4CF26D-9255-44DD-8E8E-460DEBF8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D804AC-B482-431A-9225-8B16A1B9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0C3BFE-1BFB-4D32-8DD3-E1D6D08E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E51A43-6374-4E71-A008-40117E66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B1CEE9-8EE7-4D5E-8A83-730CA5B4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A55DB7-C1B2-4D37-A975-7FC97AE7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1823938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4C1512-250B-4D30-AA6D-A1F224D2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9F4AB5-FE4E-4A93-BD9F-78910B81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ECC3A-FA31-4160-9C3D-2F9EF8E1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B51CE-CD14-43BB-B3AA-2A7D417C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D536E5-6E62-4521-8AE9-3414AFDE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88706-8605-4595-9608-27309973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C6F7B-F8C2-4111-844D-55C2D6C3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35A22-C894-4DAF-B5D2-AB0AFEC4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B1FCC-E52D-45A5-8A13-09C031F1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4AD6BC-4D71-4EDB-9896-398626F7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22A51-89FB-46A8-8245-9A52C57E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3BACF-816C-4C82-B8AE-7C1E70EB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13E26-907E-4FAB-98D9-B483ABF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9E636-1281-4740-94F5-CDEA0C41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E2D820-C8CA-46DA-B2AF-8EDA0445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187D7E-A76D-412E-B72E-DA6EA2C4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41B62-0BF8-4C4A-9DCF-CEDB0975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E6DECA-5A9A-4704-9F12-9D59E8DE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57C6DF-46BE-4CFA-8FE3-2D97A871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C6D0C5-E4C5-4136-96AA-A9D62793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F44C2A-3FBB-41D5-82FE-A86D8758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F4E6F3-9905-46E3-B71A-A48B332A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2FED41-04A0-49A6-8F2F-C88EC47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442523-90F6-4B06-A410-4C494A39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44C8E3-1FAD-4570-AE7D-ECEC090FF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562F17-1E7C-46B3-91AB-D62B6ACE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0AA0E1-29C8-4BC1-BE82-CD8B736C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BA5118-E521-45BF-8075-60E1F5F0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068764-3834-45AE-A564-F9AA3D32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71540995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CB116B-E1E7-413F-BF73-4E17D418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46A305-2F3B-4F3F-94DD-B92A3C54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E2799-44EF-4E81-B84E-C141C22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D3335-D3CD-4770-A808-D0FAB529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3FA6A-81FE-49F5-90CC-1C732621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59F14E-FACA-4493-BAB1-3530E151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A143B-5ADA-4ACA-9DE3-35C1C208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77F9C-FF1E-434B-94ED-BA835288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E5478F-B3C6-4D07-9621-B1862315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7AA62-9360-47A3-AFD9-D4AC74D2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C4B31-F8EE-4458-A9F5-7854D6BA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AAFC9-98DE-4255-A502-E891EBF6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74423A-25B6-4344-B9CD-9A760D1D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C02325-F8A7-4C9F-888C-A4E8C4C9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7BDE0C-8451-48D3-97CF-B98C847F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ACA90-7A97-4452-B693-8B81F9EB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99E51C-98F9-4F53-BBA8-506F0006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DA0529-E9F0-48F8-B1DE-EADFC60E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3B7903-58BE-4E5B-84D6-689673E4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6FF8A5-B9C1-4BC5-9C9B-FEDA9C92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78E3C3-CAA7-4C0D-8014-25170B51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EB05D1-A45E-4435-BA4C-05B0FAF8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60A1E0-75BF-4760-939C-B5C9E00F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9393FE-5D8B-49AB-ABCA-734F0357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D1D42C-00A7-4896-AE7D-1FD9B5B8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62BCA6-C310-4564-B8B6-C91543D3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A64788-3282-4DB2-9DCF-7F05106D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80B01A-6782-4865-AF5E-4C239D5A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7CE5FE-AA84-46FF-9BEC-2BD2C83B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4131808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F5FAC2-B951-41E4-8DB4-F0ED437B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BD196-4F84-4CE7-9825-DE685160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74DA8-67C7-4874-AAC0-99023E82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40F00-882F-4B99-80C8-7792483C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71CAC1-C0C8-4F18-B3C8-DDAA31A1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14490-6AED-41AC-9784-E1F99B10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5FCC86-86F3-49A1-AC2C-E8FEDC7A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762F8-B191-4905-9ADF-2EA3F3D5D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1B78A-E881-41BB-B3B3-E41F895A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BABC8-4F34-4D9B-8105-291341CF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AC3EF-C761-4101-BCF7-D7D28DE0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515CF-9853-4D8B-A49C-8FC29128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89E04-22FC-4085-A3C2-9D3F646A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A4284E-D891-4B91-9B1C-1C46A262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97473C-0FA8-457E-8D6A-74E4909F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5D6679-C9A8-4FC9-8BA7-52DB88F0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1603E-E4F1-4BA0-AAFC-3AE132A8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8EBE61-9C8E-4B7B-B9A3-8A430EC8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B426E6-27E1-4B96-BA93-053249C38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40538-B133-42B7-BCA4-A4B148F3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DFC7F9-4C3A-4D5A-92A7-7CB0A25B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33E0CC-3E9E-415D-AD78-FD8B23E5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417931-D4A4-43C9-A5FB-7E743212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B8FD58-AFFD-4DC2-A929-902AAD38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383C17-62AE-4C88-9518-AD7EEA32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E2797D-E2B2-4843-8DD5-35974FC6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9CF982-6C71-46C7-B941-15BDCD0F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0FAB1D-5C48-4D2C-A878-A44C166A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1BB7B3-827E-4895-9DF2-382A3B44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47513790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B58450-0A78-44CB-92D5-957B6E32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D8A1A-906B-4B76-8BCC-FD753FC5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98C64-8454-4CD6-BF7F-32570FAC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24BE3-C4D8-4F75-AC76-789D2CB2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EA82C-C86E-42F0-81A2-B3E15350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552AA-5B16-4BC3-A01C-4DAAD5FA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505B9-83CB-420B-9156-C292ECE9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CCB719-4101-4B7B-8FF9-1BD9B057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A5459-C929-4F35-9257-09C06BA9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F6DEF-2B81-41DB-8416-0C2B679C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3984F-D7C8-4D91-B268-5F09B420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564CB8-D370-49F8-893B-C8404D87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D4246-F445-4F20-AD39-D267F909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0129DC-3D38-4505-845A-F668E3E4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F39AF-C681-49DB-9AA5-1F570EE1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F1AE53-F590-4EA6-B647-332A8C8C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A1BBC3-38EA-453B-A33F-04F5D8DA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026F21-E37F-49D6-B37F-D05DFC48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EAF70F-B31F-4906-8ACE-94896169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B58BD3-E40E-4A2A-AD10-21593D9C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EEF60-3B24-40D3-9FE8-2E7E9BBD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BB53A-82E8-4A21-B5B5-7A004004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AB7218-2D27-4049-9AA6-36414C43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BB4106-7FA3-4D7F-A858-885C90EB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B8CDF6-A2E3-4021-B238-BFD9304E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FED0D4-5D94-42AC-B409-E99AEC67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BB4D25-E479-489D-9EB6-D6A1F577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B7C0ED-53A5-4FEE-ADBE-5A8F1BD4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EEF07A-554C-4380-8618-DFA4DD33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72158065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4F8378-9CEE-4686-BB3B-38E64EFA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55ABA-458B-4D0B-AE49-56CDA6D1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FC0C67-C06B-4EC4-99F7-6982D125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CCCB74-4FC9-4FE7-B3A2-18F4DA4E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D9475-3FE6-4CC4-B9B5-616E0522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C9E058-174A-4144-9E67-B0ED5555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AF4A7-29D3-48A3-BDC3-46A1C675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C6184-EF44-46FD-870A-0B01F188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A2929-FE5E-484A-9ADF-7EBD7658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AF192-22E6-40CA-B25E-D8326016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F9FD3-368D-4A01-9AA5-2B9CAEC8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7FD12-894A-4DBF-AEB3-05A629E4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A448E-5062-4FFC-A289-947C3175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D44E5E-872C-4BEB-99D0-D146E1FD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75E723-64FF-4249-8671-3DEC7988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0E884-3C29-49AB-BB72-FDEB3E92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6DEC44-6AC6-481F-89B5-9DB0B6A2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D38B5E-A42D-4093-97E7-A9121AAC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897F5-2DC2-4664-B83D-E407D378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A575A-5103-44D9-B45B-C1A06CD5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FA305-1B99-473C-B0F4-5532F288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E2C912-77F6-4B97-B86B-1E0FCB04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56B0A9-CADA-4E0B-A619-8A77756A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0EAC57-29E8-4EF9-B4A6-C7306683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455533-8280-45A4-928A-CF197CB4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B14D84-884F-42F1-A043-88413BFB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BDEF81-34A3-4962-877D-19F89267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5A1568-14D9-446C-A414-B241CB2A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06A61C-3142-403C-BCA1-040D7732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4940580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8E1861-6266-4E75-8A0A-D74A4AA9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A4C67-CBEC-441A-A178-823DAA67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583D4-A01B-4442-A126-66962B7B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E9B0F-6507-48DA-BDD6-362615BE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5C413-913E-40E7-8D7D-47D8E172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941CA-2C9C-419B-90BA-89B94259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0FE83-D5B2-424E-9A6B-5B2DDE29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62345-0BC8-4F9C-A2CE-1EB82976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475EB9-F53B-4547-9F74-DCC66F79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D14EA-1057-4B4F-A502-651D8B17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6B012-4598-4ED8-99F3-F29281B9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A2D29-BCF6-4EB6-9F58-08918BFD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410E08-6A37-40E2-8307-A491446F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539B91-5851-4A32-9AE7-BCE7018A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47569E-1FDD-457D-A31A-D0373FA5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2934FB-F7B6-4E3D-81D0-D0635250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B1584C-F752-45F4-B1B0-812E4DB3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010B86-196E-4FEB-9E0C-1111AC8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462AA8-E0CF-4EE0-A2A3-060BCD1E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BFE4E-989B-4899-9DB4-763630D6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603F25-2726-4EB5-B417-CA7C439A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4B3779-E54B-4806-9D1A-43731831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F67145-CBD3-41E2-88C1-1CEDC4F6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9B0D40-D575-423F-AF48-5D81C79F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9AFA5-2ED8-44E4-964F-8DD6744A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C6378F-B4E7-48FE-BD54-DFE0A5E6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68F0A9-493A-42C7-A8DF-CFB3EAC3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F4954D-C02E-44BA-B88F-E82BCF53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627F4E-39E4-4810-958E-866B0E9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00955511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0EDBD3-81BE-4A8C-A9FB-4A381C8C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2C284-50EA-4E6E-AA1D-C1ED0CF5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04594-F1C7-432B-8107-6047C6E1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E8CEC-C601-4564-A4AB-5F114CA2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70373-B0AD-49B7-982B-B9EF7746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631894-7A4E-4623-B5CB-CDA6F099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A1AD2-80EB-4295-9A80-B662DC9C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4A7C3E-233D-4C98-B15E-0350387B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B85533-EB24-4E72-8EE2-175B792E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DD17A5-8206-4019-892D-02D6A35F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0844BA-8675-4BDE-8A2C-53BE3441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D249F-A745-43A5-BB55-6A7A359D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FDF016-2296-42CE-8DD9-3528A4C9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864AE-B674-42E9-A710-146F39A2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1608D-2D64-4830-AD17-D7A12236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E6D62D-24E8-4709-B8E3-8C756B67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F78C8D-A770-4CC9-A229-DAB94DDC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2B5A6-D3D1-4ABC-A6CD-0D88920D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0D4C4D-57EF-4676-AC11-9CFACEE6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1C8C5E-131A-41EA-BA58-CDC054D1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131D0-B711-41E0-9E79-66029B76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77A87-662C-4400-997F-D0262C0A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2EF33D-1868-4AB3-BB74-30356D0B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32F903-4B1A-4F13-8B61-0F3863F8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2FE107-AA62-475D-8965-B0BC91CA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4EE5DE-A73A-448D-9929-D1B30533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766B72-51F5-4BF3-AF46-92648D21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BA1252-BB83-47F1-866A-15904CF3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CB12-CF04-47B3-9DEB-B508DBB6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4518706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4F0BA3-5A96-466A-BBA0-DA2CEBD4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93285-1DC7-428F-AF49-F3116EA9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A56784-CC15-4F62-8E40-A6983C8B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CD0B3-D3F7-4599-8661-2C661863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9C63F-395D-42DD-B87E-DAB4A678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A5DF7-3791-42DB-A94A-261940B4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350B9-FB93-498F-9590-BA6F5853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02021C-FFE1-4509-A281-F01B6939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E23B9-5A5C-4E83-99B1-4CB93386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A8AA7B-95D5-4E62-846E-59947B2E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BE1A84-0A5C-4EC3-9670-393A5D3F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FB0D8F-B337-4553-8010-9B4534C0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C38EB5-6985-44FC-BBF8-956D4FBC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29E9BC-94D9-4AEE-968A-4BB515C5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3D9BFA-3109-4407-B9BF-2D3E6010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FF0652-017F-4D11-ADE3-7A2250DB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B812D-9995-462B-A2F8-D4E253D9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1C2DB4-BBFB-4195-85C5-2788971F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A5DDAF-4170-4115-9471-4E6109B1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AFD077-AAF4-495A-A6FB-7C8908CF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2BACF6-2C09-4997-B8EB-7CFDED92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859138-3282-4B84-99F5-8918E0B1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B1C02F-8DF5-4E18-8902-2CED39C5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7198A1-573C-4B85-AF85-165315DB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F5088F-CC5B-4AFE-86D2-A1447D9D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198012-93E4-4619-BD23-CDE2C7E1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7E9D0C-2A95-4088-9CF7-A1E86503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CFE92B-DD39-4302-9061-57752D32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E3466A-A923-477D-A9ED-D82AC495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29740053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DA59A0-1B73-4D99-8905-309F44C0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4C863-18C6-4823-A53E-5CA46075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871D50-9842-4BCA-99F3-BBA24D1C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03160-D645-4C5F-A3B6-4F9580A4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51063-D8B4-461C-991B-32CAB08E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0DA40-DDB5-4D87-AAAB-EC6BEA95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61DEC-CE30-4BDA-AAB1-EE4453EF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41235-558B-4C4D-863C-CDEFFC26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C6590C-1839-4BB9-BD18-05EDA881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DFDE1-0D66-4FF8-92E5-3AF92CB2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13D51D-F1AF-4256-A91E-32F587F7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C5F8C5-4E93-406B-B458-735AC2D1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DBD397-B623-4F86-B27C-3ED5C534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75EB41-BE6C-46DB-B97A-A5F9DA44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247BBD-D2E3-4E84-BD3F-8328AD28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33ECBD-6BC9-423C-B9FE-ACCF3061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19E013-4897-4488-A4EB-1FEB9D02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81D1CA-F0B5-4E2E-BB7A-AF7B8114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6F708B-6E3F-4B16-B74C-E88660BE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DBE369-2ED1-4F64-ACE6-2F78EFB2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FD0569-765E-484A-8EC8-232708E2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9FA357-7833-47FC-B2D3-FE57A2F9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DBA9BF-2587-48FA-8EF5-7EFB61E8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392E26-B845-4215-A140-CD1F4EFF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038E50-C9AA-4C04-8537-DFD34FA2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7FE35F-71EB-4694-9A8A-69E1FF11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C843F1-54CC-4413-AB16-B24355FA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6370CE-C628-4490-A22F-D9F28AAF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9C53EC-3A93-4522-8D99-1D4A9349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171704278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4512C4-3E7D-48CC-BFBF-3C289830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2D7C2-FE76-41B5-A710-1B08EFF0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2659A-3A97-4B9D-8F5A-8C6F7801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EBC82-1021-4560-9CFC-8D8AE4815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0F7B05-2065-4637-BF53-BAD1D017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7EBE1E-7294-4937-994E-56B05EF2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A92BE-200D-4495-B0D8-E0646D98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866B78-BBC6-46E1-820D-6F4F9875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391301-5EAD-42F4-9A36-614222A2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BB9FF-FE68-4C7E-A047-CD21561C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AF3F5-8A08-4959-B147-A8827F55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2D9A0-7131-498C-B374-3E88D014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C65FDE-74C1-4E4B-970B-9FD905C2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59D4D5-4EBD-4BBB-B622-6378AC0C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D7B0D4-6FF0-4F4C-9E69-D2ED71D4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568DC-6545-496E-9A16-F17F4448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7E69C-4265-44A4-806E-88311DE7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C22322-B162-4DCE-A870-F3CEA7B85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886ED-7BCF-4C2C-A3A4-18AD3372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FEC7C8-A018-4050-B173-3E3B726F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1E5AA-A73D-4F84-93F3-707E5773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F7C774-B89B-47E3-9B2F-2FF4B45A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7F93C5-8308-49B1-907D-C55FA923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DB633B-DB23-4B52-AE8B-2ED58FEA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09C1D9-313D-4E22-B1AB-1389389D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11FDFC-7BE2-401F-93FA-DD46E24C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AA4AE4-9A60-458A-A3E5-C54BEFD5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D1956A-17B0-453D-8938-431F4129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893F03-532B-4DC4-9D68-1A48E38B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93053022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63E39F-19FD-4A16-B2B8-36160214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7CC0D-B229-4F5E-BA2A-4390C382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C1B05-FA65-494F-8129-FAE07E44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7D86AE-A1E3-4C51-8A36-7009FDD4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DA1F2C-D8F3-48A5-9CEA-3B0CC826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3E70B6-2E9F-4C0B-9A7B-585D9512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E29B5-A703-4A4A-BC54-8C211B51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33588-878C-4AE4-9C04-EAE15C39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D79E1-2F6F-4027-AC96-D794BDA1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F4958-A34B-488B-94F9-7B03B052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2546F9-B86B-4C68-B4D3-CFCE546F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017DF-4430-49E4-B8A9-24E85BA8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EF9DB-BD60-4DC6-8CAC-C365FA12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3B9388-9C50-4933-845B-7F04CFA8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77F10-3DD5-42F5-AAB6-2674598B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24D12C-5DD1-42C3-A1CF-4C5D1992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45E6C0-72A6-4D2B-A00A-885B5AE3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833393-F2C4-4044-A555-213F7AFE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138F61-C63D-4245-B029-0401BFD5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A0AFE-126C-45DF-8B87-35E3E780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FA9493-D6E9-4B0A-B604-89FE0465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D1CF4C-F38C-4E94-81E0-D40AC3BE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1FA288-4AEA-413C-88A7-63B35A8C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9871DB-4282-408A-884D-DED6A054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091FE2-65EE-4E1A-A221-F3437CD5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86E6F8-9C19-4667-8A3F-A72DD0DF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CB3966-60DA-4336-AAC6-A2B48E1C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65EA6A-A792-4EA3-83B7-9133BA83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F989AA-C291-451B-B610-AD605FC2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777557496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24A2F1-4198-4D7F-BFB5-7A6B2F7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78C791-4104-4E49-83D7-E40396DC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FE6201-47B3-4C19-A653-B3650102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F9605-19BB-46A3-A89D-4072562C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B753F5-9C77-4C93-87A2-BEB75B95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2DBFD9-447E-4EEB-8345-FFFB55AE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378fa98ab3499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3BB546-28C1-450E-BF78-04554F2B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91B7B-1EB6-46EA-AF3F-7863E92C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4EDE5E-B0E4-4276-AF5E-5F68AB34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49b4efd7154526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326B4-C6D1-4E4D-BF99-4CBB2E2F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c6987fa4264af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13AC0A-E7A5-4998-BF2A-E7FB8108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ad49adbbb1495a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71DCF-EE37-4FEE-ACA1-5A16FFB6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41d58cf71442df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C982D3-DEDF-47E4-9C72-C4815C77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3ba21abcc84d4c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24A65D-2CF9-4C77-95F0-FB83733F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0f2cd3ba294bdf"/>
          </a:graphicData>
        </a:graphic>
      </p:graphicFrame>
    </p:spTree>
    <p:extLst>
      <p:ext uri="{BB962C8B-B14F-4D97-AF65-F5344CB8AC3E}">
        <p14:creationId xmlns:p14="http://schemas.microsoft.com/office/powerpoint/2010/main" val="990731843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7EA726-8AA4-4818-A26B-8B0D1C4A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FD66A-957B-4CF5-9FDD-E19961B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B8BCC-4068-463B-A97E-2351F99C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9E865-BF9B-4446-ABA2-08A33C6F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CBEF3-A4C9-406B-8C13-C1B75080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8110E-7E09-4B8E-A4EB-7DE8336E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FA9C9-3879-4076-A04D-F5FFF184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C6A90-AC00-4BAC-A48A-0110E09D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f05278ab53468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FB8D9-6AEC-4C34-BD9C-835D45C4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D7039-05A5-40D1-9D8F-08487560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71BFEF-715E-4EA8-AE34-A5CDF944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DFEA27-A3FC-4BC4-BFC9-9CE8C1A8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162540590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9FC0BB-4D3D-49B4-B8AF-2731FD65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980B9-6AB3-40A0-AC14-68C9AF82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66132-3C21-4AC5-9DFD-B7AFF962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02B6A-5A0E-4FE1-945E-24313BF0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473E7-1A48-4DA6-A40F-4E999ADE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35CB4D-7641-401D-8091-B75197ED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C418E-D138-477E-8763-F35C988D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0740CD-3992-42EB-8CB1-FDEF0857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09f694eb70410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E27987-CA89-4DAA-948A-50089BF8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29BBA-A44E-417C-846F-3694C115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116D5-79FA-4B6D-8389-8DC90C90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D1748-AFC9-4412-AC0E-7F147D42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de47d0fec64d49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2DFB1B-C821-4F83-8C9A-612A3D18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22C1B-D7BA-4194-8E0E-F4100462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E8CB13-3069-49C0-8E23-18007014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882319765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7F5161-02B0-4B8C-BF3B-E8FC11C8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9CF4AE-BEE5-49F9-90CA-CD4D2905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DD954-40B4-4A34-9102-CB4496F1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F8D4C-4CA7-4B92-943B-100E6D1D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9967D2-8BB5-4C2C-9D32-DB398434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09039-1ADD-4107-8EAB-BC166731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9aee1cbe694e8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D556CA-7624-4216-9724-7CB8372A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88944921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6DFDF-E81B-446B-9478-39A806C8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10EFA-CFD6-469E-9A99-1F278354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E23AE-50A0-473F-A70B-8FF289C4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6A774-3D54-486A-A4C7-4BF0158C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ADE21-308D-4D13-AB86-A57272E0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799B2-03F6-4919-9BAD-34C0634F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6c8ab30ca44ef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61949-6408-4BA9-B3E2-AF2153B6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62131540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DBAB3A-4ECE-435E-A563-68CD6D7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A6C7D-193F-4815-8C9A-BB215DA7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B63DE-CB88-4B99-A769-EB5326CD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E6218-692E-4774-AB61-87DEEE17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506B7-D544-45F2-A0FF-94A435B9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3E174-A7DF-4963-B743-41D734362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0a05e2f26d49b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05EE1-83C5-4091-8593-0B593713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75437144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DF39B6-3829-473D-9201-74F3C24B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1C464-110D-4305-BF05-112A4F95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7,2% do PL comparável mudou em 2025; 35,0%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AB353-547E-4209-9AB1-F1B53824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28C15-413A-4462-8826-F117759C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93D55-779A-4C6E-99D7-BA726216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3B0FC-515A-46DF-9F79-32BDD20F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CB5AC-F492-48FE-B8E7-D87F615E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D354A-6562-46D6-9DDB-DB3C3C17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R$ 455,9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27,0%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79F5F-BA75-4EF4-B699-0CBD8B9D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B51FF-49B0-45C7-AC2D-393DFD03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4B57F-C906-43DE-A4BD-0696F315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81BC7F-E574-4C97-A383-12679E90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73D2BC-384E-4FB6-830F-380A302F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800145351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6EAE0E-4DFE-40BE-BE34-A39A7D2C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8F2264-B822-4679-B3CC-B4738906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EF1EA-51C8-4384-999B-B1E418B7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C07C5-F35E-4CF5-A938-349F09C0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536D52-8F71-404C-B2C3-3EE47101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B07093-DD1C-4561-9C02-A6F58F70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561037f86642e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27979A-E04B-4FD2-931C-785BD516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E4744-AA63-4B22-B185-01DDEA83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76605342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71310-8CE3-4AAC-8DED-EF808BA2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C9AE0-35EA-4BF1-A1EC-B4315844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6350D-5C9A-4DD9-8A84-0ED9742A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960BD-F450-4666-BFF1-61DEF85C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D8BD08-56B2-4D3A-A2C5-145E958D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BAC98-EAB4-4124-A634-F2F812CB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05cc55f9f04d9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D57B9-E0FD-4F7F-9954-B1D1BB25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C8F81-C670-45F0-BED5-952139B9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327577312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1E9BF-FBEC-4C56-BDA5-033EE16E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99DC7-6C5F-40D3-95E7-464052AB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D0276-06D9-477B-817D-B3CD0842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82A620-2833-4848-A8C2-E831DC82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DAC50-DB9F-4728-B7AB-7D527055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82EC57-52A3-47C6-9E03-1437A7AE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9cc5dfc63c44d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DFF93-E6BA-4AA0-B217-C93AC291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F98BD-C707-425F-BD54-E38586FD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125721656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C1A2B9-A5E8-41EF-B0D2-D5941DA7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B3994-CB67-4869-AA54-50B3912D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83849-C901-418B-B3D1-E9C87D1F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2B0B7-9E16-4702-B2AD-2B9FABE3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1FF90-8DFE-4A2F-B0DB-96527E12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A5519-E00A-4CF9-AA8C-FDD480C7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4E8AC9-358A-458D-8514-8C6374FD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8C3A1-1956-42DB-A1A6-09522855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373B1-DA71-410D-8BFB-7C36643D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100A42-DF74-427D-9452-47BEF9D8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842F1D-EAA3-4568-9E69-FD9CBCEB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69BFC2-5368-4C09-89A2-97010487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95ABE6-5F03-4F10-92E9-B8608053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D84CE-19AC-4642-BA70-186DC758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A4698E-904A-4985-9463-B949AC67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89104-8FB1-4763-AF6B-123E9914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C32136-4435-4DCA-B831-36B16120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BA6F2D-142C-42B6-80B4-4C082088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0586AB-5819-46DD-8587-1CC6E372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57F3C1-EBFC-4961-BB94-EBD723B6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D7A8B5-7BAA-4268-B62A-00CAB970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74BABA-9494-4A9E-BBE1-9C3BA34E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DFF341-C96E-415B-9F12-FCBC4B7A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13D69-A18D-4376-BD7A-C5E6DA37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958DEC-E360-4D53-A78F-5ECB5577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2A4757-AC7A-46CF-8C70-4FA05A6A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10EF59-8B09-4118-888D-3B4066D6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89428C-46D1-42E2-AA90-A7F23266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FB2D0A-AC87-4B78-9883-B815402B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B66ADE-4AEA-497C-B7EB-EAE50A3A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CCDB50-DB85-4D67-AD90-097A5EB9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40E8EB-B5CA-4B3E-AC93-D488F56E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F39754-7C24-4ADC-A700-9205856A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F482D7-C949-4AFD-A394-A9A72489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334243-289F-4A22-AA17-0DDC2496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A6E2DE-9DE9-4D58-AC48-004F3AA8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7C3495-6C5A-4641-BCCE-423A3556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D9CEC5-A961-4D4B-B165-C25B41A4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563E45-1281-49BE-AA04-05924C8C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FD86D1-E661-47B0-B22A-93F22AC6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4EE307-E130-4003-917B-DC28BF4E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CAC797-79E7-4153-BD66-169A7AFD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BD1B95-054E-491A-810A-BEBC9485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A1BC14-5EEF-4F1B-BBE5-A2BDB0D0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08C017-2E8A-4645-80A6-4AFB905E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F9205F-F0CC-4AA5-BCAF-C3B33CFD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51710B-D68E-4263-A241-07244609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811D05-6E40-4F27-AECC-1E783D34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3D8D553-0233-4557-94ED-E600E468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85D0278-C153-4B7E-85F4-FFE49C4E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C884EF6-FE0F-4779-85C6-235AA251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F6A7CF0-786F-4440-B738-97F96884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99E012-9330-45C7-A8EE-91FDE890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0CDCFB5-274E-4322-B4B5-11541C47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301324345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2026-07-27T22:04:31.4340000Z</dcterms:created>
  <dcterms:modified xsi:type="dcterms:W3CDTF">2026-07-27T22:04:31.4340000Z</dcterms:modified>
</coreProperties>
</file>