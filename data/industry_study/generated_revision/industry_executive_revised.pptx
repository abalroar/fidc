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notesSlides/notesSlide3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6cf0bf69494414" /><Relationship Type="http://schemas.openxmlformats.org/officeDocument/2006/relationships/extended-properties" Target="/docProps/app.xml" Id="R39fbcf0f58364b49" /><Relationship Type="http://schemas.openxmlformats.org/officeDocument/2006/relationships/officeDocument" Target="/ppt/presentation.xml" Id="R211966c9763e4d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ea00b4f59446cd"/>
  </p:sldMasterIdLst>
  <p:notesMasterIdLst>
    <p:notesMasterId xmlns:r="http://schemas.openxmlformats.org/officeDocument/2006/relationships" r:id="R7fe0f07a48934ccf"/>
  </p:notesMasterIdLst>
  <p:sldIdLst>
    <p:sldId xmlns:r="http://schemas.openxmlformats.org/officeDocument/2006/relationships" id="256" r:id="Rbb8023ddc8194962"/>
    <p:sldId xmlns:r="http://schemas.openxmlformats.org/officeDocument/2006/relationships" id="257" r:id="Rd1bfb99410444615"/>
    <p:sldId xmlns:r="http://schemas.openxmlformats.org/officeDocument/2006/relationships" id="258" r:id="R16ef5d52dc724a07"/>
    <p:sldId xmlns:r="http://schemas.openxmlformats.org/officeDocument/2006/relationships" id="259" r:id="Rafbda016572b4179"/>
    <p:sldId xmlns:r="http://schemas.openxmlformats.org/officeDocument/2006/relationships" id="260" r:id="R47eba9dfd605419c"/>
    <p:sldId xmlns:r="http://schemas.openxmlformats.org/officeDocument/2006/relationships" id="261" r:id="R386af613d7b0469a"/>
    <p:sldId xmlns:r="http://schemas.openxmlformats.org/officeDocument/2006/relationships" id="262" r:id="Rdfb126a5119f47df"/>
    <p:sldId xmlns:r="http://schemas.openxmlformats.org/officeDocument/2006/relationships" id="263" r:id="Rf3b942d698304270"/>
    <p:sldId xmlns:r="http://schemas.openxmlformats.org/officeDocument/2006/relationships" id="264" r:id="R2fe3b9afa1b748ec"/>
    <p:sldId xmlns:r="http://schemas.openxmlformats.org/officeDocument/2006/relationships" id="265" r:id="Rc60f00ba1927471c"/>
    <p:sldId xmlns:r="http://schemas.openxmlformats.org/officeDocument/2006/relationships" id="266" r:id="R615a23d0b237415e"/>
    <p:sldId xmlns:r="http://schemas.openxmlformats.org/officeDocument/2006/relationships" id="267" r:id="Ra647d37f1b8145ab"/>
    <p:sldId xmlns:r="http://schemas.openxmlformats.org/officeDocument/2006/relationships" id="268" r:id="Rb28d6355f11544a1"/>
    <p:sldId xmlns:r="http://schemas.openxmlformats.org/officeDocument/2006/relationships" id="269" r:id="R5c621d51b30d4858"/>
    <p:sldId xmlns:r="http://schemas.openxmlformats.org/officeDocument/2006/relationships" id="270" r:id="Reb3138ea5ebd4f4b"/>
    <p:sldId xmlns:r="http://schemas.openxmlformats.org/officeDocument/2006/relationships" id="271" r:id="R964b49f5e9fe43ea"/>
    <p:sldId xmlns:r="http://schemas.openxmlformats.org/officeDocument/2006/relationships" id="272" r:id="R70e5a053c92149df"/>
    <p:sldId xmlns:r="http://schemas.openxmlformats.org/officeDocument/2006/relationships" id="273" r:id="R7837c7dfb41e47ed"/>
    <p:sldId xmlns:r="http://schemas.openxmlformats.org/officeDocument/2006/relationships" id="274" r:id="Rec4f35ef52ca42bc"/>
    <p:sldId xmlns:r="http://schemas.openxmlformats.org/officeDocument/2006/relationships" id="275" r:id="Rf7ad4dbf3620430c"/>
    <p:sldId xmlns:r="http://schemas.openxmlformats.org/officeDocument/2006/relationships" id="276" r:id="Rfeceaf3ae5364004"/>
    <p:sldId xmlns:r="http://schemas.openxmlformats.org/officeDocument/2006/relationships" id="277" r:id="R5fe676e4a3de4b87"/>
    <p:sldId xmlns:r="http://schemas.openxmlformats.org/officeDocument/2006/relationships" id="278" r:id="Re20290fce1c0469e"/>
    <p:sldId xmlns:r="http://schemas.openxmlformats.org/officeDocument/2006/relationships" id="279" r:id="R8060d3609a6d4926"/>
    <p:sldId xmlns:r="http://schemas.openxmlformats.org/officeDocument/2006/relationships" id="280" r:id="R6e89bd0a288547f6"/>
    <p:sldId xmlns:r="http://schemas.openxmlformats.org/officeDocument/2006/relationships" id="281" r:id="R13439254528341e3"/>
    <p:sldId xmlns:r="http://schemas.openxmlformats.org/officeDocument/2006/relationships" id="282" r:id="Rfb2ee86c5d244f53"/>
    <p:sldId xmlns:r="http://schemas.openxmlformats.org/officeDocument/2006/relationships" id="283" r:id="R9ecf2feaa4354d4a"/>
    <p:sldId xmlns:r="http://schemas.openxmlformats.org/officeDocument/2006/relationships" id="284" r:id="Rb92246d0270142b7"/>
    <p:sldId xmlns:r="http://schemas.openxmlformats.org/officeDocument/2006/relationships" id="285" r:id="R9d84875aa5d84f3b"/>
    <p:sldId xmlns:r="http://schemas.openxmlformats.org/officeDocument/2006/relationships" id="286" r:id="Raf0a6a8b642846c3"/>
    <p:sldId xmlns:r="http://schemas.openxmlformats.org/officeDocument/2006/relationships" id="287" r:id="R1784a4525372408d"/>
    <p:sldId xmlns:r="http://schemas.openxmlformats.org/officeDocument/2006/relationships" id="288" r:id="R5889a0eca09948ee"/>
    <p:sldId xmlns:r="http://schemas.openxmlformats.org/officeDocument/2006/relationships" id="289" r:id="R6810d5d86ef54af2"/>
    <p:sldId xmlns:r="http://schemas.openxmlformats.org/officeDocument/2006/relationships" id="290" r:id="R003e9fb6f5074924"/>
    <p:sldId xmlns:r="http://schemas.openxmlformats.org/officeDocument/2006/relationships" id="291" r:id="Rb9143a068b324e36"/>
    <p:sldId xmlns:r="http://schemas.openxmlformats.org/officeDocument/2006/relationships" id="292" r:id="R1b954975e2bb4e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9a366a3e72441e7" /><Relationship Type="http://schemas.openxmlformats.org/officeDocument/2006/relationships/slideMaster" Target="/ppt/slideMasters/slideMaster1.xml" Id="R16ea00b4f59446cd" /><Relationship Type="http://schemas.openxmlformats.org/officeDocument/2006/relationships/notesMaster" Target="/ppt/notesMasters/notesMaster1.xml" Id="R7fe0f07a48934ccf" /><Relationship Type="http://schemas.openxmlformats.org/officeDocument/2006/relationships/presProps" Target="/ppt/presProps.xml" Id="R94006e749d024fa2" /><Relationship Type="http://schemas.openxmlformats.org/officeDocument/2006/relationships/tableStyles" Target="/ppt/tableStyles.xml" Id="R3b53241ccc774914" /><Relationship Type="http://schemas.openxmlformats.org/officeDocument/2006/relationships/slide" Target="/ppt/slides/slide1.xml" Id="Rbb8023ddc8194962" /><Relationship Type="http://schemas.openxmlformats.org/officeDocument/2006/relationships/slide" Target="/ppt/slides/slide2.xml" Id="Rd1bfb99410444615" /><Relationship Type="http://schemas.openxmlformats.org/officeDocument/2006/relationships/slide" Target="/ppt/slides/slide3.xml" Id="R16ef5d52dc724a07" /><Relationship Type="http://schemas.openxmlformats.org/officeDocument/2006/relationships/slide" Target="/ppt/slides/slide4.xml" Id="Rafbda016572b4179" /><Relationship Type="http://schemas.openxmlformats.org/officeDocument/2006/relationships/slide" Target="/ppt/slides/slide5.xml" Id="R47eba9dfd605419c" /><Relationship Type="http://schemas.openxmlformats.org/officeDocument/2006/relationships/slide" Target="/ppt/slides/slide6.xml" Id="R386af613d7b0469a" /><Relationship Type="http://schemas.openxmlformats.org/officeDocument/2006/relationships/slide" Target="/ppt/slides/slide7.xml" Id="Rdfb126a5119f47df" /><Relationship Type="http://schemas.openxmlformats.org/officeDocument/2006/relationships/slide" Target="/ppt/slides/slide8.xml" Id="Rf3b942d698304270" /><Relationship Type="http://schemas.openxmlformats.org/officeDocument/2006/relationships/slide" Target="/ppt/slides/slide9.xml" Id="R2fe3b9afa1b748ec" /><Relationship Type="http://schemas.openxmlformats.org/officeDocument/2006/relationships/slide" Target="/ppt/slides/slide10.xml" Id="Rc60f00ba1927471c" /><Relationship Type="http://schemas.openxmlformats.org/officeDocument/2006/relationships/slide" Target="/ppt/slides/slide11.xml" Id="R615a23d0b237415e" /><Relationship Type="http://schemas.openxmlformats.org/officeDocument/2006/relationships/slide" Target="/ppt/slides/slide12.xml" Id="Ra647d37f1b8145ab" /><Relationship Type="http://schemas.openxmlformats.org/officeDocument/2006/relationships/slide" Target="/ppt/slides/slide13.xml" Id="Rb28d6355f11544a1" /><Relationship Type="http://schemas.openxmlformats.org/officeDocument/2006/relationships/slide" Target="/ppt/slides/slide14.xml" Id="R5c621d51b30d4858" /><Relationship Type="http://schemas.openxmlformats.org/officeDocument/2006/relationships/slide" Target="/ppt/slides/slide15.xml" Id="Reb3138ea5ebd4f4b" /><Relationship Type="http://schemas.openxmlformats.org/officeDocument/2006/relationships/slide" Target="/ppt/slides/slide16.xml" Id="R964b49f5e9fe43ea" /><Relationship Type="http://schemas.openxmlformats.org/officeDocument/2006/relationships/slide" Target="/ppt/slides/slide17.xml" Id="R70e5a053c92149df" /><Relationship Type="http://schemas.openxmlformats.org/officeDocument/2006/relationships/slide" Target="/ppt/slides/slide18.xml" Id="R7837c7dfb41e47ed" /><Relationship Type="http://schemas.openxmlformats.org/officeDocument/2006/relationships/slide" Target="/ppt/slides/slide19.xml" Id="Rec4f35ef52ca42bc" /><Relationship Type="http://schemas.openxmlformats.org/officeDocument/2006/relationships/slide" Target="/ppt/slides/slide20.xml" Id="Rf7ad4dbf3620430c" /><Relationship Type="http://schemas.openxmlformats.org/officeDocument/2006/relationships/slide" Target="/ppt/slides/slide21.xml" Id="Rfeceaf3ae5364004" /><Relationship Type="http://schemas.openxmlformats.org/officeDocument/2006/relationships/slide" Target="/ppt/slides/slide22.xml" Id="R5fe676e4a3de4b87" /><Relationship Type="http://schemas.openxmlformats.org/officeDocument/2006/relationships/slide" Target="/ppt/slides/slide23.xml" Id="Re20290fce1c0469e" /><Relationship Type="http://schemas.openxmlformats.org/officeDocument/2006/relationships/slide" Target="/ppt/slides/slide24.xml" Id="R8060d3609a6d4926" /><Relationship Type="http://schemas.openxmlformats.org/officeDocument/2006/relationships/slide" Target="/ppt/slides/slide25.xml" Id="R6e89bd0a288547f6" /><Relationship Type="http://schemas.openxmlformats.org/officeDocument/2006/relationships/slide" Target="/ppt/slides/slide26.xml" Id="R13439254528341e3" /><Relationship Type="http://schemas.openxmlformats.org/officeDocument/2006/relationships/slide" Target="/ppt/slides/slide27.xml" Id="Rfb2ee86c5d244f53" /><Relationship Type="http://schemas.openxmlformats.org/officeDocument/2006/relationships/slide" Target="/ppt/slides/slide28.xml" Id="R9ecf2feaa4354d4a" /><Relationship Type="http://schemas.openxmlformats.org/officeDocument/2006/relationships/slide" Target="/ppt/slides/slide29.xml" Id="Rb92246d0270142b7" /><Relationship Type="http://schemas.openxmlformats.org/officeDocument/2006/relationships/slide" Target="/ppt/slides/slide30.xml" Id="R9d84875aa5d84f3b" /><Relationship Type="http://schemas.openxmlformats.org/officeDocument/2006/relationships/slide" Target="/ppt/slides/slide31.xml" Id="Raf0a6a8b642846c3" /><Relationship Type="http://schemas.openxmlformats.org/officeDocument/2006/relationships/slide" Target="/ppt/slides/slide32.xml" Id="R1784a4525372408d" /><Relationship Type="http://schemas.openxmlformats.org/officeDocument/2006/relationships/slide" Target="/ppt/slides/slide33.xml" Id="R5889a0eca09948ee" /><Relationship Type="http://schemas.openxmlformats.org/officeDocument/2006/relationships/slide" Target="/ppt/slides/slide34.xml" Id="R6810d5d86ef54af2" /><Relationship Type="http://schemas.openxmlformats.org/officeDocument/2006/relationships/slide" Target="/ppt/slides/slide35.xml" Id="R003e9fb6f5074924" /><Relationship Type="http://schemas.openxmlformats.org/officeDocument/2006/relationships/slide" Target="/ppt/slides/slide36.xml" Id="Rb9143a068b324e36" /><Relationship Type="http://schemas.openxmlformats.org/officeDocument/2006/relationships/slide" Target="/ppt/slides/slide37.xml" Id="R1b954975e2bb4e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58be5004b14c2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7fa49b1f044bef" /><Relationship Type="http://schemas.openxmlformats.org/officeDocument/2006/relationships/notesMaster" Target="/ppt/notesMasters/notesMaster1.xml" Id="Rdb95f57a6aed44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418167625b4410" /><Relationship Type="http://schemas.openxmlformats.org/officeDocument/2006/relationships/notesMaster" Target="/ppt/notesMasters/notesMaster1.xml" Id="R67283b08054d40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423fbf8e1c4904" /><Relationship Type="http://schemas.openxmlformats.org/officeDocument/2006/relationships/notesMaster" Target="/ppt/notesMasters/notesMaster1.xml" Id="Rc9062f3173af48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2f02aa869b401e" /><Relationship Type="http://schemas.openxmlformats.org/officeDocument/2006/relationships/notesMaster" Target="/ppt/notesMasters/notesMaster1.xml" Id="Rfde7003affeb4a7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54127c6cabd4507" /><Relationship Type="http://schemas.openxmlformats.org/officeDocument/2006/relationships/notesMaster" Target="/ppt/notesMasters/notesMaster1.xml" Id="R7d78739b01934e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4efc4183a84b38" /><Relationship Type="http://schemas.openxmlformats.org/officeDocument/2006/relationships/notesMaster" Target="/ppt/notesMasters/notesMaster1.xml" Id="R1af2ffd0e75d4b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d0415ca5a8b46cc" /><Relationship Type="http://schemas.openxmlformats.org/officeDocument/2006/relationships/notesMaster" Target="/ppt/notesMasters/notesMaster1.xml" Id="R4e6a00939ff04f7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f3e81fd1e6420a" /><Relationship Type="http://schemas.openxmlformats.org/officeDocument/2006/relationships/notesMaster" Target="/ppt/notesMasters/notesMaster1.xml" Id="R619732a2c39247d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2bfd8d2dcb4121" /><Relationship Type="http://schemas.openxmlformats.org/officeDocument/2006/relationships/notesMaster" Target="/ppt/notesMasters/notesMaster1.xml" Id="Rab9c74000ef14fc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ec5994067314b87" /><Relationship Type="http://schemas.openxmlformats.org/officeDocument/2006/relationships/notesMaster" Target="/ppt/notesMasters/notesMaster1.xml" Id="Rb4c7784cc50f48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7273596c3348ba" /><Relationship Type="http://schemas.openxmlformats.org/officeDocument/2006/relationships/notesMaster" Target="/ppt/notesMasters/notesMaster1.xml" Id="R40f67a326e63447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67fcf84a7dd43a9" /><Relationship Type="http://schemas.openxmlformats.org/officeDocument/2006/relationships/notesMaster" Target="/ppt/notesMasters/notesMaster1.xml" Id="Rdedb52a66e314c6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75ff095111341c4" /><Relationship Type="http://schemas.openxmlformats.org/officeDocument/2006/relationships/notesMaster" Target="/ppt/notesMasters/notesMaster1.xml" Id="R15ef412f2cd5441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308804d786a4d07" /><Relationship Type="http://schemas.openxmlformats.org/officeDocument/2006/relationships/notesMaster" Target="/ppt/notesMasters/notesMaster1.xml" Id="R8561b25a14c7404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9dc522dcde94dff" /><Relationship Type="http://schemas.openxmlformats.org/officeDocument/2006/relationships/notesMaster" Target="/ppt/notesMasters/notesMaster1.xml" Id="R2177b0e0a8044e2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1180252220c491d" /><Relationship Type="http://schemas.openxmlformats.org/officeDocument/2006/relationships/notesMaster" Target="/ppt/notesMasters/notesMaster1.xml" Id="Rca6102a73e054fd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43dc5f7791741bf" /><Relationship Type="http://schemas.openxmlformats.org/officeDocument/2006/relationships/notesMaster" Target="/ppt/notesMasters/notesMaster1.xml" Id="R9f0ba93234b3443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b907d2c4847408e" /><Relationship Type="http://schemas.openxmlformats.org/officeDocument/2006/relationships/notesMaster" Target="/ppt/notesMasters/notesMaster1.xml" Id="Ra3bcb9ec98b4471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0a43fcddb5946e3" /><Relationship Type="http://schemas.openxmlformats.org/officeDocument/2006/relationships/notesMaster" Target="/ppt/notesMasters/notesMaster1.xml" Id="R7fee58d750964c6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4e3a770d44a4f76" /><Relationship Type="http://schemas.openxmlformats.org/officeDocument/2006/relationships/notesMaster" Target="/ppt/notesMasters/notesMaster1.xml" Id="Rf5ef9a13d9974a4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13ce22bdbc74a65" /><Relationship Type="http://schemas.openxmlformats.org/officeDocument/2006/relationships/notesMaster" Target="/ppt/notesMasters/notesMaster1.xml" Id="Rd8e01caf8b65471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3d84cc6c5a246f7" /><Relationship Type="http://schemas.openxmlformats.org/officeDocument/2006/relationships/notesMaster" Target="/ppt/notesMasters/notesMaster1.xml" Id="R9b73a3af72a74a8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a67315b1f1e4109" /><Relationship Type="http://schemas.openxmlformats.org/officeDocument/2006/relationships/notesMaster" Target="/ppt/notesMasters/notesMaster1.xml" Id="Ra66f919616df429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c374cf5626c49d1" /><Relationship Type="http://schemas.openxmlformats.org/officeDocument/2006/relationships/notesMaster" Target="/ppt/notesMasters/notesMaster1.xml" Id="Re795703433a4464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757f41955ea4906" /><Relationship Type="http://schemas.openxmlformats.org/officeDocument/2006/relationships/notesMaster" Target="/ppt/notesMasters/notesMaster1.xml" Id="R3f373daaefb94ed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488694f26ff4956" /><Relationship Type="http://schemas.openxmlformats.org/officeDocument/2006/relationships/notesMaster" Target="/ppt/notesMasters/notesMaster1.xml" Id="R414d61408f8f49a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ea633e0d1454514" /><Relationship Type="http://schemas.openxmlformats.org/officeDocument/2006/relationships/notesMaster" Target="/ppt/notesMasters/notesMaster1.xml" Id="Rac2b0e75c8e3483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9a00f561c17488e" /><Relationship Type="http://schemas.openxmlformats.org/officeDocument/2006/relationships/notesMaster" Target="/ppt/notesMasters/notesMaster1.xml" Id="R65b76f71029e4fc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488eac8a7fa4618" /><Relationship Type="http://schemas.openxmlformats.org/officeDocument/2006/relationships/notesMaster" Target="/ppt/notesMasters/notesMaster1.xml" Id="R5cdc83e1ee6741a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56dea54b78e46a4" /><Relationship Type="http://schemas.openxmlformats.org/officeDocument/2006/relationships/notesMaster" Target="/ppt/notesMasters/notesMaster1.xml" Id="Rab62610feb0d42d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8f81082e3df429a" /><Relationship Type="http://schemas.openxmlformats.org/officeDocument/2006/relationships/notesMaster" Target="/ppt/notesMasters/notesMaster1.xml" Id="R190b9dbbf26e446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131f2080c0b4ba6" /><Relationship Type="http://schemas.openxmlformats.org/officeDocument/2006/relationships/notesMaster" Target="/ppt/notesMasters/notesMaster1.xml" Id="R5518c251234446c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0c9ffa6b8124b0e" /><Relationship Type="http://schemas.openxmlformats.org/officeDocument/2006/relationships/notesMaster" Target="/ppt/notesMasters/notesMaster1.xml" Id="R20ecae62d84f461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47f1e7df8274c64" /><Relationship Type="http://schemas.openxmlformats.org/officeDocument/2006/relationships/notesMaster" Target="/ppt/notesMasters/notesMaster1.xml" Id="Rdef3b547e7f447c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28b8f21575e43f7" /><Relationship Type="http://schemas.openxmlformats.org/officeDocument/2006/relationships/notesMaster" Target="/ppt/notesMasters/notesMaster1.xml" Id="Rb9a205cca7f8496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8a1c561ffaaa464c" /><Relationship Type="http://schemas.openxmlformats.org/officeDocument/2006/relationships/notesMaster" Target="/ppt/notesMasters/notesMaster1.xml" Id="R26b242d207ff4e1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14761883fc0485c" /><Relationship Type="http://schemas.openxmlformats.org/officeDocument/2006/relationships/notesMaster" Target="/ppt/notesMasters/notesMaster1.xml" Id="R94fea298b0b443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Originador, cedente, subordinação mínima, preço por cota e sacado usam a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 * = complemento manual transcrito das fotos fornecidas pelo usuário.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8bf32c847a43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f12ababd994187" /><Relationship Type="http://schemas.openxmlformats.org/officeDocument/2006/relationships/slideLayout" Target="/ppt/slideLayouts/slideLayout1.xml" Id="Rdf7e956176fa42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7e956176fa42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b3fcc04ac547fc" /><Relationship Type="http://schemas.openxmlformats.org/officeDocument/2006/relationships/notesSlide" Target="/ppt/notesSlides/notesSlide1.xml" Id="Rca9495dcf47d40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9af08a81b4ab7" /><Relationship Type="http://schemas.openxmlformats.org/officeDocument/2006/relationships/chart" Target="/ppt/slides/charts/chart1.xml" Id="Rc19d3073bf644843" /><Relationship Type="http://schemas.openxmlformats.org/officeDocument/2006/relationships/chart" Target="/ppt/slides/charts/chart2.xml" Id="R2051a39c2bd84dce" /><Relationship Type="http://schemas.openxmlformats.org/officeDocument/2006/relationships/chart" Target="/ppt/slides/charts/chart3.xml" Id="Ra2a628e9628e4e30" /><Relationship Type="http://schemas.openxmlformats.org/officeDocument/2006/relationships/notesSlide" Target="/ppt/notesSlides/notesSlide2.xml" Id="R35578d04f04643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07557ecbe847dc" /><Relationship Type="http://schemas.openxmlformats.org/officeDocument/2006/relationships/chart" Target="/ppt/slides/charts/chart4.xml" Id="R0492dad515844264" /><Relationship Type="http://schemas.openxmlformats.org/officeDocument/2006/relationships/chart" Target="/ppt/slides/charts/chart5.xml" Id="Rc588bf98c7b147c3" /><Relationship Type="http://schemas.openxmlformats.org/officeDocument/2006/relationships/notesSlide" Target="/ppt/notesSlides/notesSlide3.xml" Id="Rb73480f226b8440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0b0ceeaef84d8b" /><Relationship Type="http://schemas.openxmlformats.org/officeDocument/2006/relationships/chart" Target="/ppt/slides/charts/chart6.xml" Id="Rdb93dc48839e45e7" /><Relationship Type="http://schemas.openxmlformats.org/officeDocument/2006/relationships/chart" Target="/ppt/slides/charts/chart7.xml" Id="R7d7dfdd0a8124787" /><Relationship Type="http://schemas.openxmlformats.org/officeDocument/2006/relationships/chart" Target="/ppt/slides/charts/chart8.xml" Id="R55d7c32080ff4143" /><Relationship Type="http://schemas.openxmlformats.org/officeDocument/2006/relationships/chart" Target="/ppt/slides/charts/chart9.xml" Id="R14b74c41efc14da1" /><Relationship Type="http://schemas.openxmlformats.org/officeDocument/2006/relationships/notesSlide" Target="/ppt/notesSlides/notesSlide4.xml" Id="R506237f015a04b0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34c68bd3294b49" /><Relationship Type="http://schemas.openxmlformats.org/officeDocument/2006/relationships/chart" Target="/ppt/slides/charts/chart10.xml" Id="R67ff829e28214b3d" /><Relationship Type="http://schemas.openxmlformats.org/officeDocument/2006/relationships/chart" Target="/ppt/slides/charts/chart11.xml" Id="R27fd17a65b3f40a5" /><Relationship Type="http://schemas.openxmlformats.org/officeDocument/2006/relationships/notesSlide" Target="/ppt/notesSlides/notesSlide5.xml" Id="R51d03245563e40f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17bc8d0a57472e" /><Relationship Type="http://schemas.openxmlformats.org/officeDocument/2006/relationships/chart" Target="/ppt/slides/charts/chart12.xml" Id="Rf5e89d18abdb4e70" /><Relationship Type="http://schemas.openxmlformats.org/officeDocument/2006/relationships/chart" Target="/ppt/slides/charts/chart13.xml" Id="R40297ee0e8494d99" /><Relationship Type="http://schemas.openxmlformats.org/officeDocument/2006/relationships/chart" Target="/ppt/slides/charts/chart14.xml" Id="R927b2d60fa8c4eb2" /><Relationship Type="http://schemas.openxmlformats.org/officeDocument/2006/relationships/notesSlide" Target="/ppt/notesSlides/notesSlide6.xml" Id="R78db37e519124e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0a61fab8b40f6" /><Relationship Type="http://schemas.openxmlformats.org/officeDocument/2006/relationships/chart" Target="/ppt/slides/charts/chart15.xml" Id="Rc39ac9c9a3d545e2" /><Relationship Type="http://schemas.openxmlformats.org/officeDocument/2006/relationships/chart" Target="/ppt/slides/charts/chart16.xml" Id="R0c38847a28144774" /><Relationship Type="http://schemas.openxmlformats.org/officeDocument/2006/relationships/chart" Target="/ppt/slides/charts/chart17.xml" Id="R3dce064432934c1e" /><Relationship Type="http://schemas.openxmlformats.org/officeDocument/2006/relationships/notesSlide" Target="/ppt/notesSlides/notesSlide7.xml" Id="R129f38a248a445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5f734771e44a26" /><Relationship Type="http://schemas.openxmlformats.org/officeDocument/2006/relationships/chart" Target="/ppt/slides/charts/chart18.xml" Id="R588846791e9444c7" /><Relationship Type="http://schemas.openxmlformats.org/officeDocument/2006/relationships/chart" Target="/ppt/slides/charts/chart19.xml" Id="R49f743cd7a3d4d0a" /><Relationship Type="http://schemas.openxmlformats.org/officeDocument/2006/relationships/chart" Target="/ppt/slides/charts/chart20.xml" Id="Rc49d3eb685464324" /><Relationship Type="http://schemas.openxmlformats.org/officeDocument/2006/relationships/notesSlide" Target="/ppt/notesSlides/notesSlide8.xml" Id="R0ca78dc6befb4a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c0af35e81248a6" /><Relationship Type="http://schemas.openxmlformats.org/officeDocument/2006/relationships/notesSlide" Target="/ppt/notesSlides/notesSlide9.xml" Id="Rfbaff3aad20f4a8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88af021b24def" /><Relationship Type="http://schemas.openxmlformats.org/officeDocument/2006/relationships/notesSlide" Target="/ppt/notesSlides/notesSlide10.xml" Id="R64c70432346c453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a6bbd8abca49f6" /><Relationship Type="http://schemas.openxmlformats.org/officeDocument/2006/relationships/notesSlide" Target="/ppt/notesSlides/notesSlide11.xml" Id="Rd093ff32c3f2415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a0ee275c74527" /><Relationship Type="http://schemas.openxmlformats.org/officeDocument/2006/relationships/notesSlide" Target="/ppt/notesSlides/notesSlide12.xml" Id="R033d99fed3904c0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baf64551c94135" /><Relationship Type="http://schemas.openxmlformats.org/officeDocument/2006/relationships/notesSlide" Target="/ppt/notesSlides/notesSlide13.xml" Id="R08cc1b2ca60149f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cc9e1a40a4a0c" /><Relationship Type="http://schemas.openxmlformats.org/officeDocument/2006/relationships/notesSlide" Target="/ppt/notesSlides/notesSlide14.xml" Id="R23f78700432d47a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c252ca3b764356" /><Relationship Type="http://schemas.openxmlformats.org/officeDocument/2006/relationships/notesSlide" Target="/ppt/notesSlides/notesSlide15.xml" Id="R6e768f61ae5f4ff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ac10e7a07343f2" /><Relationship Type="http://schemas.openxmlformats.org/officeDocument/2006/relationships/notesSlide" Target="/ppt/notesSlides/notesSlide16.xml" Id="Re608c8231865487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a84cb3cc14340" /><Relationship Type="http://schemas.openxmlformats.org/officeDocument/2006/relationships/notesSlide" Target="/ppt/notesSlides/notesSlide17.xml" Id="R7f6181c9da3b49d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6aded388b46c9" /><Relationship Type="http://schemas.openxmlformats.org/officeDocument/2006/relationships/notesSlide" Target="/ppt/notesSlides/notesSlide18.xml" Id="R01bb1ced23ed4b1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1d851adae3499d" /><Relationship Type="http://schemas.openxmlformats.org/officeDocument/2006/relationships/notesSlide" Target="/ppt/notesSlides/notesSlide19.xml" Id="R56625fed3aef4cb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429792398d4825" /><Relationship Type="http://schemas.openxmlformats.org/officeDocument/2006/relationships/notesSlide" Target="/ppt/notesSlides/notesSlide20.xml" Id="R40a6e593b69c4d5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655777e95c4f04" /><Relationship Type="http://schemas.openxmlformats.org/officeDocument/2006/relationships/notesSlide" Target="/ppt/notesSlides/notesSlide21.xml" Id="Rd9b8427c47ba4ab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168cb83a8941be" /><Relationship Type="http://schemas.openxmlformats.org/officeDocument/2006/relationships/notesSlide" Target="/ppt/notesSlides/notesSlide22.xml" Id="Re6bea3567ff4407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7bd7481f849d8" /><Relationship Type="http://schemas.openxmlformats.org/officeDocument/2006/relationships/notesSlide" Target="/ppt/notesSlides/notesSlide23.xml" Id="R991d5fdd6912474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ad731777164df8" /><Relationship Type="http://schemas.openxmlformats.org/officeDocument/2006/relationships/chart" Target="/ppt/slides/charts/chart21.xml" Id="Rc6ced5bfb4f94adb" /><Relationship Type="http://schemas.openxmlformats.org/officeDocument/2006/relationships/chart" Target="/ppt/slides/charts/chart22.xml" Id="Rd8bbf1e0b974498a" /><Relationship Type="http://schemas.openxmlformats.org/officeDocument/2006/relationships/chart" Target="/ppt/slides/charts/chart23.xml" Id="Rf125dd3bab064f76" /><Relationship Type="http://schemas.openxmlformats.org/officeDocument/2006/relationships/notesSlide" Target="/ppt/notesSlides/notesSlide24.xml" Id="R92657925fde94eb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136ab1ad3a497e" /><Relationship Type="http://schemas.openxmlformats.org/officeDocument/2006/relationships/chart" Target="/ppt/slides/charts/chart24.xml" Id="Rbb8dec3fd83c470d" /><Relationship Type="http://schemas.openxmlformats.org/officeDocument/2006/relationships/chart" Target="/ppt/slides/charts/chart25.xml" Id="R33a42e90001646ff" /><Relationship Type="http://schemas.openxmlformats.org/officeDocument/2006/relationships/chart" Target="/ppt/slides/charts/chart26.xml" Id="R7470835e0ea24ae3" /><Relationship Type="http://schemas.openxmlformats.org/officeDocument/2006/relationships/chart" Target="/ppt/slides/charts/chart27.xml" Id="R921fdd0bc91a4788" /><Relationship Type="http://schemas.openxmlformats.org/officeDocument/2006/relationships/notesSlide" Target="/ppt/notesSlides/notesSlide25.xml" Id="R5053f5eab24f482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719a842a1742df" /><Relationship Type="http://schemas.openxmlformats.org/officeDocument/2006/relationships/chart" Target="/ppt/slides/charts/chart28.xml" Id="Rbe627e981c174e6e" /><Relationship Type="http://schemas.openxmlformats.org/officeDocument/2006/relationships/chart" Target="/ppt/slides/charts/chart29.xml" Id="R368d03f2fed345c6" /><Relationship Type="http://schemas.openxmlformats.org/officeDocument/2006/relationships/chart" Target="/ppt/slides/charts/chart30.xml" Id="Rdda6747677c74ccf" /><Relationship Type="http://schemas.openxmlformats.org/officeDocument/2006/relationships/chart" Target="/ppt/slides/charts/chart31.xml" Id="R23431901c3ee47e9" /><Relationship Type="http://schemas.openxmlformats.org/officeDocument/2006/relationships/chart" Target="/ppt/slides/charts/chart32.xml" Id="R19a165b4abb44d71" /><Relationship Type="http://schemas.openxmlformats.org/officeDocument/2006/relationships/notesSlide" Target="/ppt/notesSlides/notesSlide26.xml" Id="R7407df1b5eee471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2339b7b7dd4260" /><Relationship Type="http://schemas.openxmlformats.org/officeDocument/2006/relationships/notesSlide" Target="/ppt/notesSlides/notesSlide27.xml" Id="R1c6adbc78fce4da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32e4643f4443e" /><Relationship Type="http://schemas.openxmlformats.org/officeDocument/2006/relationships/notesSlide" Target="/ppt/notesSlides/notesSlide28.xml" Id="Rc86576376fbf4e8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f2343908af4475" /><Relationship Type="http://schemas.openxmlformats.org/officeDocument/2006/relationships/notesSlide" Target="/ppt/notesSlides/notesSlide29.xml" Id="Red05d9475654412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f805a55b7e4e67" /><Relationship Type="http://schemas.openxmlformats.org/officeDocument/2006/relationships/notesSlide" Target="/ppt/notesSlides/notesSlide30.xml" Id="R2f8434ee41ca42d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05698cfc6c4bce" /><Relationship Type="http://schemas.openxmlformats.org/officeDocument/2006/relationships/notesSlide" Target="/ppt/notesSlides/notesSlide31.xml" Id="R5b9b906fd5db4e2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15012ba1964183" /><Relationship Type="http://schemas.openxmlformats.org/officeDocument/2006/relationships/notesSlide" Target="/ppt/notesSlides/notesSlide32.xml" Id="Raf4f53a48c8c443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e0e38fae354c94" /><Relationship Type="http://schemas.openxmlformats.org/officeDocument/2006/relationships/notesSlide" Target="/ppt/notesSlides/notesSlide33.xml" Id="R4777a54e830f499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4fd06361f45e3" /><Relationship Type="http://schemas.openxmlformats.org/officeDocument/2006/relationships/chart" Target="/ppt/slides/charts/chart33.xml" Id="R1505c118e2814403" /><Relationship Type="http://schemas.openxmlformats.org/officeDocument/2006/relationships/chart" Target="/ppt/slides/charts/chart34.xml" Id="R9490a838e08d4b9b" /><Relationship Type="http://schemas.openxmlformats.org/officeDocument/2006/relationships/chart" Target="/ppt/slides/charts/chart35.xml" Id="Rfd1e872b980646a3" /><Relationship Type="http://schemas.openxmlformats.org/officeDocument/2006/relationships/chart" Target="/ppt/slides/charts/chart36.xml" Id="R18cb6905b61b41ea" /><Relationship Type="http://schemas.openxmlformats.org/officeDocument/2006/relationships/chart" Target="/ppt/slides/charts/chart37.xml" Id="R4817a6b75dc948e2" /><Relationship Type="http://schemas.openxmlformats.org/officeDocument/2006/relationships/chart" Target="/ppt/slides/charts/chart38.xml" Id="R3179afa7be4c4825" /><Relationship Type="http://schemas.openxmlformats.org/officeDocument/2006/relationships/chart" Target="/ppt/slides/charts/chart39.xml" Id="Rb5cdf89d59bf438c" /><Relationship Type="http://schemas.openxmlformats.org/officeDocument/2006/relationships/notesSlide" Target="/ppt/notesSlides/notesSlide34.xml" Id="R8f25fcb9beb54c1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2fe797ca6f419a" /><Relationship Type="http://schemas.openxmlformats.org/officeDocument/2006/relationships/chart" Target="/ppt/slides/charts/chart40.xml" Id="R0547c3ae72e842f3" /><Relationship Type="http://schemas.openxmlformats.org/officeDocument/2006/relationships/chart" Target="/ppt/slides/charts/chart41.xml" Id="Rbc93220bbc464312" /><Relationship Type="http://schemas.openxmlformats.org/officeDocument/2006/relationships/notesSlide" Target="/ppt/notesSlides/notesSlide35.xml" Id="Rb1f285a2110542f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c8011ea1f4668" /><Relationship Type="http://schemas.openxmlformats.org/officeDocument/2006/relationships/chart" Target="/ppt/slides/charts/chart42.xml" Id="R4bf48b9f82884488" /><Relationship Type="http://schemas.openxmlformats.org/officeDocument/2006/relationships/chart" Target="/ppt/slides/charts/chart43.xml" Id="R73fc4d6208f14015" /><Relationship Type="http://schemas.openxmlformats.org/officeDocument/2006/relationships/chart" Target="/ppt/slides/charts/chart44.xml" Id="Rf39c0567c326465f" /><Relationship Type="http://schemas.openxmlformats.org/officeDocument/2006/relationships/notesSlide" Target="/ppt/notesSlides/notesSlide36.xml" Id="Rf47d78a7e60c48a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9e41be08134254" /><Relationship Type="http://schemas.openxmlformats.org/officeDocument/2006/relationships/chart" Target="/ppt/slides/charts/chart45.xml" Id="R488c79e7fcfd4b1e" /><Relationship Type="http://schemas.openxmlformats.org/officeDocument/2006/relationships/chart" Target="/ppt/slides/charts/chart46.xml" Id="Rde54a11201944563" /><Relationship Type="http://schemas.openxmlformats.org/officeDocument/2006/relationships/chart" Target="/ppt/slides/charts/chart47.xml" Id="Re6719f84aeb146ae" /><Relationship Type="http://schemas.openxmlformats.org/officeDocument/2006/relationships/chart" Target="/ppt/slides/charts/chart48.xml" Id="Rd0ed8a51d7964c9e" /><Relationship Type="http://schemas.openxmlformats.org/officeDocument/2006/relationships/chart" Target="/ppt/slides/charts/chart49.xml" Id="R36ab264f225a477e" /><Relationship Type="http://schemas.openxmlformats.org/officeDocument/2006/relationships/notesSlide" Target="/ppt/notesSlides/notesSlide37.xml" Id="R6546d97963334fd0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1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56.03754109901</c:v>
              </c:pt>
              <c:pt idx="1">
                <c:v>71.63113667962</c:v>
              </c:pt>
              <c:pt idx="2">
                <c:v>90.9436339225</c:v>
              </c:pt>
              <c:pt idx="3">
                <c:v>95.85624007955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120.59893179347</c:v>
              </c:pt>
              <c:pt idx="1">
                <c:v>194.42720344778</c:v>
              </c:pt>
              <c:pt idx="2">
                <c:v>185.15696400279998</c:v>
              </c:pt>
              <c:pt idx="3">
                <c:v>209.31443106625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157.14931618562</c:v>
              </c:pt>
              <c:pt idx="1">
                <c:v>215.84746316414999</c:v>
              </c:pt>
              <c:pt idx="2">
                <c:v>277.12147225031</c:v>
              </c:pt>
              <c:pt idx="3">
                <c:v>327.05065731882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44.96060014172</c:v>
              </c:pt>
              <c:pt idx="1">
                <c:v>70.64119995794</c:v>
              </c:pt>
              <c:pt idx="2">
                <c:v>98.69731432663</c:v>
              </c:pt>
              <c:pt idx="3">
                <c:v>76.90727390704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12.845805303059999</c:v>
              </c:pt>
              <c:pt idx="1">
                <c:v>20.99197649657</c:v>
              </c:pt>
              <c:pt idx="2">
                <c:v>20.60803987316</c:v>
              </c:pt>
              <c:pt idx="3">
                <c:v>21.46433859366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0.12388503250515592</c:v>
              </c:pt>
              <c:pt idx="1">
                <c:v>0.10995599829983699</c:v>
              </c:pt>
              <c:pt idx="2">
                <c:v>0.11778609082612954</c:v>
              </c:pt>
              <c:pt idx="3">
                <c:v>0.11670407385884678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0.26661417136279486</c:v>
              </c:pt>
              <c:pt idx="1">
                <c:v>0.29845173820658644</c:v>
              </c:pt>
              <c:pt idx="2">
                <c:v>0.23980694457084523</c:v>
              </c:pt>
              <c:pt idx="3">
                <c:v>0.25483835796820054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0.3474179587826794</c:v>
              </c:pt>
              <c:pt idx="1">
                <c:v>0.33133249579514157</c:v>
              </c:pt>
              <c:pt idx="2">
                <c:v>0.35891522575578716</c:v>
              </c:pt>
              <c:pt idx="3">
                <c:v>0.39818110991673206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0.13319844185821417</c:v>
              </c:pt>
              <c:pt idx="1">
                <c:v>0.11925928326384075</c:v>
              </c:pt>
              <c:pt idx="2">
                <c:v>0.1288650607958498</c:v>
              </c:pt>
              <c:pt idx="3">
                <c:v>0.10851485220325846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0.09939667766947581</c:v>
              </c:pt>
              <c:pt idx="1">
                <c:v>0.10843641497990678</c:v>
              </c:pt>
              <c:pt idx="2">
                <c:v>0.1278283078008318</c:v>
              </c:pt>
              <c:pt idx="3">
                <c:v>0.09363388514802144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0.028398872904018393</c:v>
              </c:pt>
              <c:pt idx="1">
                <c:v>0.032223329671435756</c:v>
              </c:pt>
              <c:pt idx="2">
                <c:v>0.026690603306186823</c:v>
              </c:pt>
              <c:pt idx="3">
                <c:v>0.02613263105758103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4.751893772390955</c:v>
              </c:pt>
              <c:pt idx="1">
                <c:v>10.68514314594</c:v>
              </c:pt>
              <c:pt idx="2">
                <c:v>10.93480114906</c:v>
              </c:pt>
              <c:pt idx="3">
                <c:v>4.1399598732</c:v>
              </c:pt>
              <c:pt idx="4">
                <c:v>7.32031892482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10.432998463290515</c:v>
              </c:pt>
              <c:pt idx="1">
                <c:v>21.484603508400003</c:v>
              </c:pt>
              <c:pt idx="2">
                <c:v>28.71965699961</c:v>
              </c:pt>
              <c:pt idx="3">
                <c:v>19.39381267632</c:v>
              </c:pt>
              <c:pt idx="4">
                <c:v>9.78363727233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17.13055294499981</c:v>
              </c:pt>
              <c:pt idx="1">
                <c:v>44.66609152533</c:v>
              </c:pt>
              <c:pt idx="2">
                <c:v>51.12676092368</c:v>
              </c:pt>
              <c:pt idx="3">
                <c:v>21.12168209032</c:v>
              </c:pt>
              <c:pt idx="4">
                <c:v>39.32799902597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8.566133770094378</c:v>
              </c:pt>
              <c:pt idx="1">
                <c:v>11.55076395418</c:v>
              </c:pt>
              <c:pt idx="2">
                <c:v>15.6821287893</c:v>
              </c:pt>
              <c:pt idx="3">
                <c:v>7.79214732856</c:v>
              </c:pt>
              <c:pt idx="4">
                <c:v>6.24278421138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0.1162355734379187</c:v>
              </c:pt>
              <c:pt idx="1">
                <c:v>0.1208909822074474</c:v>
              </c:pt>
              <c:pt idx="2">
                <c:v>0.1027095368376905</c:v>
              </c:pt>
              <c:pt idx="3">
                <c:v>0.0789351603852994</c:v>
              </c:pt>
              <c:pt idx="4">
                <c:v>0.1167985537852982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0.2552004773556469</c:v>
              </c:pt>
              <c:pt idx="1">
                <c:v>0.2430753416209434</c:v>
              </c:pt>
              <c:pt idx="2">
                <c:v>0.2697609794962622</c:v>
              </c:pt>
              <c:pt idx="3">
                <c:v>0.3697750125545281</c:v>
              </c:pt>
              <c:pt idx="4">
                <c:v>0.1561017622188069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0.4190286526268034</c:v>
              </c:pt>
              <c:pt idx="1">
                <c:v>0.5053491190631926</c:v>
              </c:pt>
              <c:pt idx="2">
                <c:v>0.4802287543138286</c:v>
              </c:pt>
              <c:pt idx="3">
                <c:v>0.4027196916085114</c:v>
              </c:pt>
              <c:pt idx="4">
                <c:v>0.627493618335196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0.209535296579631</c:v>
              </c:pt>
              <c:pt idx="1">
                <c:v>0.1306845571084164</c:v>
              </c:pt>
              <c:pt idx="2">
                <c:v>0.1473007293522185</c:v>
              </c:pt>
              <c:pt idx="3">
                <c:v>0.1485701354516612</c:v>
              </c:pt>
              <c:pt idx="4">
                <c:v>0.0996060656606988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4.751893772390955</c:v>
              </c:pt>
              <c:pt idx="1">
                <c:v>10.68514314594</c:v>
              </c:pt>
              <c:pt idx="2">
                <c:v>10.93480114906</c:v>
              </c:pt>
              <c:pt idx="3">
                <c:v>4.1399598732</c:v>
              </c:pt>
              <c:pt idx="4">
                <c:v>7.32031892482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10.432998463290515</c:v>
              </c:pt>
              <c:pt idx="1">
                <c:v>21.484603508400003</c:v>
              </c:pt>
              <c:pt idx="2">
                <c:v>28.71965699961</c:v>
              </c:pt>
              <c:pt idx="3">
                <c:v>19.39381267632</c:v>
              </c:pt>
              <c:pt idx="4">
                <c:v>9.78363727233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17.13055294499981</c:v>
              </c:pt>
              <c:pt idx="1">
                <c:v>44.66609152533</c:v>
              </c:pt>
              <c:pt idx="2">
                <c:v>51.12676092368</c:v>
              </c:pt>
              <c:pt idx="3">
                <c:v>21.12168209032</c:v>
              </c:pt>
              <c:pt idx="4">
                <c:v>39.32799902597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8.566133770094378</c:v>
              </c:pt>
              <c:pt idx="1">
                <c:v>11.55076395418</c:v>
              </c:pt>
              <c:pt idx="2">
                <c:v>15.6821287893</c:v>
              </c:pt>
              <c:pt idx="3">
                <c:v>7.79214732856</c:v>
              </c:pt>
              <c:pt idx="4">
                <c:v>6.24278421138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0.1162355734379187</c:v>
              </c:pt>
              <c:pt idx="1">
                <c:v>0.1208909822074474</c:v>
              </c:pt>
              <c:pt idx="2">
                <c:v>0.1027095368376905</c:v>
              </c:pt>
              <c:pt idx="3">
                <c:v>0.0789351603852994</c:v>
              </c:pt>
              <c:pt idx="4">
                <c:v>0.1167985537852982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0.2552004773556469</c:v>
              </c:pt>
              <c:pt idx="1">
                <c:v>0.2430753416209434</c:v>
              </c:pt>
              <c:pt idx="2">
                <c:v>0.2697609794962622</c:v>
              </c:pt>
              <c:pt idx="3">
                <c:v>0.3697750125545281</c:v>
              </c:pt>
              <c:pt idx="4">
                <c:v>0.1561017622188069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0.4190286526268034</c:v>
              </c:pt>
              <c:pt idx="1">
                <c:v>0.5053491190631926</c:v>
              </c:pt>
              <c:pt idx="2">
                <c:v>0.4802287543138286</c:v>
              </c:pt>
              <c:pt idx="3">
                <c:v>0.4027196916085114</c:v>
              </c:pt>
              <c:pt idx="4">
                <c:v>0.627493618335196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0.209535296579631</c:v>
              </c:pt>
              <c:pt idx="1">
                <c:v>0.1306845571084164</c:v>
              </c:pt>
              <c:pt idx="2">
                <c:v>0.1473007293522185</c:v>
              </c:pt>
              <c:pt idx="3">
                <c:v>0.1485701354516612</c:v>
              </c:pt>
              <c:pt idx="4">
                <c:v>0.0996060656606988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56.03754109901</c:v>
              </c:pt>
              <c:pt idx="1">
                <c:v>71.63113667962</c:v>
              </c:pt>
              <c:pt idx="2">
                <c:v>90.9436339225</c:v>
              </c:pt>
              <c:pt idx="3">
                <c:v>95.85624007955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120.59893179347</c:v>
              </c:pt>
              <c:pt idx="1">
                <c:v>194.42720344778</c:v>
              </c:pt>
              <c:pt idx="2">
                <c:v>185.15696400279998</c:v>
              </c:pt>
              <c:pt idx="3">
                <c:v>209.31443106625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157.14931618562</c:v>
              </c:pt>
              <c:pt idx="1">
                <c:v>215.84746316414999</c:v>
              </c:pt>
              <c:pt idx="2">
                <c:v>277.12147225031</c:v>
              </c:pt>
              <c:pt idx="3">
                <c:v>327.05065731882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44.96060014172</c:v>
              </c:pt>
              <c:pt idx="1">
                <c:v>70.64119995794</c:v>
              </c:pt>
              <c:pt idx="2">
                <c:v>98.69731432663</c:v>
              </c:pt>
              <c:pt idx="3">
                <c:v>76.90727390704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12.845805303059999</c:v>
              </c:pt>
              <c:pt idx="1">
                <c:v>20.99197649657</c:v>
              </c:pt>
              <c:pt idx="2">
                <c:v>20.60803987316</c:v>
              </c:pt>
              <c:pt idx="3">
                <c:v>21.46433859366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0.12388503250515592</c:v>
              </c:pt>
              <c:pt idx="1">
                <c:v>0.10995599829983699</c:v>
              </c:pt>
              <c:pt idx="2">
                <c:v>0.11778609082612954</c:v>
              </c:pt>
              <c:pt idx="3">
                <c:v>0.11670407385884678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0.26661417136279486</c:v>
              </c:pt>
              <c:pt idx="1">
                <c:v>0.29845173820658644</c:v>
              </c:pt>
              <c:pt idx="2">
                <c:v>0.23980694457084523</c:v>
              </c:pt>
              <c:pt idx="3">
                <c:v>0.25483835796820054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0.3474179587826794</c:v>
              </c:pt>
              <c:pt idx="1">
                <c:v>0.33133249579514157</c:v>
              </c:pt>
              <c:pt idx="2">
                <c:v>0.35891522575578716</c:v>
              </c:pt>
              <c:pt idx="3">
                <c:v>0.39818110991673206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0.13319844185821417</c:v>
              </c:pt>
              <c:pt idx="1">
                <c:v>0.11925928326384075</c:v>
              </c:pt>
              <c:pt idx="2">
                <c:v>0.1288650607958498</c:v>
              </c:pt>
              <c:pt idx="3">
                <c:v>0.10851485220325846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0.09939667766947581</c:v>
              </c:pt>
              <c:pt idx="1">
                <c:v>0.10843641497990678</c:v>
              </c:pt>
              <c:pt idx="2">
                <c:v>0.1278283078008318</c:v>
              </c:pt>
              <c:pt idx="3">
                <c:v>0.09363388514802144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0.028398872904018393</c:v>
              </c:pt>
              <c:pt idx="1">
                <c:v>0.032223329671435756</c:v>
              </c:pt>
              <c:pt idx="2">
                <c:v>0.026690603306186823</c:v>
              </c:pt>
              <c:pt idx="3">
                <c:v>0.02613263105758103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3A27313-6C98-4395-901B-A661FF12B5FD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A5FDBC70-8E54-48EC-90B6-69D4ADCBDA2C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A454FB9-FC44-4CC8-93FD-9F71F5BB070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F2AF341-8653-4EF5-A742-C6498FE484DE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0E837689-C031-4216-904C-0BBA909D7428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F1156AA-1426-4B45-B529-88B8C2D7F3C7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040837951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C8BA3830-BF0B-46EE-92F2-06DED5B610C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E9A36E4-C290-4306-A7B1-2E516932375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FEA4FD7-2BAD-4540-BBF1-7E16738057F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7BFF1AE-D793-4EC4-AFD9-2C68F4C0E0B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8DB0043-7450-4296-942F-17102AEDA46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65A70E6-AB6B-4ACD-91BE-B144321F98B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5BCC259-EE89-4571-B118-40E59B8DDEC6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C238479-E9B1-4CD1-A0C6-99370D70030F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c19d3073bf64484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4C7629B-EF17-4948-8E31-BB047F9CE875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1A3F06D-EE8D-44BD-9208-A1D830A2DFF1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A580434-35D4-4F4A-AAE6-E703A50017C8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2051a39c2bd84dce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a2a628e9628e4e30"/>
          </a:graphicData>
        </a:graphic>
      </ns0:graphicFrame>
      <ns0:sp>
        <ns0:nvSpPr>
          <ns0:cNvPr id="15" name="">
            <a:extLst>
              <a:ext uri="{FF2B5EF4-FFF2-40B4-BE49-F238E27FC236}">
                <ns2:creationId id="{68483CD2-ACC1-4B7B-B9E4-2302989471B2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92265BD5-A3B0-4A67-BBCF-C4ABFA97CAC9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9D5347C-DCA8-48B4-BAF3-D422C9CC2525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55943454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75F270E2-4C98-48C5-8305-17CC3BED585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A623206-13AC-4254-991E-347990ED409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4AE605F-E5FB-45F8-80A1-D0520D457A0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3B431CC-2479-47E5-911C-0AA3524D84A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8705F03-DB6E-4B17-9C08-90C4CDB45B2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A2DCDC6-900B-4886-AC76-8EA7654E2D1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D0524A3-C1D4-43E2-9BB3-A2CD2D6F0F99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1089AE4-A8CB-4C1F-B5C2-76FDDC415612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0492dad51584426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9C4A753-74BA-4F1B-B8AC-766AA3C42A3C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C2D6B6A-211E-4066-A18F-BDF93BDBD287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c588bf98c7b147c3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DED609B-E984-4114-9A5B-6BAC6FAAB48E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63A652B-2F4F-4AEF-989C-4495710C7B5F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2054088496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C746BA9E-2253-4900-8A58-AB2BE134498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CEC1AD-39AC-409C-82B6-DF6CD893B52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9CF04DE-44E9-48E9-9B75-99A600AA917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EF55D2A-3F44-442B-A955-790E57D5D9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0BCFD31-2A2C-4763-8B0B-C9130BB3CD0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R$ 6,2 bi (10,0%).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FB65138-8847-4AE2-B1F8-C58692B23F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BD55559-DA1C-487F-B6B3-E896065B98D7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BCFC909-756E-4441-ACED-1B20B66EAD54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db93dc48839e45e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E26827C-FC4D-4D94-BF1C-508CACDB2202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C698BD1-ECDC-4365-99A6-9377F2FDB3BB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7d7dfdd0a8124787"/>
          </a:graphicData>
        </a:graphic>
      </ns0:graphicFrame>
      <ns0:sp>
        <ns0:nvSpPr>
          <ns0:cNvPr id="13" name="">
            <a:extLst>
              <a:ext uri="{FF2B5EF4-FFF2-40B4-BE49-F238E27FC236}">
                <ns2:creationId id="{467D0D1E-D136-40B3-A667-DEE54C04FFE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B64269E9-8DF6-4395-82F7-AA2B535F059B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A66E65A-8751-4FAE-AF49-55CB6D37FB97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9790BA6C-72F8-46EB-8330-BC6AA4CB2C8A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A7954525-8C8A-48CB-88AC-733B45823128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10AC5970-FD03-4EA0-845A-77E262BDC8C1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D3A00EC4-21F7-408F-8F07-B878EA6D3A58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66B69761-1538-47B0-A081-93429A77C4FD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D5AF53B6-85C8-426A-B84D-DFE06B93A9CC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921B092E-CD90-4A2C-A1A4-12C9D2B0AA33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18E53CD8-B2A7-4EC3-9646-32A7FD90026E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0B4ECEAB-EAA1-4FA7-8092-1C84EAA75439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9124D8A-0E54-4407-8A20-EDB2E46BB1E9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F501B3AC-0C74-44BA-9755-C381FD5B01A9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99857A81-807D-4566-9635-C214469DED02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49466A5-C123-4186-89A6-5100128B661A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55d7c32080ff4143"/>
          </a:graphicData>
        </a:graphic>
      </ns0:graphicFrame>
      <ns0:sp>
        <ns0:nvSpPr>
          <ns0:cNvPr id="30" name="">
            <a:extLst>
              <a:ext uri="{FF2B5EF4-FFF2-40B4-BE49-F238E27FC236}">
                <ns2:creationId id="{22CA1F5D-7FDE-4B4E-A0EF-CC2B31C7530F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69E9046A-470B-4754-B35A-924ECCFA6304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14b74c41efc14da1"/>
          </a:graphicData>
        </a:graphic>
      </ns0:graphicFrame>
    </ns0:spTree>
    <ns0:extLst>
      <ns0:ext uri="{BB962C8B-B14F-4D97-AF65-F5344CB8AC3E}">
        <ns5:creationId val="366799974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64D00300-0C8D-4CA7-9AEA-5E04BD821C7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68852A7-0A39-4F97-9461-8025923CF60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62,7%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7835973-A766-4B05-A004-8DD9002B6C6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080804A-CE7B-4627-A21B-81CF22804A4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22B5D0C-F60C-4317-84F3-A9025C93B2A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62F40EF-108E-4009-81D8-CB6D545D404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C04B26-8C2F-40C6-AC2B-C12CE8712FCE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347D091-B088-4C6D-BB28-A3237AEE9D32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67ff829e28214b3d"/>
          </a:graphicData>
        </a:graphic>
      </ns0:graphicFrame>
      <ns0:sp>
        <ns0:nvSpPr>
          <ns0:cNvPr id="10" name="">
            <a:extLst>
              <a:ext uri="{FF2B5EF4-FFF2-40B4-BE49-F238E27FC236}">
                <ns2:creationId id="{862B5148-D8B4-47C2-B2F7-440B7F4779DF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AC4A70A-8C48-424F-BD3F-58F30ABC9707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fd17a65b3f40a5"/>
          </a:graphicData>
        </a:graphic>
      </ns0:graphicFrame>
      <ns0:sp>
        <ns0:nvSpPr>
          <ns0:cNvPr id="13" name="">
            <a:extLst>
              <a:ext uri="{FF2B5EF4-FFF2-40B4-BE49-F238E27FC236}">
                <ns2:creationId id="{EE900C8F-9797-400F-9FB0-0167CCDD1C47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EBF51928-C536-40A2-918A-2F3C1868E73C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+76,8%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+86,2%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-19,9%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368826F3-B847-422A-AD11-634E07865506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1686ECCA-D155-4BA2-85CC-A2C6C4823B96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6 CNPJs oficiais em Outros somam R$ 7,3 bi; o ledger os redistribui em 5 Agro e 1 Financeiro. Nas emissões, Outros permanece positivo: R$ 6,2 bi no 1S26.</a:t>
            </a:r>
          </a:p>
        </ns0:txBody>
      </ns0:sp>
    </ns0:spTree>
    <ns0:extLst>
      <ns0:ext uri="{BB962C8B-B14F-4D97-AF65-F5344CB8AC3E}">
        <ns5:creationId val="438575338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95D61FB-89FE-469D-A64F-10FD357DA69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FF6C0D8-59EA-46BE-B748-1B63492B66B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BF9B105-A5B5-4E1A-8671-6A0546371A3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3AE7263-6DB2-4764-87AE-21FAF60D973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47BD3B-526E-4D2B-A258-5CD8F195BBA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C514EB-27A3-45EC-A54C-23B0BB1B1DD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ED73632-2593-4A69-9E3A-311F77A117CE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FD8B6E9-E9AE-4539-AC07-01C2CB49D2F1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f5e89d18abdb4e7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CFDC7AD-E351-4219-B7DE-BC6A4E050CE1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EEBEFE6-B7E8-4186-91B4-80D45D25C3B7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40297ee0e8494d99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927b2d60fa8c4eb2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8B245B2-93B2-47E3-974B-6C2A6A7822E7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3846F6E3-B6BF-4333-884E-1CFE76945754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2079065063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880FF27F-BA5D-411D-8916-3ECFAAFB92E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C6438C3-7744-430F-A34F-563B04CAA411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DEB54DA-0F4F-4F6E-947E-E1D469CCE09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D60B167-2181-48AE-A723-1A45CF62595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E837BC2-4D55-415F-BE8F-2DF3908056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4F88E17-0EC4-4054-9A63-3F119C992F2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CDAD912-CC75-441A-85A5-3599C7F9EEF7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73172B9-46A1-4827-A0BE-1EE72A27910D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c39ac9c9a3d545e2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E2300BB-43BC-480E-BDA0-FE93392F5542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A9C5E00-61C2-49AE-BAF2-A9004DAEA650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0c38847a28144774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3dce064432934c1e"/>
          </a:graphicData>
        </a:graphic>
      </ns0:graphicFrame>
      <ns0:sp>
        <ns0:nvSpPr>
          <ns0:cNvPr id="14" name="">
            <a:extLst>
              <a:ext uri="{FF2B5EF4-FFF2-40B4-BE49-F238E27FC236}">
                <ns2:creationId id="{06C8621A-2029-42F1-A4E7-19FD6D070919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654233349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70D44B5-BBC2-4A73-B3B2-15BE7AEE693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921CFCC-1810-4A75-8159-90D9324ABC2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DBF47E5-03AA-4E08-958D-DB8CE66DBE1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B642CF8-D8EC-4F96-AF0D-67F3A4696E7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5773DEE-5CE1-4D71-A3F7-084CAF7F648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912A0C1-EACD-46D5-A9A3-55DF25A9FB2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D37890C-B59A-4E4C-B176-B9B6CF446177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B0F283-6D81-4B51-BD43-4720DEF27D47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588846791e9444c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140C8C7-6534-4986-9300-473FAFBFC3D7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749FDB7-E44E-4BCB-A06D-4600484E2C6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49f743cd7a3d4d0a"/>
          </a:graphicData>
        </a:graphic>
      </ns0:graphicFrame>
      <ns0:sp>
        <ns0:nvSpPr>
          <ns0:cNvPr id="13" name="">
            <a:extLst>
              <a:ext uri="{FF2B5EF4-FFF2-40B4-BE49-F238E27FC236}">
                <ns2:creationId id="{083F8A4F-31E7-4149-B580-596A4101846F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42BE7D39-3989-4C72-80F1-1123B5E51A26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c49d3eb685464324"/>
          </a:graphicData>
        </a:graphic>
      </ns0:graphicFrame>
    </ns0:spTree>
    <ns0:extLst>
      <ns0:ext uri="{BB962C8B-B14F-4D97-AF65-F5344CB8AC3E}">
        <ns5:creationId val="59470901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FF79E9E1-AFF5-4BA3-937A-5D2644B9C9E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1C19DAA-BFBC-4E5C-B104-EE24490EC5A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5DE52E4-C1F8-4525-AA19-D24FBBBEE46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33C5E2A-8AFC-4D1A-9D78-E41AD509586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1B84E6B-6675-467C-9504-8827E29139D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96A3998-7675-43E4-951B-95EAB99B9F9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A5E7DB01-C1A6-47B1-9484-89CD467E306E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1717138701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00B8303C-76ED-4A1A-A0D2-3686CE6AA17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5642558-EDE1-4842-9D38-CAF63D61E55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ED42A8C-B521-46D6-9753-6CC198A2706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D1820E2-C650-497B-BAA5-8BFB1C0F9AF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9527125-7943-4E3A-969B-52A953DE056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R$ 31,9 bi. Comparação: R$ 30,4 bi em dez/25 e R$ 31,9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E24868-BCE1-42F6-8646-AF9445A165E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F08B142-E70B-4DC5-9299-962C2B4CCADD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C5E3723-2E1F-492A-B67D-710CE0A26A4F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Multicedentes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8C341A0-F224-4223-AF43-B9DFDCEF7FC4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1254335837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1D6CDBD-6677-4BB8-B436-40EFB50F97A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5FA7825-FBF6-44E3-AA86-2BF315F00961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6B8E6D0-DA54-48BC-9A2A-2907FED4C9E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D153C1A-F6E2-45DC-8366-F35061A170A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7853834-0093-4B2D-8FDF-C671D87469D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R$ 30,4 bi. Comparação: R$ 30,4 bi em dez/25 e R$ 31,9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D356210-1322-4B9E-A4AC-501E25F5219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072E5B3-0A18-43F4-B804-F6A26D32021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7B416CD-35DE-4D4D-A2EF-BDC7BDE68CE8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Multicedentes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06182371000118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3522C825-B626-43DB-97F1-2C818EAFA37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49852252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164A3F99-50B8-4183-B6D6-15A9B6D1EA1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4347D27-15F0-4A30-9D84-B1B20CA35F0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0819DD5-143A-48F8-88C9-71FDA8C2F42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B9BD12C-8548-4843-904D-2EB595A7002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B1D4353-6DF5-483C-85C0-CAFC4D755EE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R$ 112,2 bi. Comparação: R$ 94,0 bi em dez/25 e R$ 112,2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64BE77E-08B8-49D4-B331-AEE5C988F06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10B0677-4535-4AE5-95D6-FDD2AC750206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363566-A2A5-4013-863D-EBC59CAEE5D6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08632394000102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SAPPHIRE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47227790000106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B4111FE-3C4A-4D27-8A48-66B51A563ED1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687457217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7191B0CA-B3BC-4D7F-91AD-768A183316D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58DA81A-24D2-4553-A803-804D6A13E86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96A9B6B-75BF-4A95-86C4-265FDCFAE03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2D125A2-1013-409D-9101-C13AA8FBDA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6FE7308-6469-4956-9376-9DB357DC09E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R$ 94,0 bi. Comparação: R$ 94,0 bi em dez/25 e R$ 112,2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086D6E1-C914-4759-BBA3-4A76BE4F116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97C7320-C62E-4D79-B50B-384962889D58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B9D3802-7009-4D5E-A09E-83C9E5F4DBC6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08632394000102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CB8EA48-099A-4C54-8ABA-C98A162B9DF4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1668972690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13A5D9A5-390F-49F9-A395-16C36B3012B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56A35E-CA13-4055-9F23-860E34A7AB04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43DC8C-4223-45B1-9F84-7983EAE782F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47A5CD0-7FA3-49D4-8AF3-4DEDF5A4E4A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51AC5D0-B666-4993-8D26-31408A6AAA0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R$ 121,1 bi. Comparação: R$ 106,3 bi em dez/25 e R$ 121,1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95ADD94-F97E-4F1E-AF30-7798BCB69FE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AE72B03-40EA-4258-8C80-57A76435610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B4F41-0A47-407D-B2C6-07A1AEDE95D8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Nissan, Renault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ADCCDBC-8393-42DA-AF05-92C1198D3C4F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702922948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8469110B-A912-4E6A-A6B5-72C4C8EA2D1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A6459DA-5C71-4AC6-A5BC-08985B823DE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CCBCD2C-F1A9-4C02-97DD-7F9017DC913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48F7C85-E316-4274-AB9F-06FC13C8ED7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6B83D52-4201-4397-BBCA-C0B1D975EA5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R$ 106,3 bi. Comparação: R$ 106,3 bi em dez/25 e R$ 121,1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76B4CCB-1F52-4E28-8F82-397F95733AD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18655DD-CBDB-40C1-A32E-9CFC9C86225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ED574CA-3E0B-41BC-B3C8-0CEEB2C72F6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 PADRONIZADO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Nissan, Renault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17FCB6B-865B-4294-A855-2F6E22727F65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351307452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2876855F-EF0E-4B9C-B74C-ED5E197D106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C1661BB-077E-4077-8480-84C4850D19B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A542670-89FF-4CF5-AE79-D206CC8068F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03AB56-F274-48E9-9C17-157EFA79D42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D270E4C-6F64-4C06-A04B-B4898D0B748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R$ 55,1 bi. Comparação: R$ 60,9 bi em dez/25 e R$ 55,1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75DE041-6EC4-47FE-AD71-6C67C0614DE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A3951C6-7217-49D6-9CFD-0BEF246D15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0BF7DCE-8447-4C7E-80B0-5083BB4EF4A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13321819000100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D11BB87-1178-4A1A-ACA2-B608BE827F3F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844617661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EB346C3-62E8-4A59-9AFF-6F9FA953FE3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B355046-EBCC-4E3B-92AD-1C8B87AEC0C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4E94860-D2F6-48B6-9098-1259D14B689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8F1F441-B68B-42E4-A950-B25A92E0719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99E8D7F-B5BA-4C0F-8F4E-6D34ED9143F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R$ 60,9 bi. Comparação: R$ 60,9 bi em dez/25 e R$ 55,1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7961F4A-FDC3-4177-89F0-8A6ED7EF383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65CBFE1-FC86-4321-A6CD-4EA5B6DFAA2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0F6463-4AC8-4100-8D4B-06823B399DF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2000250"/>
                <a:gridCol w="1381125"/>
                <a:gridCol w="1285875"/>
                <a:gridCol w="1238250"/>
                <a:gridCol w="1009650"/>
                <a:gridCol w="1381125"/>
                <a:gridCol w="1733550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7A07CBB2-DBF4-4EA7-ACF3-EBFAE8190E64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Campos longos aparecem em forma editorial compacta; valores e fontes integrais permanecem na aba Auditoria emissões. * = exceção/múltiplas classes ou complemento manual; N/D = lacuna.</a:t>
            </a:r>
          </a:p>
        </ns0:txBody>
      </ns0:sp>
    </ns0:spTree>
    <ns0:extLst>
      <ns0:ext uri="{BB962C8B-B14F-4D97-AF65-F5344CB8AC3E}">
        <ns3:creationId val="1790731418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8" name="">
            <a:extLst>
              <a:ext uri="{FF2B5EF4-FFF2-40B4-BE49-F238E27FC236}">
                <ns2:creationId id="{DE1A02CA-A54D-4B1D-A1BC-F1FD8B747F3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0CBD642-4B73-4D84-95AF-A18D2B36C66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62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| Sub atual e mínimos documentais por veículo; 12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E483ED8-95E2-4F8F-9166-761522CB548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00CF91F-C3BC-4559-9104-90969DA1D3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6436876-B5AF-4DAE-BFDF-A8E5005DC76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526DE10-39B1-4C69-B135-C5C36050322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mvp-summary-structural_mvp_financeiro-1">
            <a:extLst>
              <a:ext uri="{FF2B5EF4-FFF2-40B4-BE49-F238E27FC236}">
                <ns2:creationId id="{12048BC1-4B14-4571-BCDA-9E9A9E1266BB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15/18 CNPJs · R$ 10,9 bi de R$ 11,4 bi</a:t>
            </a:r>
          </a:p>
        </ns0:txBody>
      </ns0:sp>
      <ns0:sp>
        <ns0:nvSpPr>
          <ns0:cNvPr id="8" name="mvp-summary-structural_mvp_financeiro-2">
            <a:extLst>
              <a:ext uri="{FF2B5EF4-FFF2-40B4-BE49-F238E27FC236}">
                <ns2:creationId id="{0BBC599A-31FA-4FF6-9E7D-54059E5B75E9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ampla · 12 pares · med. carteira 31,8% vs. mercado 30,1%</a:t>
            </a:r>
          </a:p>
        </ns0:txBody>
      </ns0:sp>
      <ns0:sp>
        <ns0:nvSpPr>
          <ns0:cNvPr id="9" name="mvp-summary-structural_mvp_financeiro-3">
            <a:extLst>
              <a:ext uri="{FF2B5EF4-FFF2-40B4-BE49-F238E27FC236}">
                <ns2:creationId id="{D3D8C1F5-FA2A-460B-BC39-7DCD73ED1F4D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na referência ampla*</a:t>
            </a:r>
          </a:p>
        </ns0:txBody>
      </ns0:sp>
      <ns0:sp>
        <ns0:nvSpPr>
          <ns0:cNvPr id="10" name="mvp-band-structural_mvp_financeiro-1">
            <a:extLst>
              <a:ext uri="{FF2B5EF4-FFF2-40B4-BE49-F238E27FC236}">
                <ns2:creationId id="{4BFF07E3-9B89-438E-B191-5BEF46088444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8C6145A-A4D2-4BEF-B19A-91A8302C9A0C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financeiro-62838025000116">
            <a:extLst>
              <a:ext uri="{FF2B5EF4-FFF2-40B4-BE49-F238E27FC236}">
                <ns2:creationId id="{88A2E179-7AFC-48BB-92DC-6EBDCCA19729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ENDURANCE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R$ 2,0 bi · Sub atual 9,5%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3" name="mvp-card-structural_mvp_financeiro-50988212000105">
            <a:extLst>
              <a:ext uri="{FF2B5EF4-FFF2-40B4-BE49-F238E27FC236}">
                <ns2:creationId id="{C9CCC1B4-CFC3-47ED-BB98-0A4B351BA031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CARTÃO DE COMPRA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R$ 193,6 mi · Sub atual 7,0%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4,5%* · Estr. N/D*</a:t>
            </a:r>
          </a:p>
        </ns0:txBody>
      </ns0:sp>
      <ns0:sp>
        <ns0:nvSpPr>
          <ns0:cNvPr id="14" name="mvp-band-structural_mvp_financeiro-2">
            <a:extLst>
              <a:ext uri="{FF2B5EF4-FFF2-40B4-BE49-F238E27FC236}">
                <ns2:creationId id="{99CA9761-7A9E-4186-8E20-8ACBE25E9094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5E724DD6-A169-46B0-84CE-58DE6C45A2AC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inanceiro-3">
            <a:extLst>
              <a:ext uri="{FF2B5EF4-FFF2-40B4-BE49-F238E27FC236}">
                <ns2:creationId id="{5108C395-A924-4422-903D-C8C5E8687F9E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D1954E5D-D2CB-46AD-B625-083546260FCD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inanceiro-4">
            <a:extLst>
              <a:ext uri="{FF2B5EF4-FFF2-40B4-BE49-F238E27FC236}">
                <ns2:creationId id="{C84258A9-C0C0-4C14-A682-085E7723EF53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7E8A7FCB-41B1-4718-8D90-20F44BDBB26D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inanceiro-57816252000100">
            <a:extLst>
              <a:ext uri="{FF2B5EF4-FFF2-40B4-BE49-F238E27FC236}">
                <ns2:creationId id="{B5781C1E-E81E-4F2C-988A-06CF1629C07B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NATURA PAY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R$ 1,0 bi · Sub atual 28,3%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25,3% · Estr. 25,3%</a:t>
            </a:r>
          </a:p>
        </ns0:txBody>
      </ns0:sp>
      <ns0:sp>
        <ns0:nvSpPr>
          <ns0:cNvPr id="21" name="mvp-card-structural_mvp_financeiro-61288838000117">
            <a:extLst>
              <a:ext uri="{FF2B5EF4-FFF2-40B4-BE49-F238E27FC236}">
                <ns2:creationId id="{EFAB77B8-54F3-4DF2-BE87-E4B112F7776E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R$ 722,5 mi · Sub atual 30,3%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card-structural_mvp_financeiro-37294759000134">
            <a:extLst>
              <a:ext uri="{FF2B5EF4-FFF2-40B4-BE49-F238E27FC236}">
                <ns2:creationId id="{03F45DE3-3847-4364-B6C1-CB30449684CB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GALLERIA HOME EQUITY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R$ 513,2 mi · Sub atual 31,8%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4,8%*</a:t>
            </a:r>
          </a:p>
        </ns0:txBody>
      </ns0:sp>
      <ns0:sp>
        <ns0:nvSpPr>
          <ns0:cNvPr id="23" name="mvp-card-structural_mvp_financeiro-57028406000108">
            <a:extLst>
              <a:ext uri="{FF2B5EF4-FFF2-40B4-BE49-F238E27FC236}">
                <ns2:creationId id="{FDAC2AB2-0532-47B7-B076-737A8413D684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VI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R$ 437,4 mi · Sub atual 26,6%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2,0% · Estr. N/D*</a:t>
            </a:r>
          </a:p>
        </ns0:txBody>
      </ns0:sp>
      <ns0:sp>
        <ns0:nvSpPr>
          <ns0:cNvPr id="24" name="mvp-card-structural_mvp_financeiro-47640584000123">
            <a:extLst>
              <a:ext uri="{FF2B5EF4-FFF2-40B4-BE49-F238E27FC236}">
                <ns2:creationId id="{9114008B-32E0-4F62-A558-3C3846D359A7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SOL AGORA GREEN ESG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R$ 285,1 mi · Sub atual 30,4%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5" name="mvp-card-structural_mvp_financeiro-42462306000100">
            <a:extLst>
              <a:ext uri="{FF2B5EF4-FFF2-40B4-BE49-F238E27FC236}">
                <ns2:creationId id="{A5FD3C72-E8D3-43C6-8593-18AF85FD0A6B}"/>
              </a:ext>
            </a:extLst>
          </ns0:cNvPr>
          <ns0:cNvSpPr>
            <a:spLocks noGrp="1"/>
          </ns0:cNvSpPr>
          <ns0:nvPr/>
        </ns0:nvSpPr>
        <ns0:spPr>
          <a:xfrm>
            <a:off x="6134100" y="4467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R$ 96,1 mi · Sub atual 24,7%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 · Estr. N/D*</a:t>
            </a:r>
          </a:p>
        </ns0:txBody>
      </ns0:sp>
      <ns0:sp>
        <ns0:nvSpPr>
          <ns0:cNvPr id="26" name="mvp-band-structural_mvp_financeiro-5">
            <a:extLst>
              <a:ext uri="{FF2B5EF4-FFF2-40B4-BE49-F238E27FC236}">
                <ns2:creationId id="{BD833012-383F-4A5C-A3BF-0CDF73A082EA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8301A88-8BC5-4131-A16F-452C18837410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financeiro-42154687000160">
            <a:extLst>
              <a:ext uri="{FF2B5EF4-FFF2-40B4-BE49-F238E27FC236}">
                <ns2:creationId id="{4FA9D59F-2A76-4E6B-8ADD-20591F4139F7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MULTIPLIKE PLUS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R$ 2,1 bi · Sub atual 42,3%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29" name="mvp-card-structural_mvp_financeiro-41197066000109">
            <a:extLst>
              <a:ext uri="{FF2B5EF4-FFF2-40B4-BE49-F238E27FC236}">
                <ns2:creationId id="{36A0DBEE-A720-453B-83A7-42B25CD13B40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R$ 657,1 mi · Sub atual 36,5%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financeiro-58152340000118">
            <a:extLst>
              <a:ext uri="{FF2B5EF4-FFF2-40B4-BE49-F238E27FC236}">
                <ns2:creationId id="{25A97313-E14E-4E4B-8BC9-7B80228F1FD3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MONEE II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R$ 442,2 mi · Sub atual 40,6%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31" name="mvp-card-structural_mvp_financeiro-63066147000102">
            <a:extLst>
              <a:ext uri="{FF2B5EF4-FFF2-40B4-BE49-F238E27FC236}">
                <ns2:creationId id="{1D420D20-A1DF-4D08-8F0A-05F8AD059E86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INCLUSÃO CREDIÁRIA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R$ 156,4 mi · Sub atual 52,0%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12,5% · Estr. N/D*</a:t>
            </a:r>
          </a:p>
        </ns0:txBody>
      </ns0:sp>
      <ns0:sp>
        <ns0:nvSpPr>
          <ns0:cNvPr id="32" name="mvp-card-structural_mvp_financeiro-49113994000141">
            <a:extLst>
              <a:ext uri="{FF2B5EF4-FFF2-40B4-BE49-F238E27FC236}">
                <ns2:creationId id="{4C36E888-ACC9-4D89-8D14-7FC29065CFBF}"/>
              </a:ext>
            </a:extLst>
          </ns0:cNvPr>
          <ns0:cNvSpPr>
            <a:spLocks noGrp="1"/>
          </ns0:cNvSpPr>
          <ns0:nvPr/>
        </ns0:nvSpPr>
        <ns0:spPr>
          <a:xfrm>
            <a:off x="79883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CAP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R$ 99,3 mi · Sub atual 44,1%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14,0% · Estr. N/D*</a:t>
            </a:r>
          </a:p>
        </ns0:txBody>
      </ns0:sp>
      <ns0:sp>
        <ns0:nvSpPr>
          <ns0:cNvPr id="33" name="mvp-band-structural_mvp_financeiro-6">
            <a:extLst>
              <a:ext uri="{FF2B5EF4-FFF2-40B4-BE49-F238E27FC236}">
                <ns2:creationId id="{B531D454-0E47-4BDF-B5FC-0BAC7442F480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B54BDE78-2F19-48AA-84B5-81F54F7A684E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5" name="mvp-card-structural_mvp_financeiro-32526025000110">
            <a:extLst>
              <a:ext uri="{FF2B5EF4-FFF2-40B4-BE49-F238E27FC236}">
                <ns2:creationId id="{BB908B0E-DC4D-4527-A5C9-6F5CBAB9784D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COBUCCIO DE RESPONS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R$ 1,8 bi · Sub atual 75,6%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75,0% · Estr. N/D*</a:t>
            </a:r>
          </a:p>
        </ns0:txBody>
      </ns0:sp>
      <ns0:sp>
        <ns0:nvSpPr>
          <ns0:cNvPr id="36" name="mvp-card-structural_mvp_financeiro-43193260000133">
            <a:extLst>
              <a:ext uri="{FF2B5EF4-FFF2-40B4-BE49-F238E27FC236}">
                <ns2:creationId id="{6D67CBC5-B473-4D52-A5D8-4ACB327EEC0B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RESIDENCE CLUB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R$ 403,4 mi · Sub atual 69,1%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15,0%* · Estr. 50,0%*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54F30D79-1DE0-4AA5-8E71-C4A7580DAAFC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236221473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5" name="">
            <a:extLst>
              <a:ext uri="{FF2B5EF4-FFF2-40B4-BE49-F238E27FC236}">
                <ns2:creationId id="{B6C397D6-61AE-422C-BD46-4CD6907C06B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C9B501A-E247-4656-911E-F0EDF7420B6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| 2 veículos comparáveis estão até 2 p.p. acima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CF6964-14EA-41DE-91A4-819672E0563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D1BC08C-863C-498C-A271-82B3DDAA197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E72B90D-2D08-47B5-921D-F3006840A2D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FA66366-3F24-43AC-A0E9-9D9F15D627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mvp-summary-structural_mvp_adquirencia-1">
            <a:extLst>
              <a:ext uri="{FF2B5EF4-FFF2-40B4-BE49-F238E27FC236}">
                <ns2:creationId id="{FCFBB0E2-0210-44E3-8DE7-5FA9734B9BEA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12/17 CNPJs · R$ 15,1 bi de R$ 15,1 bi</a:t>
            </a:r>
          </a:p>
        </ns0:txBody>
      </ns0:sp>
      <ns0:sp>
        <ns0:nvSpPr>
          <ns0:cNvPr id="8" name="mvp-summary-structural_mvp_adquirencia-2">
            <a:extLst>
              <a:ext uri="{FF2B5EF4-FFF2-40B4-BE49-F238E27FC236}">
                <ns2:creationId id="{45575C6E-F195-4E52-AA5D-3B87D7011511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15 pares · med. agregada carteira 11,7% vs. mercado 15,5%</a:t>
            </a:r>
          </a:p>
        </ns0:txBody>
      </ns0:sp>
      <ns0:sp>
        <ns0:nvSpPr>
          <ns0:cNvPr id="9" name="mvp-summary-structural_mvp_adquirencia-3">
            <a:extLst>
              <a:ext uri="{FF2B5EF4-FFF2-40B4-BE49-F238E27FC236}">
                <ns2:creationId id="{7AD1AB60-6B3D-422C-8AE9-CB918BFB02BF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mistura risco emissor e adquirente*</a:t>
            </a:r>
          </a:p>
        </ns0:txBody>
      </ns0:sp>
      <ns0:sp>
        <ns0:nvSpPr>
          <ns0:cNvPr id="10" name="mvp-band-structural_mvp_adquirencia-1">
            <a:extLst>
              <a:ext uri="{FF2B5EF4-FFF2-40B4-BE49-F238E27FC236}">
                <ns2:creationId id="{1AF1F41F-38E9-492D-B8E5-184B7D901CB8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35CA228-CB48-4340-8D17-B85A2F958514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dquirencia-48967719000122">
            <a:extLst>
              <a:ext uri="{FF2B5EF4-FFF2-40B4-BE49-F238E27FC236}">
                <ns2:creationId id="{5446D9D2-2AFB-4D50-A69B-F96FC24F5E4C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SOULPAY*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R$ 78,4 mi · Sub atual 6,0%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card-structural_mvp_adquirencia-31739396000117">
            <a:extLst>
              <a:ext uri="{FF2B5EF4-FFF2-40B4-BE49-F238E27FC236}">
                <ns2:creationId id="{CC9051A3-457A-4562-A122-545D17B9C042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LF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R$ 1,4 bi · Sub atual 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0,5% · Estr. N/D*</a:t>
            </a:r>
          </a:p>
        </ns0:txBody>
      </ns0:sp>
      <ns0:sp>
        <ns0:nvSpPr>
          <ns0:cNvPr id="14" name="mvp-card-structural_mvp_adquirencia-62626887000185">
            <a:extLst>
              <a:ext uri="{FF2B5EF4-FFF2-40B4-BE49-F238E27FC236}">
                <ns2:creationId id="{FB56D876-DADA-4DE9-89E2-499D68395BD4}"/>
              </a:ext>
            </a:extLst>
          </ns0:cNvPr>
          <ns0:cNvSpPr>
            <a:spLocks noGrp="1"/>
          </ns0:cNvSpPr>
          <ns0:nvPr/>
        </ns0:nvSpPr>
        <ns0:spPr>
          <a:xfrm>
            <a:off x="571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SUMUP SMART IV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R$ 356,8 mi · Sub atual 4,0%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2,9% · Estr. N/D*</a:t>
            </a:r>
          </a:p>
        </ns0:txBody>
      </ns0:sp>
      <ns0:sp>
        <ns0:nvSpPr>
          <ns0:cNvPr id="15" name="mvp-card-structural_mvp_adquirencia-42085830000109">
            <a:extLst>
              <a:ext uri="{FF2B5EF4-FFF2-40B4-BE49-F238E27FC236}">
                <ns2:creationId id="{A4B4FE8D-5432-42AE-BB3E-4B99B7B32C9E}"/>
              </a:ext>
            </a:extLst>
          </ns0:cNvPr>
          <ns0:cNvSpPr>
            <a:spLocks noGrp="1"/>
          </ns0:cNvSpPr>
          <ns0:nvPr/>
        </ns0:nvSpPr>
        <ns0:spPr>
          <a:xfrm>
            <a:off x="571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CLOUDWALK AKIRA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R$ 308,2 mi · Sub atual 5,3%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3,0% · Estr. 3,0%</a:t>
            </a:r>
          </a:p>
        </ns0:txBody>
      </ns0:sp>
      <ns0:sp>
        <ns0:nvSpPr>
          <ns0:cNvPr id="16" name="mvp-band-structural_mvp_adquirencia-2">
            <a:extLst>
              <a:ext uri="{FF2B5EF4-FFF2-40B4-BE49-F238E27FC236}">
                <ns2:creationId id="{50EC4E22-7318-4798-898A-45BA49EDCCF2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CFB5DCC8-C949-4396-8D1D-7D4345D5B1D2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adquirencia-54083697000130">
            <a:extLst>
              <a:ext uri="{FF2B5EF4-FFF2-40B4-BE49-F238E27FC236}">
                <ns2:creationId id="{58EE5349-96ED-4C63-8523-82BA3B458D4C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PERNAMBUCANAS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R$ 226,6 mi · Sub atual 10,9%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10,0% · Estr. 10,0%</a:t>
            </a:r>
          </a:p>
        </ns0:txBody>
      </ns0:sp>
      <ns0:sp>
        <ns0:nvSpPr>
          <ns0:cNvPr id="19" name="mvp-card-structural_mvp_adquirencia-45598747000121">
            <a:extLst>
              <a:ext uri="{FF2B5EF4-FFF2-40B4-BE49-F238E27FC236}">
                <ns2:creationId id="{A78B339B-5175-4DCA-A821-62602A4690D9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SUMUP SOLO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R$ 378,1 mi · Sub atual 10,2%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4,8%* · Estr. 4,8%*</a:t>
            </a:r>
          </a:p>
        </ns0:txBody>
      </ns0:sp>
      <ns0:sp>
        <ns0:nvSpPr>
          <ns0:cNvPr id="20" name="mvp-card-structural_mvp_adquirencia-50857998000113">
            <a:extLst>
              <a:ext uri="{FF2B5EF4-FFF2-40B4-BE49-F238E27FC236}">
                <ns2:creationId id="{28EA2AE5-E3DD-42A1-9194-7F4A35ABF95E}"/>
              </a:ext>
            </a:extLst>
          </ns0:cNvPr>
          <ns0:cNvSpPr>
            <a:spLocks noGrp="1"/>
          </ns0:cNvSpPr>
          <ns0:nvPr/>
        </ns0:nvSpPr>
        <ns0:spPr>
          <a:xfrm>
            <a:off x="24257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LEO MADEIRAS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R$ 177,0 mi · Sub atual 12,6%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1" name="mvp-band-structural_mvp_adquirencia-3">
            <a:extLst>
              <a:ext uri="{FF2B5EF4-FFF2-40B4-BE49-F238E27FC236}">
                <ns2:creationId id="{90B3EC72-BD39-4F15-8751-ECAFF5AC67D7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A3DF6DE4-FEB4-40AA-BB54-A9BE2DEA9EB5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3" name="mvp-band-structural_mvp_adquirencia-4">
            <a:extLst>
              <a:ext uri="{FF2B5EF4-FFF2-40B4-BE49-F238E27FC236}">
                <ns2:creationId id="{8D40B296-082A-4325-AD7D-C7F15D2E3B5A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77CF5471-E04D-4B8B-985A-8BF81B56C670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adquirencia-52271464000136">
            <a:extLst>
              <a:ext uri="{FF2B5EF4-FFF2-40B4-BE49-F238E27FC236}">
                <ns2:creationId id="{B7749DD0-099A-47AA-A4C3-8174B97C8F11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KIWIFY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R$ 347,3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6,0% · Estr. N/D*</a:t>
            </a:r>
          </a:p>
        </ns0:txBody>
      </ns0:sp>
      <ns0:sp>
        <ns0:nvSpPr>
          <ns0:cNvPr id="26" name="mvp-band-structural_mvp_adquirencia-5">
            <a:extLst>
              <a:ext uri="{FF2B5EF4-FFF2-40B4-BE49-F238E27FC236}">
                <ns2:creationId id="{407EF06C-645C-4253-AA80-FAAEEE35AF3E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7919BAF6-ACF7-4DA0-BD5D-F751BC832663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adquirencia-50473039000102">
            <a:extLst>
              <a:ext uri="{FF2B5EF4-FFF2-40B4-BE49-F238E27FC236}">
                <ns2:creationId id="{2C5BE30B-CC74-47CE-8714-95DD7F7C4973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SELLER FIDC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R$ 3,7 bi · Sub atual 51,3%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9" name="mvp-band-structural_mvp_adquirencia-6">
            <a:extLst>
              <a:ext uri="{FF2B5EF4-FFF2-40B4-BE49-F238E27FC236}">
                <ns2:creationId id="{5EC8622F-228C-4878-A31A-1989E96EB687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90958E64-349E-426E-B691-A7170A3459F9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mvp-card-structural_mvp_adquirencia-28169275000172">
            <a:extLst>
              <a:ext uri="{FF2B5EF4-FFF2-40B4-BE49-F238E27FC236}">
                <ns2:creationId id="{FD6F7543-91C0-437C-9A6D-DA1169DA8288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PAGSEGURO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R$ 6,2 bi · Sub atual 63,2%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32" name="mvp-card-structural_mvp_adquirencia-38376526000143">
            <a:extLst>
              <a:ext uri="{FF2B5EF4-FFF2-40B4-BE49-F238E27FC236}">
                <ns2:creationId id="{B488CEDB-90AE-4FAB-B3EF-0AD1689F69E5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HOTFUND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R$ 1,7 bi · Sub atual 76,4%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21,0% · Estr. N/D*</a:t>
            </a:r>
          </a:p>
        </ns0:txBody>
      </ns0:sp>
      <ns0:sp>
        <ns0:nvSpPr>
          <ns0:cNvPr id="33" name="mvp-card-structural_mvp_adquirencia-40919667000107">
            <a:extLst>
              <a:ext uri="{FF2B5EF4-FFF2-40B4-BE49-F238E27FC236}">
                <ns2:creationId id="{1F02CFA9-2CA2-47CB-94A0-A1B6A02D80D3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RECARGAPAY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R$ 281,5 mi · Sub atual 98,0%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2547CC63-64E8-47FB-A0C0-BAAFCE9AAFC1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730968336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40" name="">
            <a:extLst>
              <a:ext uri="{FF2B5EF4-FFF2-40B4-BE49-F238E27FC236}">
                <ns2:creationId id="{81AD4299-6502-407E-B906-617EF763577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94EBB9D-6744-4D34-9F3B-CBC42BF362B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 | 2 veículos comparáveis estão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750029F-7C78-4E75-BFDB-B71CD5737D5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BB0156E-ACF7-482B-888D-E437061D260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B8080F8-DB82-412E-A9A1-A82FBB310AE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3E19482-4947-45E9-BD51-ACA481E95AF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mvp-summary-structural_mvp_agro_revenda-1">
            <a:extLst>
              <a:ext uri="{FF2B5EF4-FFF2-40B4-BE49-F238E27FC236}">
                <ns2:creationId id="{61E445A0-6AAA-4442-A85C-67C841721C64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17/35 CNPJs · R$ 6,5 bi de R$ 7,1 bi</a:t>
            </a:r>
          </a:p>
        </ns0:txBody>
      </ns0:sp>
      <ns0:sp>
        <ns0:nvSpPr>
          <ns0:cNvPr id="8" name="mvp-summary-structural_mvp_agro_revenda-2">
            <a:extLst>
              <a:ext uri="{FF2B5EF4-FFF2-40B4-BE49-F238E27FC236}">
                <ns2:creationId id="{2EDBB607-A323-40DF-80A2-38ED1889C57E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agro_revenda-3">
            <a:extLst>
              <a:ext uri="{FF2B5EF4-FFF2-40B4-BE49-F238E27FC236}">
                <ns2:creationId id="{883A0604-8947-4289-AC61-1508F4F517EE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agro_revenda-1">
            <a:extLst>
              <a:ext uri="{FF2B5EF4-FFF2-40B4-BE49-F238E27FC236}">
                <ns2:creationId id="{2ED314E3-28AB-4A8E-BA9D-4EB6C2DF0CDD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3A5CDDF-56AA-460C-8BC1-F589AC18D59C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gro_revenda-52968533000165">
            <a:extLst>
              <a:ext uri="{FF2B5EF4-FFF2-40B4-BE49-F238E27FC236}">
                <ns2:creationId id="{6F886562-1916-43D7-97F4-787064D32E47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MCPO*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R$ 113,3 mi · Sub atual 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13" name="mvp-band-structural_mvp_agro_revenda-2">
            <a:extLst>
              <a:ext uri="{FF2B5EF4-FFF2-40B4-BE49-F238E27FC236}">
                <ns2:creationId id="{D25DBD76-8F28-47D2-9B9A-34A414594C22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92E1488D-633D-4A72-A7BE-E9B27D351CC1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agro_revenda-3">
            <a:extLst>
              <a:ext uri="{FF2B5EF4-FFF2-40B4-BE49-F238E27FC236}">
                <ns2:creationId id="{15EF86BC-3E68-4873-852E-1801D393BF75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16E792E-9375-41BB-9A1C-077F202CA341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agro_revenda-57270666000187">
            <a:extLst>
              <a:ext uri="{FF2B5EF4-FFF2-40B4-BE49-F238E27FC236}">
                <ns2:creationId id="{C7C1F92E-79A3-4242-9B0F-745002841D99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MOBILITAS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R$ 53,0 mi · Sub atual 15,1%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8" name="mvp-band-structural_mvp_agro_revenda-4">
            <a:extLst>
              <a:ext uri="{FF2B5EF4-FFF2-40B4-BE49-F238E27FC236}">
                <ns2:creationId id="{F93B64AA-8C7C-423D-ABD6-750CCB469DC9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68FA56A3-69D0-4D9A-A199-28084890919E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agro_revenda-33076242000118">
            <a:extLst>
              <a:ext uri="{FF2B5EF4-FFF2-40B4-BE49-F238E27FC236}">
                <ns2:creationId id="{4D4D4C67-FDBD-4316-89AF-E51979D0B26B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WORKCAP AGRO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R$ 443,2 mi · Sub atual 21,6%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20,0% · Estr. 20,0%</a:t>
            </a:r>
          </a:p>
        </ns0:txBody>
      </ns0:sp>
      <ns0:sp>
        <ns0:nvSpPr>
          <ns0:cNvPr id="21" name="mvp-card-structural_mvp_agro_revenda-47280025000150">
            <a:extLst>
              <a:ext uri="{FF2B5EF4-FFF2-40B4-BE49-F238E27FC236}">
                <ns2:creationId id="{15063C19-7A6A-46D2-B01E-472C60FE8D61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FIDC AGRO CAPITAL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R$ 522,1 mi · Sub atual 32,2%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22" name="mvp-card-structural_mvp_agro_revenda-58171340000165">
            <a:extLst>
              <a:ext uri="{FF2B5EF4-FFF2-40B4-BE49-F238E27FC236}">
                <ns2:creationId id="{7C9CD762-0071-4A48-893F-0E124D04548E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FRIMESA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R$ 357,7 mi · Sub atual 21,0%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1,0% · Estr. N/D*</a:t>
            </a:r>
          </a:p>
        </ns0:txBody>
      </ns0:sp>
      <ns0:sp>
        <ns0:nvSpPr>
          <ns0:cNvPr id="23" name="mvp-card-structural_mvp_agro_revenda-54857414000160">
            <a:extLst>
              <a:ext uri="{FF2B5EF4-FFF2-40B4-BE49-F238E27FC236}">
                <ns2:creationId id="{7DDCD272-002A-476F-AD9A-E2AEEFFAEE90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INDIE MERX RAIZ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R$ 104,2 mi · Sub atual 27,5%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4" name="mvp-card-structural_mvp_agro_revenda-57752597000148">
            <a:extLst>
              <a:ext uri="{FF2B5EF4-FFF2-40B4-BE49-F238E27FC236}">
                <ns2:creationId id="{7383C3CE-8493-410C-BDC4-9A014CD6F387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AGROMERCANTIL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R$ 68,7 mi · Sub atual 32,5%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5" name="mvp-band-structural_mvp_agro_revenda-5">
            <a:extLst>
              <a:ext uri="{FF2B5EF4-FFF2-40B4-BE49-F238E27FC236}">
                <ns2:creationId id="{2F53C2AB-ABEB-46AA-8FA3-0B229D30EC6F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6E7EDB25-8455-4406-8B41-0E2E536D246E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7" name="mvp-card-structural_mvp_agro_revenda-50536324000117">
            <a:extLst>
              <a:ext uri="{FF2B5EF4-FFF2-40B4-BE49-F238E27FC236}">
                <ns2:creationId id="{17A368FE-3E6D-4B3D-9F20-34A7B6A98B61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MAQNELSON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R$ 100,0 mi · Sub atual 49,2%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8" name="mvp-card-structural_mvp_agro_revenda-37035970000132">
            <a:extLst>
              <a:ext uri="{FF2B5EF4-FFF2-40B4-BE49-F238E27FC236}">
                <ns2:creationId id="{24EF5C04-0BC4-4E4F-8BA8-51F7E24E2AF7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CD CASH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R$ 291,8 mi · Sub atual 46,8%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9" name="mvp-card-structural_mvp_agro_revenda-45523699000102">
            <a:extLst>
              <a:ext uri="{FF2B5EF4-FFF2-40B4-BE49-F238E27FC236}">
                <ns2:creationId id="{6E2E4AE3-D078-41D2-92BA-23C8124094AB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VIXTRA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R$ 233,6 mi · Sub atual 38,2%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agro_revenda-47425750000179">
            <a:extLst>
              <a:ext uri="{FF2B5EF4-FFF2-40B4-BE49-F238E27FC236}">
                <ns2:creationId id="{CF5DB009-E661-430B-B672-B220D4E103F4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CEREALIS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R$ 215,3 mi · Sub atual 53,0%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31" name="mvp-band-structural_mvp_agro_revenda-6">
            <a:extLst>
              <a:ext uri="{FF2B5EF4-FFF2-40B4-BE49-F238E27FC236}">
                <ns2:creationId id="{7D70B5B0-4490-4CEC-B1C8-79DB579F3578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A6EDB2D7-AEFB-4D7C-9BFA-3444E4E54EE8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3" name="mvp-card-structural_mvp_agro_revenda-29492605000129">
            <a:extLst>
              <a:ext uri="{FF2B5EF4-FFF2-40B4-BE49-F238E27FC236}">
                <ns2:creationId id="{F3B86897-E24F-4FBF-A221-DAF794770405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GAZIN MULTISSEGMENTOS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R$ 2,5 bi · Sub atual 67,6%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51,0% · Estr. 51,0%</a:t>
            </a:r>
          </a:p>
        </ns0:txBody>
      </ns0:sp>
      <ns0:sp>
        <ns0:nvSpPr>
          <ns0:cNvPr id="34" name="mvp-card-structural_mvp_agro_revenda-29226654000110">
            <a:extLst>
              <a:ext uri="{FF2B5EF4-FFF2-40B4-BE49-F238E27FC236}">
                <ns2:creationId id="{827C2631-555D-427C-8BB2-FBE8DEF0D829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INVESTCRED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R$ 1,2 bi · Sub atual 79,6%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67,4%* · Estr. 67,4%*</a:t>
            </a:r>
          </a:p>
        </ns0:txBody>
      </ns0:sp>
      <ns0:sp>
        <ns0:nvSpPr>
          <ns0:cNvPr id="35" name="mvp-card-structural_mvp_agro_revenda-43866348000179">
            <a:extLst>
              <a:ext uri="{FF2B5EF4-FFF2-40B4-BE49-F238E27FC236}">
                <ns2:creationId id="{F515D1FC-7F9D-4CA0-A773-1B628B922D35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OPEA AGRO SUMITOMO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R$ 256,0 mi · Sub atual 65,4%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36" name="mvp-card-structural_mvp_agro_revenda-51554551000138">
            <a:extLst>
              <a:ext uri="{FF2B5EF4-FFF2-40B4-BE49-F238E27FC236}">
                <ns2:creationId id="{56BEE176-A00E-457D-9FB9-95DEFD2273EA}"/>
              </a:ext>
            </a:extLst>
          </ns0:cNvPr>
          <ns0:cNvSpPr>
            <a:spLocks noGrp="1"/>
          </ns0:cNvSpPr>
          <ns0:nvPr/>
        </ns0:nvSpPr>
        <ns0:spPr>
          <a:xfrm>
            <a:off x="9842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CLASSE ÚNICA DO FIDC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R$ 64,5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7" name="mvp-card-structural_mvp_agro_revenda-47151680000108">
            <a:extLst>
              <a:ext uri="{FF2B5EF4-FFF2-40B4-BE49-F238E27FC236}">
                <ns2:creationId id="{36C0304C-9FAC-41C8-A387-06D32435380F}"/>
              </a:ext>
            </a:extLst>
          </ns0:cNvPr>
          <ns0:cNvSpPr>
            <a:spLocks noGrp="1"/>
          </ns0:cNvSpPr>
          <ns0:nvPr/>
        </ns0:nvSpPr>
        <ns0:spPr>
          <a:xfrm>
            <a:off x="9842500" y="40100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FARM TECH IBBA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R$ 9,4 mi · Sub atual 100,1%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38" name="mvp-card-structural_mvp_agro_revenda-43616659000180">
            <a:extLst>
              <a:ext uri="{FF2B5EF4-FFF2-40B4-BE49-F238E27FC236}">
                <ns2:creationId id="{6571BE45-6FEE-4010-AFDE-B41FEA992BB9}"/>
              </a:ext>
            </a:extLst>
          </ns0:cNvPr>
          <ns0:cNvSpPr>
            <a:spLocks noGrp="1"/>
          </ns0:cNvSpPr>
          <ns0:nvPr/>
        </ns0:nvSpPr>
        <ns0:spPr>
          <a:xfrm>
            <a:off x="9842500" y="4467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TALÓ 1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R$ 7,0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F9596563-F75F-4181-B713-6F12D269854C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82254289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4" name="">
            <a:extLst>
              <a:ext uri="{FF2B5EF4-FFF2-40B4-BE49-F238E27FC236}">
                <ns2:creationId id="{29506440-64BB-4B57-9222-02AE7E70A13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RISCO CORPORATIVO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447B433-6248-4C70-AEF9-5F1CAD67208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Risco Corporativo | 1 veículo comparável está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BC26602-41D2-4316-B760-7387449393B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5FDCCBB-2B1D-4453-A81F-74656F4EA38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B3EC312-A0C7-47BD-9BA9-2C6FDA213E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40BBE27-D7DA-4C69-B6E8-0A985AFEC51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mvp-summary-structural_mvp_risco_corporativo-1">
            <a:extLst>
              <a:ext uri="{FF2B5EF4-FFF2-40B4-BE49-F238E27FC236}">
                <ns2:creationId id="{FBC462E4-E7CF-45AE-A8FE-3D09586EDA03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11/13 CNPJs · R$ 5,5 bi de R$ 6,7 bi</a:t>
            </a:r>
          </a:p>
        </ns0:txBody>
      </ns0:sp>
      <ns0:sp>
        <ns0:nvSpPr>
          <ns0:cNvPr id="8" name="mvp-summary-structural_mvp_risco_corporativo-2">
            <a:extLst>
              <a:ext uri="{FF2B5EF4-FFF2-40B4-BE49-F238E27FC236}">
                <ns2:creationId id="{64B225C2-E74B-4645-9E40-5593C4AF158A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risco_corporativo-3">
            <a:extLst>
              <a:ext uri="{FF2B5EF4-FFF2-40B4-BE49-F238E27FC236}">
                <ns2:creationId id="{64608529-E87D-4AA1-9437-6138E4A505D0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risco_corporativo-1">
            <a:extLst>
              <a:ext uri="{FF2B5EF4-FFF2-40B4-BE49-F238E27FC236}">
                <ns2:creationId id="{804B91E0-D766-4A95-AEB0-56C69423D2BA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372252B-7BD5-4CE0-9C42-1D6B6EB59677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risco_corporativo-62393829000159">
            <a:extLst>
              <a:ext uri="{FF2B5EF4-FFF2-40B4-BE49-F238E27FC236}">
                <ns2:creationId id="{B5F38CA8-C388-4471-868A-B1939F5A4014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MÉDICI · BRF/MARFRIG*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R$ 3,1 bi · Sub atual 5,5%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band-structural_mvp_risco_corporativo-2">
            <a:extLst>
              <a:ext uri="{FF2B5EF4-FFF2-40B4-BE49-F238E27FC236}">
                <ns2:creationId id="{0D32DE7B-2796-4AD1-828D-7E99DB4B662A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3C05E48A-EC92-4397-801D-FAA172BCD80E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risco_corporativo-3">
            <a:extLst>
              <a:ext uri="{FF2B5EF4-FFF2-40B4-BE49-F238E27FC236}">
                <ns2:creationId id="{37A777BF-965F-4159-9C46-CB5858F41F12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9B2EA9D5-01CF-464C-AB5E-541E8593E995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risco_corporativo-65873297000145">
            <a:extLst>
              <a:ext uri="{FF2B5EF4-FFF2-40B4-BE49-F238E27FC236}">
                <ns2:creationId id="{46FB39E7-6CDE-4A88-AD3F-EC79ACAE6AC6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ARCELORMITTAL*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R$ 162,6 mi · Sub atual 18,6%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12,0% · Estr. 12,0%</a:t>
            </a:r>
          </a:p>
        </ns0:txBody>
      </ns0:sp>
      <ns0:sp>
        <ns0:nvSpPr>
          <ns0:cNvPr id="18" name="mvp-card-structural_mvp_risco_corporativo-63679792000192">
            <a:extLst>
              <a:ext uri="{FF2B5EF4-FFF2-40B4-BE49-F238E27FC236}">
                <ns2:creationId id="{86A25F86-7088-4568-A4CF-2233A4FAF081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BLUE HEALTH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R$ 142,2 mi · Sub atual 19,3%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19" name="mvp-band-structural_mvp_risco_corporativo-4">
            <a:extLst>
              <a:ext uri="{FF2B5EF4-FFF2-40B4-BE49-F238E27FC236}">
                <ns2:creationId id="{5F65C8A8-9810-4072-8377-7751FDD42188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139BF1B6-4928-4EE4-8183-840CBAB44F7E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1" name="mvp-card-structural_mvp_risco_corporativo-52100879000147">
            <a:extLst>
              <a:ext uri="{FF2B5EF4-FFF2-40B4-BE49-F238E27FC236}">
                <ns2:creationId id="{ECF8E303-6252-4EFD-AAC7-3946016FB741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SOTREQ*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R$ 205,2 mi · Sub atual 23,6%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22" name="mvp-card-structural_mvp_risco_corporativo-31570767000180">
            <a:extLst>
              <a:ext uri="{FF2B5EF4-FFF2-40B4-BE49-F238E27FC236}">
                <ns2:creationId id="{10B6C3D1-DB21-447C-A1C5-581E792B4428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TRADEPAY VAREJO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R$ 702,1 mi · Sub atual 23,3%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card-structural_mvp_risco_corporativo-52340225000190">
            <a:extLst>
              <a:ext uri="{FF2B5EF4-FFF2-40B4-BE49-F238E27FC236}">
                <ns2:creationId id="{51898D55-8E5E-42A9-B503-39F8B0A0E3A6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INOVA CREDTECH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R$ 86,1 mi · Sub atual 22,2%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7,5% · Estr. N/D*</a:t>
            </a:r>
          </a:p>
        </ns0:txBody>
      </ns0:sp>
      <ns0:sp>
        <ns0:nvSpPr>
          <ns0:cNvPr id="24" name="mvp-band-structural_mvp_risco_corporativo-5">
            <a:extLst>
              <a:ext uri="{FF2B5EF4-FFF2-40B4-BE49-F238E27FC236}">
                <ns2:creationId id="{7F8EE696-AE6C-4AC0-B02F-518B0A1F0211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F4C00A84-E5B5-4429-ACDF-09D0A5634EEC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6" name="mvp-card-structural_mvp_risco_corporativo-63622842000103">
            <a:extLst>
              <a:ext uri="{FF2B5EF4-FFF2-40B4-BE49-F238E27FC236}">
                <ns2:creationId id="{FC05AAF0-8405-4A3B-8570-F6572BEEACD9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DESBRAVA UNO ARTIGOS*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R$ 343,6 mi · Sub atual 50,4%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7" name="mvp-card-structural_mvp_risco_corporativo-63657457000193">
            <a:extLst>
              <a:ext uri="{FF2B5EF4-FFF2-40B4-BE49-F238E27FC236}">
                <ns2:creationId id="{9F8422F2-14D1-466D-B89C-2570CC380664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MSV3 RECEBÍVEIS*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R$ 311,5 mi · Sub atual 36,3%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28" name="mvp-card-structural_mvp_risco_corporativo-38658727000133">
            <a:extLst>
              <a:ext uri="{FF2B5EF4-FFF2-40B4-BE49-F238E27FC236}">
                <ns2:creationId id="{4312E43E-25AF-4E10-9F07-1AD75FCD5E69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FORNECEDORES MADEIRA*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R$ 196,7 mi · Sub atual 46,9%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26,7%* · Estr. 26,7%*</a:t>
            </a:r>
          </a:p>
        </ns0:txBody>
      </ns0:sp>
      <ns0:sp>
        <ns0:nvSpPr>
          <ns0:cNvPr id="29" name="mvp-card-structural_mvp_risco_corporativo-58476088000100">
            <a:extLst>
              <a:ext uri="{FF2B5EF4-FFF2-40B4-BE49-F238E27FC236}">
                <ns2:creationId id="{0CB09741-9636-4E78-9276-30C888149086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SAGA CRÉDITO PRIVADO*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R$ 167,6 mi · Sub atual 38,7%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33,3% · Estr. 33,3%</a:t>
            </a:r>
          </a:p>
        </ns0:txBody>
      </ns0:sp>
      <ns0:sp>
        <ns0:nvSpPr>
          <ns0:cNvPr id="30" name="mvp-band-structural_mvp_risco_corporativo-6">
            <a:extLst>
              <a:ext uri="{FF2B5EF4-FFF2-40B4-BE49-F238E27FC236}">
                <ns2:creationId id="{2469BDB9-595B-4930-A5CE-63F1120B7270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034C48F0-8090-4ECA-BE28-815F6791D932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2" name="mvp-card-structural_mvp_risco_corporativo-58288437000152">
            <a:extLst>
              <a:ext uri="{FF2B5EF4-FFF2-40B4-BE49-F238E27FC236}">
                <ns2:creationId id="{25880467-7B5A-4EF7-B873-93B41CE7E85A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ALTOMAX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R$ 89,9 mi · Sub atual 64,6%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6C7675E2-429A-4298-9448-F5A885875333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192985548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2" name="">
            <a:extLst>
              <a:ext uri="{FF2B5EF4-FFF2-40B4-BE49-F238E27FC236}">
                <ns2:creationId id="{ED07A315-0739-4A74-BA74-1CFDF8435CD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CONSIGNADO INSS E FGTS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C19FB47-4437-4C24-A16E-F5C0660439C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1523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Consignado INSS e FGTS | Sub atual e mínimos documentais por veículo; 9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AB37AD3-E8C1-4AC7-B9A6-3CCF50F8A5F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1ECACCF-B0C9-467F-805D-1DE8F765C07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07DB7F4-60E1-449B-AA19-42DFD6D3EF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D9D59FC-572D-456E-AB9C-C9DFEBE229B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mvp-summary-structural_mvp_consignado-1">
            <a:extLst>
              <a:ext uri="{FF2B5EF4-FFF2-40B4-BE49-F238E27FC236}">
                <ns2:creationId id="{584BA6FC-E377-46B4-BC93-D6D8654D656B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9/12 CNPJs · R$ 7,2 bi de R$ 10,5 bi</a:t>
            </a:r>
          </a:p>
        </ns0:txBody>
      </ns0:sp>
      <ns0:sp>
        <ns0:nvSpPr>
          <ns0:cNvPr id="8" name="mvp-summary-structural_mvp_consignado-2">
            <a:extLst>
              <a:ext uri="{FF2B5EF4-FFF2-40B4-BE49-F238E27FC236}">
                <ns2:creationId id="{4073335D-9C2E-44E8-8D50-A1B4CD38A706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INSS carteira 14,9% vs. pares 16,1% | FGTS carteira 18,3% vs. pares 17,2%</a:t>
            </a:r>
          </a:p>
        </ns0:txBody>
      </ns0:sp>
      <ns0:sp>
        <ns0:nvSpPr>
          <ns0:cNvPr id="9" name="mvp-summary-structural_mvp_consignado-3">
            <a:extLst>
              <a:ext uri="{FF2B5EF4-FFF2-40B4-BE49-F238E27FC236}">
                <ns2:creationId id="{A5A0B79C-BB33-4FB3-AA52-B6D25EB79F20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nos dois grupos</a:t>
            </a:r>
          </a:p>
        </ns0:txBody>
      </ns0:sp>
      <ns0:sp>
        <ns0:nvSpPr>
          <ns0:cNvPr id="10" name="mvp-band-structural_mvp_consignado-1">
            <a:extLst>
              <a:ext uri="{FF2B5EF4-FFF2-40B4-BE49-F238E27FC236}">
                <ns2:creationId id="{95D6188A-1963-42D2-993C-B9101B19732F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FB2DF93-8144-4B77-9FF9-E8F6688C1C74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consignado-2">
            <a:extLst>
              <a:ext uri="{FF2B5EF4-FFF2-40B4-BE49-F238E27FC236}">
                <ns2:creationId id="{548B53A8-04BE-4AE2-B565-C69523048280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13ABB545-EEA9-4DAF-A9DA-972E96BFB38B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card-structural_mvp_consignado-63546406000194">
            <a:extLst>
              <a:ext uri="{FF2B5EF4-FFF2-40B4-BE49-F238E27FC236}">
                <ns2:creationId id="{341D9E03-1CC6-464B-894E-F5D19C20B4E4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PINE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R$ 1,2 bi · Sub atual 14,9%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1,5% · Estr. N/D*</a:t>
            </a:r>
          </a:p>
        </ns0:txBody>
      </ns0:sp>
      <ns0:sp>
        <ns0:nvSpPr>
          <ns0:cNvPr id="15" name="mvp-card-structural_mvp_consignado-65347578000164">
            <a:extLst>
              <a:ext uri="{FF2B5EF4-FFF2-40B4-BE49-F238E27FC236}">
                <ns2:creationId id="{61AB7AD6-ABC0-4B88-A300-F2CBBF12AC86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ICRED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R$ 664,8 mi · Sub atual 13,5%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2,5% · Estr. N/D*</a:t>
            </a:r>
          </a:p>
        </ns0:txBody>
      </ns0:sp>
      <ns0:sp>
        <ns0:nvSpPr>
          <ns0:cNvPr id="16" name="mvp-band-structural_mvp_consignado-3">
            <a:extLst>
              <a:ext uri="{FF2B5EF4-FFF2-40B4-BE49-F238E27FC236}">
                <ns2:creationId id="{EBDBC1A2-3BAB-4FD9-B3BD-F700834B75C3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234A417A-6EA6-4951-B111-785EB9259880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consignado-65976848000104">
            <a:extLst>
              <a:ext uri="{FF2B5EF4-FFF2-40B4-BE49-F238E27FC236}">
                <ns2:creationId id="{0E473940-C255-4922-A837-3FDA1EBC8A51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AGIBANK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R$ 3,0 bi · Sub atual 15,2%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19" name="mvp-card-structural_mvp_consignado-54810968000102">
            <a:extLst>
              <a:ext uri="{FF2B5EF4-FFF2-40B4-BE49-F238E27FC236}">
                <ns2:creationId id="{922B5A72-73A2-4A98-B021-AE36321E5651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R$ 965,3 mi · Sub atual 16,1%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0" name="mvp-card-structural_mvp_consignado-54464892000100">
            <a:extLst>
              <a:ext uri="{FF2B5EF4-FFF2-40B4-BE49-F238E27FC236}">
                <ns2:creationId id="{404EC1BA-28C3-4D2F-9930-A3C2759CB9BE}"/>
              </a:ext>
            </a:extLst>
          </ns0:cNvPr>
          <ns0:cNvSpPr>
            <a:spLocks noGrp="1"/>
          </ns0:cNvSpPr>
          <ns0:nvPr/>
        </ns0:nvSpPr>
        <ns0:spPr>
          <a:xfrm>
            <a:off x="42799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MT FGTS RECEIVABLES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R$ 697,5 mi · Sub atual 19,4%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3,5% · Estr. N/D*</a:t>
            </a:r>
          </a:p>
        </ns0:txBody>
      </ns0:sp>
      <ns0:sp>
        <ns0:nvSpPr>
          <ns0:cNvPr id="21" name="mvp-card-structural_mvp_consignado-55401645000128">
            <a:extLst>
              <a:ext uri="{FF2B5EF4-FFF2-40B4-BE49-F238E27FC236}">
                <ns2:creationId id="{5D2A2730-C539-48DF-86E6-66E00A1C2EC7}"/>
              </a:ext>
            </a:extLst>
          </ns0:cNvPr>
          <ns0:cNvSpPr>
            <a:spLocks noGrp="1"/>
          </ns0:cNvSpPr>
          <ns0:nvPr/>
        </ns0:nvSpPr>
        <ns0:spPr>
          <a:xfrm>
            <a:off x="42799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QUATÁ FDC FGTS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R$ 225,0 mi · Sub atual 17,3%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3,0% · Estr. N/D*</a:t>
            </a:r>
          </a:p>
        </ns0:txBody>
      </ns0:sp>
      <ns0:sp>
        <ns0:nvSpPr>
          <ns0:cNvPr id="22" name="mvp-card-structural_mvp_consignado-54252144000164">
            <a:extLst>
              <a:ext uri="{FF2B5EF4-FFF2-40B4-BE49-F238E27FC236}">
                <ns2:creationId id="{B13465EC-3A96-406C-BEDE-7F543C89D690}"/>
              </a:ext>
            </a:extLst>
          </ns0:cNvPr>
          <ns0:cNvSpPr>
            <a:spLocks noGrp="1"/>
          </ns0:cNvSpPr>
          <ns0:nvPr/>
        </ns0:nvSpPr>
        <ns0:spPr>
          <a:xfrm>
            <a:off x="42799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J17 FGTS FINANCEIRO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R$ 213,6 mi · Sub atual 15,0%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band-structural_mvp_consignado-4">
            <a:extLst>
              <a:ext uri="{FF2B5EF4-FFF2-40B4-BE49-F238E27FC236}">
                <ns2:creationId id="{413D98AE-36DC-4490-B8A4-8E15FBEE12A9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57C112AE-96D6-421B-B64E-2C2AB5C17E17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consignado-53577135000180">
            <a:extLst>
              <a:ext uri="{FF2B5EF4-FFF2-40B4-BE49-F238E27FC236}">
                <ns2:creationId id="{4BCB1069-106E-4DA8-9A34-E43C8FF544D8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R$ 249,7 mi · Sub atual 22,0%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6" name="mvp-card-structural_mvp_consignado-53270983000142">
            <a:extLst>
              <a:ext uri="{FF2B5EF4-FFF2-40B4-BE49-F238E27FC236}">
                <ns2:creationId id="{3BF094B6-FB6E-4CEE-A081-0487B7791C9B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+AG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R$ 71,1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8,0% · Estr. N/D*</a:t>
            </a:r>
          </a:p>
        </ns0:txBody>
      </ns0:sp>
      <ns0:sp>
        <ns0:nvSpPr>
          <ns0:cNvPr id="27" name="mvp-band-structural_mvp_consignado-5">
            <a:extLst>
              <a:ext uri="{FF2B5EF4-FFF2-40B4-BE49-F238E27FC236}">
                <ns2:creationId id="{30F14D22-E50A-430B-80C4-41CAF3B53C39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21D8A495-D81A-4576-AE04-1ACC10A5F990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9" name="mvp-band-structural_mvp_consignado-6">
            <a:extLst>
              <a:ext uri="{FF2B5EF4-FFF2-40B4-BE49-F238E27FC236}">
                <ns2:creationId id="{DD69CE91-1575-4D0B-A4B3-F784FD4D9C12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E219203E-344C-4E94-B042-3DC27AFD7D6B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FAD642DC-84BC-492A-BCD2-35FDE5E2E352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229645832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2918A3BC-A901-409A-A66A-188243CE5CF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FACTORING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0F09A5C-E1DE-47FF-97B9-6B778278473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85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Factoring | Sub atual e mínimos documentais por veículo; 3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155354-95E7-41EA-8162-2778E74140B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839AF1-11AE-4401-BF08-7956CE6F2B2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77F065F-A4AE-4616-96A2-05420B74AFF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3CDA760-68BB-47F5-AC30-FE21D6E82A3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mvp-summary-structural_mvp_factoring-1">
            <a:extLst>
              <a:ext uri="{FF2B5EF4-FFF2-40B4-BE49-F238E27FC236}">
                <ns2:creationId id="{EFDDB54D-EEE2-4C4C-AFA6-64A6F2A8FBEE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3/4 CNPJs · R$ 4,2 bi de R$ 4,4 bi</a:t>
            </a:r>
          </a:p>
        </ns0:txBody>
      </ns0:sp>
      <ns0:sp>
        <ns0:nvSpPr>
          <ns0:cNvPr id="8" name="mvp-summary-structural_mvp_factoring-2">
            <a:extLst>
              <a:ext uri="{FF2B5EF4-FFF2-40B4-BE49-F238E27FC236}">
                <ns2:creationId id="{29FC03CD-1D62-4FE6-8F95-FFC9EB19DBBC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 pares com Sub/PL atual</a:t>
            </a:r>
          </a:p>
        </ns0:txBody>
      </ns0:sp>
      <ns0:sp>
        <ns0:nvSpPr>
          <ns0:cNvPr id="9" name="mvp-summary-structural_mvp_factoring-3">
            <a:extLst>
              <a:ext uri="{FF2B5EF4-FFF2-40B4-BE49-F238E27FC236}">
                <ns2:creationId id="{B003A0D0-71CF-4AE0-8497-B9751693F0CD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factoring-1">
            <a:extLst>
              <a:ext uri="{FF2B5EF4-FFF2-40B4-BE49-F238E27FC236}">
                <ns2:creationId id="{B7A74074-1F34-41D8-87DB-683F013DE380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9774993-6861-4D31-AD54-DB543487ACF0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factoring-2">
            <a:extLst>
              <a:ext uri="{FF2B5EF4-FFF2-40B4-BE49-F238E27FC236}">
                <ns2:creationId id="{D9EFB9A0-7681-424E-8094-ADCC099C1DD7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9D60CE43-05C6-4B5B-B98E-4FC3F0C8E6F2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band-structural_mvp_factoring-3">
            <a:extLst>
              <a:ext uri="{FF2B5EF4-FFF2-40B4-BE49-F238E27FC236}">
                <ns2:creationId id="{E45EE47D-A0A0-4327-B91E-EE9B906789C2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7DA4A103-9C3B-44A5-97FC-B157C59EBE1C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actoring-4">
            <a:extLst>
              <a:ext uri="{FF2B5EF4-FFF2-40B4-BE49-F238E27FC236}">
                <ns2:creationId id="{215B8F6A-57DF-4738-B20D-9DC24C6171D7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D8313AD9-6FDC-4A21-9F83-4FD6A13F13F5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actoring-5">
            <a:extLst>
              <a:ext uri="{FF2B5EF4-FFF2-40B4-BE49-F238E27FC236}">
                <ns2:creationId id="{D9ED5595-AE14-4458-9716-ABAFE17D871C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F36792F5-5E44-4B25-B8E1-17F75B9DCDB8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actoring-18185812000114">
            <a:extLst>
              <a:ext uri="{FF2B5EF4-FFF2-40B4-BE49-F238E27FC236}">
                <ns2:creationId id="{976C4ECA-78EC-44A4-BEDD-8C1E19D28B0E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GAVEA SUL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R$ 562,0 mi · Sub atual 45,8%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22,0% · Estr. N/D*</a:t>
            </a:r>
          </a:p>
        </ns0:txBody>
      </ns0:sp>
      <ns0:sp>
        <ns0:nvSpPr>
          <ns0:cNvPr id="21" name="mvp-card-structural_mvp_factoring-17468142000180">
            <a:extLst>
              <a:ext uri="{FF2B5EF4-FFF2-40B4-BE49-F238E27FC236}">
                <ns2:creationId id="{1DDA6119-522A-4038-8248-396D30F7A252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VALOREM MULTISETORIAL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R$ 511,8 mi · Sub atual 47,1%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band-structural_mvp_factoring-6">
            <a:extLst>
              <a:ext uri="{FF2B5EF4-FFF2-40B4-BE49-F238E27FC236}">
                <ns2:creationId id="{4A68FF5E-7584-45EF-9F8A-3F301AE0D327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E886709D-A9AD-420F-A2CD-D58904122303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4" name="mvp-card-structural_mvp_factoring-11468186000124">
            <a:extLst>
              <a:ext uri="{FF2B5EF4-FFF2-40B4-BE49-F238E27FC236}">
                <ns2:creationId id="{65554747-65D8-4797-BC5E-0C477C8D2369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ATLANTA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R$ 3,1 bi · Sub atual 79,7%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7158DF53-F63F-4936-AB80-70660468A733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008476516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620C83A8-DCAE-4A16-8EAA-1654A9FEF8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3C74812-2978-42B2-83FE-84A245494214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8B9F1CD-9267-4299-AA41-39039B3BF74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13EE3DD-416C-406E-9522-059D02F4B95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D594F6C-1926-4B82-898B-839E047E7B6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2655D94-2CCB-4CE9-B482-CC3B7DF171C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3E7C733-74F7-40AC-8CCC-822C4D66CA7A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608F22B-B701-42DD-BA13-EFA7DA775B2C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c6ced5bfb4f94adb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3C85F53-75E2-43D0-85A4-3F324F9BB3F9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56F8BB8-1E5B-453F-AE95-2BE13FB4B458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d8bbf1e0b974498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f125dd3bab064f76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6E771B3-A2A1-4B31-9396-48566808745C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57744D16-FCA9-4D8F-BC13-B2414FC6585A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116015079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28E1C58C-FFCB-476C-AB80-4ACBA6F9EC3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6F3DD34-FF8E-4204-87E7-42F5914CE59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14AEE3B-E9D5-4D34-9EEC-212FD2A9AD7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3DA55A8-5A36-40C1-89F7-E6FE791724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BB8E954-3754-4242-BBB6-F15FFE973DC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5A976FA-5AF3-432F-BB65-C3EBE4E9288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08B1AE-9C0C-4582-A295-C06BF8296813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92A8E4-83D9-4BA8-93FB-18413F9E1D21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bb8dec3fd83c470d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6B3CF0F-5C4D-4D25-A435-81AE363D1A14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96AD1C1-71EC-48A6-874C-EC3F97ED1546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33a42e90001646ff"/>
          </a:graphicData>
        </a:graphic>
      </ns0:graphicFrame>
      <ns0:sp>
        <ns0:nvSpPr>
          <ns0:cNvPr id="13" name="">
            <a:extLst>
              <a:ext uri="{FF2B5EF4-FFF2-40B4-BE49-F238E27FC236}">
                <ns2:creationId id="{3797CC23-91C0-47A4-A829-7A6FBC979528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EC85EEF5-1DB4-41FB-938C-B5D5096424A6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7470835e0ea24ae3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21fdd0bc91a4788"/>
          </a:graphicData>
        </a:graphic>
      </ns0:graphicFrame>
      <ns0:sp>
        <ns0:nvSpPr>
          <ns0:cNvPr id="17" name="">
            <a:extLst>
              <a:ext uri="{FF2B5EF4-FFF2-40B4-BE49-F238E27FC236}">
                <ns2:creationId id="{6A788F89-5F01-4B59-86EB-7F9F126DF77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491CF349-6656-45EB-B8A1-3E9039A93CBF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12D6360A-C121-41E9-8796-D0E6DABEF974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EC820871-37EA-46FD-8132-A57D31CAD8A9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BE745995-210C-4618-9CAD-EB9925042931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298DFA1F-FFA5-4435-8CE6-53DC8A32B81F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67BA5DC7-8CFE-4538-BC87-9EF5452B6C7F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3A745383-C5E9-43E1-AC35-C1C92C1AA4BF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B8F689C6-8A65-45D7-8260-DC48E3DF67C3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1233435622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B6BFC312-0418-46A2-889D-E16D83C262A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C8679AB-6886-416F-A4A7-1CB88DF320F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633C1EB-662C-4F0F-B313-32BC3927BA0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A034B9F-4AD6-4459-AA66-ADE567D8C2D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2318099-3DC4-40A8-B8D5-B5CBBD1406D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84A6C07-FA4C-4835-86B4-15C4039866D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3C74B9F-E472-4448-925D-64F113AB2C6D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70%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D1FEDC7-3723-474F-9907-CC54D4905A9C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8866752-6680-492E-996E-BC3A9F2784D8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be627e981c174e6e"/>
          </a:graphicData>
        </a:graphic>
      </ns0:graphicFrame>
      <ns0:sp>
        <ns0:nvSpPr>
          <ns0:cNvPr id="11" name="">
            <a:extLst>
              <a:ext uri="{FF2B5EF4-FFF2-40B4-BE49-F238E27FC236}">
                <ns2:creationId id="{7ACA55C0-386A-4879-89DC-E82AD66BA1BF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C617828-1816-4403-9794-F060A98B72ED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368d03f2fed345c6"/>
          </a:graphicData>
        </a:graphic>
      </ns0:graphicFrame>
      <ns0:graphicFrame>
        <ns0:nvGraphicFramePr>
          <ns0:cNvPr id="35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dda6747677c74ccf"/>
          </a:graphicData>
        </a:graphic>
      </ns0:graphicFrame>
      <ns0:sp>
        <ns0:nvSpPr>
          <ns0:cNvPr id="15" name="">
            <a:extLst>
              <a:ext uri="{FF2B5EF4-FFF2-40B4-BE49-F238E27FC236}">
                <ns2:creationId id="{7F935309-619E-45E3-81A9-804A6568D848}"/>
              </a:ext>
            </a:extLst>
          </ns0:cNvPr>
          <ns0:cNvSpPr>
            <a:spLocks noGrp="1"/>
          </ns0:cNvSpPr>
          <ns0:nvPr/>
        </ns0:nvSpPr>
        <ns0:spPr>
          <a:xfrm>
            <a:off x="571500" y="3724275"/>
            <a:ext cx="528637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70519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F76306F6-D235-4FAB-B823-92465017BB85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A108E103-82DD-4EB4-81E4-88675F2B0237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9" name="Chart"/>
          <ns0:cNvGraphicFramePr/>
          <ns0:nvPr/>
        </ns0:nvGraphicFramePr>
        <ns0:xfrm>
          <a:off x="571500" y="4171950"/>
          <a:ext cx="5286375" cy="1857375"/>
        </ns0:xfrm>
        <a:graphic>
          <a:graphicData uri="http://schemas.openxmlformats.org/drawingml/2006/chart">
            <c:chart ns4:id="R23431901c3ee47e9"/>
          </a:graphicData>
        </a:graphic>
      </ns0:graphicFrame>
      <ns0:sp>
        <ns0:nvSpPr>
          <ns0:cNvPr id="19" name="">
            <a:extLst>
              <a:ext uri="{FF2B5EF4-FFF2-40B4-BE49-F238E27FC236}">
                <ns2:creationId id="{8FE239D6-9A83-4E40-A32C-D2B627E8D2F7}"/>
              </a:ext>
            </a:extLst>
          </ns0:cNvPr>
          <ns0:cNvSpPr>
            <a:spLocks noGrp="1"/>
          </ns0:cNvSpPr>
          <ns0:nvPr/>
        </ns0:nvSpPr>
        <ns0:spPr>
          <a:xfrm>
            <a:off x="6334125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D936C2A7-8222-49CB-9C76-20F525B91A92}"/>
              </a:ext>
            </a:extLst>
          </ns0:cNvPr>
          <ns0:cNvSpPr>
            <a:spLocks noGrp="1"/>
          </ns0:cNvSpPr>
          <ns0:nvPr/>
        </ns0:nvSpPr>
        <ns0:spPr>
          <a:xfrm>
            <a:off x="6334125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171950"/>
          <a:ext cx="5286375" cy="1857375"/>
        </ns0:xfrm>
        <a:graphic>
          <a:graphicData uri="http://schemas.openxmlformats.org/drawingml/2006/chart">
            <c:chart ns4:id="R19a165b4abb44d71"/>
          </a:graphicData>
        </a:graphic>
      </ns0:graphicFrame>
    </ns0:spTree>
    <ns0:extLst>
      <ns0:ext uri="{BB962C8B-B14F-4D97-AF65-F5344CB8AC3E}">
        <ns5:creationId val="776579521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13413192-FAC3-4542-8A58-4F052A1065F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CB9F4F3-5D85-426F-98B4-640E663D8DB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45664F1-6250-454D-B042-6BAA3EE9386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10D7ED6-A6DD-46AB-B49F-FED8D9D8B59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8E5D637-C123-4EAC-974D-7445B8F565F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07D503E-CC82-4680-8B82-52F5848019F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69744BE-6C94-4A2E-B0D8-E190887F55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F73EFE-5D2D-45E4-B818-674BC1FF75A6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Multicedente*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5655B6CE-36E9-421D-8FBD-AA2951792C8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380630242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1217E6E-5C19-44EB-A71E-0C32C6917A3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C916FEC-79A7-455A-A05B-E793BC218D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3A45D1A-ED67-40AE-A32D-9AC1C248A60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0AC0EBA-7304-4178-BB7F-A9B6214F332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5C2F158-6C5F-48E7-9C1A-8FDE55EBD1D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50102DE-C738-4D20-8F53-958B1D36419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0BCE730-FF60-4363-AF5A-4A805EF1BAA4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D8EBED4-14B5-4E3D-8AD4-3D3E5971E26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DA6AD21B-3888-45A3-A172-8DE91513A08A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990926087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BF81945-E574-4620-88D8-AADD29074F0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1476EE6-4FDE-4AAF-840F-F8393FDDEDA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3D336C-525D-482C-8585-5ADE1A0D866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53C587C-E49E-48EC-BE06-F3843A4007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AE8025-9CB8-4B4C-8102-F41E0272DA4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0F46FB6-E156-4A10-9208-1633212E501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78213C8-99EB-4771-A5FF-C337C158FD6D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DBB51A1-E52B-492D-9BAB-1D872ECFC51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D7B5A4C2-0547-4E20-8C05-B3079083E4A5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549504995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2E209E0A-9043-4C86-AB00-EB25757B622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96EEAEF-A8F7-4810-B9E6-9BB8342A821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A300BB-8DB9-4A20-A957-B85B190A3FA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060575-ADD8-409B-92B6-506BF35C969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FB05097-D8A4-47F6-997A-9547CF34A83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45478C-5EF3-4461-82B9-3F178123DC1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AF06A79-E8A3-4637-848B-37971E819996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968DD96-C0CD-4571-8AA8-12E3BDB7BB2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3F8B5FF-7F8A-4F9A-B915-140354DC7659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1212146270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8CABEBB2-4FDD-45D7-8894-3FBBD11D47D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1F1F549-B96F-4BE1-A7D6-85C77BF23AC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1C48E77-A834-4B4F-9B46-99D196578F1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DF452DF-751A-4780-A6F9-766485F8C5F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C7BB3DF-9578-45F5-9FAF-B85935DADCF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B406001-B74A-4305-A2F9-FAD52578672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0B2A9E8-0003-4E53-A258-81638137F8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745859C-0259-42CA-982C-BE29BF28978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163B841F-7919-416A-90BD-87396A596F0D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847696205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24C5105-2D8A-4D49-8B37-2E43744911B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E1C56C-1D51-47EC-8DAF-069C18347D7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AEFD924-04A2-4D0E-B647-BC2799F2BFB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B6D874A-7651-4FB5-85BA-726175F5CC8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3264891-A190-4AFA-B552-66D63FB245A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43D9FA8-3920-466F-BA0C-FFE55957408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42986F2-A081-472A-BFCE-860D686018E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FF60CD-FF01-4E0E-A0DA-40A8C10D16F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A17D050-C8C8-4561-82EB-2FC25BF33682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122433392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C88159FA-A301-4C98-A76C-E008E63B332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06885E1-C8E9-4F3B-ABC5-FCEAEAECD16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A2B9FB2-52D6-41AD-B37D-8872515F661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E39F47F-BCF8-42C5-8706-CF1A0360C6D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8AD71FA-01D6-4633-9D80-A8D76AED7FF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7ED1023-D6A0-40DF-8A5C-BB2B7D6221B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107292E-4DF4-456F-B8D3-CE81007CEED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33965E-B8BB-4A16-9867-68ADBB3EC3AC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C891938F-E311-4726-AC56-BE95140135C1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7D51E7D-CD86-4B40-8A97-19E50F3BF662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23C4086-E63C-4FB3-9F71-80CE489B690A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D5D4ACC-3326-41BD-BD77-39C9127F4758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5BF23B07-974B-46F9-B4E0-3FEF01209FE1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AE389E8F-BB71-4368-B997-535963AA55D5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169FC68-33D8-4D5A-AECF-D545DD62B9B9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ABF2AB9E-18A2-4F51-ADFC-2B5BD90CAD4E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38BA1D6-2A49-4F2C-8702-5CDE97A2AF6C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1DC74D9D-3105-49FE-A777-938B774AE794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1E97740F-D888-4927-A199-E73DD9B447CC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8477594E-33CD-4554-9D7E-CF61DEF1DE45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55FB8EF4-6304-4C82-81C9-CFC370AF7D81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987F652B-A86F-49B7-91DE-F671781B19F5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AC681157-581C-4DF6-95E3-3D8267F457B0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F0319E84-8730-4618-9A1D-0D2F5B310631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20239864-9EEF-4DD7-B360-C9109B6380C7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5994179-C5AE-458C-9540-7EB1B6C23D97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7D81FDD9-E680-490D-A779-16A570E28D61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559847330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F6482607-AE42-4F33-B951-B3C6E97F6ED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A727A13-F53E-4BC9-88B6-44833144847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0AE764E-D60B-47A1-8E49-A4B3B3B2CC8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13353DF-86D5-4D5D-B270-C4891F47F9B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5310DB5-624A-4B7E-9D03-1CA40AB2386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421A21D-3108-4F27-B609-B360A2E493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1505c118e2814403"/>
          </a:graphicData>
        </a:graphic>
      </ns0:graphicFrame>
      <ns0:sp>
        <ns0:nvSpPr>
          <ns0:cNvPr id="8" name="">
            <a:extLst>
              <a:ext uri="{FF2B5EF4-FFF2-40B4-BE49-F238E27FC236}">
                <ns2:creationId id="{3040D5F6-B919-4630-AA97-CE719019D747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2E6FFFE-DC31-4313-A3E7-65EC7C63F00B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20CE4162-0A07-4C95-B4C5-90917A5A887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9490a838e08d4b9b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6ED1A79-798D-4632-97E7-AF0660D0AEE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fd1e872b980646a3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7F48CF6-AD45-499E-9EBD-D8374D55D2DA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18cb6905b61b41ea"/>
          </a:graphicData>
        </a:graphic>
      </ns0:graphicFrame>
      <ns0:sp>
        <ns0:nvSpPr>
          <ns0:cNvPr id="16" name="">
            <a:extLst>
              <a:ext uri="{FF2B5EF4-FFF2-40B4-BE49-F238E27FC236}">
                <ns2:creationId id="{4F529F92-2327-4849-9ACD-D4AA76348D9A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4817a6b75dc948e2"/>
          </a:graphicData>
        </a:graphic>
      </ns0:graphicFrame>
      <ns0:sp>
        <ns0:nvSpPr>
          <ns0:cNvPr id="18" name="">
            <a:extLst>
              <a:ext uri="{FF2B5EF4-FFF2-40B4-BE49-F238E27FC236}">
                <ns2:creationId id="{2FB57096-4D18-44B2-8A63-CD13CF28FB34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3179afa7be4c4825"/>
          </a:graphicData>
        </a:graphic>
      </ns0:graphicFrame>
      <ns0:sp>
        <ns0:nvSpPr>
          <ns0:cNvPr id="20" name="">
            <a:extLst>
              <a:ext uri="{FF2B5EF4-FFF2-40B4-BE49-F238E27FC236}">
                <ns2:creationId id="{3D5CE2E3-1D7E-469F-A07B-B153688197E7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b5cdf89d59bf438c"/>
          </a:graphicData>
        </a:graphic>
      </ns0:graphicFrame>
    </ns0:spTree>
    <ns0:extLst>
      <ns0:ext uri="{BB962C8B-B14F-4D97-AF65-F5344CB8AC3E}">
        <ns5:creationId val="19471483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5ADF904A-1AF2-4134-A7FD-062655EDE9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3F47E6C-3799-45DE-837B-FC5C8433C92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3B587FB-7917-4376-B985-81098E6BC59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884BB34-BD42-473A-B97F-8984A091337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060EE05-8762-47BF-AEB6-88352013E35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CAF359B-50A7-4517-A194-B7395B65554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30BAFFC-A6DF-44F6-A74E-6D9D93501578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2A80B74-96CB-4534-808E-7027EA0CFB4D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0547c3ae72e842f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727D1149-4CBD-4D75-A605-2B884404A29D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90C23374-E1BF-45CD-9CD9-F48E8A739FB8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CD9DDEF1-6A2B-4D2E-8D6D-F2D03FF7F70B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bc93220bbc464312"/>
          </a:graphicData>
        </a:graphic>
      </ns0:graphicFrame>
      <ns0:sp>
        <ns0:nvSpPr>
          <ns0:cNvPr id="14" name="">
            <a:extLst>
              <a:ext uri="{FF2B5EF4-FFF2-40B4-BE49-F238E27FC236}">
                <ns2:creationId id="{690D2E37-3459-4418-84CA-0EBCD2778386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2D77338E-A744-45CB-B16C-0CACCDF5A2D6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602C053B-8C62-43C3-A61D-CF9E9A8C29D1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7DD45388-58AD-41C5-B93A-8B7898E5299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22798C4A-F835-4469-8F62-25E96D9B3297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46BB3BA5-41DF-462C-ADF9-5ADF71A060A8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85B61BCB-FFEE-4153-9223-E820E994D69E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05093733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AF16F57C-8237-4317-87C6-4C725A27084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C4F6EF2-C379-4688-8D1E-BAB42F460A8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CBFE4E5-BF45-4397-92D5-14A6387F938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A97E076-FB82-4537-BE4B-110B8894D99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0A02C90-CC1B-449F-A9B8-00C63032598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008DAA1-F73C-4246-80D7-FB9AC474249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C1D628A-51AF-48CD-BC7A-DD7128F75108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C0059F7-3D0D-4FD0-80DF-6A31E5A4DAC1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bf48b9f8288448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5A8BC470-AA01-413B-A489-4B479CA97265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C62EC57-5591-43C3-9B53-2DA1762CA8E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73fc4d6208f14015"/>
          </a:graphicData>
        </a:graphic>
      </ns0:graphicFrame>
      <ns0:sp>
        <ns0:nvSpPr>
          <ns0:cNvPr id="13" name="">
            <a:extLst>
              <a:ext uri="{FF2B5EF4-FFF2-40B4-BE49-F238E27FC236}">
                <ns2:creationId id="{F46EAB1F-7173-4D10-A99C-FDDAFDDB2D38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CFE96895-1C64-4611-9CB2-262CF19C4C62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f39c0567c326465f"/>
          </a:graphicData>
        </a:graphic>
      </ns0:graphicFrame>
      <ns0:sp>
        <ns0:nvSpPr>
          <ns0:cNvPr id="16" name="">
            <a:extLst>
              <a:ext uri="{FF2B5EF4-FFF2-40B4-BE49-F238E27FC236}">
                <ns2:creationId id="{9AA3218E-D16A-4121-B834-98D470442C27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812635207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9E0FF512-59D9-4648-9612-3B4A0F0227F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BC74E49-54CA-4CC1-ACD9-0A5C4305EC9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B3FB74-B871-4997-AA2D-424C66B30D2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94A718B-5C77-4B2F-92D2-0D95967027B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103A403-6E90-47D7-9AC4-EEA3FAD7AA0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A17F024-59F6-489F-8999-019041E992D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488c79e7fcfd4b1e"/>
          </a:graphicData>
        </a:graphic>
      </ns0:graphicFrame>
      <ns0:sp>
        <ns0:nvSpPr>
          <ns0:cNvPr id="8" name="">
            <a:extLst>
              <a:ext uri="{FF2B5EF4-FFF2-40B4-BE49-F238E27FC236}">
                <ns2:creationId id="{3B689F0C-6E10-4D9E-8B6B-EA175CD6E1B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67D44C51-3B1F-41EB-94EE-58BC67B96068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de54a11201944563"/>
          </a:graphicData>
        </a:graphic>
      </ns0:graphicFrame>
      <ns0:sp>
        <ns0:nvSpPr>
          <ns0:cNvPr id="11" name="">
            <a:extLst>
              <a:ext uri="{FF2B5EF4-FFF2-40B4-BE49-F238E27FC236}">
                <ns2:creationId id="{1681ACF6-F36B-4959-B4A9-AAFF7EC8BA17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086AB192-A5DE-464D-B650-28A57420752D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e6719f84aeb146ae"/>
          </a:graphicData>
        </a:graphic>
      </ns0:graphicFrame>
      <ns0:sp>
        <ns0:nvSpPr>
          <ns0:cNvPr id="14" name="">
            <a:extLst>
              <a:ext uri="{FF2B5EF4-FFF2-40B4-BE49-F238E27FC236}">
                <ns2:creationId id="{2FB5ACBB-1866-4397-BE1E-9E1EB61FCD00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EDCD4B1-148B-4610-96FC-A1F18D8F1B01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d0ed8a51d7964c9e"/>
          </a:graphicData>
        </a:graphic>
      </ns0:graphicFrame>
      <ns0:sp>
        <ns0:nvSpPr>
          <ns0:cNvPr id="17" name="">
            <a:extLst>
              <a:ext uri="{FF2B5EF4-FFF2-40B4-BE49-F238E27FC236}">
                <ns2:creationId id="{8C9C67A7-33EE-4944-B532-A91D9EB12045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D1B9C082-3A5B-4242-AF67-3961FB5160C4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01CA806C-9F2F-4283-BD2C-74421CC53352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36ab264f225a477e"/>
          </a:graphicData>
        </a:graphic>
      </ns0:graphicFrame>
      <ns0:sp>
        <ns0:nvSpPr>
          <ns0:cNvPr id="21" name="">
            <a:extLst>
              <a:ext uri="{FF2B5EF4-FFF2-40B4-BE49-F238E27FC236}">
                <ns2:creationId id="{C85EFE77-624D-4F04-9FDB-B5A84FC51F64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75D4775A-AAA1-4DFB-9830-D0F97CD51EA8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658496030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2026-08-03T17:10:52.2570000Z</dcterms:created>
  <dcterms:modified xsi:type="dcterms:W3CDTF">2026-08-03T17:10:52.2570000Z</dcterms:modified>
</coreProperties>
</file>