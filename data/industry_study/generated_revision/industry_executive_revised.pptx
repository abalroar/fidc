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8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9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0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30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33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4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35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36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slides/charts/chart46.xml" ContentType="application/vnd.openxmlformats-officedocument.drawingml.chart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47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48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e54d78d6884eda" /><Relationship Type="http://schemas.openxmlformats.org/officeDocument/2006/relationships/extended-properties" Target="/docProps/app.xml" Id="R1883fa073e7e4ff5" /><Relationship Type="http://schemas.openxmlformats.org/officeDocument/2006/relationships/officeDocument" Target="/ppt/presentation.xml" Id="Re3619f58fe1542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4c383f581c4543"/>
  </p:sldMasterIdLst>
  <p:notesMasterIdLst>
    <p:notesMasterId xmlns:r="http://schemas.openxmlformats.org/officeDocument/2006/relationships" r:id="Rece25805e68e4b13"/>
  </p:notesMasterIdLst>
  <p:sldIdLst>
    <p:sldId xmlns:r="http://schemas.openxmlformats.org/officeDocument/2006/relationships" id="256" r:id="R017002825eff4037"/>
    <p:sldId xmlns:r="http://schemas.openxmlformats.org/officeDocument/2006/relationships" id="257" r:id="R331ba2998a4d4f89"/>
    <p:sldId xmlns:r="http://schemas.openxmlformats.org/officeDocument/2006/relationships" id="258" r:id="R317b70b7e190465d"/>
    <p:sldId xmlns:r="http://schemas.openxmlformats.org/officeDocument/2006/relationships" id="259" r:id="Rbdd663b365dd4b12"/>
    <p:sldId xmlns:r="http://schemas.openxmlformats.org/officeDocument/2006/relationships" id="260" r:id="Rcb35ceea679f4119"/>
    <p:sldId xmlns:r="http://schemas.openxmlformats.org/officeDocument/2006/relationships" id="261" r:id="Reec5375e19e04d44"/>
    <p:sldId xmlns:r="http://schemas.openxmlformats.org/officeDocument/2006/relationships" id="262" r:id="Rf178b6cc10684e1a"/>
    <p:sldId xmlns:r="http://schemas.openxmlformats.org/officeDocument/2006/relationships" id="263" r:id="R64c2b9fe93494431"/>
    <p:sldId xmlns:r="http://schemas.openxmlformats.org/officeDocument/2006/relationships" id="264" r:id="R51e219d6a063498d"/>
    <p:sldId xmlns:r="http://schemas.openxmlformats.org/officeDocument/2006/relationships" id="265" r:id="R69e206c89d5d43ef"/>
    <p:sldId xmlns:r="http://schemas.openxmlformats.org/officeDocument/2006/relationships" id="266" r:id="Rb55c8807ad234b0a"/>
    <p:sldId xmlns:r="http://schemas.openxmlformats.org/officeDocument/2006/relationships" id="267" r:id="R0cd5e9eac79142da"/>
    <p:sldId xmlns:r="http://schemas.openxmlformats.org/officeDocument/2006/relationships" id="268" r:id="R2d425b88bafe4a17"/>
    <p:sldId xmlns:r="http://schemas.openxmlformats.org/officeDocument/2006/relationships" id="269" r:id="R2fba12e36e1e4e9e"/>
    <p:sldId xmlns:r="http://schemas.openxmlformats.org/officeDocument/2006/relationships" id="270" r:id="R581b1e39f6904e69"/>
    <p:sldId xmlns:r="http://schemas.openxmlformats.org/officeDocument/2006/relationships" id="271" r:id="Rdafe7a513f214992"/>
    <p:sldId xmlns:r="http://schemas.openxmlformats.org/officeDocument/2006/relationships" id="272" r:id="Reaaab678e5904599"/>
    <p:sldId xmlns:r="http://schemas.openxmlformats.org/officeDocument/2006/relationships" id="273" r:id="Rb0fdbee7e8334e44"/>
    <p:sldId xmlns:r="http://schemas.openxmlformats.org/officeDocument/2006/relationships" id="274" r:id="Rb6475ca8117c4b1d"/>
    <p:sldId xmlns:r="http://schemas.openxmlformats.org/officeDocument/2006/relationships" id="275" r:id="R14d01ba51f6a4a6c"/>
    <p:sldId xmlns:r="http://schemas.openxmlformats.org/officeDocument/2006/relationships" id="276" r:id="Rffc259a10cf7467d"/>
    <p:sldId xmlns:r="http://schemas.openxmlformats.org/officeDocument/2006/relationships" id="277" r:id="R3893298b980941d5"/>
    <p:sldId xmlns:r="http://schemas.openxmlformats.org/officeDocument/2006/relationships" id="278" r:id="Ref180b7dbb7c449c"/>
    <p:sldId xmlns:r="http://schemas.openxmlformats.org/officeDocument/2006/relationships" id="279" r:id="Rbda2db5abb0947b7"/>
    <p:sldId xmlns:r="http://schemas.openxmlformats.org/officeDocument/2006/relationships" id="280" r:id="R7c9f4fbb0cd7439a"/>
    <p:sldId xmlns:r="http://schemas.openxmlformats.org/officeDocument/2006/relationships" id="281" r:id="Rdfbf2b3b64a145e4"/>
    <p:sldId xmlns:r="http://schemas.openxmlformats.org/officeDocument/2006/relationships" id="282" r:id="R1a21697e232b4580"/>
    <p:sldId xmlns:r="http://schemas.openxmlformats.org/officeDocument/2006/relationships" id="283" r:id="Rb5aa13eb8dcc4fac"/>
    <p:sldId xmlns:r="http://schemas.openxmlformats.org/officeDocument/2006/relationships" id="284" r:id="Rdd9aeebf9ef3423c"/>
    <p:sldId xmlns:r="http://schemas.openxmlformats.org/officeDocument/2006/relationships" id="285" r:id="R5b1e84400bb14334"/>
    <p:sldId xmlns:r="http://schemas.openxmlformats.org/officeDocument/2006/relationships" id="286" r:id="Rd3ba7c8e75974eff"/>
    <p:sldId xmlns:r="http://schemas.openxmlformats.org/officeDocument/2006/relationships" id="287" r:id="R24d338355c2e44e3"/>
    <p:sldId xmlns:r="http://schemas.openxmlformats.org/officeDocument/2006/relationships" id="288" r:id="Raf0b0c1c476e43f9"/>
    <p:sldId xmlns:r="http://schemas.openxmlformats.org/officeDocument/2006/relationships" id="289" r:id="R8872a324fbaf41cf"/>
    <p:sldId xmlns:r="http://schemas.openxmlformats.org/officeDocument/2006/relationships" id="290" r:id="Rc73b2429aeb745dd"/>
    <p:sldId xmlns:r="http://schemas.openxmlformats.org/officeDocument/2006/relationships" id="291" r:id="Rdb634349b165421a"/>
    <p:sldId xmlns:r="http://schemas.openxmlformats.org/officeDocument/2006/relationships" id="292" r:id="R9015717ae9c24334"/>
    <p:sldId xmlns:r="http://schemas.openxmlformats.org/officeDocument/2006/relationships" id="293" r:id="R4a753a4914584b95"/>
    <p:sldId xmlns:r="http://schemas.openxmlformats.org/officeDocument/2006/relationships" id="294" r:id="R6b1dbbae09de4c1b"/>
    <p:sldId xmlns:r="http://schemas.openxmlformats.org/officeDocument/2006/relationships" id="295" r:id="R608a5bb7da2b4e1c"/>
    <p:sldId xmlns:r="http://schemas.openxmlformats.org/officeDocument/2006/relationships" id="296" r:id="R842d158225184351"/>
    <p:sldId xmlns:r="http://schemas.openxmlformats.org/officeDocument/2006/relationships" id="297" r:id="R028e6b22b9984de9"/>
    <p:sldId xmlns:r="http://schemas.openxmlformats.org/officeDocument/2006/relationships" id="298" r:id="R48fdff084ab64791"/>
    <p:sldId xmlns:r="http://schemas.openxmlformats.org/officeDocument/2006/relationships" id="299" r:id="R30c291f08427481f"/>
    <p:sldId xmlns:r="http://schemas.openxmlformats.org/officeDocument/2006/relationships" id="300" r:id="Rb444dfc86add4868"/>
    <p:sldId xmlns:r="http://schemas.openxmlformats.org/officeDocument/2006/relationships" id="301" r:id="R27d18f1185e146ea"/>
    <p:sldId xmlns:r="http://schemas.openxmlformats.org/officeDocument/2006/relationships" id="302" r:id="Rfddf72c9f4b0436d"/>
    <p:sldId xmlns:r="http://schemas.openxmlformats.org/officeDocument/2006/relationships" id="303" r:id="R4d76a8a1c9c44007"/>
    <p:sldId xmlns:r="http://schemas.openxmlformats.org/officeDocument/2006/relationships" id="304" r:id="R214518957d764698"/>
    <p:sldId xmlns:r="http://schemas.openxmlformats.org/officeDocument/2006/relationships" id="305" r:id="R468f688655474b95"/>
    <p:sldId xmlns:r="http://schemas.openxmlformats.org/officeDocument/2006/relationships" id="306" r:id="Reb7ce3f414854284"/>
    <p:sldId xmlns:r="http://schemas.openxmlformats.org/officeDocument/2006/relationships" id="307" r:id="R3ca9f487a6174588"/>
    <p:sldId xmlns:r="http://schemas.openxmlformats.org/officeDocument/2006/relationships" id="308" r:id="R67750a475c874a05"/>
    <p:sldId xmlns:r="http://schemas.openxmlformats.org/officeDocument/2006/relationships" id="309" r:id="Ra45c3129a7c74dba"/>
    <p:sldId xmlns:r="http://schemas.openxmlformats.org/officeDocument/2006/relationships" id="310" r:id="R52f34ad673644291"/>
    <p:sldId xmlns:r="http://schemas.openxmlformats.org/officeDocument/2006/relationships" id="311" r:id="R840d25d7efe543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230aef754a4f81" /><Relationship Type="http://schemas.openxmlformats.org/officeDocument/2006/relationships/slideMaster" Target="/ppt/slideMasters/slideMaster1.xml" Id="R294c383f581c4543" /><Relationship Type="http://schemas.openxmlformats.org/officeDocument/2006/relationships/notesMaster" Target="/ppt/notesMasters/notesMaster1.xml" Id="Rece25805e68e4b13" /><Relationship Type="http://schemas.openxmlformats.org/officeDocument/2006/relationships/presProps" Target="/ppt/presProps.xml" Id="Rce1a5ad9831f46c0" /><Relationship Type="http://schemas.openxmlformats.org/officeDocument/2006/relationships/tableStyles" Target="/ppt/tableStyles.xml" Id="R1817dd3f36754908" /><Relationship Type="http://schemas.openxmlformats.org/officeDocument/2006/relationships/slide" Target="/ppt/slides/slide1.xml" Id="R017002825eff4037" /><Relationship Type="http://schemas.openxmlformats.org/officeDocument/2006/relationships/slide" Target="/ppt/slides/slide2.xml" Id="R331ba2998a4d4f89" /><Relationship Type="http://schemas.openxmlformats.org/officeDocument/2006/relationships/slide" Target="/ppt/slides/slide3.xml" Id="R317b70b7e190465d" /><Relationship Type="http://schemas.openxmlformats.org/officeDocument/2006/relationships/slide" Target="/ppt/slides/slide4.xml" Id="Rbdd663b365dd4b12" /><Relationship Type="http://schemas.openxmlformats.org/officeDocument/2006/relationships/slide" Target="/ppt/slides/slide5.xml" Id="Rcb35ceea679f4119" /><Relationship Type="http://schemas.openxmlformats.org/officeDocument/2006/relationships/slide" Target="/ppt/slides/slide6.xml" Id="Reec5375e19e04d44" /><Relationship Type="http://schemas.openxmlformats.org/officeDocument/2006/relationships/slide" Target="/ppt/slides/slide7.xml" Id="Rf178b6cc10684e1a" /><Relationship Type="http://schemas.openxmlformats.org/officeDocument/2006/relationships/slide" Target="/ppt/slides/slide8.xml" Id="R64c2b9fe93494431" /><Relationship Type="http://schemas.openxmlformats.org/officeDocument/2006/relationships/slide" Target="/ppt/slides/slide9.xml" Id="R51e219d6a063498d" /><Relationship Type="http://schemas.openxmlformats.org/officeDocument/2006/relationships/slide" Target="/ppt/slides/slide10.xml" Id="R69e206c89d5d43ef" /><Relationship Type="http://schemas.openxmlformats.org/officeDocument/2006/relationships/slide" Target="/ppt/slides/slide11.xml" Id="Rb55c8807ad234b0a" /><Relationship Type="http://schemas.openxmlformats.org/officeDocument/2006/relationships/slide" Target="/ppt/slides/slide12.xml" Id="R0cd5e9eac79142da" /><Relationship Type="http://schemas.openxmlformats.org/officeDocument/2006/relationships/slide" Target="/ppt/slides/slide13.xml" Id="R2d425b88bafe4a17" /><Relationship Type="http://schemas.openxmlformats.org/officeDocument/2006/relationships/slide" Target="/ppt/slides/slide14.xml" Id="R2fba12e36e1e4e9e" /><Relationship Type="http://schemas.openxmlformats.org/officeDocument/2006/relationships/slide" Target="/ppt/slides/slide15.xml" Id="R581b1e39f6904e69" /><Relationship Type="http://schemas.openxmlformats.org/officeDocument/2006/relationships/slide" Target="/ppt/slides/slide16.xml" Id="Rdafe7a513f214992" /><Relationship Type="http://schemas.openxmlformats.org/officeDocument/2006/relationships/slide" Target="/ppt/slides/slide17.xml" Id="Reaaab678e5904599" /><Relationship Type="http://schemas.openxmlformats.org/officeDocument/2006/relationships/slide" Target="/ppt/slides/slide18.xml" Id="Rb0fdbee7e8334e44" /><Relationship Type="http://schemas.openxmlformats.org/officeDocument/2006/relationships/slide" Target="/ppt/slides/slide19.xml" Id="Rb6475ca8117c4b1d" /><Relationship Type="http://schemas.openxmlformats.org/officeDocument/2006/relationships/slide" Target="/ppt/slides/slide20.xml" Id="R14d01ba51f6a4a6c" /><Relationship Type="http://schemas.openxmlformats.org/officeDocument/2006/relationships/slide" Target="/ppt/slides/slide21.xml" Id="Rffc259a10cf7467d" /><Relationship Type="http://schemas.openxmlformats.org/officeDocument/2006/relationships/slide" Target="/ppt/slides/slide22.xml" Id="R3893298b980941d5" /><Relationship Type="http://schemas.openxmlformats.org/officeDocument/2006/relationships/slide" Target="/ppt/slides/slide23.xml" Id="Ref180b7dbb7c449c" /><Relationship Type="http://schemas.openxmlformats.org/officeDocument/2006/relationships/slide" Target="/ppt/slides/slide24.xml" Id="Rbda2db5abb0947b7" /><Relationship Type="http://schemas.openxmlformats.org/officeDocument/2006/relationships/slide" Target="/ppt/slides/slide25.xml" Id="R7c9f4fbb0cd7439a" /><Relationship Type="http://schemas.openxmlformats.org/officeDocument/2006/relationships/slide" Target="/ppt/slides/slide26.xml" Id="Rdfbf2b3b64a145e4" /><Relationship Type="http://schemas.openxmlformats.org/officeDocument/2006/relationships/slide" Target="/ppt/slides/slide27.xml" Id="R1a21697e232b4580" /><Relationship Type="http://schemas.openxmlformats.org/officeDocument/2006/relationships/slide" Target="/ppt/slides/slide28.xml" Id="Rb5aa13eb8dcc4fac" /><Relationship Type="http://schemas.openxmlformats.org/officeDocument/2006/relationships/slide" Target="/ppt/slides/slide29.xml" Id="Rdd9aeebf9ef3423c" /><Relationship Type="http://schemas.openxmlformats.org/officeDocument/2006/relationships/slide" Target="/ppt/slides/slide30.xml" Id="R5b1e84400bb14334" /><Relationship Type="http://schemas.openxmlformats.org/officeDocument/2006/relationships/slide" Target="/ppt/slides/slide31.xml" Id="Rd3ba7c8e75974eff" /><Relationship Type="http://schemas.openxmlformats.org/officeDocument/2006/relationships/slide" Target="/ppt/slides/slide32.xml" Id="R24d338355c2e44e3" /><Relationship Type="http://schemas.openxmlformats.org/officeDocument/2006/relationships/slide" Target="/ppt/slides/slide33.xml" Id="Raf0b0c1c476e43f9" /><Relationship Type="http://schemas.openxmlformats.org/officeDocument/2006/relationships/slide" Target="/ppt/slides/slide34.xml" Id="R8872a324fbaf41cf" /><Relationship Type="http://schemas.openxmlformats.org/officeDocument/2006/relationships/slide" Target="/ppt/slides/slide35.xml" Id="Rc73b2429aeb745dd" /><Relationship Type="http://schemas.openxmlformats.org/officeDocument/2006/relationships/slide" Target="/ppt/slides/slide36.xml" Id="Rdb634349b165421a" /><Relationship Type="http://schemas.openxmlformats.org/officeDocument/2006/relationships/slide" Target="/ppt/slides/slide37.xml" Id="R9015717ae9c24334" /><Relationship Type="http://schemas.openxmlformats.org/officeDocument/2006/relationships/slide" Target="/ppt/slides/slide38.xml" Id="R4a753a4914584b95" /><Relationship Type="http://schemas.openxmlformats.org/officeDocument/2006/relationships/slide" Target="/ppt/slides/slide39.xml" Id="R6b1dbbae09de4c1b" /><Relationship Type="http://schemas.openxmlformats.org/officeDocument/2006/relationships/slide" Target="/ppt/slides/slide40.xml" Id="R608a5bb7da2b4e1c" /><Relationship Type="http://schemas.openxmlformats.org/officeDocument/2006/relationships/slide" Target="/ppt/slides/slide41.xml" Id="R842d158225184351" /><Relationship Type="http://schemas.openxmlformats.org/officeDocument/2006/relationships/slide" Target="/ppt/slides/slide42.xml" Id="R028e6b22b9984de9" /><Relationship Type="http://schemas.openxmlformats.org/officeDocument/2006/relationships/slide" Target="/ppt/slides/slide43.xml" Id="R48fdff084ab64791" /><Relationship Type="http://schemas.openxmlformats.org/officeDocument/2006/relationships/slide" Target="/ppt/slides/slide44.xml" Id="R30c291f08427481f" /><Relationship Type="http://schemas.openxmlformats.org/officeDocument/2006/relationships/slide" Target="/ppt/slides/slide45.xml" Id="Rb444dfc86add4868" /><Relationship Type="http://schemas.openxmlformats.org/officeDocument/2006/relationships/slide" Target="/ppt/slides/slide46.xml" Id="R27d18f1185e146ea" /><Relationship Type="http://schemas.openxmlformats.org/officeDocument/2006/relationships/slide" Target="/ppt/slides/slide47.xml" Id="Rfddf72c9f4b0436d" /><Relationship Type="http://schemas.openxmlformats.org/officeDocument/2006/relationships/slide" Target="/ppt/slides/slide48.xml" Id="R4d76a8a1c9c44007" /><Relationship Type="http://schemas.openxmlformats.org/officeDocument/2006/relationships/slide" Target="/ppt/slides/slide49.xml" Id="R214518957d764698" /><Relationship Type="http://schemas.openxmlformats.org/officeDocument/2006/relationships/slide" Target="/ppt/slides/slide50.xml" Id="R468f688655474b95" /><Relationship Type="http://schemas.openxmlformats.org/officeDocument/2006/relationships/slide" Target="/ppt/slides/slide51.xml" Id="Reb7ce3f414854284" /><Relationship Type="http://schemas.openxmlformats.org/officeDocument/2006/relationships/slide" Target="/ppt/slides/slide52.xml" Id="R3ca9f487a6174588" /><Relationship Type="http://schemas.openxmlformats.org/officeDocument/2006/relationships/slide" Target="/ppt/slides/slide53.xml" Id="R67750a475c874a05" /><Relationship Type="http://schemas.openxmlformats.org/officeDocument/2006/relationships/slide" Target="/ppt/slides/slide54.xml" Id="Ra45c3129a7c74dba" /><Relationship Type="http://schemas.openxmlformats.org/officeDocument/2006/relationships/slide" Target="/ppt/slides/slide55.xml" Id="R52f34ad673644291" /><Relationship Type="http://schemas.openxmlformats.org/officeDocument/2006/relationships/slide" Target="/ppt/slides/slide56.xml" Id="R840d25d7efe543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561629256541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744cd17cb24443" /><Relationship Type="http://schemas.openxmlformats.org/officeDocument/2006/relationships/notesMaster" Target="/ppt/notesMasters/notesMaster1.xml" Id="R08a4723bbf504d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5e7a5c9ed0f4df9" /><Relationship Type="http://schemas.openxmlformats.org/officeDocument/2006/relationships/notesMaster" Target="/ppt/notesMasters/notesMaster1.xml" Id="R4bb83100a67449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a502702ae114735" /><Relationship Type="http://schemas.openxmlformats.org/officeDocument/2006/relationships/notesMaster" Target="/ppt/notesMasters/notesMaster1.xml" Id="Rf4d127a436ae45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227a0ec94b4645" /><Relationship Type="http://schemas.openxmlformats.org/officeDocument/2006/relationships/notesMaster" Target="/ppt/notesMasters/notesMaster1.xml" Id="R25cf5bcf8c4645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32157d95244f19" /><Relationship Type="http://schemas.openxmlformats.org/officeDocument/2006/relationships/notesMaster" Target="/ppt/notesMasters/notesMaster1.xml" Id="Rff629460a7bd49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2d62a3b876485d" /><Relationship Type="http://schemas.openxmlformats.org/officeDocument/2006/relationships/notesMaster" Target="/ppt/notesMasters/notesMaster1.xml" Id="Re4b05fc6e20f44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83800c50e4c4685" /><Relationship Type="http://schemas.openxmlformats.org/officeDocument/2006/relationships/notesMaster" Target="/ppt/notesMasters/notesMaster1.xml" Id="Ra3b96b1be7764b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fd43ba59a5841fc" /><Relationship Type="http://schemas.openxmlformats.org/officeDocument/2006/relationships/notesMaster" Target="/ppt/notesMasters/notesMaster1.xml" Id="R869678463fb842a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df2a3c63c245e4" /><Relationship Type="http://schemas.openxmlformats.org/officeDocument/2006/relationships/notesMaster" Target="/ppt/notesMasters/notesMaster1.xml" Id="R574ef00f4bb141d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1edc776070c4bb5" /><Relationship Type="http://schemas.openxmlformats.org/officeDocument/2006/relationships/notesMaster" Target="/ppt/notesMasters/notesMaster1.xml" Id="R3ae918379147461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a891a7322b54f57" /><Relationship Type="http://schemas.openxmlformats.org/officeDocument/2006/relationships/notesMaster" Target="/ppt/notesMasters/notesMaster1.xml" Id="R34f2209fc638435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2b234471e144ae7" /><Relationship Type="http://schemas.openxmlformats.org/officeDocument/2006/relationships/notesMaster" Target="/ppt/notesMasters/notesMaster1.xml" Id="R3fd83454a7fd45e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aaa8e2bc29e4b02" /><Relationship Type="http://schemas.openxmlformats.org/officeDocument/2006/relationships/notesMaster" Target="/ppt/notesMasters/notesMaster1.xml" Id="R25ea35aa058f4b7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2f9edfc719e4c7c" /><Relationship Type="http://schemas.openxmlformats.org/officeDocument/2006/relationships/notesMaster" Target="/ppt/notesMasters/notesMaster1.xml" Id="R98cb7f082c35476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7755c34dd8b4b9e" /><Relationship Type="http://schemas.openxmlformats.org/officeDocument/2006/relationships/notesMaster" Target="/ppt/notesMasters/notesMaster1.xml" Id="Rf375e16f6c7d496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621fb00cad642d7" /><Relationship Type="http://schemas.openxmlformats.org/officeDocument/2006/relationships/notesMaster" Target="/ppt/notesMasters/notesMaster1.xml" Id="Re27b300aa76c488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c54b6e4444045ff" /><Relationship Type="http://schemas.openxmlformats.org/officeDocument/2006/relationships/notesMaster" Target="/ppt/notesMasters/notesMaster1.xml" Id="Red83cb896cbc454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cab6e14dee14548" /><Relationship Type="http://schemas.openxmlformats.org/officeDocument/2006/relationships/notesMaster" Target="/ppt/notesMasters/notesMaster1.xml" Id="R3c25dd351fc84f4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43cb5a469364402" /><Relationship Type="http://schemas.openxmlformats.org/officeDocument/2006/relationships/notesMaster" Target="/ppt/notesMasters/notesMaster1.xml" Id="R3c3ca5710a3b49e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ec51cf39e1f40fd" /><Relationship Type="http://schemas.openxmlformats.org/officeDocument/2006/relationships/notesMaster" Target="/ppt/notesMasters/notesMaster1.xml" Id="Rf662e349a049442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73e310d94584e02" /><Relationship Type="http://schemas.openxmlformats.org/officeDocument/2006/relationships/notesMaster" Target="/ppt/notesMasters/notesMaster1.xml" Id="R33508d47582b41b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0e6c36fb69d4a92" /><Relationship Type="http://schemas.openxmlformats.org/officeDocument/2006/relationships/notesMaster" Target="/ppt/notesMasters/notesMaster1.xml" Id="R33624ea372394e8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060bfaaca23446c" /><Relationship Type="http://schemas.openxmlformats.org/officeDocument/2006/relationships/notesMaster" Target="/ppt/notesMasters/notesMaster1.xml" Id="R622e37822349443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f63b23b9a664682" /><Relationship Type="http://schemas.openxmlformats.org/officeDocument/2006/relationships/notesMaster" Target="/ppt/notesMasters/notesMaster1.xml" Id="Rc8860292a97047a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e5200136f0e471a" /><Relationship Type="http://schemas.openxmlformats.org/officeDocument/2006/relationships/notesMaster" Target="/ppt/notesMasters/notesMaster1.xml" Id="Rc1ca9952c1574be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159c2f4dc1c421a" /><Relationship Type="http://schemas.openxmlformats.org/officeDocument/2006/relationships/notesMaster" Target="/ppt/notesMasters/notesMaster1.xml" Id="R51f100cdfbb04ec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df7773753834bd5" /><Relationship Type="http://schemas.openxmlformats.org/officeDocument/2006/relationships/notesMaster" Target="/ppt/notesMasters/notesMaster1.xml" Id="R61149daa8d884e7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f690ed9d6a14624" /><Relationship Type="http://schemas.openxmlformats.org/officeDocument/2006/relationships/notesMaster" Target="/ppt/notesMasters/notesMaster1.xml" Id="Rc425f54acfa94f1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e9304ec9d8f4e30" /><Relationship Type="http://schemas.openxmlformats.org/officeDocument/2006/relationships/notesMaster" Target="/ppt/notesMasters/notesMaster1.xml" Id="R88b1805b55a040f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1097bd3aae04168" /><Relationship Type="http://schemas.openxmlformats.org/officeDocument/2006/relationships/notesMaster" Target="/ppt/notesMasters/notesMaster1.xml" Id="Rcdeb5aab96d14f1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ffc1bcf988a46e1" /><Relationship Type="http://schemas.openxmlformats.org/officeDocument/2006/relationships/notesMaster" Target="/ppt/notesMasters/notesMaster1.xml" Id="Reaaf5ed0db7a49e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63dde0e78184b8f" /><Relationship Type="http://schemas.openxmlformats.org/officeDocument/2006/relationships/notesMaster" Target="/ppt/notesMasters/notesMaster1.xml" Id="Rdee7e1f0ff8e4f9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362b9f79d5e4511" /><Relationship Type="http://schemas.openxmlformats.org/officeDocument/2006/relationships/notesMaster" Target="/ppt/notesMasters/notesMaster1.xml" Id="R1c6b5dbd2a944d7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eafd6d0dd334722" /><Relationship Type="http://schemas.openxmlformats.org/officeDocument/2006/relationships/notesMaster" Target="/ppt/notesMasters/notesMaster1.xml" Id="R7ee486ccc0404bd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7b7c3f50eb24096" /><Relationship Type="http://schemas.openxmlformats.org/officeDocument/2006/relationships/notesMaster" Target="/ppt/notesMasters/notesMaster1.xml" Id="R26c2ecba0f8b48c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9ea0ce40ed74273" /><Relationship Type="http://schemas.openxmlformats.org/officeDocument/2006/relationships/notesMaster" Target="/ppt/notesMasters/notesMaster1.xml" Id="Rf10ad3dfccf148f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3f905d2392f4249" /><Relationship Type="http://schemas.openxmlformats.org/officeDocument/2006/relationships/notesMaster" Target="/ppt/notesMasters/notesMaster1.xml" Id="R48baaf94b8cc466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f73ac0884eb4684" /><Relationship Type="http://schemas.openxmlformats.org/officeDocument/2006/relationships/notesMaster" Target="/ppt/notesMasters/notesMaster1.xml" Id="Rab63a30dd8554d7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408a76e7c504b7a" /><Relationship Type="http://schemas.openxmlformats.org/officeDocument/2006/relationships/notesMaster" Target="/ppt/notesMasters/notesMaster1.xml" Id="Rc928fee6bdaa4f8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5bd4ebffd4746e7" /><Relationship Type="http://schemas.openxmlformats.org/officeDocument/2006/relationships/notesMaster" Target="/ppt/notesMasters/notesMaster1.xml" Id="Rce5b0545acd44b44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e80a0f54046e4ba1" /><Relationship Type="http://schemas.openxmlformats.org/officeDocument/2006/relationships/notesMaster" Target="/ppt/notesMasters/notesMaster1.xml" Id="R36ccdda13b0b49c8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5f43ddeb3104536" /><Relationship Type="http://schemas.openxmlformats.org/officeDocument/2006/relationships/notesMaster" Target="/ppt/notesMasters/notesMaster1.xml" Id="Rb18bf2da406a47c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72cf7fed14e4a30" /><Relationship Type="http://schemas.openxmlformats.org/officeDocument/2006/relationships/notesMaster" Target="/ppt/notesMasters/notesMaster1.xml" Id="R41bddec22de849d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cd3da1bedda4a01" /><Relationship Type="http://schemas.openxmlformats.org/officeDocument/2006/relationships/notesMaster" Target="/ppt/notesMasters/notesMaster1.xml" Id="Ra9bb0a6b595743ec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670b40e99664db6" /><Relationship Type="http://schemas.openxmlformats.org/officeDocument/2006/relationships/notesMaster" Target="/ppt/notesMasters/notesMaster1.xml" Id="Rb7516b94abda42b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71023d0bf5d45cc" /><Relationship Type="http://schemas.openxmlformats.org/officeDocument/2006/relationships/notesMaster" Target="/ppt/notesMasters/notesMaster1.xml" Id="R871f08eff697479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6450da42bd94b17" /><Relationship Type="http://schemas.openxmlformats.org/officeDocument/2006/relationships/notesMaster" Target="/ppt/notesMasters/notesMaster1.xml" Id="R8137f12db115442d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cd778e66e776476c" /><Relationship Type="http://schemas.openxmlformats.org/officeDocument/2006/relationships/notesMaster" Target="/ppt/notesMasters/notesMaster1.xml" Id="Rd001c536881d4b9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af1a85cf32b24e92" /><Relationship Type="http://schemas.openxmlformats.org/officeDocument/2006/relationships/notesMaster" Target="/ppt/notesMasters/notesMaster1.xml" Id="Rccf3d4b97e46402b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d76080f134d54281" /><Relationship Type="http://schemas.openxmlformats.org/officeDocument/2006/relationships/notesMaster" Target="/ppt/notesMasters/notesMaster1.xml" Id="R9ba1483901274834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734eebc5e469414d" /><Relationship Type="http://schemas.openxmlformats.org/officeDocument/2006/relationships/notesMaster" Target="/ppt/notesMasters/notesMaster1.xml" Id="Rc486d66bf1b345c8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af5853b8beaf4523" /><Relationship Type="http://schemas.openxmlformats.org/officeDocument/2006/relationships/notesMaster" Target="/ppt/notesMasters/notesMaster1.xml" Id="Re16fa8c870984042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75ec91a1322f42e7" /><Relationship Type="http://schemas.openxmlformats.org/officeDocument/2006/relationships/notesMaster" Target="/ppt/notesMasters/notesMaster1.xml" Id="Rdc19ecf8535142c1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29e0928857c64620" /><Relationship Type="http://schemas.openxmlformats.org/officeDocument/2006/relationships/notesMaster" Target="/ppt/notesMasters/notesMaster1.xml" Id="R7dcfeaf847a4477e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5476d2d078954834" /><Relationship Type="http://schemas.openxmlformats.org/officeDocument/2006/relationships/notesMaster" Target="/ppt/notesMasters/notesMaster1.xml" Id="R5e51394349904fcd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e8d40aafe44c4dcb" /><Relationship Type="http://schemas.openxmlformats.org/officeDocument/2006/relationships/notesMaster" Target="/ppt/notesMasters/notesMaster1.xml" Id="R095920e88dbc44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09d0b6abfa4c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24f922f75b49f7" /><Relationship Type="http://schemas.openxmlformats.org/officeDocument/2006/relationships/slideLayout" Target="/ppt/slideLayouts/slideLayout1.xml" Id="Re33e054641fc4c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3e054641fc4c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48d1f33ff84a90" /><Relationship Type="http://schemas.openxmlformats.org/officeDocument/2006/relationships/notesSlide" Target="/ppt/notesSlides/notesSlide1.xml" Id="Rf256d05c2efa41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b9633648cc4260" /><Relationship Type="http://schemas.openxmlformats.org/officeDocument/2006/relationships/notesSlide" Target="/ppt/notesSlides/notesSlide2.xml" Id="Rb5ea4304e2454c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9652ae726342e3" /><Relationship Type="http://schemas.openxmlformats.org/officeDocument/2006/relationships/chart" Target="/ppt/slides/charts/chart1.xml" Id="R32ab5e6c39f64c59" /><Relationship Type="http://schemas.openxmlformats.org/officeDocument/2006/relationships/chart" Target="/ppt/slides/charts/chart2.xml" Id="R8d24f92b099e4fb2" /><Relationship Type="http://schemas.openxmlformats.org/officeDocument/2006/relationships/notesSlide" Target="/ppt/notesSlides/notesSlide3.xml" Id="R7fd1c89fc7c74c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cf2d3ce18b499c" /><Relationship Type="http://schemas.openxmlformats.org/officeDocument/2006/relationships/chart" Target="/ppt/slides/charts/chart3.xml" Id="R3ed4d092a2764214" /><Relationship Type="http://schemas.openxmlformats.org/officeDocument/2006/relationships/chart" Target="/ppt/slides/charts/chart4.xml" Id="R30661f75482c4a74" /><Relationship Type="http://schemas.openxmlformats.org/officeDocument/2006/relationships/notesSlide" Target="/ppt/notesSlides/notesSlide4.xml" Id="Ra96f27eacd1046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3c0a0f53c4663" /><Relationship Type="http://schemas.openxmlformats.org/officeDocument/2006/relationships/chart" Target="/ppt/slides/charts/chart5.xml" Id="R97a641683bea4316" /><Relationship Type="http://schemas.openxmlformats.org/officeDocument/2006/relationships/chart" Target="/ppt/slides/charts/chart6.xml" Id="R11d28646bad24e4f" /><Relationship Type="http://schemas.openxmlformats.org/officeDocument/2006/relationships/chart" Target="/ppt/slides/charts/chart7.xml" Id="Rf3fc2e7a044643cd" /><Relationship Type="http://schemas.openxmlformats.org/officeDocument/2006/relationships/notesSlide" Target="/ppt/notesSlides/notesSlide5.xml" Id="Rfd86d6bf7c1e4a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7e9cda73c4959" /><Relationship Type="http://schemas.openxmlformats.org/officeDocument/2006/relationships/chart" Target="/ppt/slides/charts/chart8.xml" Id="Ra1ebd7e9e0eb4f7a" /><Relationship Type="http://schemas.openxmlformats.org/officeDocument/2006/relationships/chart" Target="/ppt/slides/charts/chart9.xml" Id="R11e2782894d148d2" /><Relationship Type="http://schemas.openxmlformats.org/officeDocument/2006/relationships/chart" Target="/ppt/slides/charts/chart10.xml" Id="Rc170a8ae5da649c6" /><Relationship Type="http://schemas.openxmlformats.org/officeDocument/2006/relationships/chart" Target="/ppt/slides/charts/chart11.xml" Id="R482a62291a744b22" /><Relationship Type="http://schemas.openxmlformats.org/officeDocument/2006/relationships/notesSlide" Target="/ppt/notesSlides/notesSlide6.xml" Id="R14bb2db10f7940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70ecdc0f324009" /><Relationship Type="http://schemas.openxmlformats.org/officeDocument/2006/relationships/chart" Target="/ppt/slides/charts/chart12.xml" Id="R19d1e3b2e8fb473c" /><Relationship Type="http://schemas.openxmlformats.org/officeDocument/2006/relationships/chart" Target="/ppt/slides/charts/chart13.xml" Id="R7e4f5ddfd5f84d06" /><Relationship Type="http://schemas.openxmlformats.org/officeDocument/2006/relationships/notesSlide" Target="/ppt/notesSlides/notesSlide7.xml" Id="R2f1d838acede4f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59716226d4d67" /><Relationship Type="http://schemas.openxmlformats.org/officeDocument/2006/relationships/chart" Target="/ppt/slides/charts/chart14.xml" Id="Recae95bd317e4a24" /><Relationship Type="http://schemas.openxmlformats.org/officeDocument/2006/relationships/chart" Target="/ppt/slides/charts/chart15.xml" Id="R14f8e10767734660" /><Relationship Type="http://schemas.openxmlformats.org/officeDocument/2006/relationships/notesSlide" Target="/ppt/notesSlides/notesSlide8.xml" Id="R0f47ceaa448541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fd6309d66d46a6" /><Relationship Type="http://schemas.openxmlformats.org/officeDocument/2006/relationships/chart" Target="/ppt/slides/charts/chart16.xml" Id="Re11a817ba6004c4b" /><Relationship Type="http://schemas.openxmlformats.org/officeDocument/2006/relationships/chart" Target="/ppt/slides/charts/chart17.xml" Id="R0532c35bd59f412d" /><Relationship Type="http://schemas.openxmlformats.org/officeDocument/2006/relationships/notesSlide" Target="/ppt/notesSlides/notesSlide9.xml" Id="R9c5b842061de41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29cdf159a4e76" /><Relationship Type="http://schemas.openxmlformats.org/officeDocument/2006/relationships/chart" Target="/ppt/slides/charts/chart18.xml" Id="R54ba28bb843c4bd3" /><Relationship Type="http://schemas.openxmlformats.org/officeDocument/2006/relationships/notesSlide" Target="/ppt/notesSlides/notesSlide10.xml" Id="Ra86024eef1874c2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98c2b440e4892" /><Relationship Type="http://schemas.openxmlformats.org/officeDocument/2006/relationships/chart" Target="/ppt/slides/charts/chart19.xml" Id="R9306510411d345e8" /><Relationship Type="http://schemas.openxmlformats.org/officeDocument/2006/relationships/notesSlide" Target="/ppt/notesSlides/notesSlide11.xml" Id="R79f8d8902da3402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33d58a1adb4d83" /><Relationship Type="http://schemas.openxmlformats.org/officeDocument/2006/relationships/chart" Target="/ppt/slides/charts/chart20.xml" Id="Rb31c78599a304647" /><Relationship Type="http://schemas.openxmlformats.org/officeDocument/2006/relationships/notesSlide" Target="/ppt/notesSlides/notesSlide12.xml" Id="Ra1e8c78c9138423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6b558bf09416b" /><Relationship Type="http://schemas.openxmlformats.org/officeDocument/2006/relationships/chart" Target="/ppt/slides/charts/chart21.xml" Id="R8d45a9811fe5429d" /><Relationship Type="http://schemas.openxmlformats.org/officeDocument/2006/relationships/notesSlide" Target="/ppt/notesSlides/notesSlide13.xml" Id="Re877a4896ec1476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f61deb6ff4304" /><Relationship Type="http://schemas.openxmlformats.org/officeDocument/2006/relationships/chart" Target="/ppt/slides/charts/chart22.xml" Id="R828450c11082435d" /><Relationship Type="http://schemas.openxmlformats.org/officeDocument/2006/relationships/chart" Target="/ppt/slides/charts/chart23.xml" Id="Rc84305661f2b44b5" /><Relationship Type="http://schemas.openxmlformats.org/officeDocument/2006/relationships/notesSlide" Target="/ppt/notesSlides/notesSlide14.xml" Id="Rca516df2c55b44e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2ff47347cc4091" /><Relationship Type="http://schemas.openxmlformats.org/officeDocument/2006/relationships/chart" Target="/ppt/slides/charts/chart24.xml" Id="R69d90399dce9456e" /><Relationship Type="http://schemas.openxmlformats.org/officeDocument/2006/relationships/chart" Target="/ppt/slides/charts/chart25.xml" Id="R0361eb86779c4821" /><Relationship Type="http://schemas.openxmlformats.org/officeDocument/2006/relationships/chart" Target="/ppt/slides/charts/chart26.xml" Id="R3af46584e8e34a97" /><Relationship Type="http://schemas.openxmlformats.org/officeDocument/2006/relationships/chart" Target="/ppt/slides/charts/chart27.xml" Id="R046f94d23b8147a6" /><Relationship Type="http://schemas.openxmlformats.org/officeDocument/2006/relationships/chart" Target="/ppt/slides/charts/chart28.xml" Id="R1ee545ee6a204695" /><Relationship Type="http://schemas.openxmlformats.org/officeDocument/2006/relationships/chart" Target="/ppt/slides/charts/chart29.xml" Id="R5198eb4af6bb471c" /><Relationship Type="http://schemas.openxmlformats.org/officeDocument/2006/relationships/notesSlide" Target="/ppt/notesSlides/notesSlide15.xml" Id="Rb4ee23ee450f416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314e3818fc4fba" /><Relationship Type="http://schemas.openxmlformats.org/officeDocument/2006/relationships/chart" Target="/ppt/slides/charts/chart30.xml" Id="Rb120b6daf8ce4bd4" /><Relationship Type="http://schemas.openxmlformats.org/officeDocument/2006/relationships/notesSlide" Target="/ppt/notesSlides/notesSlide16.xml" Id="R34a3d4d196f6438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db699865d3494c" /><Relationship Type="http://schemas.openxmlformats.org/officeDocument/2006/relationships/chart" Target="/ppt/slides/charts/chart31.xml" Id="Raeea9c47b83e4858" /><Relationship Type="http://schemas.openxmlformats.org/officeDocument/2006/relationships/chart" Target="/ppt/slides/charts/chart32.xml" Id="R0886b94cb1314643" /><Relationship Type="http://schemas.openxmlformats.org/officeDocument/2006/relationships/notesSlide" Target="/ppt/notesSlides/notesSlide17.xml" Id="R548f839e3d944b0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408e4fa5d429a" /><Relationship Type="http://schemas.openxmlformats.org/officeDocument/2006/relationships/chart" Target="/ppt/slides/charts/chart33.xml" Id="R50d2efdc40c34567" /><Relationship Type="http://schemas.openxmlformats.org/officeDocument/2006/relationships/notesSlide" Target="/ppt/notesSlides/notesSlide18.xml" Id="Re1801af9bec5404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ebb78e92454d27" /><Relationship Type="http://schemas.openxmlformats.org/officeDocument/2006/relationships/chart" Target="/ppt/slides/charts/chart34.xml" Id="R0da0b4240fbf45fd" /><Relationship Type="http://schemas.openxmlformats.org/officeDocument/2006/relationships/notesSlide" Target="/ppt/notesSlides/notesSlide19.xml" Id="R7ce5112d9d9449f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670212a614728" /><Relationship Type="http://schemas.openxmlformats.org/officeDocument/2006/relationships/chart" Target="/ppt/slides/charts/chart35.xml" Id="R10710378079b4d93" /><Relationship Type="http://schemas.openxmlformats.org/officeDocument/2006/relationships/notesSlide" Target="/ppt/notesSlides/notesSlide20.xml" Id="R15505436c2a0437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fa637249946ec" /><Relationship Type="http://schemas.openxmlformats.org/officeDocument/2006/relationships/notesSlide" Target="/ppt/notesSlides/notesSlide21.xml" Id="Rab7e53892ab449c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2559b06e73438b" /><Relationship Type="http://schemas.openxmlformats.org/officeDocument/2006/relationships/notesSlide" Target="/ppt/notesSlides/notesSlide22.xml" Id="Rad33105fb4cd43e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be245cf8c4d83" /><Relationship Type="http://schemas.openxmlformats.org/officeDocument/2006/relationships/chart" Target="/ppt/slides/charts/chart36.xml" Id="Rd167c554aa8f4f0b" /><Relationship Type="http://schemas.openxmlformats.org/officeDocument/2006/relationships/notesSlide" Target="/ppt/notesSlides/notesSlide23.xml" Id="R045c6ef0f257402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44d7e149df41ef" /><Relationship Type="http://schemas.openxmlformats.org/officeDocument/2006/relationships/notesSlide" Target="/ppt/notesSlides/notesSlide24.xml" Id="R0f219535a6ad441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6506abaf34c31" /><Relationship Type="http://schemas.openxmlformats.org/officeDocument/2006/relationships/chart" Target="/ppt/slides/charts/chart37.xml" Id="R73b545f125d14d24" /><Relationship Type="http://schemas.openxmlformats.org/officeDocument/2006/relationships/chart" Target="/ppt/slides/charts/chart38.xml" Id="Rdcf62daddf1248fc" /><Relationship Type="http://schemas.openxmlformats.org/officeDocument/2006/relationships/notesSlide" Target="/ppt/notesSlides/notesSlide25.xml" Id="R58add2f6f36e41b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cf2355d0dd4964" /><Relationship Type="http://schemas.openxmlformats.org/officeDocument/2006/relationships/chart" Target="/ppt/slides/charts/chart39.xml" Id="R98e62a05cde242d4" /><Relationship Type="http://schemas.openxmlformats.org/officeDocument/2006/relationships/chart" Target="/ppt/slides/charts/chart40.xml" Id="R7ec710ec3d3f40bc" /><Relationship Type="http://schemas.openxmlformats.org/officeDocument/2006/relationships/chart" Target="/ppt/slides/charts/chart41.xml" Id="Ra6ed0d9d299a4b1b" /><Relationship Type="http://schemas.openxmlformats.org/officeDocument/2006/relationships/notesSlide" Target="/ppt/notesSlides/notesSlide26.xml" Id="R6e7921f9d25040d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0cc3d0f77498c" /><Relationship Type="http://schemas.openxmlformats.org/officeDocument/2006/relationships/chart" Target="/ppt/slides/charts/chart42.xml" Id="R83f12ff799d84974" /><Relationship Type="http://schemas.openxmlformats.org/officeDocument/2006/relationships/chart" Target="/ppt/slides/charts/chart43.xml" Id="R4119e681e43c44a2" /><Relationship Type="http://schemas.openxmlformats.org/officeDocument/2006/relationships/chart" Target="/ppt/slides/charts/chart44.xml" Id="R82b5fb7e4574437a" /><Relationship Type="http://schemas.openxmlformats.org/officeDocument/2006/relationships/chart" Target="/ppt/slides/charts/chart45.xml" Id="R4f4628462c834212" /><Relationship Type="http://schemas.openxmlformats.org/officeDocument/2006/relationships/notesSlide" Target="/ppt/notesSlides/notesSlide27.xml" Id="R5f95e9095de844e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f5a15ad997404d" /><Relationship Type="http://schemas.openxmlformats.org/officeDocument/2006/relationships/notesSlide" Target="/ppt/notesSlides/notesSlide28.xml" Id="Ref20e9e456464dc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7412db232340ea" /><Relationship Type="http://schemas.openxmlformats.org/officeDocument/2006/relationships/notesSlide" Target="/ppt/notesSlides/notesSlide29.xml" Id="Rff91dd4dbaf24ec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07447cabe44a1" /><Relationship Type="http://schemas.openxmlformats.org/officeDocument/2006/relationships/notesSlide" Target="/ppt/notesSlides/notesSlide30.xml" Id="R8972dace644c4b2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6b0d975d5e4e63" /><Relationship Type="http://schemas.openxmlformats.org/officeDocument/2006/relationships/notesSlide" Target="/ppt/notesSlides/notesSlide31.xml" Id="Rbc0b78deb595480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ade6fa93c4b21" /><Relationship Type="http://schemas.openxmlformats.org/officeDocument/2006/relationships/notesSlide" Target="/ppt/notesSlides/notesSlide32.xml" Id="R6999c554de53447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4a67a2857546f8" /><Relationship Type="http://schemas.openxmlformats.org/officeDocument/2006/relationships/notesSlide" Target="/ppt/notesSlides/notesSlide33.xml" Id="Rfb46f17c0fa1498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8efed30d134f86" /><Relationship Type="http://schemas.openxmlformats.org/officeDocument/2006/relationships/notesSlide" Target="/ppt/notesSlides/notesSlide34.xml" Id="R2ebe803a1b814cf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6bb2409abd4993" /><Relationship Type="http://schemas.openxmlformats.org/officeDocument/2006/relationships/notesSlide" Target="/ppt/notesSlides/notesSlide35.xml" Id="R7722e7f8eb6c4ba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f90ef0a5d4aac" /><Relationship Type="http://schemas.openxmlformats.org/officeDocument/2006/relationships/notesSlide" Target="/ppt/notesSlides/notesSlide36.xml" Id="R572942c5ffd9422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cd8e15e6b7421c" /><Relationship Type="http://schemas.openxmlformats.org/officeDocument/2006/relationships/notesSlide" Target="/ppt/notesSlides/notesSlide37.xml" Id="Rf93bfa75a6004ad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af618992a4ef6" /><Relationship Type="http://schemas.openxmlformats.org/officeDocument/2006/relationships/notesSlide" Target="/ppt/notesSlides/notesSlide38.xml" Id="Rf66840087859423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a35015944c4803" /><Relationship Type="http://schemas.openxmlformats.org/officeDocument/2006/relationships/notesSlide" Target="/ppt/notesSlides/notesSlide39.xml" Id="Rf571cb3a66d8429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fd59da3214cbe" /><Relationship Type="http://schemas.openxmlformats.org/officeDocument/2006/relationships/notesSlide" Target="/ppt/notesSlides/notesSlide40.xml" Id="R5de4ca805ca54779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50161c4da47b8" /><Relationship Type="http://schemas.openxmlformats.org/officeDocument/2006/relationships/notesSlide" Target="/ppt/notesSlides/notesSlide41.xml" Id="Rcfba6d18147f4bf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d9bc3d8e04798" /><Relationship Type="http://schemas.openxmlformats.org/officeDocument/2006/relationships/notesSlide" Target="/ppt/notesSlides/notesSlide42.xml" Id="R232c2c5a96364e38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092d72da34c93" /><Relationship Type="http://schemas.openxmlformats.org/officeDocument/2006/relationships/notesSlide" Target="/ppt/notesSlides/notesSlide43.xml" Id="Rba53c4eeacd74f71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1a85c156c94545" /><Relationship Type="http://schemas.openxmlformats.org/officeDocument/2006/relationships/notesSlide" Target="/ppt/notesSlides/notesSlide44.xml" Id="R36784f5f0827411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1e5458b72a45b2" /><Relationship Type="http://schemas.openxmlformats.org/officeDocument/2006/relationships/notesSlide" Target="/ppt/notesSlides/notesSlide45.xml" Id="Rc7d05448f4414705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a5f3b1f564a8e" /><Relationship Type="http://schemas.openxmlformats.org/officeDocument/2006/relationships/notesSlide" Target="/ppt/notesSlides/notesSlide46.xml" Id="R04cf691a5043428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44daad480d4220" /><Relationship Type="http://schemas.openxmlformats.org/officeDocument/2006/relationships/notesSlide" Target="/ppt/notesSlides/notesSlide47.xml" Id="Rd9f9f7e2317e446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a42ee7241d42f9" /><Relationship Type="http://schemas.openxmlformats.org/officeDocument/2006/relationships/notesSlide" Target="/ppt/notesSlides/notesSlide48.xml" Id="Rb7feb9e329174b05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abeeb80234665" /><Relationship Type="http://schemas.openxmlformats.org/officeDocument/2006/relationships/notesSlide" Target="/ppt/notesSlides/notesSlide49.xml" Id="Re2c6805e6c1d44ba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46d673f5a8443f" /><Relationship Type="http://schemas.openxmlformats.org/officeDocument/2006/relationships/notesSlide" Target="/ppt/notesSlides/notesSlide50.xml" Id="R00cdaeb7aee24899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ffaa826c2049e1" /><Relationship Type="http://schemas.openxmlformats.org/officeDocument/2006/relationships/notesSlide" Target="/ppt/notesSlides/notesSlide51.xml" Id="R8ce4f41dca484120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effa84a6ce4956" /><Relationship Type="http://schemas.openxmlformats.org/officeDocument/2006/relationships/notesSlide" Target="/ppt/notesSlides/notesSlide52.xml" Id="R673b832ecf214349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243d2529f44fc" /><Relationship Type="http://schemas.openxmlformats.org/officeDocument/2006/relationships/chart" Target="/ppt/slides/charts/chart46.xml" Id="R4c87ca4a186b4a03" /><Relationship Type="http://schemas.openxmlformats.org/officeDocument/2006/relationships/notesSlide" Target="/ppt/notesSlides/notesSlide53.xml" Id="R6e2389eff0194895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2e5f2841e24cf0" /><Relationship Type="http://schemas.openxmlformats.org/officeDocument/2006/relationships/chart" Target="/ppt/slides/charts/chart47.xml" Id="Rdb344a973e2e49cb" /><Relationship Type="http://schemas.openxmlformats.org/officeDocument/2006/relationships/notesSlide" Target="/ppt/notesSlides/notesSlide54.xml" Id="R933f066f393b4bd2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7f83d4c2c4e06" /><Relationship Type="http://schemas.openxmlformats.org/officeDocument/2006/relationships/chart" Target="/ppt/slides/charts/chart48.xml" Id="Rf766f82ac0c84e8f" /><Relationship Type="http://schemas.openxmlformats.org/officeDocument/2006/relationships/notesSlide" Target="/ppt/notesSlides/notesSlide55.xml" Id="R4bc0ee1a9d084f27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d6750e8c048b7" /><Relationship Type="http://schemas.openxmlformats.org/officeDocument/2006/relationships/notesSlide" Target="/ppt/notesSlides/notesSlide56.xml" Id="R23d2c9bc19f34c5f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91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110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131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230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298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366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462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683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2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3.362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3.678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4.240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4.907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5.628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6.089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6.759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7.617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500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636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849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1.214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1.414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1.533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96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160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250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388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641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73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113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184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334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445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452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4"/>
          <c:order val="4"/>
          <c:tx>
            <c:v>Dívida externa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1.997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1.744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2.076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2.567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2.821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3.365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1S26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1S26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1S26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 xmlns:a="http://schemas.openxmlformats.org/drawingml/2006/main"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1S26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248.7758374328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355.70504054869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0.2825792866885411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0.40403793900168766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Original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Ex-zeros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4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</c:numLit>
          </c:xVal>
          <c:y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3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95,4 bi
1.009 · R$ 95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116,9 bi
1.473 · R$ 79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DDAF5-D3D5-4957-91B5-D085F9DD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9B21FA-7872-428D-89EB-19A93C64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D83AF9-C2CB-4E52-81B5-004C6758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EB37D-BB63-4CB7-9782-EBA16943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A0E29-29B0-4F6D-8D8C-04C82CCF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9A298-7BAA-4EFA-9A74-55126368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4DB85F-464D-4DC1-A29A-B665D233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12066676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7DBAED-AE57-45AE-80C7-97B6D1BB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DD8C35-68C2-4EEF-B5EE-0D0043EA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B16483-E361-426D-9648-9D46104C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EA773-B82E-4D06-9B71-EC30AF57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F90D8B-2AEF-4BE1-8604-E171D643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11D049-089A-48BB-BC56-13C210BD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E5B9CE-0BCE-4C32-845A-6A51DA5C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F88A39-8292-4831-B6D2-1D076BF5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141782-8617-4931-A4D5-CEBC839B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B9F9D-49E8-4BAA-AE84-B6FBC46C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DD0C7C-476E-4EC3-98C0-F3E9684D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D701AE-0842-4A7E-93DF-6BDB4BF7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042029-8061-4544-A198-BD3721AE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3931B8-C820-4632-AE0A-F3EC51E6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9A93D1-27B9-4587-B4A8-88A11BF1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81B7CE-0F61-4FC4-AD15-B1F58F95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0953A1-4AF4-47A0-8F5E-30CCD999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C6276B-C998-4AB9-AB0C-90C891D3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F057A5-A10A-43FB-9104-12217E39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4E7D78-8266-49A0-B041-8E781530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A8E973-7FCC-4B75-BBF2-E8B07196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16912053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D52E476-E8A9-4B6B-A16B-63BF326B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E2467-E456-4598-A431-C1E1CA05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A80EA7-364F-4BC5-B31C-3991616E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114676-E70B-4A00-A473-DB579CC6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8566F-A6BE-4150-BB50-003073B2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C6D4C7-3BE4-4D2A-BA7F-FA7F83DD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F2BEC3-28F2-436B-83F1-FF871707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FB7B78-7206-4818-AD35-2A936F54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9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ab5e6c39f64c5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E4A9E0-A188-4940-9BB9-E18E4C9C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3649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8C177-13D1-467A-84CE-A65CA78D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218" y="434035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B14221-62F4-4163-8C53-D73152A9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9111" y="428558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F14B6E-37D2-406B-9591-823C9A9E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005" y="422561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131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D89666-9025-4CD4-B1BB-236828F4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898" y="394339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0155B1-9B3F-4488-84EE-C99B62A2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9791" y="4003103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209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C8C419-6BF7-4B87-8541-3BD194AA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6684" y="374762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298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6B056F-7D57-4DAC-9385-8F4D7179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577" y="3554899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366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E6F74F-33A4-4C79-B66B-E756F076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0470" y="32811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462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3FC207-D8C5-40C4-B452-7FDAEAE5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364" y="264919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683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1A8652-FDD3-47E2-9B0C-5F5DD717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4257" y="221965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833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C71003-DDCF-433A-8C4E-D6A43296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8490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2D22EE-796C-470D-89D1-8AD12B06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36B2C4-F0E4-4B82-98F9-E3650263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345A3C-D1D2-4C9D-900B-D268467D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75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24f92b099e4fb2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584546-F997-41F8-A377-2727C689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5479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5.748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AF7978-093B-47D5-A66D-B36ED34E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784" y="341809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5.419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BFAB9B-1BB3-4A9A-A976-0861FC4D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1068" y="339719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5.527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79DA36-603A-4356-BDCD-C707AF0C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352" y="330266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6.020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161E15-092D-4F59-A0B3-86365DB8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5636" y="320215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6.544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AC1C1F-9CC6-41F2-AD3D-665F1C0B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2920" y="300066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7.594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44B228-5D3B-497B-AE50-4758E8B4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205" y="2769834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8.797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FE1069-A48D-475B-90D5-A1551203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7489" y="258531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9.759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813DC1-B6A3-409C-A5E3-A2C6BB84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773" y="244312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10.500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6FB00A-B7B1-4546-817D-25A026D8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2057" y="208323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12.376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95D095-64A3-4457-899B-8ACD5312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9341" y="189297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13.368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8FE93B-CADC-4C59-AB60-A0E2B1FB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83455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13.672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16805AE-A3AF-47CD-A3FE-12AC209E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8BE1FC-0799-43AC-B066-1D27C990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Empréstimos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5DE5F7-6584-4E6F-9BB0-E8BE548D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BD8CD3-A069-4412-AA3D-0C91B4D6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Tít. privados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988253-2A5A-4579-A37D-689FC330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2912B43-6AFD-4931-B577-956E0EF7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FIDCs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58A2F15-7308-45B8-BAF9-648C810A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5C585AA-6D1E-419B-91A1-FE58D057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Outras securitizações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F16030F-BEF3-48B6-8563-FA5E6368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4BDF7B7-75A1-4179-84DE-1C881A3A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Dívida externa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562960A-5C63-4E6F-BE07-934C808E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+2,3%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484C37-DE2D-4EAA-85EE-1003C6B2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total privado R$ 13.672 bi; securitização R$ 1.157 bi; carteira FIDC R$ 670 bi. O total BCB de R$ 21.513 bi inclui R$ 7.841 bi de títulos públicos e permanece no export para reconciliação.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BF9428E-E0CA-46D2-9292-AE3B6D15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ex-FIC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3478250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324A0E0-9004-4C27-8DA1-ABEB20C4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VALIDAÇÃO PÚBLICA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2F1871-25B7-4920-94AC-E578AA773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63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interna CVM/SRE e o total publicado pela ANBIMA têm diferenças materiais em todos os anos comparáveis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5163C7-3109-4E65-811C-69C4A4D9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6149FB-3BE0-460F-A32A-6A7DA22C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FE0C4E-09EC-49DB-9DBD-442C982A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CVM/SRE, consulta em 24/jul/26; ANBIMA, Boletim de Mercado de Capitais e apresentação anual, referências indicadas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CB4484-5953-4334-9D0A-E3C9E7DD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E45732-9129-4912-89B0-342E6909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8B533-2552-47D5-8123-9E92E6FA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2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d4d092a276421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4D071E-B290-4DB5-AFB5-4A76D160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91920-2CD4-4A4F-9843-73006573F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0661f75482c4a74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D7A409-38C0-449E-9220-EE00789B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49ECB7-CF1A-4D14-AB28-2AAE94C5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15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05EB30-7995-479B-9527-ACBFFFDDF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581525"/>
            <a:ext cx="1362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Interno CVM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EDC30E-AC73-4C97-A496-66CD57A3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581525"/>
            <a:ext cx="2124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Comparável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F5C2C0-3428-4C8D-8AA1-93A8D870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581525"/>
            <a:ext cx="2124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ANBIMA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B9FDFD-28C7-484E-BC8E-2F2D886C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581525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Diferença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6B1CEA-5887-4ABC-8DEA-359D0545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581525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Conclusão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55D1B8-3126-436D-A814-5A668E2B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76800"/>
            <a:ext cx="110490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57EF60-8716-4106-AAB1-7E65485C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244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1A5679-CA4A-449C-88C6-541048BAE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05375"/>
            <a:ext cx="88582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AA1FBA-F43D-4F45-B433-A635EEE2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905375"/>
            <a:ext cx="1362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R$ 26,5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D52E5B-44CF-415D-97ED-66AE39B0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05375"/>
            <a:ext cx="2124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R$ 26,5 bi · jan–dez/23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02B743-E668-4537-9238-4706DD92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905375"/>
            <a:ext cx="2124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R$ 43,7 bi · jan–dez/23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C92703-A886-4E88-A154-7758AF2CE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05375"/>
            <a:ext cx="1314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-17,2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E4F145-E35E-483E-9781-4A97AEBA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905375"/>
            <a:ext cx="25527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Divergência material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A9BFF0-4C74-4476-A11D-30117763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33975"/>
            <a:ext cx="110490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B1B3C2-27E2-4634-B12E-D28AF7F75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D78DFF-7DB2-473C-8640-31E17CD1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62550"/>
            <a:ext cx="88582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9DB3E6-A829-4532-A24F-6EC60C87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5162550"/>
            <a:ext cx="1362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R$ 95,4 bi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B0914E-37F8-4711-9EF6-05C5DBE4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162550"/>
            <a:ext cx="2124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R$ 95,4 bi · jan–dez/24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35CAB8-F70A-4A0A-893A-18998004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5162550"/>
            <a:ext cx="2124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R$ 81,4 bi · jan–dez/24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0CC8D5-D53A-4CCF-9E3E-D2736F4A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162550"/>
            <a:ext cx="1314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+14,0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4249B4-B11C-4F52-97D3-30DCDEDC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162550"/>
            <a:ext cx="25527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Divergência material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53507FA-E56F-4683-87B9-E73A3BE4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91150"/>
            <a:ext cx="110490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FCF61F-9ED1-4459-A390-7E6686F8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E90F14D-9267-498F-9FF4-A8CA3250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19725"/>
            <a:ext cx="88582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5D03E8-F2E9-466E-A3EF-C48BF4DC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5419725"/>
            <a:ext cx="1362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R$ 116,9 bi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F8173F-4CBA-442A-A7E2-7C67569E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419725"/>
            <a:ext cx="2124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R$ 116,9 bi · jan–dez/25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05151C3-518C-470E-BBA2-A96CF984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5419725"/>
            <a:ext cx="2124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R$ 90,8 bi · jan–dez/25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F853877-CF68-4534-84FB-FAA94140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419725"/>
            <a:ext cx="1314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+26,1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6B47C1-2160-4718-9B6A-184C88D1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419725"/>
            <a:ext cx="25527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Divergência material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630F665-F140-433E-A578-6C02C844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48325"/>
            <a:ext cx="110490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388A0B8-69B2-4A81-BC71-74D0B429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959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0887B36-7AF5-4F58-BBB4-63454870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76900"/>
            <a:ext cx="88582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1S26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766AF28-4ECA-43E9-8889-12047076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5676900"/>
            <a:ext cx="1362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R$ 65,5 bi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C40F02C-409C-43A9-8E52-30402660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76900"/>
            <a:ext cx="2124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R$ 51,5 bi · jan–mai/26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54EC011-1EFA-4322-937C-6EB58497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5676900"/>
            <a:ext cx="2124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R$ 41,7 bi · jan–mai/26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577B967-13D8-497B-80AC-05038F32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676900"/>
            <a:ext cx="1314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+9,8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AD37EC2-9C4C-4F75-B0E1-052644FE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676900"/>
            <a:ext cx="25527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Divergência material</a:t>
            </a:r>
          </a:p>
        </p:txBody>
      </p:sp>
      <p:graphicFrame>
        <p:nvGraphicFramePr>
          <p:cNvPr id="105" name=""/>
          <p:cNvGraphicFramePr/>
          <p:nvPr/>
        </p:nvGraphicFramePr>
        <p:xfrm>
          <a:off xmlns:a="http://schemas.openxmlformats.org/drawingml/2006/main" x="123825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ANBIMA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C762CFF-50A1-40AE-A286-DFE0591C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Tratamento: preservar a série interna para análise do SRE/CVM e usar o total ANBIMA na comunicação pública do volume de mercado. A diferença pode refletir classificação, deduplicação e tratamento editorial; as referências públicas consultadas não trazem reconciliação oferta a oferta. Para 2026, o último comparável ANBIMA localizado é jan–mai.</a:t>
            </a:r>
          </a:p>
        </p:txBody>
      </p:sp>
    </p:spTree>
    <p:extLst>
      <p:ext uri="{BB962C8B-B14F-4D97-AF65-F5344CB8AC3E}">
        <p14:creationId xmlns:p14="http://schemas.microsoft.com/office/powerpoint/2010/main" val="6570674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2BE72C-9018-47BB-9755-D90CBC57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58443A-FA92-422E-8F27-7842F7F3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59CD7-BBDB-4F30-AC2A-916EE108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88DA5-44B8-48C1-89DA-776A87A0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2C8E2A-EF66-4CD6-A69E-AA84E1CC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Público-alvo; 24/jul/26. Definições: Resolução CVM 30. Detalhes e limitações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368A10-C761-44BD-8FD6-52B7779B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2DF0EF-DCC1-4876-A8FD-DB200917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209A2D-228E-49C3-BB81-E504903F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a641683bea431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54E5AE-207F-4661-9770-1AE22F5B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BCED7-910D-4166-9F3F-3EA1ECC3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182516-800D-4B4C-AD38-D2A6FC53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92B564-1BAD-4A11-AB9B-4C29FBF9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9B28E4-BD3F-4B68-A422-F0767098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8512C7-17F5-4995-AD81-5A5F3CFF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35287C-D3A1-41A6-AD69-91AFDB88B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d28646bad24e4f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62B929-1C03-4F8A-A597-95D820B2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DCCE5F-1887-4C22-8AE9-9C784CEC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fc2e7a044643cd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77620F-3C99-45EF-9F2C-2C79627F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no 1S26.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9437581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319580-0E86-4945-8D79-A8B68A1F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E1E450-990A-4A6B-9927-91E54F65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834E7E-9863-478A-82B4-ECD2C597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3394B-E1AC-4DD8-B8C8-DEC538A9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35F96D-495D-453B-913A-33748614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F5EC99-E99B-446D-88EA-99FF3EC3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E1C8FA-586E-40C7-A171-641CD7D6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4E46C2-71DE-4AD8-B663-86C14C58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DE54E-C8FF-4F0C-97E5-CC78E48A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25F151-815D-4C5C-82A0-C8716E79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54C66C-B44F-4AC3-B75E-CF6B4CE7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7D499B-5770-4305-884D-74A59205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ebd7e9e0eb4f7a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268818-1D47-4D4F-9CC5-8B18D36A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7C33BF-BC10-4344-AAB7-39507DBA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e2782894d148d2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0471AB-DF55-443D-B34B-43308221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EF8735-9BC6-43E8-AC49-B3FE41CD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70a8ae5da649c6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4A714A-3ED1-49D8-BF5B-913E916A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FE3F37-171B-4F65-9445-FF32FBD5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D23FE0-27AB-46BE-8694-5754DFB26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82a62291a744b22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06841B-D47D-4C35-AC5A-B8CC23F9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03514C-65B6-45B2-83B2-1F29F26A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8807395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D024E0-4059-4EFA-92A6-B80ACB9A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E7E71C-54BF-48CD-B47E-A46B49B4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3DA73F-66C4-47F4-9EA9-EECC3A99F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D88152-6E68-431E-9C46-2C87B5904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8336E-973D-4A6B-892C-37FEF766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8AE23-18E6-49C2-9A77-9E085A6A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5138D3-CDC0-415E-854A-0ED65786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4D8D35-8F41-4797-B1E5-7AFA3F7B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d1e3b2e8fb473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B45977-82FF-4DD9-A7BE-F7E631A3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9BAC9B-B347-48B1-BB21-8AB926FB5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4f5ddfd5f84d06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4564FF-0CAE-4C7E-AB95-D693FDF3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9B4341-4B0B-41E7-818E-7DBB56DB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2FC719-5AF6-479B-ABA3-E8C64D38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562BB0-BBA1-4FB1-8E52-3AE06F43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9873E6-DAE1-4695-A728-0D004D73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C87AEA-E818-4518-AE9D-4A5A1F1B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89C44C-A9FB-42DE-A5F3-0E3AD755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5B19A2-9841-4771-8E19-8B46CB77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C2B3E0-0FDE-4EF5-A2AA-B73A48F3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5B9549-FD2E-4AAF-98FD-49B648E7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 Curadoria documental: 5 fundos e R$ 34,4 bi podem sair de Outros, sujeitos a validação manual; o gráfico mantém a taxonomia vigente.</a:t>
            </a:r>
          </a:p>
        </p:txBody>
      </p:sp>
    </p:spTree>
    <p:extLst>
      <p:ext uri="{BB962C8B-B14F-4D97-AF65-F5344CB8AC3E}">
        <p14:creationId xmlns:p14="http://schemas.microsoft.com/office/powerpoint/2010/main" val="636307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426C23-8A91-43EC-9600-75EB68B8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72A90A-2A66-4FB7-9729-8456C9C9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258876-AD5B-4787-AFC8-CA420AB1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AF2FD2-8AAA-4172-9979-674E6E3C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042C8-2116-4F00-918A-E95AA590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A3BF86-A4D5-429A-8BE5-8C285CF2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233C92-0CC7-49B6-97E8-5285491D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DD5738-521F-45AE-A593-E0E69683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ae95bd317e4a2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7D4C5-2AA3-40D1-8125-F0663F08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FFBE43-FD7B-4A15-AF54-30C54614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4f8e10767734660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A402B4-B691-443F-8E06-1CE51484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F41B06-5E05-406F-92D9-67928F14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588FF0-03A4-4155-994B-B6CA6529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B670B8-DA30-45A5-BB64-836B9D1A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83B6CD-36B2-453F-9BED-F833CB9B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8734403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AE75FF-A048-4042-ACA8-7A681D26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A5176F-3B54-4635-8B07-0EB09366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8375D-D7B7-4553-907D-DD6C6E75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8716A4-B220-40AE-B18C-05B65EB9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3917F4-8A12-4B71-870E-A4D98CFC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21A587-2246-4F94-992F-C0C21BCA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E19833-7144-469D-9C9A-DAEB929F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AD7AB2-13AA-4103-B4A3-53E7B439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1a817ba6004c4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AFD8B-626F-4D3C-83CF-815E254E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161EBD-7672-428F-AE40-FA4D8782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32c35bd59f412d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BFD708-9D7D-47B7-B6B3-46CA97DC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4301B4-C63D-4852-A9D3-4FC0985C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310679-BF46-414A-B6E0-560563BB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E1CBCA-5776-4ABA-A480-D4C0CD1D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A52B34-9216-4FAB-8B8A-0C6117C2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7D6634-B7CB-4202-A4D8-CEF13973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1211637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CBCBF6-EEAF-40AC-B005-D5F91389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A8CA0D-8929-4FD6-9605-3D6CD9D9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306C7-83A9-482C-B1F9-C4DF8AF6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5202F8-8954-4BA1-91A1-BEA574C3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EB2D2F-A5D3-44B2-8AC4-59CC6492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E47546-5725-4E34-81F2-04C4C120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2CFAE4-8CB9-4186-B0E3-46114438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60B052-6CFC-4576-902B-60F41091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4ba28bb843c4bd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E3E017-8DD1-4C38-8846-D3BE89E9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07F07F-71F8-4607-BAB1-9932E012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09FD8B-89B1-4512-80E2-9BF480FF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AA2F4B-EF93-47EE-89E4-4163CDF1E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D67368-868C-4594-BC49-CC99EB3B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C72474-3241-4A31-BB94-A75085F5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8CB023-3049-4CDA-A8AC-C73EEBEA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C7FA9A-E41C-4F88-AC81-87326F48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4E105F-A4C5-4049-9A85-ACBAAFEE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A9C19E-E087-4C8E-8D58-F1013B7C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80782C-7727-4601-9E53-351E1F64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8130BA-B563-4B20-BA66-3A93BD4B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9D7FF7-2FA1-4B66-BCB3-A50B462F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7FC6AA-2D0F-4B4B-87DB-D529390C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C74042-84CD-4C40-8886-B4D37287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29E794-3270-4C9D-9C92-0641AB00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F8F8B8-50D4-4363-8663-C4C2734E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71D819-768B-4F08-97E0-A9FE65C3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3F6E6D-2CDF-4B82-AFF8-E8DE87CB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2E55DE-ED8D-4E53-84FC-B00BC5836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EB13A2-B18A-4E3D-A5EA-5525B0F3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4110599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915BEB-C808-48E2-A037-EE183B30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CDF4F5-0A9D-45F6-9D6D-ADFB618B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1C6BE-2C2E-4A70-80A0-2E53428C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0BAFB9-9359-4BEC-B64C-5B506FA3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982AFA-3339-4FF6-8EFC-DA9DDBFA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77FD7-89F1-4395-8FBF-A839BE39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1626BE-35BC-4B55-923E-3EEA2224F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3CD6CE-FE20-4106-AE5E-0BE4149D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06510411d345e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5F1D17-ED07-4ADB-A81F-C2CF64B2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6B6F25-17E4-43D8-8E5D-EDE51B9A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C481B-A60F-4390-B64F-1BFC6F96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C94E5E-166D-4845-9226-9E2A3402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4E1963-9029-4589-8F55-FC6C0F0E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24BED7-1D27-4C2D-BBB4-C17A089D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D4DE03-8533-4F74-831F-4813D437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0B8949-6293-4592-AC44-F439F3BF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5DB448-4654-40CF-BC88-FEB007C6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8482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Original · inclui zeros no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A650F9-088E-44F2-8304-001C1583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545316-6AF9-478B-A9FF-2E675C7F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5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38FAC0-43AE-4D02-8795-6A9D798D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2EEF31-7152-485E-B220-E6819F71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C1DFBE-5523-4674-B19A-A4135553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21473749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2DDEBE-CBC9-4849-987E-2904B7BC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CD88ED-943B-44B1-8B2E-3ED0E24F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D99398-61E9-49F1-AC8F-90E3728F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34D22-1213-4C30-97C8-0D1DD4A6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227123-147D-41A8-AF7A-CD4F4F5B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46741-CF4C-4C86-93CD-E79193C1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FEDAC3-99C9-47C1-AAC3-6D905287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B3685-DF9C-46AA-84D4-F7C150FA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1c78599a30464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BFAFE8-990C-41D7-9EDE-DF123A42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7B966-4D0F-494C-9E91-0EE34432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656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5D913-7521-4537-90CF-8E86DE71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506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933963-DBD8-4F91-AB4E-9C96AC2D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64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A047FF-684A-411F-B5D5-1A492001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0AFC4A-FCB5-4E61-AD8F-4C635B91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CC33DD-EE91-4D4C-8349-34765F11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8482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Ex-zeros · denominador restrito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4AEACE-FD00-43AC-9904-6D2785FA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1C1200-C520-44A0-A7C8-EA5C866EB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74DF32-2843-4FE2-BE55-162E4599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28AFC4-9388-4774-83BE-0933B8C3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7BDA5D-0630-4BEA-A395-A11591DC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5895538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F127578-FE80-4F11-A418-EF503A22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527557-F24F-4292-BA26-D6B098F9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29BF1D-A343-4077-981C-FD9F6F01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71732-6D95-4592-B5F7-F4F2F69F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CC92EE-2525-4A1C-9785-5F94B9DC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8062C8-964E-4974-844A-C01F6C14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5AB535-E9F4-4B13-85C5-D68055F0B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660228-7DA0-4A39-8C98-6A4AE6E9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45a9811fe5429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B858F0-48A7-4EF5-BF8B-6DCFDF1A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B3A695-9282-4180-A644-624CB3F6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6225B8-5831-4A2D-901C-0338BF26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F7B4B9-2AC4-4143-8DC3-5B9ECD98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49C562-009D-4060-8901-8CFBE5DE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33209F-75F1-4771-B6EC-1B275CD5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5FDDCA-6BC3-4C60-8E6F-AE84FAF1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BE9BF8-E4A4-41C3-B727-7308DE13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7E2673-D0E0-4AA5-9E12-E0A75B61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00372F-A737-4A22-BF9F-63440A22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3B5525-A4BD-4145-8CA7-01BD5C83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FA9C11-67B3-4279-B2BA-F463DECD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D29D38-88D3-4282-B180-6988E859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ABCCAB-3B5E-498C-B3A9-C77F8B33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CDDC4E-82CA-429E-BA1E-FEDB435D6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338473-7BDF-40AB-999D-675278E0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1D9E90-9082-484D-B21D-B70ECF6E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59F23E-3965-4821-9B98-36D6A6C7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C0BB95-4D34-4C33-AAD4-E715466E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31EFF5-D489-4567-8139-C57DC65F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EFA902-F721-43F8-AFA8-2A11F77D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86CD1C-27A6-4E71-80B5-33797800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934920-3C79-4E5F-94BC-0B486D0F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857AC5-346D-45A1-AF43-4A9E9B25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F95719-7D98-4EA8-ADB8-6D35344B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05CC64-5B50-452A-945C-4F64F627C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D0EEAA-87C2-4BD3-BFC4-3BCBCAC9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87EEA0C-C32E-4930-89AE-BD08A005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EC5BB5C-98FE-4AB5-9CF2-5C73F01F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1D5CA0-50A8-472E-9CB2-6446DBE4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3DA7F16-22E7-47D3-929F-7EBC58A9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A38E258-EA10-4F52-A59B-815867EA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ACFDDF-5B44-41AC-8146-6791D7A7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753D67-6B13-4993-9F4B-758CB7EE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2902838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1B7459-B0C6-419B-8130-F81FEDBD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AD2B94-FCF7-4BF0-A142-CB3658ED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4F926-7F4E-4B43-A2AB-12FF777BD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287DF7-CCB3-491E-A693-63A000AAC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694B12-AF04-4B80-A658-7AFE6757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0E68CF-A2A1-4B72-94AF-16AED2BA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37EFE-D85C-4D6F-8CFD-8D80CA64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C8317-87BC-4FC0-9F5C-BEE19D3C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8450c11082435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98C041-EB25-496E-884F-91EBEC39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D887C0-2D4B-451B-805E-E9F8FE8C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86A5-4A79-4BF6-A6D0-45113994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4305661f2b44b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D8BE8B-9ECE-4DB1-8301-F631B0E82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D3EC5B-347B-40C7-9D5E-FAF19CF5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450EC4-1815-4632-8A5B-86FAD426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AFF707-F7C7-4D0F-9CCE-268B68CA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2B09D1-067B-4A2E-BE70-22E8BA2D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2836ED-B7E0-4200-9D95-9BB72913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B7087A-5EEC-4C13-A69E-4E3A878A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75938163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F12084-2FED-4F99-8CE9-A9506A96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F7071D-69F8-47E5-B497-9888ECFA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32B94F-F708-4F0E-B172-CA2D3B6C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39E98-6B9F-443D-B6F2-901FC1F8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B042A-D296-413D-9A98-6E15E287E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A42940-239E-447C-A39F-7DF22957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208B85-D4FF-4BE1-9D2D-B14F2F83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51FD4D-A468-4BC3-BFA5-E5AE4584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73F268-0E04-4CF5-BC92-8027C10C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0286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2727A7-4752-4785-A218-A05883AB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686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5E64F0-2324-49D8-8114-694CCCB0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571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9F4362-C55F-4739-8E8D-90295604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971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095AE0-9FCD-49AB-80E7-DE8552F8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2857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E5E84B-42DF-446F-966B-A4B2E859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57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EC7802-3E47-471E-9642-4202A5E4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9143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C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9846F-E5F3-4111-9C13-82442369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1543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D427C2-84A4-4B49-B306-51A37B2A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429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16B335-6A4A-492C-9F54-E7A6EB7D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829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 / REAG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6AD58B-4FAA-42DD-85BC-897F5A80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714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A60BC3-B09E-40A5-AA72-941F6AFE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4114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Demais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7A8AD7-AA74-40C6-B327-88DC34D5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CD684E-2A7C-4367-8E9D-6F9355B1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FE46F2-4089-415A-807B-D0E7DF69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58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d90399dce9456e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701D38-5F68-4E41-BE05-1F63F502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60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361eb86779c4821"/>
          </a:graphicData>
        </a:graphic>
      </p:graphicFrame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063873-11B3-4BD1-B490-8F947CB7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62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f46584e8e34a97"/>
          </a:graphicData>
        </a:graphic>
      </p:graphicFrame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973042-B8C3-4B64-A689-C0264392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64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6f94d23b8147a6"/>
          </a:graphicData>
        </a:graphic>
      </p:graphicFrame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2CC2CF-1A1E-4428-A538-EAE7EE0D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e545ee6a204695"/>
          </a:graphicData>
        </a:graphic>
      </p:graphicFrame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A0B5CB-6EA3-423C-85E5-5764A4EE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68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98eb4af6bb471c"/>
          </a:graphicData>
        </a:graphic>
      </p:graphicFrame>
    </p:spTree>
    <p:extLst>
      <p:ext uri="{BB962C8B-B14F-4D97-AF65-F5344CB8AC3E}">
        <p14:creationId xmlns:p14="http://schemas.microsoft.com/office/powerpoint/2010/main" val="181936437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B415E4-5494-460A-A859-7FD9C7A1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77D60-8C8A-4348-8BEB-74582CDD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F7913-1377-4FA6-83E5-77177534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F812D1-4E12-44E5-B76E-313A1357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56115-4A65-4B08-A1ED-FA9101A1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AA13E0-11E1-448C-8BF2-1409CDD0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27EA63-F12C-4800-847A-ED22FFE5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936E56-E418-4327-B267-5DC352D8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20b6daf8ce4bd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A1345-7DD9-41E4-A05C-7D5D14F2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AF9336-246D-4D07-AF87-BE00CB5C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9D2F6A-E15B-477C-B496-DCEC9C12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7036D-7E85-4B82-ACE1-0CFC9BF8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19020210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ACB90D-8B04-4B79-A744-0A3BD705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04351F-21BB-462F-B722-196E40FB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0AD4FA-D49E-4753-8B9C-9554EDA7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35CD67-7DEA-4D9A-967A-D0A435BA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41E79-EDB8-4C79-8A98-98D75B83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F9589-521A-42E8-A469-8FA13A30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47AA61-29E0-4B7A-9C18-4FE7C8D4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D4AF46-A76A-42FE-BACC-698F9D07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ea9c47b83e485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2C6AA-D570-45F2-9DD2-3A074AE5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598C8C-8028-4C02-9756-E7C67563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426C84-C0DB-48DA-B4DC-E40A5CDE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C4A003-0E4E-460B-9E87-0D2687CA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86b94cb1314643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56ABA8-83F2-44AE-A793-23E94C38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D851D2-D24D-4280-B318-537C18E5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2069AC-75B6-45A7-910A-ED37EC24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152800690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774669-6BFE-4324-82D4-74AD8A3D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3FA46-E51F-442D-9D1B-0B03FC9B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64649-0566-48B5-BE85-0B44AD3B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82AB97-5125-4D58-A54E-89D631FE2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93107-36DC-45C5-AF03-2CD8C098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55C48C-4A38-43E4-B4CB-7D0FC547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d2efdc40c3456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89ADDA-94A5-4990-AFE9-656D5A95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50290340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4B8A81-AC7B-4A32-A7CE-B84FAAB1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2F52CB-BC5F-4BB1-8F34-26AE1C41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DD6706-35D1-47F0-8D10-67D0D4EF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EC7889-5D3A-4220-8711-C8B86A19D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40A663-BEA2-4131-A1B7-0DCD8AD8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45A93-7A73-471F-B7D5-36B82DC7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a0b4240fbf45f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80923F-D8E4-4E0D-9B96-2D549756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68167574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AA8087-E670-488C-89BF-E559CBBA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CFBE73-638D-4DDB-8A49-6317A0D7E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BBC39-CC97-4299-8321-AA7F3A42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9CCCCE-D441-499F-A157-30AE699E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7DC76B-4E5E-4076-B1A2-C0525EBC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F094C3-0FE6-4631-A783-2F3FF742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710378079b4d9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59FC7-0E14-49BA-9FDC-A36060A7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53278395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74FFD313-3721-4B9D-9110-4F79CDED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013096-FCF4-4E90-9C50-F2540A6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5C5412-DF9B-45C5-9598-3131370D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DE1122-9FF4-4381-AE5C-F1532E30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8F7BD6-4819-4B43-9CC1-3634A447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FD0AE1-5A87-49B9-B45A-127F1FCF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394A6-E0B8-4127-B92A-3CD73200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860E8F-80BE-40A8-AF8D-3747E751C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53D171-6BF9-499B-93C8-C0A4E4958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373237-2A18-46B7-BE4C-5B58EEEA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FEE180-3D62-40C0-9C73-2CB83881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5ED84-0E76-41AA-9368-95B0F1B9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15075C-447F-4F4A-B5DA-3801F550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164DCF-FE84-43EE-ABEB-A70AD23F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E8BE73-FFA7-491C-8A32-B4C99A92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B766DC-3DD3-4D83-BFB3-9C361CC4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3D4E5F-FCF6-4613-8FBC-4F950FA3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B20709-42F6-4505-A3A7-19FF37E2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4C219E-0BB4-407A-914E-FC60C556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31A346-E3A5-429A-B5F7-6B2B4C00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B2A70C-CB5B-418A-8363-4740AC8E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3FF462-7954-4194-8A99-2A5C80EA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2E258B-4DB0-469F-AA2D-005E3600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6C76BF-7547-4E9C-8D04-3E442376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8FA183-276E-4273-A4FC-460B1E8E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B40589-1CB8-44E7-839B-E3BED4B8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4F0782-5C1C-4E75-A19D-E127F1D2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087822-5DB9-4FAC-B148-286C6F26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341268-CDAC-40D0-B821-A9EE7B0A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5DE8BF-D9BB-4A62-8103-61FA7C87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9FDA70-520F-402F-9AC4-BF17D2F1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65C1A0-BD64-43C1-AD9F-1BFE2624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D6D6A0-47F3-46E0-B7CD-AC8EA8D1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19FC12-C887-4784-9039-9061FFC2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CFD953-69E1-4A7F-830E-59611A78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9D4997-92B2-4A20-B6C0-605E17B0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6459C1-E70D-41C1-BDB0-3994780C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BDDC9F-DF33-4376-A0C8-AB076856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65D947-C223-4DF2-9BD3-9A83CDB7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7C7922-07E6-443D-9015-E782AA11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81D3D6-481F-476D-A763-DC68987E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1EAA02B-D7EE-4AEA-BE1E-EF3DF403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6D128DD-D8AE-46F0-AE16-5037FCB9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456F0AF-6E32-4922-BBD8-0996EEF1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F585208-38BE-4A60-8B10-85CD09B9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39329C2-20AA-4908-9D67-25B81007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60D0667-F5C8-439C-B1E4-FA1A4333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5869FD-4DAC-464F-8B1B-6AF4B71A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5D0824-42F6-46CB-A17B-5B9F2DFA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3441717-21F4-4B62-9011-D55C9E4A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AD2B44-65E6-4729-A017-325D1F3D5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00804C0-4AAE-4F26-BC3B-BF0585D0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Consignado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9D64E96-1A4D-4ECB-AD38-79261362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5EB10B7-E40E-49FD-BF6A-AC1C0CA5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5AE03C5-824D-4D59-B035-AB7049DF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C489D96-22EA-49B9-88B6-C802D2EF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65BDD58-DE3D-4AB8-8150-1D309ACA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489937F-5F3D-44E9-8218-CD092BA2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19E35B4-22D7-432B-B97F-082B2DF7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A904BFF-8864-4B76-A599-F5E7460C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6D04AA4-8137-47A2-A0C2-14DE0DEC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C2DA084-9E18-4B02-83D3-A9FEA025B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2C65532-E4D6-454A-BC49-64E36A03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C2BF33E-5F74-4E5D-A4EA-291B1FF9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4E315D5-D805-40D3-8A7D-49AC61BD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6BFC06F-D8D9-4E41-BC62-35788874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A2D9027-E71E-4426-BD1C-8024FC89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655BDF8-9DD8-4821-B42E-1D1EACDF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F65929F-3AC2-4D87-B02D-36DBCF88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3C0E3D6-51E9-42B6-8636-53EC6EA2B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208BF9D-EF0E-41BE-B704-665149EBF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9B914A2-9CD9-448B-A240-1B238B2F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3557E77-891D-4E8D-BFD6-CEE4EEA6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77973B0-6F3D-4AB5-901D-180A5947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E8AAEF4-F947-41D7-8EDF-C147AAF1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B524751-8869-4951-8565-DBE07B90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4831AE2-8748-4D70-A618-BCC455F1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54F71D7-FB15-4404-905E-1DF30AC9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7E9AB0E-334E-4F80-8D4F-A209C0D0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ECE31A2-EBD3-4010-AB96-FC520581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74A1C83-36BA-46FD-B74A-3E945AAB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39C29E3-6860-4D03-A61C-C63A447D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CC75B5A-209D-4E33-A237-A88D0055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51272A0-D4AC-408E-8870-EBBFD375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853A3EC-5F56-42DF-B8D1-DE7C8FB5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207720C-75E4-4552-A506-433FFDD6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FB97079-354F-48B2-8FC4-E29D6CE75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45A37EC-F0DC-4817-999F-B8B8DD50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CC4383D-E80C-4688-9789-CA5E5B03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BD84BEB-9590-404B-9E59-727474E2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59C3555-E657-4CA1-B911-A0F7A3588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FC0BC6F-4B21-4418-B959-FD2F8F62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F3BA673-7C96-4DD2-B078-F0B53CA2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5FFE921-939A-4472-A237-5D95430A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3770961-073C-4C7F-9F81-7724FC52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F66D702-A497-4C4A-BB4A-12F601C2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B4E9E98-5AD2-4CE5-87C1-76B6A107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F45B21A-56C8-4D65-B56A-97AB9CF0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919F412-9722-41F2-A3D7-441404E0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862FFB1-EDA0-4E90-9F33-18163BBE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4B702D4-3FC8-4780-98B9-C088CE40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DFF85FB-997A-419D-B248-915B907D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4E63CA5-D19D-4BE6-A62A-98BAE50A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563044D-3090-4054-8F40-78E98967E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2C7D4E1-5610-41B3-A813-720E76DC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109087C-78F2-4A55-8379-A7BD435F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8F76AFF0-AE98-4139-84BA-E302AECB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F6A3134-02ED-4815-9954-FE811FB54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89C5517-C9A6-4E2C-9294-87F6107A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A61E9F1-0A99-4F1C-A14B-954E3855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2B96EDA-2B69-48EA-A2CA-36B897147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7336FFD-479B-43D9-9EDA-0F4FD055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B2EB320-ABAA-4E4C-829D-583691D5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0437B034-A26C-496C-BEFF-A437883C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511A712-13ED-4BA2-A047-BB87B499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ED9190C-939F-422A-966B-058E1357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8BAE9AE-1800-455F-A5B8-8BCB2DAD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EF37156-66C7-4A32-8C1C-7FE62458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4362BBD-BC89-4ABE-ACDA-9A58FBA7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058DF6B7-9D0D-4444-AB7F-E411DE6D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9863DD6-751F-4480-9CF2-8F4A835B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0672F16-CC76-46D4-9312-1A661934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FC6105B5-B1C2-4E34-BFC2-16639144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0310674D-4765-4F19-98D4-9602991F3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1251D2E9-5562-40C2-BAEF-DD4F090B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AB28D96A-2B9D-4AD0-BC50-F9E960F7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E39F19B-F9C1-4182-B241-41A010505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2D2D9CD6-3231-458B-B5F5-8EFFCD7A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3C03226-31F3-4FDB-A4B6-97F446A6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2C1EDBD9-0729-44EF-94A2-553933B7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113416CF-DAD3-4076-94B6-6EA917A8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BCCC649C-419D-496D-AE70-E020C15B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F851F5B-F164-496A-8500-9812DE49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41CFC218-E218-49F9-92BD-F7F26B90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D3162C3F-9DD6-417A-9595-5910E000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6E1AF7DF-564A-49CB-B13E-C213044A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BE3D555A-5EE1-4A27-A1C8-4D3573C0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79BC3CD2-3FEB-4F5D-9188-B9D77F4E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E1BBCBD-E96C-4A40-AE0F-E7DE53E4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64645620-0561-45FE-81B4-54B08F889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C0710D6D-799A-4F40-ADCE-E6A144EA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8CC71FCB-701C-4C0D-90DF-D03800E8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A167A78-2A97-4698-AFB1-D899940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2311302B-4297-477C-9749-60C8A52BD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F90CF8BA-1F4A-4850-954E-B44F4404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2A73160D-B28F-47FB-9053-D71F0062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E95D2D76-6F84-49F9-8045-35C613F4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3FF1FF17-4D21-4A4E-8E1D-7AA28DBC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7DFB4F04-2159-4145-9758-18B862B04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836B96C5-959C-4185-A8C4-B310BF55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1D372AE9-41A9-4CE7-842E-EB21933F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473E059C-87BE-4676-A294-D3BCCCA4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227648D-8A3F-4B5F-A7E4-0C7287A2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74662A1D-B97C-4360-B4BA-9D5DF34A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E45FD93-C5D0-4FF3-B62F-A329EB8F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6C16866-EF03-4A46-AE4E-63C08A3B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A37AC25B-CC8F-494B-9325-1BB923AA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C9FE37A-97AE-4986-A37C-A3C33825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C8A5236-EB85-4500-9872-2F958A78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122C7556-C0C0-4710-AAE1-E658D46C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de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4C1AED3F-7EB1-458D-AFA7-DB896CD6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B3184214-172B-4453-AD5B-4E9DA0AA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61DADDC9-1329-4877-8474-D42B1F7B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894F4A4E-BCBA-4424-9F6A-5B0CF6C8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599ED895-62B4-49A6-AA0A-3AE7EAB9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CDEBF7A7-8E68-4D87-B3FC-C066A7D6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240571AF-EA97-46AC-8DA8-E7E33577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C7D65AAD-6128-47C4-9006-C40D561CD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D01836A8-86F4-455E-BA32-637205CA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6CE3C9BA-3E4A-4269-B3EF-2217089E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6C0737D3-B32C-41D9-A3EA-B07EE4B4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4C44FD7B-9D5E-49B4-9102-8BEDEDAA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52E2CE05-8D15-43D2-9306-9F52ECB0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C230C445-8A2B-4F42-8435-F5FEBCCF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E1B8B032-E35B-4BE2-AD72-DEA01EC4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B2C91BC4-510A-418F-A7FC-643D4243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B38E7297-5FE4-4980-8D66-D7E39FE4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0757446-895C-432E-A5D3-456B5F9D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E1B6BD5B-9616-43BF-84C1-B795AA14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B468AB93-6925-4BC7-B810-41742004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74585311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4EB3599C-332C-4382-B0A2-336EAC33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FF2483-0B67-4E1E-9036-498C2FE7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 candidatos somam R$ 34,4 bi · 10,0% de Outros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A6296-E32A-4B0E-8A30-F696361B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D5424B-E7D2-4B72-A1CC-AE3850AF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8E3EE-2BF5-436B-AC0E-B3CCE433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FundosNet; ranking em jun/26. Regulamento público vigente mais recente, leitura automatizada por pypdf; links e limitações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31F378-D263-4DED-AD36-7708DB38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C1C04D-44CD-477A-A8A3-1527965C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A574B9-B8FC-4833-9E43-BB3629C9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4286B4-99B1-4846-B412-BF88AC49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991693-5BA8-4BC4-ADE9-3997293A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22DE2-99BE-4506-AEB9-7EF3F489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Cedente / originador expresso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988711-17B0-422B-9537-EA120E0B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Categoria proposta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FF68EF-CB90-4CAB-964D-0215E04C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10BE71-4EAD-45AC-8038-361890AD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68BC03-C5FC-4CAE-9384-E4882D575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B69B16-214A-4C36-9511-BDC96172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799D83-986C-4470-906F-F46EE20D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67D009-D6DC-4DD7-BF04-14F782A3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786062-62F9-430D-91FA-F2F862E2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B0A0F3-941F-46B5-AE21-DBEEF1E2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A17B3E-81D8-4742-B4C0-AFB17619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BBC500-4234-4437-9505-847DBB16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027CB2-68B8-4125-B7AA-4116F0FF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9B4142-30F5-470D-9486-DECEF389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34A189-73E5-4E20-AE10-DE92C6B0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D035A7-1B48-4901-9D01-0AE094F5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319E6D-6EB3-44BA-A67C-9A988AA7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Ausência de cedente ou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51B65F-FB14-42FE-8129-4C07CF8F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FE3C4A-F2D8-42D0-B9EB-C49F532D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3B1E0D-0FF1-46D1-B405-01420DC8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8BAD68-17C9-4637-9648-5DD9E242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D143E7-E188-48DD-B2D4-F372E3FF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4D828B-B0FF-4718-86ED-2A0B803B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9A71BE-B280-43D7-A250-DF444FBF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67BD2E-5D0B-4EC2-8AA8-78DCFDDB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029C4B-078B-4921-94E9-A17F5EB9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19E1697-3D2D-4C3A-96CC-6DFEFF07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E84638-B1EA-4E50-9256-44916C14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31B67A-8CF6-440D-9BDA-9221FE3B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AD21148-7E28-4189-B495-415FA84B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BE14437-E15B-45A9-BF07-AF9E170D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184113-5F53-4FAE-AA14-2F609A9E7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743781-EAC5-4BC0-A57E-B277B7B5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50F921D-EFA2-4081-975E-45512FF9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E487ED-B47E-4794-85B0-0172B9A7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333994-3DEA-4787-8AD0-6F8639B3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891D0FF-718B-42FD-9C3A-87782E4B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797B4E-D311-48B0-8A96-52340CF4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6F1387B-9F99-45E7-9365-8C371921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BC5C479-E798-4691-84A1-CC06BE2B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7B35E1D-9886-47E8-86B2-D478D6D8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8617562-8597-4385-9AA2-C2F531DA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F5E3A66-3F93-42A9-ADC5-C481CD1F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9C12E2C-B188-48DA-9061-206F0643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18EE8A0-E253-4892-BE4A-6BA5A3F3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A1AACC7-FF36-4DD4-821A-347945E2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ECC8548-B9EC-4B25-9EF0-37097DD2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ED845C5-2462-45E4-BA1C-A260ABA1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272B71B-5C4D-40E3-B91B-3DE84DF8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3F2150D-1B09-445E-A98D-11EF81CB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4F2BD9D-4904-4B5E-957A-77A2AF38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4714B8C-B99D-45AE-8BB4-F7D06087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9922230-2725-4BAC-B4BF-2516A07B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9FAEDCC-14F4-42AC-9C2B-30508CF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9ADC275-0A00-4421-93A9-9B6499D5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35283F1-5EFF-4873-8913-BAC87960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522E31F-E24E-436B-81AC-6CC41E8D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Ausência de originador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5EEEADB-4D8D-4520-8199-8B89F27F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B5A9957-912C-48F2-BD72-504C75EE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9004C46-BE35-4C23-AA14-FC4DB3A7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37A9979-EA17-45FC-933B-26ADE3CB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980BDB7-F5CC-4D1C-B26F-5D24BDCC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4C496EC-D7CD-4E9E-8C65-F34DB2CF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4068AFB-596F-46AA-AA82-CD410967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8645563-CC6C-4BA6-9685-74FB1C76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E6B7753-BC4B-43A6-8B47-F8341CEF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A89E35E-9565-4DD2-AABD-CAE72702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928E543-6617-4958-BCF2-8641D7A8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DCBDC54-8044-4686-B904-14659E6B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597C052-EBFE-433C-B54D-44FE61559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080EF3B-A77A-4EB4-8A5E-5309C8D0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63468A4-6D26-411E-BAF7-B7FC82D4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728A531-0701-4B6B-AA5F-13BB4423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S.A. (cedente) e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FD302DB-31EC-471F-9616-41E60306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6D9B7F1-9255-4185-8CFF-3D37C73B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E1BA0DE-8FEC-4526-847A-8D7C06A5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625C1F8-4F97-4D40-8009-DD7EA814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886E77D-64E6-4B52-993F-8408AEB7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61CDBF0-9916-4522-B929-D1BF7AA5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41A4512-B3D9-4FA0-A49C-5020764D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41A9821-0425-4AF9-9B63-94E6E4B0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Múltiplos cedentes;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2E6FB04-D94C-436C-890C-E78C1EDD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651CA61-DBBC-42EB-9B50-26297C40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424D781-FFF9-4BBF-AB7A-FDF3A6F6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0A7FD70-BE9E-48DC-AFA3-3E577859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050F138-4571-4ABD-BFA0-2DFD491E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DAE90D3-E514-4140-B2FB-F6E0C2EB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AC18B1B-2C0A-4CFD-A711-CC4B073E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Cedente / originador expresso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BBAF0D5-E772-4FBC-8CE7-EBC44B2A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Categoria proposta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707F08B-683B-464A-9CA3-1959BDACD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7507C3A-AA22-42A3-B217-F33332D3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44FC137-3293-4979-8A48-0DEE70F8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4C0F382-D859-4123-A0BF-5BB99A25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FD18F20-E556-422F-875A-C9E27594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84616981-FB0B-45BA-B6AD-D1B66F14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D517679-0A65-4830-8AA1-1C2834423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Regulamento não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173FB93-663B-488E-AE7E-CFBCC1A3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8A3E9F8-F53E-42FD-8785-67B56FC8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F831BC6B-FA22-4BEA-A3DE-C0EBB6CD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C719D59-B948-43BD-8A8E-4AC5E43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6610F4D-3892-4AAE-B237-2EA81EF5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EEA9804-147A-4FC0-97A0-41C8FC03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6794136-892C-4F00-B5FF-01DE124D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0FEE649-8585-4B4C-9F39-DD325B37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Ausência de originador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B75D551-7160-43D0-B600-342DDC44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4F29DC7-1C80-45FC-A33D-45D611BF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F5DF5B31-8261-48CB-90F3-0C8686BB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930EA3F-7F39-4A7B-93BD-C50E11858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76EFCB1C-CAAD-407A-B8A3-96A39E88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52BB638-C7E2-4A00-ACA7-CF10C4CB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AD1DA13-877B-454E-A8F6-7EEC3D78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1072850E-1722-449C-BF15-8B09A37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Múltiplos cedentes;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6A045F13-4A42-4DF0-867A-B6908B16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C997B78-88F0-4A95-BE42-845B05C6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AD0EB7B-B32C-48E2-861C-2763D6C8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3ADCA86D-7B46-4E77-ABF5-B3819BF4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D6B55C6-A07C-445D-A115-377D3534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2F466D25-0A34-4404-9C7E-C8DFAC2A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C63D932-EC69-47CF-A4F6-B42600FB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BEA4790-7421-4FCC-9E3E-CE69A773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DD48B15B-4E7D-41CE-BE7C-5F05B037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E27DA69-3487-45A3-A890-F9C4650B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CA5B9B76-6752-48AD-87D0-FF12DDD0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12749F8E-FBCF-45AD-A5AB-D9DD92C8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BD142753-74CB-409C-8C91-212A54FF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3767CFFD-8AF3-444A-ACE5-A9430CED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PCG - BRASIL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8424F273-9A42-4FD9-A186-738684C7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B7A8E1AC-93BE-4E41-A2E3-6A443E76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Entidades distintas;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B667EF3C-A126-49F3-81E2-D59D5D69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22C9CD83-32CD-4948-9416-E65221E0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C2CF44B-AB2B-496A-AD1F-D3273B75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08E72801-3707-4FA4-812B-24DCC037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24CAB02E-F719-4065-B052-ACE1551F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6A6186B-1F9D-490C-BA34-3A9BA8D5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174CB22A-A17B-47B4-AE4F-F51B64AB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ECCEBB47-4C83-42B5-93DA-C2102F27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em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38F71640-D718-4AC5-A469-4FEE56F3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7E2C8B1A-D630-4A38-89DC-FE7C2280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2BF362EF-A518-454F-95CB-15A5DAB24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D32C4E68-7AE7-4D93-AFDB-AB11638A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C0858108-5226-4512-B245-A4A9D643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D13E62D-75F9-4356-91A0-A4373E3F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48915B7D-A6BE-4EFD-9654-D87C83FA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2A7465C-2F8C-42D8-B71F-AE1C5ADD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3EA2DEC-7997-4AFE-8ACA-87CF7F0F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DC4D5355-6EBC-4E11-AE72-CCF44346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0D03609-7B5A-4EC5-A440-E84CC0C3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EC0CCA45-BA81-4B9D-9358-11C3F43F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9D79E42F-4369-46F1-B312-66035252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131006F4-FD4E-42BF-9454-17EA1ED2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D86639E-1018-4B96-93A1-E0A3DE66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277C161F-97A0-465B-AD65-72630EDB8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Aquele que realiza a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AAECBC8E-D0EF-4B6C-9AC7-E81C7683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93EDA173-5028-4B95-B3C3-E3814D5C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B03AB03B-50C4-46B8-9BB5-8A241DF3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F8D5F713-FA91-42EE-90F0-532BB902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31F42845-EA7E-401C-B07A-2E02C3A2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DE621EDA-CE83-4F3C-B61C-92765ECB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7DE1495A-6294-49C2-B669-5F3A2EA04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34F6ADDF-CDB5-461E-A381-CE28D57E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A8C11933-8FD8-4445-B9B6-E1A5E021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49B48FF4-7B1F-4ED9-B160-D4EABAB7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38C964E-847C-4E40-909C-54D71288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EC9A572B-CBB5-4B3C-8C83-CF77E404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3D212176-0C26-4BD4-93EB-AD951127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F4C68AE6-28EB-4E7C-A3A9-840B336D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A36FD3FC-D0EB-400F-A5F8-A8FB0DC4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A18DC1BD-F168-4791-9656-9C489E6C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65BA6428-0E3E-48CC-A43D-7505DE56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0C56C9A-74BA-4651-ACEC-0C5BA79A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</p:spTree>
    <p:extLst>
      <p:ext uri="{BB962C8B-B14F-4D97-AF65-F5344CB8AC3E}">
        <p14:creationId xmlns:p14="http://schemas.microsoft.com/office/powerpoint/2010/main" val="178995129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0FA015-36F5-4F3B-AAE1-30975C9D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98DE67-2B93-4F5D-B335-9506F228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AA0D6A-6BD9-4736-82D1-9DD40AE3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55931B-588F-40FD-A21B-203D0BAF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43567-AA69-40FA-B324-4036691F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425F3-78C6-48EC-A0C2-169897FB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67c554aa8f4f0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C2DBD3-5CD7-44D1-9B30-C8962AD1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E49E7B-031D-41F3-8774-46383043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FF7B72-8874-4194-A5AC-6969E3E7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D26D8-FBA5-4356-BED1-72C2C23F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9E2C89-2680-4B43-90A3-7D060F25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AC4AF3-9341-449C-B39F-74E3109C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681304-B024-4946-824D-C60E615B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980C2F-F347-40CB-9676-1025E2FD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1F7FC9-4109-44A6-A911-C59F80AF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C55FD2-9698-4718-8F93-B7A16128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59CC8E-9815-4CDD-B884-7A2DDE47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667D8D-170F-4851-9D8A-AEF21C1E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0F185D-1042-4C9A-A41F-656525B1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F351C4-F52E-4BC6-BF60-59BF5246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5B55F7-E085-4CC9-A129-DC7B4770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1AC5E4-E6E8-4CB1-B515-C65C2EA1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F390A7-9C70-4762-B1BA-CD30023F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14644F-1ED4-40C8-A744-A987A2C31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3C3A06-0EAE-4B17-9315-5132F27A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F1CDCD-B3EA-4B96-A82D-F2A4D67D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21559029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EE211AF-F00D-4192-A5C8-A57E1FA9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842D3E-A296-47A8-9D5E-DA65C859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92A43-3B47-4740-B476-E7BFEA33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BDFE11-0932-4262-8AFC-9D351E22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4D4517-3658-4D0C-85CA-3D8C9DD3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7241B-A77C-4A96-8EB4-80885157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751EBE-DDCA-4C6C-A77D-C6A3C718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350E0D-933C-4AF5-9C22-2554C5F6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8E5781-6885-43BB-B1B0-5731E6A1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1AD4BB-EF3C-4F2B-A1A9-3FA730E6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430B9-9B3F-4664-92CD-AFCC3344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9F4C2-3678-4FA2-A5E0-7EF21328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FD700C-7550-4AB3-B24C-B9DFC6848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A2013B-15C5-4D92-B7E9-48FDB185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591844-B5B4-4FA0-AB21-2E2E1B4C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6C4B20-506F-4D7B-A977-3A1792CE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955B2C-3F39-4D81-8F0D-730E9F5F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726EE5-8609-4DC0-B21C-B50A8AFE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498AF2-F2B6-4CD6-BB79-BC2AC097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3B70C8-AF5D-4AA8-B460-D749A4FF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2A50C7-8BB6-4BCA-A23E-AE103BAC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609600-1A95-42A3-8967-637579CC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1B53E2-37F0-4C69-BDF2-82D93267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F22852-68BD-4CD5-9D99-019154C7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88193E-6FF5-49F7-9D2A-8B108682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64E374-54A6-4E0C-90B7-FF721F9D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0FC180-6409-4506-930D-5304A083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7408AD-6715-4C31-B120-1F80EE52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805696-2044-4C22-B2D6-5F46FDA1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0455A0-A03D-4CFF-88C5-2BF7065D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D79493-5A6A-4B5C-94B1-58EE6DC9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0463A1-C62E-4AFF-87EB-CE60C221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AD2C99-20F1-483F-A913-A4B655B0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AC4CBD-1464-4C47-B509-01D46054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C9B3FD-0740-49AA-89C1-81F26E34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18179FB-EBEC-414A-AFED-7F862CB4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D211A1-06E3-4DD5-B5BF-17670E09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ED4E433-A0DC-4CC2-AF1E-056663B9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E62C7F-2082-41BB-A933-6F62235C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07C499-DEB8-41F5-B6B3-DCECA6DB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F127DB-1341-49B8-BFAF-81012A94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784E1D9-164D-42D7-8610-10CAF00B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E263653-41F3-456C-88EE-3BD3275F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96FD6B7-CD34-4757-8242-C8BA320C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829211-A6BD-46A8-9926-A097EDFC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F4F327-0CB6-40CF-BBF4-F5DD93A0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44C5182-307B-4513-B726-676D65E3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78C49DC-A57B-494A-8F6B-A436FD5C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A6CE22-441E-4223-9957-CE54E2DC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1F29321-8521-4E3E-96F4-F31268BC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18F9D9-8C5E-408D-A2D5-9007042B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AAFDD24-88EF-4BD4-AC0C-7C0216DF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E5A3F10-D219-42A3-AE04-53BB5B8F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E34A3FE-EDB5-4EB2-BB52-2EDFA57F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BF333BF-6C05-4D7E-9DCA-32B3241E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4D138CC-1D17-4CC9-B04A-84A1237F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742D716-568C-49CC-8E9C-DBD0758C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EEB3EF7-C740-4976-902D-8C4F9AEA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4927DF0-930D-43AE-BEC3-152F5692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5E781EE-9C66-4530-9F99-43284A3F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6CC8AC5-6EF5-4526-9857-767E5987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C81BFA6-0BDC-4A14-8D9B-3276D4C7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243FE89-2F8E-47D8-AEF2-A7970CC4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277B937-8857-446A-8F16-FBAD4BA5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4B6177B-13CC-4A7E-9B6A-9E781ECE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F688D42-868E-44CA-9984-E05B326D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3422FCB-D3EF-4F26-A850-89D19825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227DAB7-D198-49AB-8C0D-2F5BBF73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92DC838-3BEB-4B3B-9392-47CA4D3B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AC4561B-0365-4741-BCB0-F6E122F6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979C625-4CCC-4B37-BEA9-5CA5F55D0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FFA0F12-94AE-4CA0-9FC8-A653667F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0259D38-234D-4185-B0C6-BB1A8315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6A77E58-367A-45F3-95F7-239A9E92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A267748-05DA-430C-BE45-9BC0786C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B8121B8-DF8B-4D63-BECB-8875B060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B08DBBA-A167-4F0A-B144-F14CA8DF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3782298-29CF-403A-BC4C-24D207EB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EEE6AE9-24C8-4EC3-B11C-F4B8347F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72341236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0CA13F-4F1F-4588-9DF0-E4AA6154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4C844-1CE4-41FA-9DF2-6B6BA906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42860-6CC0-4520-97C7-8D38B5EA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16E4DC-957F-434C-A164-52EC32CA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A78781-2940-451E-B993-BBDE5999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 — Ofertas Públicas de Distribuição (consulta 24/jul/26). Cotas de FIDC; ofertas primárias encerradas, todos os ritos, volume registrado &gt; 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830D68-46B6-492F-9783-3D6B13DF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DB6943-E0F4-463F-814C-D87C5892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DE2D4A-4A8D-4B0D-A03F-696A20292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b545f125d14d2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A33DB9-121B-4A9C-8C61-FA3C184F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B4EDE5-69D0-4866-8C88-10EE2095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f62daddf1248fc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84F4A9-A77F-4CA7-89DC-C7662D270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E767B9-3CD2-4F79-8DFD-2DA89E44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159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7B15CC-BA8D-4BF1-B917-98674465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968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0CEB32-28B7-40D1-8A4D-A28B7A9A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9873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73FB47-FD10-4F9B-BED4-B098B2F0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7682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C62F43-3DAE-432F-BD43-7286A751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5491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0B01A3-F9E2-4E84-AF16-3828F7A5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7DA3E1-A061-4944-9D94-48F66F1A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749C1F-0C51-46EA-92AD-71E4D5DF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032FD4-3439-4AB5-B8B2-D262BDAF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A44740-3738-475A-97A1-C97BD577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019A80-1855-4B6F-96F6-9CCD5B17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F1A3DE-4771-4E62-BFC3-0A6819AA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823CFD-0226-427C-A87D-A88EBF54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55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492559-F1E6-494E-A0BD-8981F9D7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73530957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7D7BF5-D0F8-4300-8B62-4ED9AF01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3FE8DB-F35E-4569-B905-7C2794A9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8E46E1-A55D-4EA4-BA38-1DE24ED9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C142C-2445-4E77-8873-FC5229D4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5ABA31-B351-4606-AC60-5FD47D43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mesma coorte do slide anterior. 2024/2025 = ano completo;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D04184-4680-4087-BCB4-14C1C75D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4957F3-B396-4AB1-BFBE-57DB9C09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2D14D-E654-4747-8C4F-59838F27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8e62a05cde242d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4ECBFE-7202-477B-9C02-9F752A40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74DD6A-D31B-45BF-87BE-C28E4820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c710ec3d3f40bc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C3EC73-3EA5-4D11-A000-0F6E0989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29B4AA-3950-4681-A78F-4E73D546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ed0d9d299a4b1b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3F9455-F92A-4077-832D-3D483E86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32C74F-8F7B-4725-95AB-02FA2800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AB4458-C1BA-4246-A41D-BC75CB72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25BC66-D2BF-49D6-B80D-7911E310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577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44C867-467F-436F-B6D3-81EC124B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86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2677E-F3D8-40B9-96E6-23703C0E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7553DF-56B8-41DD-8553-102AE272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ADA2C9-EC6B-401D-AC68-678DDE79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901616-1B92-4E82-864B-FD25FB81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ABD4DA-BCAF-4C11-BEC4-AD31B32B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22F194-F718-44A9-84E9-B38E0430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C376EF-0A66-4FC9-83E4-21A43992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E348DD-A952-41F8-B137-E403FB40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CEBA32-7775-4668-B473-0B0DC52A2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34580907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2DCDFC-320F-4BE2-9CC9-806EC204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17944E-E4A9-4DAA-B504-A3FB4887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7CC32C-B71E-4598-9F0F-67EF0986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745C84-CE60-45DF-8D79-B6D8FAD8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F4C5C2-F75C-4977-845B-8CB4CB56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 — Ofertas Públicas de Distribuição (consulta 24/jul/26). Regime conforme informado; ritos sem abertura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C82D4-9E52-41CA-B539-F6FF1DD4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FB073F-FDBC-4599-8C54-49C3F837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F0E310-5828-4917-BEF2-BD983C31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f12ff799d8497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401A37-3DF2-49C1-B0B0-B0626262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DD4AF3-17B8-44BB-BFDA-E533B934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19e681e43c44a2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2A5760-92D4-4FB0-87D7-D8DB1225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61CC5D-D9F0-47DF-92D8-03F8DDCE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913714-82D5-4A5C-AE3F-76AC882D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862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F3549C-EA41-4BE3-8DEB-10EA7711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102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E1C05E-F0B9-497C-8DED-3A54C669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3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DD8626-B231-45A9-A60D-ED7E10EB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7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71EB60-E5AC-4B29-B2C6-94F4DDE5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430E61-9E0D-4404-B50E-49F9E4BE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6E15B9-4706-4075-80CE-DEABA2FC4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b5fb7e4574437a"/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206C2D-94A9-4453-AB9E-03C4FB46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2F5B2D-BCEA-47DB-A328-8E503C64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4628462c834212"/>
          </a:graphicData>
        </a:graphic>
      </p:graphicFrame>
    </p:spTree>
    <p:extLst>
      <p:ext uri="{BB962C8B-B14F-4D97-AF65-F5344CB8AC3E}">
        <p14:creationId xmlns:p14="http://schemas.microsoft.com/office/powerpoint/2010/main" val="56159340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8" name="">
            <a:extLst xmlns:a="http://schemas.openxmlformats.org/drawingml/2006/main">
              <a:ext uri="{FF2B5EF4-FFF2-40B4-BE49-F238E27FC236}">
                <a16:creationId xmlns:a16="http://schemas.microsoft.com/office/drawing/2014/main" id="{90746868-2654-4D1A-9107-436FB22A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769D58-C2C3-4F03-A3C7-40752901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CE821D-E9AF-4363-A4D8-FFE43E62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21DCE3-08A8-488B-A1E4-68CDEF22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2CA7BB-72BD-4947-9773-02CBED46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FundosNet; ratings conciliados por oferta, emissão, série ou subclasse. Ausência de vínculo documental = N/D.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B69A2-78FE-4F7D-A9C4-DB3A9C868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C9BD5A-E262-4D81-907C-5C6DDFA7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F08B53-B764-45A0-BDA8-865B4A29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449BE-BC70-40D3-B507-A86BF86F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36ECAB-A7CB-4C66-90E3-B55A6380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9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F1933F-4808-45C2-8D26-C3CE8B09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859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9F98E4-CE65-4F13-B6E3-3AD37D22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100FC8-B61A-4AA7-ACD2-C8DDFB96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859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75C944-C223-4C50-9ADB-584E634B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 líder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17B3C0-655B-4423-856A-E8A4CD83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859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IBBA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72872E-4B14-497B-AB24-A1A60D36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685925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5AF73F-0C32-408D-8D4A-F45E9E40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1685925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F4B5DD-3A27-43B3-9CC6-3C1BA80E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7BB878-5720-4718-9184-A4261750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85925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6DBB6D-BB12-4885-9AD3-FA4020A1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A40F8F-177F-4178-8DEE-7D07C502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7AA0ED-7693-4694-ACAF-F7D682F7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97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D9BE38-E1EE-4676-A39A-256BD71F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97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BB9743-5873-4B90-A924-0ED1D7A6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7F59D0-3AB4-43A8-98EF-81ACC55C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097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5,50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85CEA1-68DD-4767-8B2D-749BE9F9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C4230A-D5BD-47A0-8AB9-B3FF7C4B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097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52FD29-B2E9-42F5-833D-C23A0236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0097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53E242-3399-42A5-ABC9-67C3D921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0097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5AA025-EC54-477A-BC4C-F12BC8A1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6F131D-B987-4522-8CB4-2462FCA3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097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AA+.br(sf)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BBB.br(sf)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D31F6B-B6B8-4749-BDC1-61D254A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EEFCEC-AF44-4EBA-BCE0-97E8E17C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8B90B6-F840-444D-9CA6-EBF70C1E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75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671490-DAA1-44FD-8753-5EECF225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75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VTK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956068-DF7D-4EAE-BF31-FC0B4583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65519C-EBFF-4917-8F4C-90BD0212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2675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2,85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B2465A-F962-4327-80B8-CC590EA5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CC07D7-B31C-4137-89FC-D6C777E3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2675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3F3174-4EB6-413A-B789-4B1E684D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2675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F7F4A56-3846-406C-92FF-3B474552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2675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1D22E8-9922-4192-BA99-5BEB97B1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78E1D67-1CC1-4577-8446-57D63630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75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BCC4B7-4074-40D7-8BCD-6B8781AC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7189043-2EEC-4E2C-B890-476F72F5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0C3EF33-3A6C-423D-9F57-156E907B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53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46E12C8-0AA9-458F-95E5-73E2EBB2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53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AGIBANK II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50D97FF-D9FA-4983-B3A7-89DBB515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C15C9B8-2E9A-462B-824B-DD867A7A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5253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2040092-7016-48E3-A06B-E6C287D6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8CDC577-957E-4093-8C56-2A64E685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253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DD4D5D6-FB65-4409-96D4-95F604E9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253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5390E14-0B7E-46A9-ABC9-2655C5CC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5253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FCDDECD-1C51-4DD6-AE35-8F0021FA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1E6218D-CF9A-4292-8485-E261FFF2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253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1F73361-4A98-401A-BD8E-51292B59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8D8B253-5BB2-4F0F-8A35-F1EF7570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ACFE4B1-2502-42E4-9E8C-D247C310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32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996465E-B3F7-4D09-95F9-DA2EE66B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32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DRIVER BRASIL SIX BANCO VOLKSWAGEN FINANCIAMENTO VEÍCULOS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604FF2A-58BE-479F-92F8-F3F9B468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576A39E-1525-4FA0-982A-108A3BDC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7832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32769F5-63F8-43E8-AAD9-E42200D3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2C8E068-BFF5-4357-AAE0-D42DC659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832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BD8DEE3-DB60-4B80-B92F-9BA1921D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832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8EE65BA-98A2-4B93-A9B8-EC24DB14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7832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4DDE341-8F00-442B-952A-C99ABFBA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88D68F3-5098-4C53-B397-62BDFA41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832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438E813-3432-45FB-8727-6118AAE0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DA0ACD1-A0D3-4587-8D0E-22FF6544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D2217A9-D1A5-40EE-B69B-8F49F8F0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10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D2C46BD-930D-4D19-92E7-AF0EBEA9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10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 3 MEIOS PAGAMENTO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B74893B-11EB-448C-9DA8-6E5A3B3F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252DAA1-9AF2-449F-9A21-42FA250E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0410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0F09596-3D07-4C95-B04F-CAEDC916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BB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7D4F70F-15EA-414F-8A42-3B5EFC64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0410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C2A5F70-3CE2-49FF-8FF5-FD57CF1D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0410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9692103-A53F-40FB-AC18-5E0788AA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0410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3AAE40E-548D-4024-BAEC-78F4C111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50BDC6C-9B74-472C-9FD0-86F7F7B2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410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5C07C3B-F66C-4497-9AB4-DB240D38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82DFA43-87AE-4480-9B39-7FF81D10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A17DFA5-1819-4BAE-93A0-ABC8D001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882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AD0F977-6F3E-4F2C-8B4D-44C6F552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882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Pine INSS III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54C9C2F-1B2F-4923-93AE-BEF719E1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D599828-E19C-417C-BDAE-DCD75C9DA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9882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29F3F5B-31AD-4B92-9C8B-1FB3EAAD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9F10288-5E6B-4D71-8F52-34831381E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29882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80A8F39-9A2D-4194-866A-6B07CC52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9882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9914D99-3944-4CAF-9217-C008CF8B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9882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1A2F8B7-1D7C-4EC7-B516-7329DE7D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A9C27C9-0F58-4B64-A9BC-C4645284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9882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21DD20B-28DA-446E-962D-DBD3B9DA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8728C28-4A72-46CA-AC18-AB8BEB55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E570C35-4369-452D-AE52-255486DD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663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A937501-E3BD-4395-9002-02AF0A58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5663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INVESTIMENTOS PICPAY FGTS II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C505AED-C07A-4310-AEED-7CDD159E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D4F151A-47C5-40B0-AEA5-EBDCA412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55663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7952B82-67CB-4B28-8952-FA541820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ABC BRASIL S.A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2990732-260A-46DD-8910-62BC51F7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55663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1EADE17-7B9C-4FC3-B727-63891953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55663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AA64406-478C-400A-844E-66B6C469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55663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004EB55-979B-49F0-89FA-DE48F83E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1D8024C-735C-412C-8C60-24BA302B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5663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AAA.br(sf)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21F8211-69A0-443D-BA7C-31DC3978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813CBC53-4925-4775-80D4-6B5EA42C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1BFBD184-83DA-4D18-8B2F-C9A5DA2A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444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B8571B4-8DC2-4A16-8BAB-EA80F345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444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ICRED INSS II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9016834-0649-4DF0-BF6B-C7674D45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ICred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2F466C2-9ED6-48D7-97A6-1128D8EB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81444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1,02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59ED6648-42D1-4781-A736-4175E6C2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7DF1AA5-45D7-4800-9459-A65EC988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81444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BA05EC7-6DC9-4350-A9DD-AD9E8A75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81444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40B388E-D724-4AB4-9977-D346830C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81444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F2983E3-39B4-425C-B91C-C5CB9E271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CC8E351-636B-4CFC-8F5A-E768D264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81444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AB94D2C6-7113-40D1-A1E8-65F88F48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25311C0-9EAA-427A-9012-A3A384648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943E5E83-77F5-412C-816A-BC43DB50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7225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C1EF668-3912-4A36-92B2-474B3321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7225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JIVEMAUÁ BOSSANOVA CRÉDITO SECURITIZADO II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B3ED4A1-F32B-4D1C-BD27-20962443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81D833B-D8FF-4BEB-9A47-58EE75AA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07225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0D110065-DB69-4A2B-A51C-83854991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D0AA2B7-D5CD-4F79-AEEA-C8087088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07225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E2529A45-858B-4E33-9DF8-AE7D4FC2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7225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990593BB-3F8D-4DC2-92E4-5433CB980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07225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Qualif.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BFB6224F-CE25-4156-A6AB-0136BEB8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5B94D18-0BF7-4FAE-8185-92D0CF40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7225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80F4CC9-E2D3-46CE-9F42-BF47BA99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9B5F3572-5CA7-4846-80B4-8DCD9D2D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2BF772E-9D1D-427C-ADE3-2A347473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006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EA8526D-D94F-4EB1-81B3-9046428B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006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COMERCIAIS MEDICI I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A800597-2FCA-420C-8A5F-03315AB5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Fornecedores de BRF 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BB24452-B9F7-4B66-81D9-5F72635A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33006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44F0C77B-1166-4CF5-A1F5-43534A09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181A3F9F-247E-4553-B339-BBC76201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33006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DAB44FF-4411-4D83-87D3-346DE69B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3006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B8A5A845-65D6-487C-A50B-86D4E843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33006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EE03E8D4-037C-4BDE-A868-287D9FAF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4087950-0097-47BE-9736-1BB699AB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3006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AAAsf(bra)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19C2D13-0D19-410B-AEC7-EAE284DB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2C99E437-6EE6-46F5-BC82-F2155E9D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423C45E8-AAEF-4864-A738-FDBF4AD1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78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102E2C19-067B-4DA5-9BB8-7BA1088D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878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5DFD05F-6851-4D07-8D5D-B9D914ACB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0BD2BEB-0B32-43E9-AEF2-9EAFC190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878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3A6B66D4-2C59-4F6D-BBFB-876060CB0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10360547-3F3A-4F43-8B1B-C85F0D77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878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2EABDF87-64A6-416E-BEE4-AEE2D79F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5878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C9103D7D-801D-4304-9A8D-A537D669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5878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C289D956-47CF-4965-B89C-CA074FD8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0269489C-7109-43B9-9EC3-B4D0D265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5878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74D3A441-4CFB-49BA-AEC8-F35373E9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369DB2F3-A1BE-4804-916D-BAE29A6E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8672E5E4-C101-42DD-9170-FD29CDD2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456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1AAE807F-1708-4C81-834F-55407AC5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456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IS GREEN SOLFACIL VII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C57F0366-D5DC-4814-9B73-EB31C469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3870CC34-6BAE-48BA-B6A9-40313A53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8456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0,77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F11802D2-8AAC-4AE9-92BF-9E02567D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CE2D89A5-BA60-4CCD-A6EC-3660400F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8456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DF85D47-5B28-4B45-B5B8-2F0F17C8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8456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C0AEAF1-0AFB-406A-9F3A-D1AF4A22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8456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749DA9BC-FCB2-46F5-B9B9-05FF437C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F9BFDE5C-6A43-4270-9C31-DF10991E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456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br_Aa (AA)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C7A2C422-3FB5-4ED4-94DC-8FBC17B0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99E970DA-F1B7-4AF1-B746-CE8F3F32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99B856E0-3E61-4AE4-819D-8DC62D3D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34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E5B667E-0CE0-4A62-9BC6-614BDDBA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34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DAYCOVAL D413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2A521DD2-BB39-4455-983E-F4959B33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9F6A431-40BB-429A-BEC8-8F5573C9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1034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0,75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1DF9A9F3-3BD6-4087-A01F-69B4DC15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F2E13D2-2D6F-485B-9739-D2CEC0BF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1034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62B920EF-4C41-4E8C-9B42-C3699A6A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1034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E9B27435-72E5-45F0-BAE0-B1E52DFD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1034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8FB30AAF-3C78-47CB-8CF8-35F6D9C9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137BE5A6-EFD2-4789-A5FA-636840E8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1034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AAA(EXP)sf(bra)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AA+(EXP)sf(bra)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149784E6-C046-4422-8062-12A74D28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EBC34487-6A36-484F-9ECB-C32191EB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8CBD282C-931E-4899-BE98-99A79B85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13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7ED93B0-D5EF-47A3-A681-FF555349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613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LAVORO FORNECEDORES DO AGRONEGÓCIO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5B71ADCC-4F0F-441F-85AE-11D63CAF7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Lavoro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5557E7CE-1000-4918-AE6A-B051C13EA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3613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0,73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F53A5B06-46A8-4190-B9AD-D8EC1C40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421DA838-F042-41B7-9ABB-3699F838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613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D49ED086-5E2E-414A-BDA9-F4BC3BB7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3613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C78BDFAF-420C-49E2-B9C9-7009FA30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3613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CBB92194-3F56-4715-9945-59A48D32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C725F148-CA45-4840-B883-CB09CA07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3613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279F4FDC-7899-479B-9D9B-F7390CD8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1DB769EE-2425-4015-A87B-D2BC6C92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26D20782-7E3C-4B75-9213-9434D4C2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1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78DA8B58-EE4C-4A02-ABA9-F7D00553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1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AGRO CITI-BAYER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29224B3E-0442-4376-8708-71A67D8D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Bayer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E252A06D-1693-4F39-94E8-A3F4AB2A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6191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0,70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701B8C05-E581-4194-9B08-83CF40FE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VORTX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D04E1F34-02A8-4D77-B9EA-73AEF9C0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6191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1D8AC923-D162-4597-8C52-C9DC3DD0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6191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CCDBD373-F6F6-4B25-AF77-156B5416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6191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62CAA19B-DF5B-43B8-A0B1-0763EEAC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C16BF886-EBD2-4266-A416-BB1EBCCF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6191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B0CC2ACD-3A92-4B74-9546-96B12487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5946F821-B638-4DCD-98C7-80A4A7EB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C208ACE3-A306-4ECE-AF26-BA51E0F6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4C13C2CB-32D8-424C-A65D-5FC5EFA3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9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D5E16B92-8319-4546-8FED-BB0AE0C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859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6FAF97B7-2378-48B6-9EB4-AD1F09BA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05C58174-0B94-4E8B-A598-193A4E17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6859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FCDD6C06-77FA-4D6A-9220-647FCCBF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 líder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6EE5E87E-02FB-4E08-AEC4-9F779604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6859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IBBA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CCE5A9BA-18CA-48B0-95ED-A0C2C94E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685925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6BC984D8-CDB8-4C4D-A4CB-59EB4986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1685925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2D544ED4-440E-421E-AA1A-4A3B5C4B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525DFF5B-4834-4B3A-B63A-8882AAD1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685925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2A211C19-E6C4-49F5-B4FB-F86EA746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B9529358-49BC-4BCD-AEAF-F7239707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50F175B3-97D1-4C4E-90C4-D059EB74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97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5376763B-D475-4D92-834A-4BDA7B52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97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CA389EB2-270C-4E43-973A-D14A5871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E9AEE1C0-7B7B-4AD8-9D16-5885B6C8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0097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3,40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A57E698A-BD94-4C0D-822D-D0F7CF1B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DFCF1095-6D74-4ADC-A0FF-93A6687DB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097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EC61BEEE-B5BE-4A73-8343-1CB77ED4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0097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E6FAAAB5-CB12-4A80-9DAC-C9866979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0097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329699FF-9A0A-463B-A8FF-A5AB751E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B123AC0E-77AE-4065-B749-5F00FFC8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0097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14FE5E18-2C68-4899-9973-4209F31A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02DD1DE7-4677-492E-B75E-D9E278CF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2643DC0C-6D2F-459F-8339-2CD78866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75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33B75568-8640-4620-B65F-82412917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675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CW PI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587D5FF0-8D12-4AE6-91BF-2717AD7C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68D9ADA4-5E07-492B-A62B-264832C1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2675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3,14</a:t>
            </a:r>
          </a:p>
        </p:txBody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40A2329E-F333-4197-BB81-49FF553E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79A95F34-BF81-43A7-BE6F-C141E7E2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675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E99571E3-225A-4401-BE03-803146C0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2675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2B27A1EF-9824-4DAB-B467-A8B35C12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2675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7FAEF5A4-6CCF-4A0A-80B9-4BF7EC4E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3806D920-9879-4E5B-BB0E-E25CF3BA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2675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AA+.br(sf)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FB021CB0-8D0F-4FA9-8E26-3CB95820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48C79620-189F-4A43-8184-B1AC3818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B60BDC7C-6CE7-4BB9-826D-E1169CF7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253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DA67618F-6A08-4678-9AE3-CCFA9D395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5253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SANTANDER AUTO LOANS I FINANCEIRO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B14A0B94-A2F8-4DA9-8D93-64DC2842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C74AAA50-F51A-4F93-AE32-A66B8E99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5253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3,00</a:t>
            </a: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3FDF1874-0C64-445B-9E03-2EF63E63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9F04CF50-6D17-4FC8-B1F2-C8B0EC38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5253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92265F0D-D03D-411A-B3C3-9BAC0154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5253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3400FE3E-9B0A-48D2-A8CB-E280F710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5253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035168F9-7383-47F3-9DF6-D56FC7A6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D8CC837C-5989-415B-B49B-8432AAFC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5253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12959D27-A4DF-473C-8D4E-CC204298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F79268CF-B0CF-4168-8B8C-958CF920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98A48479-D8F0-479B-8F9C-1D5AC5EA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832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90211BF6-1DB3-4620-A80B-E26E2E8F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32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AGIBANK I</a:t>
            </a: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2C18599B-6545-4F8F-8A4C-D10E4CEC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41277E6C-7D69-4066-8A93-D982E80B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7832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2,00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F50CD4DC-BABD-4D49-9927-6FCC2CF5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AD65F1C6-01C7-44EA-926F-050F7993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7832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864EA620-2E5F-449C-865A-541BAB59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832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002BE73A-3E24-4EC4-B845-E6BC3E13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7832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DA0E43D0-A354-45F3-9C7D-7123B217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9A974298-6342-4A19-BA0C-00B4E913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7832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C4960B08-121A-4D28-BCA3-3B1D6464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A711AE2A-E47C-43EC-A037-22DB0828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E3792C52-1C99-43AC-9215-737D2FA4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10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9471278B-6BCA-4133-A55B-EB6F77AD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10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ER - ENERGIA</a:t>
            </a: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9E3BF5FB-0D3A-4A9B-BBB0-6E5F9349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A240A5BD-8CFC-4957-A29C-24D91C48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0410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1,90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4F709A5B-B3AA-423F-B617-531D99BC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9B1E5A47-4479-4FDD-BB70-8AF6EE85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0410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1BCA7EDC-2742-450C-AF05-5C3870BB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0410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FF696781-9D89-452F-AEEF-7D288396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0410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2FDCAE4F-F735-4C7B-BCA7-6E3C6CA1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F393B781-E730-4AA8-B977-CA425AFD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0410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F2086D46-6E70-41BF-8017-2B7DE2DC8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940EF404-3FEB-4C85-A974-6D2DE915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A47B1781-F792-493B-89D0-52955957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9882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BCBED566-9D68-4DDE-98A9-BEFFF5F9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9882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 LP II COTAS LIM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2F727F5C-10A3-49C3-A088-A2585F4D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aplicável ·</a:t>
            </a: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2717F7C5-3C0D-4DDB-A3CE-45158153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29882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1,54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76ED50AB-0418-4B4E-AA50-C8AE3974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SINGULARE S.A</a:t>
            </a: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6841D236-DE08-457C-B652-57F2CD51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29882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20E9E1C5-282D-400F-BA71-2C5FFD8C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29882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B436C007-497C-4498-AD62-53BB4E8F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29882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Qualif.</a:t>
            </a:r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4D149F9D-5D6D-4D58-A2ED-AD888AEC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58C21CF3-14A5-45DF-B120-A553DC05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29882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C4DD9913-B8D3-43CA-BB8F-8C58571F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E567437D-C940-43ED-B32B-00A6E219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81BBD80B-F618-48B6-9F5F-6E473524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5663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1B0492A5-68E9-4041-A342-F2A8CE85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5663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4E0A2C73-FF00-45B6-9009-541695B2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B9598BA2-878A-44B1-B2FC-AD7467FB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55663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E4D68E6D-F7F5-4ECE-B8AE-3D9B574E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B591E370-8063-4842-B3E3-13583D8A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55663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CFEEF621-0139-40C8-AACE-D852464B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5663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98B9A7DF-79F4-4AD4-A4C2-1AD527E3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55663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2693F401-F60E-4DFF-AB49-71918A2B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7CA7F7D5-07C5-43B6-8AF5-49F013C1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55663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6C5343B3-C482-4B29-B54E-6F58DAC3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D8171E8F-58A7-4653-A711-B5E7A69D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44165B90-170C-44FE-9988-7FD7D6CB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1444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A6679EC7-B17E-4B4C-9C65-F8E842D8E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1444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43257B14-49E1-464D-B172-23C27985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2D04FE45-316E-428E-93DD-13B14F7A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81444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285A1BE1-7502-4397-83A0-D6B363E0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D378C844-F47F-4D96-8A3B-F4F8EF4C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81444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57EA511C-3902-4ADA-81FF-EDD49816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81444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E88DD860-6922-422F-A20E-69DB9B4E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81444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767074CE-EEE6-4DC6-BDA6-303B5039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04E65367-BDD7-4473-B7D6-6CE3B6CE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81444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EC141003-B5EF-473C-9101-5B269C56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B4E10E6A-E510-467F-988A-693A0DEF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1DE643F0-77FC-4B85-A8D9-CAC49660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225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C1AD14DA-36EA-499D-BD94-931DC7BF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7225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Sellers I</a:t>
            </a:r>
          </a:p>
        </p:txBody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C6C84589-180C-4F8C-BE5E-2EA96C59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1C72FB43-A1A0-4B34-8CA6-F0B95891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07225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207FD21C-CFE1-42D6-B599-F75BF122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BB</a:t>
            </a:r>
          </a:p>
        </p:txBody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63E69B9A-AE61-4924-AE68-F03ABED0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07225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0353B570-0E21-4A9E-9A4D-E0B10AA0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07225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5DE4EB24-5D18-44C1-955C-659847CB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07225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0DADB031-FDE3-41CA-9024-4158633F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A02BEA38-D3A0-49BC-80A8-33346602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7225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5FE83A2D-9B50-49BA-8135-75AC229B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656AB57E-AC68-41D4-84B6-F642190A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7C991CBA-3315-4234-8099-5B6B1FE1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3006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B4932CA4-05B6-4F3F-9C9D-75D57E44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3006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BV AUTO II FINANCEIRO</a:t>
            </a:r>
          </a:p>
        </p:txBody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8D113AC5-44ED-41A2-A2B5-0E4D1E3A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312380A9-864E-440F-9E82-834540AD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33006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9A11816D-FDC1-422F-BA64-57EE9F8E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</a:t>
            </a:r>
          </a:p>
        </p:txBody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29BDC9BF-DA29-4270-B5C4-99FE639A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33006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49A89439-D986-49F9-A083-475495C1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33006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D0AD2F80-23F3-4063-89A9-9CA1F41C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33006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A0F842AF-BAD0-45F6-9B9F-B3B9F14A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905F5E00-F631-4D21-B8F7-869E20B9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33006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AA62ECF9-504B-4ADF-A333-9FE4A69A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C739C453-6F82-4B9C-A02A-D098643E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C214A8CC-59CB-4B82-A38E-7B608538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878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0669C87F-E48A-4963-8423-A842C6C2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878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PINE INSS II</a:t>
            </a:r>
          </a:p>
        </p:txBody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D27890B5-E3BB-4137-A4B8-AC19AE89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7E9A25B9-2259-45E2-9856-4B84356F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5878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B97C9AF2-A5E5-43D8-AB8D-EE2C6ABD8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7D9B6AC2-909A-4D85-B607-06EB88D1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5878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7250CFA5-9FC0-45F1-8EFD-E1EBC8A1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5878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7E29D984-B86F-4C94-8A08-224CEEB2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5878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D7F154BC-7932-40F4-B8F1-8B8E0673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B7F57922-4B7E-4155-940B-0504DA6D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5878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AAA(br)</a:t>
            </a: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61B2E09A-E89D-4377-ADDA-3F6CCABE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A7203C0B-23B9-473E-86F0-312FA000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B9501C5D-3B6B-42E5-860C-6F99908E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456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2F91878B-EA82-43B2-B1BA-80A7A1DB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456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VOLKSWAGEN TERA RECEBIVEIS COMERCIAIS</a:t>
            </a:r>
          </a:p>
        </p:txBody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B469AC91-1F4E-4382-A9C8-6F40809B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 /</a:t>
            </a:r>
          </a:p>
        </p:txBody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82BD94E1-2CF6-4B36-896A-080F583F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8456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3E33B7D6-9C27-4C98-967C-6CDC6489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BC15AB07-A2E6-49CD-813C-BB71CFA8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8456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D7C27EB9-842F-4A96-9DBB-F1C6DBE2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8456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0E8110E4-AD06-41E0-9A0E-F8554159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456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F3F791D8-7919-4E53-9975-1841FA99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A05892E7-16E1-4E97-AA30-7387F4E3F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8456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AD31348E-A4E2-46EB-B6F4-A7009307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DB4F855A-C81B-4FFD-B4C0-C7080E0A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FE5C33DE-4BA9-4783-8195-79621130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034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28F4DE31-D942-499A-A426-9647569F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1034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BYX MOZART - CRÉDITO CONSIGNADO .</a:t>
            </a:r>
          </a:p>
        </p:txBody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9506F6DB-E7CB-461A-B29B-0B1E1EDC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368986DD-5978-4368-9F72-A2BF134F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1034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05D9EFE7-A3C3-4414-B07E-5AF3E06C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VERT</a:t>
            </a:r>
          </a:p>
        </p:txBody>
      </p:sp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2A73D06C-9F25-49FA-9447-CA2FE1BD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1034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5" name="">
            <a:extLst xmlns:a="http://schemas.openxmlformats.org/drawingml/2006/main">
              <a:ext uri="{FF2B5EF4-FFF2-40B4-BE49-F238E27FC236}">
                <a16:creationId xmlns:a16="http://schemas.microsoft.com/office/drawing/2014/main" id="{3FBB5DAB-ABB6-4C99-9160-84C7A035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1034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6" name="">
            <a:extLst xmlns:a="http://schemas.openxmlformats.org/drawingml/2006/main">
              <a:ext uri="{FF2B5EF4-FFF2-40B4-BE49-F238E27FC236}">
                <a16:creationId xmlns:a16="http://schemas.microsoft.com/office/drawing/2014/main" id="{F36629A2-6788-4735-BB9A-2ADE5B2F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1034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67" name="">
            <a:extLst xmlns:a="http://schemas.openxmlformats.org/drawingml/2006/main">
              <a:ext uri="{FF2B5EF4-FFF2-40B4-BE49-F238E27FC236}">
                <a16:creationId xmlns:a16="http://schemas.microsoft.com/office/drawing/2014/main" id="{F0CE0CDA-EF78-4722-A655-482EBEBA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8" name="">
            <a:extLst xmlns:a="http://schemas.openxmlformats.org/drawingml/2006/main">
              <a:ext uri="{FF2B5EF4-FFF2-40B4-BE49-F238E27FC236}">
                <a16:creationId xmlns:a16="http://schemas.microsoft.com/office/drawing/2014/main" id="{FC934230-B05E-4BC9-98A3-73B35A05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1034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9" name="">
            <a:extLst xmlns:a="http://schemas.openxmlformats.org/drawingml/2006/main">
              <a:ext uri="{FF2B5EF4-FFF2-40B4-BE49-F238E27FC236}">
                <a16:creationId xmlns:a16="http://schemas.microsoft.com/office/drawing/2014/main" id="{D2A217CB-2A6D-4E67-BA44-82CD0C8D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">
            <a:extLst xmlns:a="http://schemas.openxmlformats.org/drawingml/2006/main">
              <a:ext uri="{FF2B5EF4-FFF2-40B4-BE49-F238E27FC236}">
                <a16:creationId xmlns:a16="http://schemas.microsoft.com/office/drawing/2014/main" id="{92A9C8E9-91E3-4315-8DD9-54D32706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">
            <a:extLst xmlns:a="http://schemas.openxmlformats.org/drawingml/2006/main">
              <a:ext uri="{FF2B5EF4-FFF2-40B4-BE49-F238E27FC236}">
                <a16:creationId xmlns:a16="http://schemas.microsoft.com/office/drawing/2014/main" id="{702254A7-C463-44B2-8624-7BD070B2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613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DD31DAB9-A1B7-4F88-BDC6-D33F4605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613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PINE INSS FINANCEIRO</a:t>
            </a:r>
          </a:p>
        </p:txBody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45CC8AF4-291C-46E3-A4E3-12F12971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46A97C65-541B-4EE8-A606-6F9433A9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3613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50F964AC-F167-4411-B20D-17C7C84A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VERT</a:t>
            </a:r>
          </a:p>
        </p:txBody>
      </p:sp>
      <p:sp>
        <p:nvSpPr>
          <p:cNvPr id="376" name="">
            <a:extLst xmlns:a="http://schemas.openxmlformats.org/drawingml/2006/main">
              <a:ext uri="{FF2B5EF4-FFF2-40B4-BE49-F238E27FC236}">
                <a16:creationId xmlns:a16="http://schemas.microsoft.com/office/drawing/2014/main" id="{1C0A13D2-EF5C-41CF-878B-188E1BD2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3613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77" name="">
            <a:extLst xmlns:a="http://schemas.openxmlformats.org/drawingml/2006/main">
              <a:ext uri="{FF2B5EF4-FFF2-40B4-BE49-F238E27FC236}">
                <a16:creationId xmlns:a16="http://schemas.microsoft.com/office/drawing/2014/main" id="{B280976E-EABF-4528-8F6D-A416F71D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613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78" name="">
            <a:extLst xmlns:a="http://schemas.openxmlformats.org/drawingml/2006/main">
              <a:ext uri="{FF2B5EF4-FFF2-40B4-BE49-F238E27FC236}">
                <a16:creationId xmlns:a16="http://schemas.microsoft.com/office/drawing/2014/main" id="{482748BF-A6B6-412C-A9F1-BE4B5884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3613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A52608E4-AD1D-4697-B1E9-1DFEEBE8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0" name="">
            <a:extLst xmlns:a="http://schemas.openxmlformats.org/drawingml/2006/main">
              <a:ext uri="{FF2B5EF4-FFF2-40B4-BE49-F238E27FC236}">
                <a16:creationId xmlns:a16="http://schemas.microsoft.com/office/drawing/2014/main" id="{8536E154-70C2-4126-985A-B40D0E85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3613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1" name="">
            <a:extLst xmlns:a="http://schemas.openxmlformats.org/drawingml/2006/main">
              <a:ext uri="{FF2B5EF4-FFF2-40B4-BE49-F238E27FC236}">
                <a16:creationId xmlns:a16="http://schemas.microsoft.com/office/drawing/2014/main" id="{5A8B6BC2-3A9B-4CBA-9513-3BB2302F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">
            <a:extLst xmlns:a="http://schemas.openxmlformats.org/drawingml/2006/main">
              <a:ext uri="{FF2B5EF4-FFF2-40B4-BE49-F238E27FC236}">
                <a16:creationId xmlns:a16="http://schemas.microsoft.com/office/drawing/2014/main" id="{8DC91C9A-F169-4650-9FEB-F26F40FB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">
            <a:extLst xmlns:a="http://schemas.openxmlformats.org/drawingml/2006/main">
              <a:ext uri="{FF2B5EF4-FFF2-40B4-BE49-F238E27FC236}">
                <a16:creationId xmlns:a16="http://schemas.microsoft.com/office/drawing/2014/main" id="{8C7EE714-D876-44CA-B981-44FEC3A1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6191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84" name="">
            <a:extLst xmlns:a="http://schemas.openxmlformats.org/drawingml/2006/main">
              <a:ext uri="{FF2B5EF4-FFF2-40B4-BE49-F238E27FC236}">
                <a16:creationId xmlns:a16="http://schemas.microsoft.com/office/drawing/2014/main" id="{FE109980-751C-4A4E-92A5-504D5080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191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385" name="">
            <a:extLst xmlns:a="http://schemas.openxmlformats.org/drawingml/2006/main">
              <a:ext uri="{FF2B5EF4-FFF2-40B4-BE49-F238E27FC236}">
                <a16:creationId xmlns:a16="http://schemas.microsoft.com/office/drawing/2014/main" id="{0A29ED1D-73F4-4CDF-B9E3-F0BE372F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86" name="">
            <a:extLst xmlns:a="http://schemas.openxmlformats.org/drawingml/2006/main">
              <a:ext uri="{FF2B5EF4-FFF2-40B4-BE49-F238E27FC236}">
                <a16:creationId xmlns:a16="http://schemas.microsoft.com/office/drawing/2014/main" id="{7D398C49-E852-4109-A3EE-C528BFC0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6191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87" name="">
            <a:extLst xmlns:a="http://schemas.openxmlformats.org/drawingml/2006/main">
              <a:ext uri="{FF2B5EF4-FFF2-40B4-BE49-F238E27FC236}">
                <a16:creationId xmlns:a16="http://schemas.microsoft.com/office/drawing/2014/main" id="{BA65834C-2A5F-4AF5-93F1-9A7C2F4AD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FINAXIS S.A</a:t>
            </a:r>
          </a:p>
        </p:txBody>
      </p:sp>
      <p:sp>
        <p:nvSpPr>
          <p:cNvPr id="388" name="">
            <a:extLst xmlns:a="http://schemas.openxmlformats.org/drawingml/2006/main">
              <a:ext uri="{FF2B5EF4-FFF2-40B4-BE49-F238E27FC236}">
                <a16:creationId xmlns:a16="http://schemas.microsoft.com/office/drawing/2014/main" id="{1C137BC4-58A4-4272-BE80-4A2E5868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6191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89" name="">
            <a:extLst xmlns:a="http://schemas.openxmlformats.org/drawingml/2006/main">
              <a:ext uri="{FF2B5EF4-FFF2-40B4-BE49-F238E27FC236}">
                <a16:creationId xmlns:a16="http://schemas.microsoft.com/office/drawing/2014/main" id="{F1AC64CE-190C-4E61-B791-2FD627EF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6191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90" name="">
            <a:extLst xmlns:a="http://schemas.openxmlformats.org/drawingml/2006/main">
              <a:ext uri="{FF2B5EF4-FFF2-40B4-BE49-F238E27FC236}">
                <a16:creationId xmlns:a16="http://schemas.microsoft.com/office/drawing/2014/main" id="{505E1558-844B-46D6-AB25-3F082126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6191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91" name="">
            <a:extLst xmlns:a="http://schemas.openxmlformats.org/drawingml/2006/main">
              <a:ext uri="{FF2B5EF4-FFF2-40B4-BE49-F238E27FC236}">
                <a16:creationId xmlns:a16="http://schemas.microsoft.com/office/drawing/2014/main" id="{279431CD-7D3F-430D-A0A0-FBEF4301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2" name="">
            <a:extLst xmlns:a="http://schemas.openxmlformats.org/drawingml/2006/main">
              <a:ext uri="{FF2B5EF4-FFF2-40B4-BE49-F238E27FC236}">
                <a16:creationId xmlns:a16="http://schemas.microsoft.com/office/drawing/2014/main" id="{5308C2D3-724C-431F-B068-1FD8FA25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6191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3" name="">
            <a:extLst xmlns:a="http://schemas.openxmlformats.org/drawingml/2006/main">
              <a:ext uri="{FF2B5EF4-FFF2-40B4-BE49-F238E27FC236}">
                <a16:creationId xmlns:a16="http://schemas.microsoft.com/office/drawing/2014/main" id="{E65EEFDE-8AB6-435D-B4E8-DD8E2EDB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394" name="">
            <a:extLst xmlns:a="http://schemas.openxmlformats.org/drawingml/2006/main">
              <a:ext uri="{FF2B5EF4-FFF2-40B4-BE49-F238E27FC236}">
                <a16:creationId xmlns:a16="http://schemas.microsoft.com/office/drawing/2014/main" id="{8EF71912-69E4-4CF1-96B4-5A26658E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395" name="">
            <a:extLst xmlns:a="http://schemas.openxmlformats.org/drawingml/2006/main">
              <a:ext uri="{FF2B5EF4-FFF2-40B4-BE49-F238E27FC236}">
                <a16:creationId xmlns:a16="http://schemas.microsoft.com/office/drawing/2014/main" id="{5E23B3F2-CB0C-4763-B91D-1C4A0663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  <p:graphicFrame>
        <p:nvGraphicFramePr>
          <p:cNvPr id="793" name=""/>
          <p:cNvGraphicFramePr/>
          <p:nvPr/>
        </p:nvGraphicFramePr>
        <p:xfrm>
          <a:off xmlns:a="http://schemas.openxmlformats.org/drawingml/2006/main" x="123825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94" name=""/>
          <p:cNvGraphicFramePr/>
          <p:nvPr/>
        </p:nvGraphicFramePr>
        <p:xfrm>
          <a:off xmlns:a="http://schemas.openxmlformats.org/drawingml/2006/main" x="124968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289487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B54AFDB1-9D06-42E7-AF25-2B779A37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EE6992-E346-4A60-8F2F-64C9ED75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E4FBA-8B57-44AB-875E-8D3ECD57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A7093-58DA-463B-ABD6-42ACB645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5753FD-D23B-4914-ACD6-A4239668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Detalhes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3353E0-143C-464D-8535-B63CA2E5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3B265B-240E-4E57-8F37-417ADADB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1F6648-B162-47BC-ACF6-F4B6D98C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5033B-440E-47C3-B34B-8683124D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84E331-C669-4DD5-AF0C-82CC34A3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11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6515E5-2E6A-443D-B89F-E314815D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85925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B1487C-D310-4DEA-9E9B-10CEEC2B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8C0009-C07E-46E2-9E13-80537880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16859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EB72AD-D889-477F-B213-27FA2898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859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ED0832-286C-4A2D-915B-5BD94C10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685925"/>
            <a:ext cx="19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3F2D62-AA92-4A84-8246-59D0103B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6859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8C672B-59B7-4C7C-9EE8-E5F5908C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6859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630C46-E606-4254-9ABF-68179B69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85925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D0FEF9-13F8-496D-BE44-2E0CD104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9E1E04-831D-4977-BE3F-29EAFA36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E98E9D-D73A-4E4B-8FFA-851E6F81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97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C580F7-14FA-4F17-B701-357D55B2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97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A DO BV AUTO I FINANCEIRO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CFE839-5827-4617-A6F1-823C45AA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DD9034-2C9D-40E2-A34D-FC106FC7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0097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964774-528B-4385-994E-DA8C95EE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097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20142F-86B0-4C55-9737-CA5AAD7A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097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9F8794-6664-42F8-90E5-3BA6B527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0097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681783-5771-4CF2-BBB4-A7B8034C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097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0D39FC-43DB-43B3-B874-F780688D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097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CB37F4-0B3E-4BF0-ABB8-B6B341CA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3A640D-C4EB-4548-BBEB-E1E33491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77ABC6-7EAF-4E36-AD9A-51F2A1B6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75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6CFECA-D6E0-4C86-A62B-A621BA25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75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D412EE-9ED2-41C1-98F2-804E5E26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08BA29-D0A1-4858-A239-BC5C0BBF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2675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27B8EC-4AE3-4F50-AA29-69005F7D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2675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B8E247-9668-4A36-ADE5-35DE6FCD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2675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335791-0B47-4F05-864C-98C09987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2675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C7C78C1-17A6-467A-BF2E-A1242203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675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E4021A-3E66-4A25-8716-E891A7AA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2675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8C0AC0-2CF4-4D5B-A682-A8B41771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F446273-E277-41F0-B48D-B0193184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DF97A6-2BA4-4616-B1A3-FE737BE9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53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5B70CDA-69C7-472D-AC8A-45CB728D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253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DB72F1F-D93F-459B-824B-8E07BA88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E545B45-B2BA-46F0-B32C-996B302F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5253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D6D712-299F-4C1A-B43B-904BBAA0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253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8855F9-7603-4E28-A264-A6B7D908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253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114B4F3-49C3-4C13-8664-52B2A279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5253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FB3AD33-90CB-47B5-AF8C-0EFDA0C0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253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9F29A51-1349-40CD-AA90-606FAE07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5253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B51000D-BECE-4121-B438-C4F8A30E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A465A38-3699-46C6-B6B1-6D02FA108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EFEDA3C-B2E9-4721-90CF-8EB94265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32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A447B39-8F10-4E26-8F68-07777C21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32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CITY - 02 NÃO-PADRONIZADOS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BBD924B-472E-4EDD-B2A0-BBDFB70D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194A011-3472-49F1-B99C-D619BA7D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7832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3,00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572C007-87DF-4FD1-90D0-011E28EB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832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INDIGO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A9F4903-2601-4C34-A382-2A4595DC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832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9477782-215D-45E9-9A36-EB9BC027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7832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F1BB773-4919-4EA7-8CE7-254000E5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832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Liberum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5B68422-8C5E-4BA8-B58F-29D23A21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7832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CCC(FE)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2907662-45E5-44FC-99E6-AE229B23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B9C8351-59DE-4B89-9034-85171E64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DF3D1AA-BFFE-460B-876E-98D10ACE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10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A20A865-9CE6-43BC-8D68-CDC2557D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10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2526CBA-1E06-4681-8183-DC6A6297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774509B-D640-4D92-94D5-DAE13D30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0410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2,78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7D20335-D9F5-417A-BB2D-F8B02CD5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410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ABC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661C4A1-5088-4D4C-8513-56CC8FAF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410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24BA594-3FA2-46DB-B928-170EDF1E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0410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F2DEFB8-AD2B-4C28-9340-D79546AA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410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05B5F0E-13D8-45B5-97A5-9F8E8A3E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410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98DE227-9400-4E6B-9C90-BE7E08DB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BAD6859-0C0E-4778-A7E5-037C0DBB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6C421D9-FF90-43BF-BC8F-6CDCB7A07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882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D4E278C-7B21-4AC1-A9C4-5CAE6E06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882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AGI MEIOS PAGAMENTO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83E89BC-5741-4BD3-B62B-0C9F7994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B4D06E9-BB45-4DE6-8130-B0C9B66F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29882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2,59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40BE72A-5BA5-4564-A672-53DCCD7C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29882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5E9785C-8FEF-4CE2-845F-FC20E35C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29882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82CB651-5018-4D50-950B-1186D47F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29882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C68B72D-60E8-4BD6-ABF6-C1895149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9882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E1871CC-BFD3-43E3-8835-D0A24781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29882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BBB.br(sf)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A59B1C8-C19F-49A3-A343-496FFF3C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8D24286-C913-42AE-AC4C-CA57D36A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0ADEAF4-F4C4-4584-8CEA-83652C8A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663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0F1FAA2-D7A5-4AC5-AB31-E46949C6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5663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Angá FGTS III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B2178A6-E194-4392-B2D1-40E75561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599D0C5-F6E8-40C0-AE6F-9B205F71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55663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1,52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BF0F2CC-6412-4BBE-9489-62779A17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55663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DEC2F77-E422-459B-9B89-399CE119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55663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F0AE114-97AA-4510-B901-297A6797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5663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5F9089A-99C9-41EB-B7DC-D43C8ED4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5663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270E3DE-B499-4C9E-88B7-DDC70C57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55663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06A84FD-38B3-4AFB-B964-10185FE7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32D57DA-2C0C-4998-BFFB-77AEF1F9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8ECB4B6-F9D1-42E7-AC92-5F5D27F6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444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24B4927-BB1F-4B16-8A8D-477AE6DB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444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9825581D-89FC-42FF-B621-0F3599D5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1E59419-2017-4770-9B53-0261A148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81444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EAC2F01-6946-48E0-903D-07DF2AAB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81444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7306D0A-5E42-4F14-96B7-18DE5DE3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81444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BB13C62-535D-42FB-85CE-8A45DFBA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1444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9D3395C-5DC6-4649-88A1-0A80957B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444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96BC07B-255C-457A-A28A-4CEC1F40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1444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7ABDBB2F-35D2-4EDF-93B3-404DEB59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376763B8-9877-4FB9-B744-EE05D8C6F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E7B3B1C-1A65-4371-BF31-E845669A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7225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604E19FE-792C-44BC-BD57-9FAAF1C1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225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D365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3E38C61-3CD9-4118-912A-E5289EA9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D365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1B77100-59AD-4534-84F0-01E430AAD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07225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1A4EA9E-CDC4-4B85-9716-242AA330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7225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CA7F50CE-0191-4674-90FA-E84E88A9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7225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C7C1DD7-7D59-4FAB-858A-C9EDDFBE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7225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D36DAA07-C24C-4185-9669-A91CB1E6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225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83CB34F-39A0-434E-BD31-9A9A8365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07225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24C67B2-3337-48D3-8463-B8E588E9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FDD317E-F8C9-4FB9-B748-D4180582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8FEBD39-9F38-4033-8D4C-D76DB587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006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4555C96-84E7-469E-9F9B-B03442005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3006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 II MEIOS PAGAMENTO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E57DA5A-046B-46DC-A9D3-767B5524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43A75C0-AA89-4C92-AB08-A89CA894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33006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19C80F0C-728B-466D-8129-97B0A01D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33006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88B93FC2-7006-4568-B395-0EBFD37A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33006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36A8A785-7734-4192-A210-F16F5A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33006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9DE27577-B147-4939-A0F2-D441CA97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3006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BDC8079-67F4-480B-860B-D9844D01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3006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91C24E35-8A06-48BC-A83F-D3F3C7F9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A8E89AF4-81E8-4A5E-849A-2D3544D1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E5B253E-A08F-483D-8AA9-A7DFF7A8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78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4441FBA9-074D-4E33-A32D-D7379599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878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AFE2E08B-BC8F-49BF-9257-CBCD2975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38F34BD2-3723-487D-BEDF-884E6760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5878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883CCB15-6342-4960-BDD8-F973AB88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878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95F1D4A5-158D-4335-AF8E-DB1F8981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5878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2202F569-96B6-407D-ADA5-E0CF3E4A7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5878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709EB9CD-FC7B-4040-8D2C-C5DECED8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878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C9276D0-E714-4C7A-B2CE-24E1AC67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5878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1FC62BAE-448D-4DFC-8BDD-4E20E053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21B804ED-4333-4A0B-89A8-7DBC68C5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50D1CA08-B529-4F69-A8DD-2794162B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456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EB1664CC-023D-4BC8-BFB8-B770CABB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456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CITI-SYNGENTA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B8F05DF3-87A0-4E45-8A5B-21806497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40F5CD3E-1137-46C0-88F6-90C4D5A5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456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0,90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1C854F71-0816-4894-A70E-9AE9456A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456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INTEGRAL ACCESS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17174E5D-F307-4CA2-9B5E-0728EBD2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456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82841D23-15D2-42DA-AC58-90074169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8456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E78AB52A-82A7-479B-83C7-1CE036F6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8456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4D47EE3C-E86D-4597-85FF-FDA6ECE6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8456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F243DD1E-42BE-4C82-A9AD-F4D6E438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1E540FD-653F-47B2-87C5-20A6868C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BB917460-76B7-49C6-A692-F2F7D745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34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F5BA4FF-5A9E-461E-9482-1F592104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034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IS GREEN SOLFACIL VI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BA557D5-2475-485A-AE24-3107F7DE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EE372858-8D0A-4E05-8370-7197AF6B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1034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0,90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2BAFCA28-3960-4AD4-A45F-ECF57860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034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MODAL S.A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FD4F2B11-749D-46B4-BEBC-B1D07D70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1034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A944C18C-2C29-4AF7-AB1B-A36449E2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034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0DDF85BC-C019-42C2-8014-408C76291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1034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F730D4F-2F59-46A8-84BD-BC93646B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1034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brAA(sf)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C661557C-834E-4262-A2D2-FF8F22C9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839514F9-FBC7-495C-A501-3E96A524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5FA7F04E-9814-4534-B9FC-589C7BAA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13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20FEEEA1-EA93-443A-9AB8-12EBD665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613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CW Big Pic. I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4F0E06E2-4719-498C-AEAD-D5B8EE7C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1E62628-8DC8-47F3-8ABA-CE0FA235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3613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0,88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1F7C88C4-9163-4E3E-ABE6-BDAC629F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3613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B82E9809-9FD5-41CC-BE05-B479834E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3613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2514076-6C61-4467-AE21-B0F3B469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3613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BF16F67-7A62-434A-8809-A75355BB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3613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6BC85B9E-D133-4DE2-A190-8CD82964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3613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E36E94BE-9506-4060-8700-3DE35033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51CA6F9A-C6DD-44A3-8499-9C74409F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BF22D87F-8111-4B99-AC7A-45774037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1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3BA579B7-9AC1-469C-BC12-582C913F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1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Estrat. Vinc. II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4C51180C-8F8E-435C-A236-B1620217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3EECD74F-0AB8-4E8D-91FD-4A03B361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6191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0,85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82DDE3E4-80AF-474E-A75D-76A4645F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6191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4462E695-5696-46EC-96D5-39255B3C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6191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2B4EC682-F4E9-433C-810C-C54BA07E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6191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BCFB59BA-6452-4600-A2F6-2C832D09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6191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B3771894-6F06-4917-B23B-B1CA0FCE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6191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549B5B8B-F227-451B-B822-7D76EA5D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66AAEC4A-AAB3-4FBA-9F90-AED3069D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8ADD3C38-12F6-4D48-85B0-9E049FD8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4A5D18E2-558B-4C2F-9418-09C9383D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C377A257-AA69-4F0E-BBB4-83ED5669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11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80008B6A-CE32-4B10-BF66-DA316079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85925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E387CBD6-77AC-49CB-86BA-2664179A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2FF81ABD-72CB-4C94-9A3B-514FB355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16859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DFCC4235-0290-4699-811A-9A0611AD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6859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A7EC5A36-09CF-4071-A07D-D9229899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685925"/>
            <a:ext cx="19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3BB7A74A-34C1-4A83-9BAA-4583156E3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859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934CFDDE-64AF-4305-B29A-739BD820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6859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1EF1C857-6478-49BB-B17D-94FF74C4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1685925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6C0ED3F0-761C-4E2C-A77C-1591E822E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6D40BDCB-91A3-41F7-91E8-A636163F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77799168-DBAD-486A-9CE4-E6BD183D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97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78C45406-6B0F-4799-858E-8B93773C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097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1FDBDF00-2112-49ED-B16D-51B7A12F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AB642613-C962-4FF3-BA4C-B2213F61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0097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8522087A-9EED-446A-BC7C-57A62E4A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097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97DA6F8F-128F-4E07-AFC5-82070D34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097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EB83E00C-35BC-4A5A-B18C-6659E052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0097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08834A9C-A706-4982-A453-D0A3DA35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0097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BF0CB358-863C-4C77-A11E-C3B7B34E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0097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3194AE45-40AA-4FA4-B5DE-921A0821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07509B9B-BE1A-48C5-A201-E151D706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418E071C-513F-407A-8275-D98E1319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75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4F28AF33-12C8-4AE4-BB0E-EAEE0277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75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IV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9DFD0233-4CEB-4398-9A6F-ACB2E3DF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7D26301A-F7C0-466C-81EB-95D8C2E2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2675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1,03</a:t>
            </a: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7F750E14-36AA-468F-9149-D81F4B55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675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CAIXA ECONOMICA</a:t>
            </a: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5093D038-3602-435C-A43D-846CDB1B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675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8C0F81A2-ADAC-4A01-856A-9B8C5469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2675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2370FBE5-0094-4048-A66D-4644A378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2675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1F37FA54-0211-4AFC-9102-BB59B5DB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2675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F252B10C-B076-4FEB-BBA6-F80A1A29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2B556FC2-11E4-4668-905B-C42F62DF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A163019C-8BD1-4046-B6BF-FDE9683F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253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AE946436-CF91-45FF-BFA0-D85731A9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53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PÁTRIA INFRA CRÉDITO I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DF8899E1-532C-4FF0-943E-B814DCC7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C481848E-82A9-40F6-85D5-F71F012D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5253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0,98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0B4344BF-3D22-4D41-9FD1-5F8D4BC0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5253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PÁTRIA</a:t>
            </a:r>
          </a:p>
        </p:txBody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EB7D78A8-95E6-4344-B15D-D75B47E8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253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8FFF351D-DD17-487C-931D-EF7A2812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5253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65F343D4-1543-4F81-A56E-59F962C3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5253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CD8A1012-26C2-40AD-BF5B-CE03BD28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5253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EA6DB28E-FA66-4D02-B084-6100AF98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C71B96EE-D74E-4AD9-B727-FEDE4416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0D45B3DD-C850-4710-A813-6F0200CC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832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963795F9-3C28-49DB-BE17-046497AB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32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 BRF II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DB4FF27E-5C27-473F-9B8C-E4C0E239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2432760B-0252-4922-9713-DB071BD1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7832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0,94</a:t>
            </a: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3FA77129-CCA3-4CDF-BC68-EA0075D2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832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BRASIL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9B13F9A3-B093-4623-B1ED-0A6ACA3B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7832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EF3E58A1-7E9A-4B19-B142-D44810B8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7832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C16E34D9-5D9E-4335-9FC2-A6010E69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7832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61CADD3D-5F7A-4B7B-9A9F-41D143C1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7832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79506F9A-4091-4211-8C2F-CDA2247A6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CBE567E8-CD75-4460-988A-56328DAE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F1976E1A-BB3D-4A3D-A330-1A79701B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10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0B4F68F3-3062-47F0-B2E8-A52D6348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410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DRIVER BRASIL SIX BANCO VOLKSWAGEN FINANCIAMENTO VEÍCULOS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49B66FA0-1540-43C4-9434-B7350627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B17E660C-3712-49F4-9AE7-686974B5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0410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0,70</a:t>
            </a: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DA44A546-151B-43BE-90F5-C3DDB71F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410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681CD642-7A45-412D-86D5-738B7775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410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B81387D2-2FFF-49B3-96B0-8673D38D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410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132230E4-BFC6-477F-9B9C-AB0E71E8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0410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DDACB113-C56F-434A-AAD5-B99BE45C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0410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86704B8F-E1A0-4259-9C3C-EFFED816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873D49C9-6A4A-4895-9B72-AE1B4A09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74E2BE4E-C3EB-457A-BDDE-ADD62FEF1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9882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B824013E-1B3B-4A1F-BC3A-F11E103A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9882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Angá FGTS I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DE4BB3F3-84B5-4B02-91BF-675C4570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92F88956-B4A7-442E-A858-EE30048C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29882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0,61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F5E602C2-F027-4E2D-80AC-F12857F1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29882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6A793CD9-6285-450D-9C72-73E77546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9882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E7A9D71A-3C92-4065-89AD-D915DADC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9882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FC4881ED-96FD-4741-9949-B741E36B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29882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C6ED9F54-C260-4031-91B6-1CF89001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29882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brAA+(sf)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brBBB-(sf)</a:t>
            </a: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C3C32ABC-4217-4FE3-9081-8C3F626B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038CBE8B-18F9-48E3-B659-63494E52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D7EC0E78-B1E9-47B5-B930-5D9D28FE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5663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CF209CEB-5FE9-497E-BBDF-B72E4875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5663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TERRAMAR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AEB4F166-39B6-4D69-980D-068D5B71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EDF66527-D3BE-4674-A131-257BB8C4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55663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0,51</a:t>
            </a:r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6AB5A2CF-100B-4E6E-82B5-6BFBD4C3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5663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04494E86-50CB-4CE3-A42C-447284F8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55663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486CFB65-C993-41C7-B971-DC5FA6A1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55663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588343B1-F300-4480-B97C-6B9944B5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55663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8189FE65-BE7D-429D-B8FA-B81E12B0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55663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70600AAC-CE26-4B12-A06D-DF715A10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9EA29E93-7F32-4D68-835A-7BB58C01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9CF6538E-A3E0-4FDE-931D-92F186DF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1444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91D28B32-635A-4A51-A7CF-CC51D712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1444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OPEA AGRO INSUMOS</a:t>
            </a: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B6D50026-C819-4EE1-B736-C9434E4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29DF1C77-E243-4B83-A8B7-AA05EA83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81444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0,50</a:t>
            </a: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05505763-DAEA-4638-9206-374A32AD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81444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AD9D335B-0B5E-4629-BB52-E78C571A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1444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4C35A122-5D56-4ACE-944C-4FCADADB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1444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283EB111-A7D6-4FC7-8B93-3BF8B5CF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81444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24352C6F-9645-4E1F-BAAE-9D18E775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81444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8552031A-1622-4295-8DBA-6909F583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1882A6CB-3660-42B7-9E1B-502F12AB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E2DFE2B2-0E04-4D64-8FCF-529CABEF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225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DBA6BBC2-6780-4DA2-BB8D-24738A30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7225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SUMUP I MEIOS PAGAMENTO</a:t>
            </a:r>
          </a:p>
        </p:txBody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762F1FCB-BB98-426D-B16D-53090BBC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3D585C9C-D9AE-479C-8565-B6C7AF365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07225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0,50</a:t>
            </a:r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A0BF79CA-ABF4-49E9-A48F-E01F07AE8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07225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DF50C90E-6AE7-4B81-85EB-56C9DE2A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07225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75C97D32-8CC0-4B29-9C6C-496A131C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7225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130FCF0E-33AD-40F1-9550-A76044D5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07225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7D50632B-CED0-4354-8F5E-B2C6E5F4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7225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4E1D684F-5B36-4218-8F4F-4727B9B4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055C8F2F-515E-4499-A966-07CBCDD2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785F87CC-F31C-4C2F-9B69-D85ED43D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3006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237C25CA-4F18-48B9-80E9-090AE674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3006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GREEN SOLFÁCIL III</a:t>
            </a:r>
          </a:p>
        </p:txBody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0CB5B8B0-29D0-4551-A53F-C6BF0F19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F8CAE8E9-C449-4125-8B7E-0E8F9F23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33006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0,48</a:t>
            </a:r>
          </a:p>
        </p:txBody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68146022-FB71-4804-A5A4-1F728A17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33006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6DA4D637-CDCC-40C6-9CD2-0BE35BCA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3006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50F8B0E9-E419-400D-92B1-9107DD7B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33006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B83B5F7A-0A44-457B-8D99-223D443E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33006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D1136759-7DDF-4B65-B18D-A8C6F50D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3006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AA+sf(bra)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BBBsf(bra)</a:t>
            </a:r>
          </a:p>
        </p:txBody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63F4E5C5-CDFF-4C10-93DC-CBC7B36A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7B09A699-8CCB-4D0E-AD6C-39DDBEA2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3DABEFEE-603A-42EB-963C-D7819E8F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878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88779468-59F4-4A3E-AB78-B419A6AC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878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CHEMICAL XIII - - INDÚSTRIA PETROQUÍMICA</a:t>
            </a:r>
          </a:p>
        </p:txBody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B0A52B29-D5DB-4158-B190-B4D26D15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04EC9955-8429-42F3-99D4-96116E6E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5878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0,44</a:t>
            </a:r>
          </a:p>
        </p:txBody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B70EF885-FC95-4BC7-AFBD-2980DE90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5878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278A033C-4387-4650-BAD3-2E852311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5878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E25D069A-8313-40A0-9513-11A8D1DB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5878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46A40863-2114-49F9-9FF1-BE393D12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5878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331D989C-6F94-4016-815B-37F73DC1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5878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067B0F75-D950-4C05-AF2C-CC3C60DB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D49A3F54-07E3-4AC9-AE2C-EBE48CBB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17584BE2-634D-4C22-9684-A992018D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456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ECED97E3-1E0B-425A-88C9-FC4479CA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456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CREDZ</a:t>
            </a:r>
          </a:p>
        </p:txBody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88364371-97FF-40C5-AD41-D4F5C0C8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7BD2443C-8C1E-4FEE-B530-62FA1E0D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8456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0,40</a:t>
            </a:r>
          </a:p>
        </p:txBody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D62EEC30-720C-4640-B93C-5B9A3C99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456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925A09FB-6AB0-4B9D-969C-3136EF4A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456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9003AEC9-6DAC-4634-9241-734D5372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456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C9664EF2-11A2-4E1A-9923-C81B5A0B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8456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72F8802D-1DB1-45AE-BD60-B582FD2F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456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00C152E3-97B8-48F8-B499-B10627EB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30357936-463C-47AC-AFDC-59585947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4A54A251-E7E4-4C1C-958E-A13D1F25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034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5367299B-E03E-469A-BB60-03522FBE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034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</a:t>
            </a:r>
          </a:p>
        </p:txBody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3B794E29-F1AA-481D-934C-3632AC9E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478B02B9-F36A-49DE-A0CA-C7DBB091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1034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0,40</a:t>
            </a:r>
          </a:p>
        </p:txBody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D6DAD362-69FF-4A81-BD51-31C1ABAA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1034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9419C854-04A1-4273-8321-14E468B7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1034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5E75C016-6859-49D8-BAE5-AF2E790F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1034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4C99750E-3630-40F7-BDCE-2B17216E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1034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DD835DD1-49D0-4A3C-9FA2-018B9CF5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51034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D08FDCFB-5257-44E7-87F8-84FB0DE7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1B63449D-8AF7-4A97-B84A-614FC366D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B3D21E21-4043-4335-AB98-1EC21698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613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6D4585C6-9FF9-4796-8057-AD54FC98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613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PLATINUM NÃO-PADRONIZADOS</a:t>
            </a:r>
          </a:p>
        </p:txBody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F51AFF6C-EADD-4FBB-8DA8-74392B39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662C2BE7-5AD0-477B-95A3-DBF90424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3613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0,36</a:t>
            </a:r>
          </a:p>
        </p:txBody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4A50DCDE-6740-4A27-AB03-4F4FBA04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3613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TRUSTEE</a:t>
            </a:r>
          </a:p>
        </p:txBody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A4AE95E1-45F2-407E-9B89-A3713BE6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3613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34CD1FC3-8DF7-4AE4-880F-F9130C6A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3613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D6BAEB11-9615-400B-A066-13C77B21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3613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B35581C9-0A7B-437F-A441-58A055D28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53613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DA393C18-D906-4617-AEE1-2BEBA549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9FE6DF43-FC3C-4750-A311-BEF1E5FA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7CA98827-35E4-470F-85C1-44225668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6191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BFFE6A8C-DDBD-4A04-A3F3-5EB97309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191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ATRANI NÃO-PADRONIZADOS</a:t>
            </a:r>
          </a:p>
        </p:txBody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BF35EBD7-9327-434D-A955-A80E1BBC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25DA8923-65DD-42E8-B52C-828EA817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6191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0,30</a:t>
            </a:r>
          </a:p>
        </p:txBody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643FCC41-E4D8-4F8B-8533-B1EE2301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6191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TRUSTEE</a:t>
            </a:r>
          </a:p>
        </p:txBody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4571FF6B-57C3-4532-BD59-0F6A34A5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6191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0BDB92E4-848B-4463-ADDC-FF7116E1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6191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E637931B-8FC9-4BC2-B000-7886846B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6191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34917727-81F6-4774-90A8-58B19845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56191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93BCBDE9-C76A-4B89-9F62-E0A1721EC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00C7BA75-49C0-4030-ABA8-0818A65C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113803102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A718661-87C4-49D7-A3D2-C9CCC47D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BD6D8B-0736-4E01-B144-9792AEF7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E6BF45-6EF5-4A22-82AF-84019F34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771D00-3044-4432-AB75-789E77CF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E6E9DE-3557-4D65-B9C9-45E9A756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Registros legados encerrados em 2022 disponíveis no arquivo público consultado;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935B4-F4C4-429E-A53E-374D74A1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D3973F-6F0D-4AC4-9E52-4FC45F1D8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F61334-E3C8-4493-B996-D677A6DB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B11636-8A55-4756-BB81-EE76B1A9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DA47EF-5741-4156-943E-681ABBD5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5049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C52AA6-B2C7-4E7C-8CF9-197C477A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AD95FA-12C3-4E68-A6A0-1F00EE93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5049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Coordenador líder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BEC791-27B7-4C0A-AB44-518DA917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504950"/>
            <a:ext cx="504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AD4640-67F6-4BD2-815F-4BFB8A67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04950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2AC2A5-798F-41C2-9F34-825EC6FF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5BFAE7-AECD-4831-A2F8-9665C4A8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504950"/>
            <a:ext cx="1362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C72BC8-1924-42CB-A283-2542394C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DB3EE7-1122-43F1-A4EE-73B92AC5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0686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FF2987-E03B-459A-9CF2-42316FD4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CBBD21-1A52-4950-8ECF-2FBFADBE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828800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 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A0A2CB-3E7B-4BA1-ADF8-75727C59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828800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88B603-805C-4A0B-AE03-E97E803C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828800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1,68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AA4E13-1DDF-4E14-B77F-F5DA2DC2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5C3C3E-2E4A-43A4-B7A1-B7B83B7D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828800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9FA4E9-D569-4FDF-9CCA-044E2020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28800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4F1334-D1F4-4CE6-8CDF-0E1A42EE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1828800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425DDD-C4F7-481C-8BBA-247A79BB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28800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5A1518-7A56-498F-8B3D-DADD9E8B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0211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2004DC-8DAF-4473-8C76-A4E3267E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50671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CDDA2F-CB73-4F41-AE4F-4AD864D1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58786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282620-8301-499D-8B72-9AF3D708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58786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CRÉDITO AGRÍCOLA COTAS FIAGRO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26660D-8228-4535-9A25-FD735342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58786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7EAC5C-5B48-450B-8551-E26D08E0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258786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0,30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BCA430-A57F-454F-BDCC-B4FB1254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258786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6FB215-DD3F-4169-8F19-5C608C3D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258786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FDBA18-3677-493E-B5CF-AA290481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58786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4C7B20-9AB9-4F41-8AC2-1C353C44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258786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16E69FB-CD3E-4F94-B179-958F2EC7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258786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A52FBB-9B72-463C-AFDA-AEB9C873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0196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2EF08E-65E6-4B51-8327-7EF959B4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0657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FEDBDE-E9DF-4A7E-9A3A-154F8CA8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88771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8725D2C-BC0B-4E8D-8749-8C2050BD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688771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CREDITAS AUTO VIII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320D89-2747-449D-B23A-21045C86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688771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91ECEDB-4085-4BD0-A573-6D450727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688771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0,21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14938E-60F2-465D-881B-1235117F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688771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EC2D04C-8BD4-4C28-804A-1288AEFC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688771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8C3F6E8-EFA1-4FA5-A9E8-ED070F836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88771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BD66997-116A-42B3-BCD0-D6F4EEBC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688771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6FF377-F408-4818-9E4F-495F5842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688771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35898C3-E0BF-4F16-B610-1B0D36472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90182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E9E6DED-A02D-4737-B032-FAF3BDE9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0643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B0C9B2F-83F1-4A4A-BAF6-959A1EF5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18757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BC8FB63-040C-4E57-9F4F-D0232E75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118757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 I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400C81D-64FD-4818-9A5E-DDDBFF57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118757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163775B-EE4D-43F6-A1D4-8A2ED2CE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118757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0,20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D6A7987-F85F-4A6B-9E28-5A27FB8D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118757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9C77DCA-D08D-455E-A3E5-281EBA00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118757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D8F70D0-3FCC-48A1-9978-2B009724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18757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B1F47BE-A3E4-4F97-BCC4-995E0ACC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118757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B8819FE-9019-40E0-9B9D-94745E71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118757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BC33511-3B3D-4902-975C-1F603A00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0168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6B8FDE0-678D-4226-BB70-48AFBB98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0629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50BDE92-009D-4FCD-B3F4-6987DBC3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48743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78648D0-49D7-4E73-AFE6-1A4E64C5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48743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CREDITAS AUTO VIII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4DE9335-788D-4014-BA9F-529A1462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548743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942055D-5CBA-4F1D-BCAA-DDE60FAF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548743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0,15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1335F06-A3F1-48FE-86A0-2D11B861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548743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34A3CDB-B4E8-46FA-9B91-C87F10D2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548743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95B41A1-6A89-47D0-BA68-02B29383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548743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162F195-E07D-4408-91DB-597F8741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548743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F9EBBE7-20AC-4BC4-901B-E59B71F0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548743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E5FA5D3-2175-432D-A4BE-79762F18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50154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452CEC8-7530-469A-B3A9-0BEF67D4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0614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716C7FE-3889-4E92-AE74-DCBFF4BA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78729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A452FCB-BB66-40C7-BE22-3136B5BE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78729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 I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1852E6C-EDE4-47F4-9998-540CCEBFE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978729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A989CB6-4D48-4022-9466-2DAC57EA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978729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0,12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0BC027E-F0B6-4460-A56E-DE09C784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978729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D04C647-4D18-4987-A626-5C8F0719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978729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F7A7A29-C7DE-4750-80C6-352E7BA0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78729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B897AE0-BE39-4FA6-95BE-5C29CEA7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978729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22A8C30-7E4A-431A-A234-6C498270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978729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FCF8C47-0BA3-4C76-86E9-D893AA21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0139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4AA06E8-408D-4DF0-9822-251DC655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FCCFE32-C18C-4871-A094-33BE231C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08714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8A34536-63D7-456B-A6E3-A5F5EF2D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408714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CREDITAS AUTO VIII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34D7862-C06B-441E-B2C7-BD43F964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408714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A6565E5-63E6-4111-9645-BD25CB39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4408714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0,09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1109D8A-B65E-4FB4-8798-0490096C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408714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BCF79F9-FF85-4FE4-8800-BC7094E1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4408714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4334B1D-8244-4B6B-9C38-8F23BC79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08714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1F17BDD-8661-495B-8297-89FB3D68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408714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BBA6514-1DE0-4FA4-91CC-536B157B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408714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D669DD6-06FE-4E3F-B285-55F73353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86C2A22-B869-4E63-BDF4-27639AD4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3910450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E34FBC-CB93-44F7-8995-09AFC08D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ADCC39-A493-4779-8674-99A77777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CAEE18-F0FB-4E80-B7CB-DBEBE2D8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0D12EA-034E-486F-AADE-1F65B7A5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EFA502-93F1-4024-9772-52D92891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76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6C5164-558B-43FF-9DF9-86DA4CC6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1831F2-5862-4BDE-86DE-7E897E2D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B028CA-AE30-4C51-84A9-8F5C1CD3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41BA26-ECED-4B63-AFC0-ACEE3229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68710E-4E9A-47B5-82CE-5998F9EA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3D626C-446F-44DA-A762-6CC1928D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F735DF-7500-4811-A764-9BBC5D7F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D92555-A704-4E58-82B0-18450875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8BF4BE-2F8C-4ED1-9C93-278B83BC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157425-A443-44AF-90FD-F4968691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37F98C-9E2A-4D0D-8BED-DA1FD4EF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D3475F-15A9-4344-A6A5-BBEDA40D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F75DD5-8CD1-4525-9303-DB1E5B6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A5D41E-0769-4A8D-8303-A16A2C90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BDAABC-2782-45E5-AFDA-C3D45C77E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78AF0-C7B1-4AB5-AB1F-8F045A5A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367CFD-4E9B-4D2C-B38B-3D6821D4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7054C9-876F-45D3-8F4F-798AE6C8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FB4FCA-BE2D-412C-99B0-29A54A44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78C5FA-801D-41B3-A39D-FC231341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DFA227-0408-4E95-A06D-890B9A93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00ACD7-106E-49A0-ADA0-3F308AA6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6251731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287BF4D-97D9-4A87-B197-CBE4EA42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3B0FF6-C3E2-40CE-8A11-F38C9329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622AF-00FA-442B-8E32-E750186A5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3BFFC5-8CD5-4A90-B9F0-CE58FFCA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544852-37D8-49F1-A906-022F4FBC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707E80-E31E-48BA-8B32-7B6FC261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54060D-E453-4DF9-98C2-BCDAFC16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339A72-816E-48D7-99C1-402013A4A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9DA089-DFD2-41C6-A1E3-36872C9E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DB5065-A53A-4CF7-ABCB-7B4CD112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1F5FF1-BA44-4245-8CFB-1217CAB9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CDBD23-8DB6-4135-A9A9-79FB1454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A92A00-AFFD-4A09-9B20-370E0C82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603BAC-71F0-4028-89C7-74582C47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25DA13-684C-441D-AF6E-C3F2ACEE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5928C4-E815-4EE1-85D7-F14C02F20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87A05F-4DC4-416A-9BC3-DC3E0926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F43E61-4D72-4675-B26B-EC82226D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F9F3AF-A43D-40AB-AB23-7CF6B10C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6A81B4-FBD4-4AA4-8F1F-EC2655DF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8E0A76-962C-4A1D-9245-714F2A15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1ADC65-DBA8-4C03-9C0D-56E73C79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2E8751-8CA4-405C-BDA7-935D5865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D238AF-AF54-4A16-8B63-1FFEC5D7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BA6CBE-0472-4D14-AA99-C62FB4AB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5CFD24-8117-4079-997E-9B9B1635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3A760F-9BC8-4485-87D1-8AB5AA56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B9C4A-E649-43EA-A5A9-3B87CA86D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154767-6E33-4BA2-8B42-37B7DB3E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FAEA7D-36B7-4E56-BFCA-54BBC2CE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E091F4-319B-44F5-8DDC-59F1973E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66D8BA-76FD-42A4-8CAF-3B5E0CCE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2E5A36-7267-48C4-AC08-19F8B52B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078CB9-ED1A-42CA-AA46-96D95E725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E7C275-68C3-4B6D-AA29-BC9E0A4C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Preço, propostas e contratos não integram a base.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028496-D58D-4D0A-B6D8-945992EB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7D8331-39C0-4DD6-89AD-36BE2A52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BDEDAC-3C4F-4232-87EA-678C1FB2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9BAA091-BC8D-43B5-A872-7A029202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D2FC20-6973-4E85-9933-77622CF3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ofertas públicas primárias encerradas e valor registrado positivo. Automático: Número do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114227361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4C08F0-3E11-47B3-8BCA-6458AFDA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9328B2-BA01-4915-A781-04820A9B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E1F67A-75EE-4C95-B9B6-CCA99FA4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EF2DE0-95F2-4BF3-8B6D-A151DF48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CE78F9-1939-4FB5-9A11-7605F712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91E5A-9751-4940-90B9-34CCC9D5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01E2E2-18C1-45B4-A402-B61515B5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C0184C-EF56-4ADA-81D8-71B72644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50BD6C-517A-49DA-ADE8-38913F8A1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C67A86-4DBE-4E41-BC41-A7A69186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BEAF42-2783-4AB3-AFEE-E3FD2E8D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12C4F4-ACB5-4154-ACCB-1763748F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6E1479-EEA1-4C36-B9AE-3BB90ABE2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176384-0A86-4DAF-B0FB-060F3356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BA3056-1AD1-476C-B911-EB58177B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55A913-17AF-4CA4-BF1F-E9F759FC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4CD932-41A8-4D63-A2DD-3EDE07C2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14DE91-3F99-4C8A-963B-6B1BD5AD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ECA34F-9EAF-41B5-97A1-99F997EF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1D942F-FECB-4C58-8B3C-7E22211B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355240-AC19-4F3C-A75B-6BD0ABA2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33900F-5878-40BB-92BD-81125709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24F82E-365A-4460-9C20-B03DE8AE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E9C06D-B71D-43E7-8F46-A78B309C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B5D8CD-3A34-4FA1-91DF-DEA6F14E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B6BCCE-C2A4-41C4-AF0A-32291CD0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8DD567-DA8F-4FE0-B8BB-ADFA37A4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0C8911-B716-4E7A-B2AC-E9E6FB91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A79947-FC43-43FB-8404-7FBCE59D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17533356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92C853-5511-4901-8496-48BC43FF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8DA488-AEE0-44B2-8DB7-E1ACC2791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22445-7EB7-4A0E-AAED-D7A72F54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90A4ED-6C75-4F80-8A72-72D8D0B4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299DC-F7FB-477E-965D-86B2A6D8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37FE8A-4048-443A-ABE0-0743E0B9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7C3D71-7E76-435A-BC72-A8B87BA8E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BF68C-F5D1-4B06-B2DB-20FA407B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4D7AA9-4364-43DE-A57D-05DFCBA3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A951B-16EE-4E09-B201-1DFC1971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FCDECC-93EB-4C20-9E85-4481A8D6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FBE90B-DE2B-4E31-A9F1-DDABCACB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EE05F4-89EA-4A07-8304-E4AEAC6B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A43464-5A43-4152-BCFD-EC419C94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9690FE-CC5A-4EB4-AB96-1C3E7362E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70DC7E-84A7-4086-A346-0D6DB61E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D3F4C7-E8B9-476A-B4F9-7C4969DC2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84D00C-652E-4C81-9262-572DFEBB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9B41B7-6BE8-4A0B-8ADC-D356A08BC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4C873F-D4A1-4A28-858F-D464D87B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6BBE47-C6B0-4E86-89D9-DF657F79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10E4A5-2BA5-4A91-BF97-433139B4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68AE78-7960-4194-85F7-3B29B25F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C056B8-DDFF-4569-9787-65D52545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8B5D0F-BA0C-4DB2-BA90-1BDCD293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BC2616-903C-41D9-9EA8-8AE17771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418E47-3E18-4C90-82AA-2B7CA02D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B4AB79-B044-439E-B91B-115FABEB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67E55C-1795-4135-AD56-1BFFFAF58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95746097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32C2B1-9B03-4435-A1AA-CC2F0AF6E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A4778B-D9A7-43DF-A4F1-6A026971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36AEFD-1102-4C74-B08A-1717ED98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88A10-7F2A-45FA-A8D9-20B71B8F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DFFC3D-50F7-40A4-BE05-E8013B11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B8EA0-548E-4A31-AAAF-870E0C6A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9094E-FBD5-45F8-AA45-0B78343D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F7502D-ECC7-4B56-8799-06DEC632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D252D6-92F2-4E84-A506-525D34D2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861F1B-D2F2-438E-BA93-4B881D97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E4ECA1-AC43-42D1-8A72-E8AF7CDC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0C463-E146-4230-B3EE-D8C64205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287056-4B6C-40F1-B690-DE4D3BC76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21F324-32DE-40ED-BF98-E422D774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5596A5-BAB0-4A37-A190-012075A6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2B704F-6662-48B0-8EDE-AC53E0D2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BAD3CC-FF98-4354-9AA6-1C254728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890A8E-1671-4C36-8BC5-8DE1B5B7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2A8D57-E22C-4457-B1E9-46729E2A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3FB6FF-8E7C-463E-B9AB-6D8A56BD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40F36E-EE6E-48E0-A962-46D7E898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E32EFC-23D9-452C-94A3-DE459297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58975F-5D1B-438A-BDB9-88B47C7A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F8395E-D7EB-440B-A9AA-8B84068D4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374AF0-5B04-4297-A060-79B00BA3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4751DD-BCE8-4117-8DAF-A1112DF6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F22A89-80C9-4C94-B35F-96AE4C21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00613F-09EA-4E27-B857-46785D2E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C6C4B7-9DC7-47EE-9582-03D78EEB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08803453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F0B834-03B6-433F-8008-265A7461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F809A-399E-4AF7-A115-6A690BFE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F5367-B59B-4C98-9FC8-B8E6E5FB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88ECC-13FF-48F9-BA5A-05EA1F86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62999-9F89-4D7E-9339-5362D41F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3BC36A-D9E6-4284-8060-6351E936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4887FD-198E-4120-A763-2BAB1873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5187C3-F5E8-411F-A4D9-16279F5C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2B2A09-01C3-4002-8C14-999005A1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D65FC-B8DF-44F6-A28A-A241B3CE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5960F2-B8A0-4C67-AA1C-972BDD15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E57C5A-EACC-4E4E-A378-BC2DED16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76A257-26F8-4367-83FA-20C777C2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3D5A8D-AEA3-492C-8809-B55294D8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F84402-9039-4D1C-88F1-63164335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5E361F-CE36-4C83-895F-EA1CCBAC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A02976-478A-4D13-96C5-FD4433E5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67D801-D3FC-4186-980C-4C2D0401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9341C5-2893-437A-880B-B5E03523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09658B-DA07-461F-A167-804E2F1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DD4F33-79BA-417C-96EB-5AB08D27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7AFD8D-22D8-4194-9DAC-5A06F4AD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64AE90-9B6D-4DEF-A3F6-48B8F16C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D3EB27-1FEC-43A3-8A8B-46E5E8A0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1A8FBE-30FC-42B1-B1A2-EA445E7E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B480FE-2C47-4D47-9058-3E46D9864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55C890-14FB-4362-AC78-DC196E4D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A4DCC1-439F-4A58-B195-EF1A7FB0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004CF1-A173-46E1-B53D-19C988EA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1525059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5B6C6E-6C97-42B8-A560-F112518E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CE851C-E5EC-4976-B39A-E1EC9301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ED4272-2BE4-4AA2-9F25-7DCFF0DB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6A5D5E-9883-4C57-9E00-28579559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FD4C8E-08B3-428C-B589-67E07C18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A10E7-1855-49DF-8502-705F0066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369372-1A71-46EA-BB0D-3F5A98786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043B6C-95B3-4519-9B8F-A5D309C6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96BE7A-E743-4A91-A4A0-DCB6E95B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BB9C7A-AEC3-4210-9E74-BFADBF8E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B8F589-2171-4517-B3BE-346E0035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D5AA0-0483-4CDF-9359-C3A3F877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1E0760-A5DA-4C1A-82FE-1CC6FD37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8A8CEF-41B1-4BB1-A7EB-6B5627EC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95866F-8FA4-43E6-9536-112647B5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76033E-AFC9-495D-9471-DDAD5E81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EA5AE6-D2D3-43A3-B5F5-5C40F4D4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BCCA90-DAF7-44BF-86C0-653AB8B3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3FD382-B778-4635-A64C-B2C3934F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B149A1-A9A1-4E4F-82DC-CB888EC5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22B707-F13D-4044-A82C-FB47D669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6E8DF5-9269-42FD-AF83-E96BFA1A2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6A8A15-041C-416A-8A55-CFA6EA1D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C9B8EB-49C1-45C4-AC35-A6ABFA86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500A5E-5959-4026-AB0B-B5779D77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39A714-D29B-4A87-95AE-5D7AB288B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14A85E-DF96-47EC-8C00-EC472FB4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68998B-4BDB-45A9-B175-E024F89C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17EFB5-331B-4560-9D8F-565BF631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04845777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804BCD-EAF1-4325-B561-CA495B26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655987-B30A-4A83-B740-65FE1656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9D24A-3D0B-4E61-94BF-E05AFCB1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F86621-3E21-4D16-A87F-F7B15DD2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6C176-BD0D-4678-A9F4-92FCE15E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8BDE0-202D-42AF-9B63-4FE2DB3C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945543-0F57-42DA-B87C-AD3EECAE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7757E0-5900-4110-B4CA-815A13D2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3E8051-B828-434C-A67D-93B2D58E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ACF8D6-50D7-411B-BD86-FA06B800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18018-FB92-4E74-97A8-833C71FD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5BF1D2-DF31-412D-A5A5-2D59DC17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161BDA-AF7A-413B-9116-9A232E62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2ED8FF-14D6-413D-A11D-BC0A8758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85EA6B-457B-4411-ACFA-A22FA336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34812D-48DC-4F64-904C-FD738B6E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3FD660-B108-4B2F-9F68-F3C6E9F6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8218D3-1E54-4B62-A59C-CB607C72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3268C1-9DCA-4F40-AEE1-C8A85450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D754A7-189F-498E-B859-58EBEFFA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E1D4CE-788F-4EF8-83D5-6095118D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FAB8E7-4E45-4E0C-9668-93016426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4B6298-3626-4D4E-A36C-0E84E79B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4E0DCB-B9D9-4598-88EB-D65A32E5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200049-D885-423F-B59E-B60D95C4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189EA9-13C7-4A4F-8A1E-FED635C1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05B34F-8396-4CE0-A683-712DC0F8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492892-5EAA-420B-A53E-EAADC8D7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4F6911-5808-435C-B1AD-259DC10C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8380101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FEF5CC-62C3-46B1-AE4C-70603A00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91746E-EC39-4411-AA26-72018929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A6834F-40AD-4167-B834-25F5116C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9EEC1A-B91F-44B3-8485-F4BC4A29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FC37CC-1ACD-4628-B805-14DB1E1F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4EAE4B-4D85-4091-B89D-F7752FA7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B8505-1580-4AB1-9EEF-2C5DBB9B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D3FC95-97DA-423E-99DB-C9539FBE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BDBC00-AAB2-453F-A1F1-96C7BD83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D59014-306E-4968-9F6D-42250B84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F9A5A6-5111-42E0-B927-DF663AFD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9952BD-C9A6-4377-B84B-09C5CE9A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F0FD89-50A0-4DCD-AA80-42A2F67B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91406A-93C1-40CD-B193-4381A31E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4B3E1-08E9-411F-9D2D-3DA546C9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427DB2-266B-4E41-A9A3-E7A6650B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08CBB0-C344-481A-B886-09841E1E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6E98A7-CBBB-4582-8F69-D754756E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C16466-CEAF-4A6B-8E63-4C4EE50E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9600D7-10D9-4FE1-9E08-E57D1B43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4516B8-180E-4BE2-9D99-35F830B3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123F47-F484-4AAD-9923-B0FCA923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A05C84-3E56-4957-88AF-7BFA7500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F66E17-4901-42AF-916D-066ED48B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822AD5-DCF6-431A-9892-5EE34298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5AC20B-FF7D-47DD-A49E-ADF3A1AC3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9CECA6-F65C-4738-B03D-68168EE8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E66F29-A135-42C0-BB6A-DF30C0FF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8D890D-D9DD-428D-954D-ECBB4110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31478397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A6E0AF-04F1-4882-9997-A4C2B9C6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E40D6-D82E-4B52-BF1A-F759C28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FAAF52-763E-46AF-BEF9-861F47F5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BF6D37-6E7A-447A-84B0-FEA021E2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D74842-EE1C-493B-A874-12B872BC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F3ADA-7AF7-44AE-A850-30B8E830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9377DF-8134-4D69-B47D-799F3290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6968D3-38E1-40C6-BD1F-9B8BA82F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9B6DE-F728-4539-AFE7-A94D2E56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DB254A-5ADF-40BD-BFD1-65E079A7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48323-1990-46D6-B115-1A13397F1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117575-030C-4A0F-A0DE-9B053B51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5623F8-4562-482B-8C71-7B63B5A4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F4C5E6-3970-44DA-ACD3-DF8D9175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31FF71-430E-4E46-97E2-FD286508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9932F1-7066-4531-B209-ED47DBEF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7C2C59-6053-45FE-A56E-E09D3F5E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63655E-6BCD-43AC-98F0-E951F9E0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D158AF-95AC-411F-A128-FB7012F0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341F0D-A578-4FFC-AD6B-A6A15BA3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5792E1-2972-4821-B6F8-9DA11F15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04E19E-B760-4872-BAA2-42885C2B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F097CA-588D-4699-9362-0A6C14DBF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812220-C56F-409C-897C-CD4FDF54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A64605-0C29-4BF8-AB08-1C9ACF43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9BEB40-6E5C-496E-82B8-0DE613AA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9943D0-ADC6-4EEA-8EC1-6CF755E4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AF61CA-0A23-4B92-8C55-FDF0BD04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5B773D-1E7C-47A7-AB8D-2A6BE670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53570116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80419C-612A-4AA8-A64F-05FA928A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54A6F-603E-4CF1-90B4-078BF938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201ADA-C2F2-4BBE-B6BB-A9161E95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9B8E31-EDC9-4689-BB53-09AAA465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957B1C-82B0-4B65-A061-7E7DD260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3680A5-A36E-47EB-921D-E27D92E1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77C85F-25EA-4D99-AF6D-2F142111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ACE3DA-D73F-4C7B-AC33-7CF63B93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7C68DB-3312-4394-807C-B9CA1D27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5823D-1FDE-4BD3-B876-2944B2A9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19EFE7-0B86-41D0-BFE8-A573C75D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E2FA8D-CEA8-489B-BF9E-9306E48E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E289B7-381F-469E-A4D5-3C06EB357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E897E5-AF65-4CD7-ABB5-CBC52E93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0A8EC2-A205-46A4-8836-62279C07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F1C46D-43D0-4DD8-9EC6-859BD447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249C49-C2E8-48F4-9FD7-B41F60E6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3100EC-C823-40A3-9C50-CABEBADD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9D3A9F-9498-48B6-AC1B-51A529F6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8B866D-6CBA-424E-9237-2F0AFB94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13359C-A3F5-44B4-905D-8B15D6B4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962D0A-F198-4BAA-8E91-0CDD80F8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90427F-8A89-4225-9E75-156004E6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32AA71-5EF3-431D-AA70-43469BE78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0E7D69-E334-455F-97F4-690D10A6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8AE52F-764E-4CB9-A7D2-49E3A3ED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1B518E-C10A-429F-8A54-2E1492B0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0B7A5D-B520-4883-A193-7EAE1CF6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AB3DEB-1159-4D72-83F0-E6B22DFF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574931943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1EECA0-3A68-4A4C-B2B3-A63369175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A14533-EC48-424F-ABEE-91C599DD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059F9B-A38C-4374-99A5-6AC40849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8B7504-1C1C-415F-94F1-BB8AF5E8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7139EC-5738-4536-AB39-52B38F37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4531FE-06A5-4CD9-AF9D-BEC6A516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E9C4BE-FD9B-42BC-9329-5DE592BB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F32592-F875-43D4-932F-865911634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31D9F0-4095-4557-AC93-4BC03122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C977BE-B67D-4C32-8BAE-A1549409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DDAB81-2C10-48AF-AD27-9CDC7343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688E4D-2E90-4FDD-836B-4041BC3A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A3A7E7-C1E6-4B8D-BD80-DFBC25B3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6040E8-796B-4BA8-9816-6ED676A0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3C31FB-A01F-42E2-91D9-F4747092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01F51B-67FC-4F72-837A-A260188BB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74DD3A-39F7-4220-BFFE-FFDBB0A0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5A3D70-0B54-4A7A-AF4A-258F4193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87469C-98C0-476D-B0D7-714E977D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D1688B-08DC-40D0-B5C8-378B5AE8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D9C23C-9917-4693-9DFA-C42625F1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56D20B-5785-4C17-93D1-9ACD22EE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963CEF-6A54-4AF0-A634-5B06D6E8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EE03D0-B779-4DC3-B912-DED001346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48FF08-3BC2-4100-80BB-322F09BE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75C8F2-2813-4C17-A608-7AC049AD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D592BB-55FB-4372-9FFD-C01A55FA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0EA824-6802-4EDB-8CE6-BADA1527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675D05-8A66-48B0-97B5-F2CB055E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968948232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50DC1F-D5BD-4A71-9247-7771E37E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0BD0B3-9ECB-4E76-95B5-50016683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DAAD0B-CD13-4599-AC4B-CEEE3FA9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117E29-BE61-456B-87A3-CCAF351F3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E1D9FD-2CA6-45D0-81D3-E0785652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052937-3CA9-4726-AE4C-29646AB0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D52467-674B-4BC0-84F9-253B8144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B05866-9449-4CDB-B85E-01F0CFE4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2B4AA3-70EC-413A-9D5E-D06739B4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DA146-6377-419B-8FDB-37AFA84C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E1283F-D9DB-4883-9BBB-FE0F4583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3326D9-92F2-46FB-800A-4BE78A62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2DD36B-9505-40C2-BF05-E07D068E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7D74EB-FF1F-4AC5-95EF-BA41CBDD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59A6C9-2E8F-4D69-B38A-06D2F896A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DEF97B-7DB1-4499-82F0-2BC3E3D4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570D42-1891-43F1-9142-D649FA39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5C6CAD-BE0A-4C20-8D12-6B8C51F1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693F9E-B42F-4B11-BF2F-BCC81F31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72266A-A826-41AE-9216-2FAB2F98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42BD8D-60FC-4DDF-AF35-D9F9AFFE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890672-C30B-4473-95AD-A4A17284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3E8CBE-4E7F-4A41-AADA-19590C9C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D9812-3994-4265-A187-718C80EF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878484-3243-471F-8735-CC515977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EFC31A-3E40-4650-BAA4-5BE37DD0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F2CB4B-B574-4E42-864C-195D3C0B6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92AC70-28EA-4427-ACE4-592D3A83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1BB959-CF7B-40AE-94E5-23FB63D6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37348692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3C5165-14E3-4036-879A-DE61A640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DF7909-F06C-42F5-A8E3-3602F469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BDD88-0055-49DE-9FBF-D541B112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82838D-F801-4FC6-AF60-1FA7A1C0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1B6139-AB00-42AC-BABB-DB31C4E5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8AD209-D8CE-4086-B40A-2C60D124E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E03E6-309A-4F5E-AA68-44BF5D7E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64889A-9BCE-4AB0-B6C0-87F2BBE9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D3782-CB2A-4602-8C36-AF98F28E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E62B6C-7334-4682-964C-99E3A97A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4E92EE-42E2-4865-B271-C9BB72A0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B5B723-5FD3-4CB7-94BE-868B4E9B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689267-3E09-4C91-9ED8-783C56ED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2C9D95-30A9-45D9-A32C-21D41B28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1F8595-EDE9-4331-81FF-56961850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CA76A1-09B5-402F-ABE4-40F048AA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5EEE08-071D-48DF-B66C-7EC4D555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5C6351-4614-4560-9CC4-70EB2114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780C7B-B5E8-42BF-A737-54A57EFA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90B0F5-EB54-472D-873C-31010B08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6A014E-29E8-429B-A137-F723784F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C93313-5987-45AF-B927-6374EB54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E9821C-4CCF-4BC2-A361-8375DB80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28019C-18FF-4A83-BC37-AB8100C8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BC980C-6194-48D7-A824-1B6015AE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3E05FF-6EE9-4F3A-B96E-65C4A296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5AAA50-0960-4FA3-B760-84511798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B472DD-4575-4188-BADF-E6435076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24BF98-FEE9-4744-919D-3B5BB614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25732638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DE1D83-C633-4EBC-9C29-AE1BC7D9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35916B-7931-4F22-8399-59D97C454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BA7FB0-E236-4A22-BEE0-1CDEB19C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D7776-45B4-4DCA-8338-F8B04D70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EACA8D-4F4A-4CEE-8ADA-4A5497A5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0BCF8D-8399-43F4-B596-240663D0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69F999-3DB9-4C83-89DE-BE9FB53B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CCAAD-4197-47F0-8C59-0E68F1DA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8AC469-F4D1-456D-92C0-76B7EF34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4765F7-0995-48FA-B85B-238C90F2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7872AB-0BDB-43EC-8BB5-7C1CAC59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FD86CD-3D1B-4892-836B-534CB79C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36F4BA-CCC6-49A8-B8C3-34882A45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9C7353-281E-4B59-B9B0-02EBD3F4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E10260-781F-4F9D-8ABC-34BCC07F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46450C-1464-411D-AFF4-561FAA58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358345-1BA7-41BE-AE24-6987F04E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5EB9B2-E12F-4941-803A-4F64AF7D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E4C964-2F27-4ABD-9B03-6238FBDE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809E90-7825-4D85-9401-1892EADE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7801B-FF8A-4403-AE1F-D0C48703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1320EC-90BB-4D8C-B94E-5794EF03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70C13A-6F7A-4EEF-85D9-1F968534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FFD139-08A6-4BEF-84E9-58B5152C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1D7D91-2379-4750-932A-F0857FCE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326826-0496-4AD2-A857-D5073992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025E5A-C6E0-4FA4-B23D-2E26A2D7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D621D1-7C42-4818-88E1-D4C499A2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D57528-F333-432C-8431-7D71EAA5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139576042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E995A9-3CDF-48E7-82AF-6718DA5D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CE2F7-65E7-46FC-8940-09022D6F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7B9438-3485-4AF1-A488-C46D620F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16017-7B72-4D5F-8CBD-401FDBC5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F91F9-DE18-44A4-B5B5-3C43168A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75C660-0523-490D-9944-EBB903F6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B44F3C-B954-4CE3-A365-495BC824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523EF1-2175-4DB5-98C7-5DB08E9A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8B785A-67AD-4274-9C66-BB6AB088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BD1221-68FA-4247-94AA-D27A11A89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B3DF92-9A80-4787-8346-D55E65E9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F4E483-8097-4122-9BF3-9036587A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DB373F-D251-404D-BBA5-696AC592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FAD203-944D-4721-A6AE-2029E45E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45B7DA-9B3B-41DD-959F-C0E8A2E6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3BAAAF-2B56-4BAD-9180-BEFEA889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7E2A2F-553D-4CEC-B260-454CBFEA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F29F5D-8AE0-4E27-87BA-090734C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3D7BAD-9315-440C-B8DA-90052D8A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B7244E-3802-4FF3-8F7A-58FC4BE8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EBE766-FDC8-4B5A-9B86-20EFDBBA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A1FFB6-627C-46A3-BCE0-622C9C86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85E4C2-E1C8-4CD8-A1C8-61027E02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DA51C2-2757-480D-A140-361F8288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B5A18A-CD0B-4D60-86AF-695773B4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286594-3C8F-4BBC-AC02-09A677D6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6CD2C8-05EC-44C7-930C-A1023FC19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7FC78C-DA6C-468C-AD1A-84DD24CD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572B1B-3B37-4B55-B753-6865F4F1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4466762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105E2B-D7E6-4D1A-89E8-77E77F43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B37221-43EE-4B68-BC87-C1A27609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69361E-D0CB-4A78-B8F7-46585C34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5EFE8B-B349-497E-82AA-96A82C9B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924A8-75E0-4D19-9B2F-2FB7C4BC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7397D-1196-411C-906A-400FD5F9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FC66A0-A67A-42DA-8A98-FF736BC1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FE9A85-4B8E-4AF6-B941-B14FE439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3A4A27-16BE-4429-A6E6-672B852D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F7F963-D43C-49DD-8C35-3F700539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7ACBC2-6CB3-4333-9B5E-FB2E3B3B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C4426B-F3A9-4E51-9286-7AACCFDF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103809-8969-4562-B084-4775E0CF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BE31DC-D0F3-4314-AEF0-E62DE4F1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E4C465-885A-478B-81A0-15B1AEDE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9C39EB-7EFC-4A46-852C-23030DD5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CE610-ED47-4E61-9818-098921D3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D4EDD5-4B4E-4EA7-B427-CA3726B3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85B82D-9DE4-4E38-8C4A-2777255F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22F452-6F77-4A7B-8359-D8E70DB1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83E1F8-4CCD-4C02-85AB-917B6237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4B2F31-5B25-4D7C-98AD-3AE70F745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6A1565-5F98-4D8E-9663-55B9DC43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F9223D-E920-4F4E-9620-1F73ABFF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BB1304-3D31-4C67-A2A5-D6D6F44B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5095B0-3E3F-4A7E-9465-35833CB2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29379D-12F8-4F40-B75E-9757D67A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EC4FBC-3614-4628-9229-E2B7FC63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78F345-9511-48D9-951B-6A429AD2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585833821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9AD368-D0EE-4140-B472-F88EAC51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297F83-567A-4929-8F27-B066B077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82E57-3E2C-4A74-A5B4-0840A3F8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94B67D-DDA2-40E3-AC92-8B5E7400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42E0E4-C173-45B4-9DB3-2659C89D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72771E-9E1C-4E13-8224-B8699423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531130-A99C-4E86-8DD7-E6E7F156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3A8AC1-FF65-4F57-80F4-03E329E9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4CF5-40AD-44B7-9C49-B7EB9471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EB595C-5D79-41D5-AC6B-FC7B6AA7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E17C2-B187-41E6-B61D-19AA8EE4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16CAFD-6442-4954-B353-C67AD0C7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B36CE8-D1C0-4CAB-A6DC-BB752674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18EFFD-017B-4C23-ABCA-D2BF9211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731E0F-3A31-43BF-A89B-CB9AB2A7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CD0D2A-0870-4666-953F-63EBF4DE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CD7590-2BD9-407B-A82C-76ED4896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0D8E5C-26A4-4595-ADB6-2E334A92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83D726-D9E7-4EAF-BA6D-2B8AF137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3E509-B4B0-4B6F-998B-45EAB6A0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6ACD30-1639-4576-A335-8B6DB94A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079E73-717A-4DD5-A1E5-F642ABAD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69D5C0-50F0-402D-A514-CEBC28C0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2141B8-B3A0-441D-AB2B-DEBC49B6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319BC3-FE9F-4242-8239-378E4C69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B7FB6B-4624-47D1-86D4-278B64A6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83BD39-EE10-4719-9204-9D10D700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F5BF2F-249A-40BC-9FEC-6F6BB838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C55DDE-4B18-48DA-96F2-567901C6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17227502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1EE428-0D13-4F44-BDCC-2EC0E94D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4D5F58-66D0-4946-B253-A00256A2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55EF6-EC79-40CD-9076-7FDCBA74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3734CA-966F-4B32-AF53-4A41FCF3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92915C-09E4-4F68-AC98-A38270C3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C1415B-7A17-4255-8666-729CA3FE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C29CA9-0DF8-4170-9A9F-86D6CE5C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C2F720-B247-4EF1-8000-4A631E2C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7823F7-723D-4EE4-BA22-D2A46A08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E086B4-43D5-4090-91AC-1468BAE9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DD0658-907A-4152-9DF7-93C9D53A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8B4338-A85F-4BC3-8187-D3449AAF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39659E-9C7C-42F4-ACF4-0DD3D02D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9BB8B9-DFE4-47CA-A4C3-9CAE970FB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4879F8-9BC0-4B0D-8B50-C599DAE4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AFBB4F-6A11-4478-BCDD-D661A499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3A240D-A84D-4783-8450-EC21B154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300E66-CD05-444C-A7BB-1678B49F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EF3E85-6EF2-41AA-B97E-F8898CE1F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A927A8-550F-4A56-AAB7-F11CDAFA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3DAE21-530E-4307-813A-042007AA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1ACA3A-1BE6-4B6F-9196-81291CD7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6CE003-C00D-4C77-9FB9-981ECFF8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37EC9-2A22-431E-8FF9-0B96CD0F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946F25-FC3C-4B8A-BA00-4B98F3B0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3449FC-FAAC-4E8D-941A-416BB2F8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CF6821-C644-4517-B840-2A2EA20F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6F38A6-3E41-4E88-BD2A-F662F3A8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FD9B4D-4934-4E09-ACCD-3B935A05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91764617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335DC-601A-41C9-96DF-B7131B35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83D3E7-2473-494B-926F-83DD5586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8D6644-7A11-4089-823E-44914BE9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6DDE57-B9CF-487B-9B63-59BAB567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0F365F-F5EC-47BF-97F0-70431EEF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98294D-2079-4AB3-9D43-38EF26B8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A36FB9-29C2-4C0C-9BEB-3AC5E05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F9A57E-9CFF-453C-814B-C253B85E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02F83F-3FE9-4DC0-AD91-2C8FD4DB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2AA6BA-3264-44E4-A2A2-C3E41FC3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A655DE-837A-46A2-8E99-F4CE7452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9C60B1-3AFB-4D3C-BC79-7AE777D48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C615DB-C3E7-4E9F-9135-61E820853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B21915-5700-4822-90D0-64FA438B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FB37FC-B34F-49F1-AE58-D7830C4C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1F27AD-9EF5-46DD-9611-EAAA3C95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B0243D-CFB8-46E7-8C25-12A0C02E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34D379-39B1-454E-9D65-6D6574B7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DA9BB-1972-497B-8889-798A664F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13318B-6F7B-4AB6-9F66-3BA90685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1138EC-5E06-4541-A5A0-4E35DAAF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F76128-7CA8-4515-ABCE-04CC2922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74D981-1FC6-40A3-B200-7DB4D8284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F984F4-6722-4EA9-A790-7E421880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4EADA6-841B-4E4B-94FA-505075CF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FB91D5-A22C-49D7-A046-C3CB99E7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0F1BBD-F51A-41D8-949D-22D98916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31D358-FC0B-4958-803C-6979FDFC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585FC4-FF4A-45E9-9DF1-D9C68F15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214551298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0832EA-5B46-42FD-ABE4-77CD775F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DC39CF-E256-472C-B2F2-EF1ED024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10224C-F13C-4394-AF3D-56BA1D02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99B04D-064D-4AAD-91C7-ED69CFBE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D5745-CA62-47C8-A866-81DD1C06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549BDF-92B9-45CC-BCE1-93915870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7114C9-F678-4BD9-A880-DEBD276D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B36BEC-604A-41EE-93B6-DFB52C04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97C286-D49E-4E46-A389-3D18A5D0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077659-32F9-4B58-BAFB-CC443418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CA2DD5-997A-47D6-9BC3-376AF064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82B9D7-E257-4C4E-98A5-708A8B70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22DB0C-93CD-4548-8D03-D96D452B7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F2C686-5182-4281-9E69-2C27B829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BCC934-EF7E-41FE-9D97-679A65E6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7A8C4D-F759-42AD-80EB-AED80BF2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DE496C-A696-4884-AF6A-4DD9CBF9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59787C-8228-4480-9F58-958FBC14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E47255-6C6F-474E-A868-12BEA670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E7A1E1-7B2A-4E69-93DC-88AC1DFA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9140C4-4604-4025-9301-A51A128A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2E3B7D-CB83-42F1-B762-62A573D6E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31D9B0-68B4-4AD5-A69D-34EEBAB9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282F1A-7999-41D3-8A52-04A0FF18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2089A9-A2D8-4AE0-AD97-F807FF18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923F75-B5C6-435E-B662-C893B642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B650CE-E101-40AB-A742-F467B0F4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9F3F5E-F0A5-458F-B279-AFE70DB7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A5D3DD-1F9E-47CF-BF45-F063D564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78805869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67236C-2528-4461-A017-43C8DF3D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BE9666-65A7-4259-8C4A-F16F9284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AF08B7-D9DB-4ABD-BEB6-54E0A09D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11CAA1-14DC-47DB-AFC4-6B3BF679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F10D2-F113-475F-9641-5704D26B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79685D-455C-4884-B61C-89BC09BD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742D4-DA23-4B53-8063-64A9ACE5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1A59B9-C7BF-4346-8583-140DFFE4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E80384-DD4A-4310-B52F-E9926F09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B72EAF-5E80-41A5-AA75-537601E0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EB045-FC99-4618-A42F-672C43A1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5F71C2-ED74-4244-877F-2A077280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05870B-25DB-4238-B6A6-1F0B2053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82EEBD-7593-49D1-8FA9-7A4FBF23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17D725-A1D2-4D96-99D1-B2D18DCC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43820D-C879-4199-A620-85EC9DC4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4F0324-195A-4D75-987C-96699969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7AE037-D009-41C9-8335-3DFFEAF8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98A5FA-9BE5-469F-8EED-ED985903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3B99C7-FE3B-4431-A83D-A24A4E23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9E6E70-CAD6-4EEE-A413-8BDF4DE9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D46EF1-38A8-48A1-A20C-FE72E95D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6ECAFE-7DC9-40BB-9796-B94B32F5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D7FA7B-A7CE-4367-ABEE-4CEFCF894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43F2EA-BB7C-4BB5-9F33-F4A39E4D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69E172-0DB0-454E-8500-0CAF7337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99C9FC-9538-4963-941C-FC15006A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1A49C8-587E-4AA5-8075-5FB5C661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5557A4-86C3-4DB8-9B20-5DA6FC07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6588266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497263-AA41-45AF-BF3D-C35244DD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BC1DE-69CD-4C8C-A200-10B0272D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AEC8B-D6E5-48F8-8FCB-F5654A53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53F7D6-E7E2-40FD-8651-7A0327F4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9974E5-18C2-4904-B2D0-C5F6FA3B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47C962-29FC-4367-8A7E-B6359C2C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87ca4a186b4a0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F2BEC5-FD0F-475B-BE6C-B6DA07AD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85EC21-D99A-4056-92EE-69C55FAA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907809214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BD7013-746A-4E31-A2AA-D38523B7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02299-7C33-42FB-8D6B-4A125B34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D1C247-234D-4E07-AC8C-6EC446FE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DD070-4C2A-4DEE-88E2-0AB52502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75F5AA-F788-4CF0-AE98-53A30725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9D6E0-B35B-4060-945E-22F349FA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344a973e2e49c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91FF09-3A2C-4A98-9994-A0AC937C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3C3F42-E520-4A8B-A764-7A6C8780B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454212445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A3EDF9-CABE-4BF2-8897-C9880AB3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749E32-4FC5-4436-B901-17B3B208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E4B490-5AC4-4752-BAA4-96484B87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1E8BCE-3F18-49F6-924B-8016A24F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0CC27-7779-4585-B5ED-0553BF17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4C0197-4068-454C-85CF-20DD01D4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66f82ac0c84e8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905716-8256-4EA3-BF60-C1DEA5AB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12E4B-C914-468C-832A-5064D53E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39214719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13A715A-6CE0-43C1-824B-724A9409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6E258F-4051-41AA-9B48-DB4CC136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08354-715F-4A9A-8755-AE361DF3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6B4F5-C99D-4A55-8229-200AE96C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CF47F7-28F6-46AD-AE22-49F3209A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F26EB7-64BA-4DBA-81AB-BA607DD4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8BDA2D-F993-4B23-A589-F7EBE1F3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E0A690-22EE-41F3-8451-1603E743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7ADEB2-FB8F-44ED-BEB6-07BE192B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E34C4D-5E82-4D76-BC62-C0C31F32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CC31F6-08CF-4754-9FBF-46E6AFDB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DA9A5-4B7F-4E08-AF9E-E9AAB414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337C62-B4FA-404D-812C-8EF2DB74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F734BC-01DB-4859-A61A-B6B13A4B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3F03CD-0712-4A1A-9D4F-17769179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767E54-DCE8-4062-ABE2-69F7D250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663F7E-3DD4-483B-8717-CD5083CF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AD610B-8A3A-407F-BFF4-E59F0B91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2C8FF3-F5CB-48BA-B60B-C95EB299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CEEAE8-B9D9-442C-8851-EDA17A31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43124E-24BB-48E7-AD36-E72863F2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BB44D7-B0C7-4E21-B283-D34CBC61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4A63F9-9BB8-4F0B-B253-586B0247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0CE5BE-E894-4783-983A-349E2816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1B2E81-40B9-45FB-B49F-CA41F664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565C16-4B24-4056-8DF8-41ABC16F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E5B1F8-637D-4290-80AD-B50AD5758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F09066-1049-4269-9092-44BBE110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22C93D-40B1-4340-9E70-D2BEC3B2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F5AE11-BE31-41B4-995E-C7FF9B36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A3B79B-A22F-47D4-B169-9CAA3F7B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3C905E-BB86-4509-A099-DCACF9FE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35F8AD-3366-4BCB-8E57-F846A8B5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05A6A6-D364-4FB3-B196-070B6440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E7144E-25D1-4470-9B40-EDFAB547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5A8A36-6E0D-409B-9900-FB93C07E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43C323-6AC2-4DFF-B741-0C8A96CE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99A1C20-65C3-4BE5-BD97-EE43CBDD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C9CD84-1BF6-4E12-AAFE-BADDD95D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64A6B7-0861-4D56-B980-D8667B80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D1150B-99D3-4A92-B635-C5EBC986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14976D5-0930-4CBC-8AB2-F89D8B92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94E333D-F100-4623-9647-16C09287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1D83ACF-2629-4BB0-B873-C1826433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A47BBC-5DA5-411C-ADFC-75EF5FBC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632E608-AEE1-4ECA-8E2E-EC515BAC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1D7C7DA-2B68-4D70-A6DB-BD69C8D7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0CA647B-B08D-4181-A157-F24A80B7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3628118-D529-4DBB-868C-8B129F25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095C993-A87C-4AD0-8E82-9426764F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7BCFB2-7317-46EF-B052-1A7CEE4E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A5080F8-F08B-40E6-B946-FEA62DE4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924907F-F55C-456D-B05A-C754B499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A9376FC-ABF7-49C4-8397-7EA1E2CB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1209722371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2026-07-27T18:14:10.2110000Z</dcterms:created>
  <dcterms:modified xsi:type="dcterms:W3CDTF">2026-07-27T18:14:10.2110000Z</dcterms:modified>
</coreProperties>
</file>