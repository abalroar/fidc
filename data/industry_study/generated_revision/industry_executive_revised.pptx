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1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5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6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7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01f3b3407f48dc" /><Relationship Type="http://schemas.openxmlformats.org/officeDocument/2006/relationships/extended-properties" Target="/docProps/app.xml" Id="R8ae9b9b004154efc" /><Relationship Type="http://schemas.openxmlformats.org/officeDocument/2006/relationships/officeDocument" Target="/ppt/presentation.xml" Id="Rdc9e6d903b574c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33ac9fed4e40a4"/>
  </p:sldMasterIdLst>
  <p:notesMasterIdLst>
    <p:notesMasterId xmlns:r="http://schemas.openxmlformats.org/officeDocument/2006/relationships" r:id="Re5f7450afe604e9a"/>
  </p:notesMasterIdLst>
  <p:sldIdLst>
    <p:sldId xmlns:r="http://schemas.openxmlformats.org/officeDocument/2006/relationships" id="256" r:id="Rd55266e95d464cee"/>
    <p:sldId xmlns:r="http://schemas.openxmlformats.org/officeDocument/2006/relationships" id="257" r:id="Rd2aa1572eee84d51"/>
    <p:sldId xmlns:r="http://schemas.openxmlformats.org/officeDocument/2006/relationships" id="258" r:id="Rc3190e871d744ade"/>
    <p:sldId xmlns:r="http://schemas.openxmlformats.org/officeDocument/2006/relationships" id="259" r:id="R29a1e669bdee4cda"/>
    <p:sldId xmlns:r="http://schemas.openxmlformats.org/officeDocument/2006/relationships" id="260" r:id="R72a8adb452874a41"/>
    <p:sldId xmlns:r="http://schemas.openxmlformats.org/officeDocument/2006/relationships" id="261" r:id="R7988749420c640a1"/>
    <p:sldId xmlns:r="http://schemas.openxmlformats.org/officeDocument/2006/relationships" id="262" r:id="R5a2297639c924ace"/>
    <p:sldId xmlns:r="http://schemas.openxmlformats.org/officeDocument/2006/relationships" id="263" r:id="Re82433a931b04bc1"/>
    <p:sldId xmlns:r="http://schemas.openxmlformats.org/officeDocument/2006/relationships" id="264" r:id="Rf531e17aa98e4f79"/>
    <p:sldId xmlns:r="http://schemas.openxmlformats.org/officeDocument/2006/relationships" id="265" r:id="Rfb08c4d49a41498f"/>
    <p:sldId xmlns:r="http://schemas.openxmlformats.org/officeDocument/2006/relationships" id="266" r:id="R61c54f1150f64df2"/>
    <p:sldId xmlns:r="http://schemas.openxmlformats.org/officeDocument/2006/relationships" id="267" r:id="R7d7270ba074b44b3"/>
    <p:sldId xmlns:r="http://schemas.openxmlformats.org/officeDocument/2006/relationships" id="268" r:id="Rd6e8d794f76a4e70"/>
    <p:sldId xmlns:r="http://schemas.openxmlformats.org/officeDocument/2006/relationships" id="269" r:id="Ra23fc9ce73144248"/>
    <p:sldId xmlns:r="http://schemas.openxmlformats.org/officeDocument/2006/relationships" id="270" r:id="R38b25e3550df496e"/>
    <p:sldId xmlns:r="http://schemas.openxmlformats.org/officeDocument/2006/relationships" id="271" r:id="R5bd37256850e4277"/>
    <p:sldId xmlns:r="http://schemas.openxmlformats.org/officeDocument/2006/relationships" id="272" r:id="Rf9aaa14e86c742e0"/>
    <p:sldId xmlns:r="http://schemas.openxmlformats.org/officeDocument/2006/relationships" id="273" r:id="Ree97ae66526b424e"/>
    <p:sldId xmlns:r="http://schemas.openxmlformats.org/officeDocument/2006/relationships" id="274" r:id="R302c47b0a4284a3f"/>
    <p:sldId xmlns:r="http://schemas.openxmlformats.org/officeDocument/2006/relationships" id="275" r:id="R67123706562741b4"/>
    <p:sldId xmlns:r="http://schemas.openxmlformats.org/officeDocument/2006/relationships" id="276" r:id="R435553f481ef49cb"/>
    <p:sldId xmlns:r="http://schemas.openxmlformats.org/officeDocument/2006/relationships" id="277" r:id="Rf1e08e77a8ac46a2"/>
    <p:sldId xmlns:r="http://schemas.openxmlformats.org/officeDocument/2006/relationships" id="278" r:id="Ra59b12cd41af4ca9"/>
    <p:sldId xmlns:r="http://schemas.openxmlformats.org/officeDocument/2006/relationships" id="279" r:id="R6b2050316e8f4f2e"/>
    <p:sldId xmlns:r="http://schemas.openxmlformats.org/officeDocument/2006/relationships" id="280" r:id="Rde60bc31f6024078"/>
    <p:sldId xmlns:r="http://schemas.openxmlformats.org/officeDocument/2006/relationships" id="281" r:id="R7a6e3684f07b42a7"/>
    <p:sldId xmlns:r="http://schemas.openxmlformats.org/officeDocument/2006/relationships" id="282" r:id="Rcbd06546e7fb4195"/>
    <p:sldId xmlns:r="http://schemas.openxmlformats.org/officeDocument/2006/relationships" id="283" r:id="R37efb08890cd44c9"/>
    <p:sldId xmlns:r="http://schemas.openxmlformats.org/officeDocument/2006/relationships" id="284" r:id="Re042e0de961643d6"/>
    <p:sldId xmlns:r="http://schemas.openxmlformats.org/officeDocument/2006/relationships" id="285" r:id="Racc982c8b44741ea"/>
    <p:sldId xmlns:r="http://schemas.openxmlformats.org/officeDocument/2006/relationships" id="286" r:id="R8cea917b39f94983"/>
    <p:sldId xmlns:r="http://schemas.openxmlformats.org/officeDocument/2006/relationships" id="287" r:id="Rf651259991354690"/>
    <p:sldId xmlns:r="http://schemas.openxmlformats.org/officeDocument/2006/relationships" id="288" r:id="Rcc8eb716cc734a31"/>
    <p:sldId xmlns:r="http://schemas.openxmlformats.org/officeDocument/2006/relationships" id="289" r:id="R8295210eab8d41c8"/>
    <p:sldId xmlns:r="http://schemas.openxmlformats.org/officeDocument/2006/relationships" id="290" r:id="Rfafd0a28116a4cca"/>
    <p:sldId xmlns:r="http://schemas.openxmlformats.org/officeDocument/2006/relationships" id="291" r:id="R137ee20b45fb41b3"/>
    <p:sldId xmlns:r="http://schemas.openxmlformats.org/officeDocument/2006/relationships" id="292" r:id="Rfd9ff1605fca406b"/>
    <p:sldId xmlns:r="http://schemas.openxmlformats.org/officeDocument/2006/relationships" id="293" r:id="R601eb91cf38b4ad8"/>
    <p:sldId xmlns:r="http://schemas.openxmlformats.org/officeDocument/2006/relationships" id="294" r:id="R58488222d1f94dc4"/>
    <p:sldId xmlns:r="http://schemas.openxmlformats.org/officeDocument/2006/relationships" id="295" r:id="R639029585d094162"/>
    <p:sldId xmlns:r="http://schemas.openxmlformats.org/officeDocument/2006/relationships" id="296" r:id="R115cd9c7999b496e"/>
    <p:sldId xmlns:r="http://schemas.openxmlformats.org/officeDocument/2006/relationships" id="297" r:id="R5347ec1b4732458d"/>
    <p:sldId xmlns:r="http://schemas.openxmlformats.org/officeDocument/2006/relationships" id="298" r:id="Ra5dff162bcaf4dfb"/>
    <p:sldId xmlns:r="http://schemas.openxmlformats.org/officeDocument/2006/relationships" id="299" r:id="R37b5a0a58996490f"/>
    <p:sldId xmlns:r="http://schemas.openxmlformats.org/officeDocument/2006/relationships" id="300" r:id="Re679d8bbc17f402a"/>
    <p:sldId xmlns:r="http://schemas.openxmlformats.org/officeDocument/2006/relationships" id="301" r:id="Rb4bc6f7f1f604f50"/>
    <p:sldId xmlns:r="http://schemas.openxmlformats.org/officeDocument/2006/relationships" id="302" r:id="Rce75b4b952044579"/>
    <p:sldId xmlns:r="http://schemas.openxmlformats.org/officeDocument/2006/relationships" id="303" r:id="R8b48bb01e71a4bdf"/>
    <p:sldId xmlns:r="http://schemas.openxmlformats.org/officeDocument/2006/relationships" id="304" r:id="Rbe95317652f04b23"/>
    <p:sldId xmlns:r="http://schemas.openxmlformats.org/officeDocument/2006/relationships" id="305" r:id="R45919e1a48fa44ac"/>
    <p:sldId xmlns:r="http://schemas.openxmlformats.org/officeDocument/2006/relationships" id="306" r:id="Rdef40a2728cf459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f8736c47084783" /><Relationship Type="http://schemas.openxmlformats.org/officeDocument/2006/relationships/slideMaster" Target="/ppt/slideMasters/slideMaster1.xml" Id="R0033ac9fed4e40a4" /><Relationship Type="http://schemas.openxmlformats.org/officeDocument/2006/relationships/notesMaster" Target="/ppt/notesMasters/notesMaster1.xml" Id="Re5f7450afe604e9a" /><Relationship Type="http://schemas.openxmlformats.org/officeDocument/2006/relationships/presProps" Target="/ppt/presProps.xml" Id="R3061ccf805824398" /><Relationship Type="http://schemas.openxmlformats.org/officeDocument/2006/relationships/tableStyles" Target="/ppt/tableStyles.xml" Id="Rc5ae48be17234980" /><Relationship Type="http://schemas.openxmlformats.org/officeDocument/2006/relationships/slide" Target="/ppt/slides/slide1.xml" Id="Rd55266e95d464cee" /><Relationship Type="http://schemas.openxmlformats.org/officeDocument/2006/relationships/slide" Target="/ppt/slides/slide2.xml" Id="Rd2aa1572eee84d51" /><Relationship Type="http://schemas.openxmlformats.org/officeDocument/2006/relationships/slide" Target="/ppt/slides/slide3.xml" Id="Rc3190e871d744ade" /><Relationship Type="http://schemas.openxmlformats.org/officeDocument/2006/relationships/slide" Target="/ppt/slides/slide4.xml" Id="R29a1e669bdee4cda" /><Relationship Type="http://schemas.openxmlformats.org/officeDocument/2006/relationships/slide" Target="/ppt/slides/slide5.xml" Id="R72a8adb452874a41" /><Relationship Type="http://schemas.openxmlformats.org/officeDocument/2006/relationships/slide" Target="/ppt/slides/slide6.xml" Id="R7988749420c640a1" /><Relationship Type="http://schemas.openxmlformats.org/officeDocument/2006/relationships/slide" Target="/ppt/slides/slide7.xml" Id="R5a2297639c924ace" /><Relationship Type="http://schemas.openxmlformats.org/officeDocument/2006/relationships/slide" Target="/ppt/slides/slide8.xml" Id="Re82433a931b04bc1" /><Relationship Type="http://schemas.openxmlformats.org/officeDocument/2006/relationships/slide" Target="/ppt/slides/slide9.xml" Id="Rf531e17aa98e4f79" /><Relationship Type="http://schemas.openxmlformats.org/officeDocument/2006/relationships/slide" Target="/ppt/slides/slide10.xml" Id="Rfb08c4d49a41498f" /><Relationship Type="http://schemas.openxmlformats.org/officeDocument/2006/relationships/slide" Target="/ppt/slides/slide11.xml" Id="R61c54f1150f64df2" /><Relationship Type="http://schemas.openxmlformats.org/officeDocument/2006/relationships/slide" Target="/ppt/slides/slide12.xml" Id="R7d7270ba074b44b3" /><Relationship Type="http://schemas.openxmlformats.org/officeDocument/2006/relationships/slide" Target="/ppt/slides/slide13.xml" Id="Rd6e8d794f76a4e70" /><Relationship Type="http://schemas.openxmlformats.org/officeDocument/2006/relationships/slide" Target="/ppt/slides/slide14.xml" Id="Ra23fc9ce73144248" /><Relationship Type="http://schemas.openxmlformats.org/officeDocument/2006/relationships/slide" Target="/ppt/slides/slide15.xml" Id="R38b25e3550df496e" /><Relationship Type="http://schemas.openxmlformats.org/officeDocument/2006/relationships/slide" Target="/ppt/slides/slide16.xml" Id="R5bd37256850e4277" /><Relationship Type="http://schemas.openxmlformats.org/officeDocument/2006/relationships/slide" Target="/ppt/slides/slide17.xml" Id="Rf9aaa14e86c742e0" /><Relationship Type="http://schemas.openxmlformats.org/officeDocument/2006/relationships/slide" Target="/ppt/slides/slide18.xml" Id="Ree97ae66526b424e" /><Relationship Type="http://schemas.openxmlformats.org/officeDocument/2006/relationships/slide" Target="/ppt/slides/slide19.xml" Id="R302c47b0a4284a3f" /><Relationship Type="http://schemas.openxmlformats.org/officeDocument/2006/relationships/slide" Target="/ppt/slides/slide20.xml" Id="R67123706562741b4" /><Relationship Type="http://schemas.openxmlformats.org/officeDocument/2006/relationships/slide" Target="/ppt/slides/slide21.xml" Id="R435553f481ef49cb" /><Relationship Type="http://schemas.openxmlformats.org/officeDocument/2006/relationships/slide" Target="/ppt/slides/slide22.xml" Id="Rf1e08e77a8ac46a2" /><Relationship Type="http://schemas.openxmlformats.org/officeDocument/2006/relationships/slide" Target="/ppt/slides/slide23.xml" Id="Ra59b12cd41af4ca9" /><Relationship Type="http://schemas.openxmlformats.org/officeDocument/2006/relationships/slide" Target="/ppt/slides/slide24.xml" Id="R6b2050316e8f4f2e" /><Relationship Type="http://schemas.openxmlformats.org/officeDocument/2006/relationships/slide" Target="/ppt/slides/slide25.xml" Id="Rde60bc31f6024078" /><Relationship Type="http://schemas.openxmlformats.org/officeDocument/2006/relationships/slide" Target="/ppt/slides/slide26.xml" Id="R7a6e3684f07b42a7" /><Relationship Type="http://schemas.openxmlformats.org/officeDocument/2006/relationships/slide" Target="/ppt/slides/slide27.xml" Id="Rcbd06546e7fb4195" /><Relationship Type="http://schemas.openxmlformats.org/officeDocument/2006/relationships/slide" Target="/ppt/slides/slide28.xml" Id="R37efb08890cd44c9" /><Relationship Type="http://schemas.openxmlformats.org/officeDocument/2006/relationships/slide" Target="/ppt/slides/slide29.xml" Id="Re042e0de961643d6" /><Relationship Type="http://schemas.openxmlformats.org/officeDocument/2006/relationships/slide" Target="/ppt/slides/slide30.xml" Id="Racc982c8b44741ea" /><Relationship Type="http://schemas.openxmlformats.org/officeDocument/2006/relationships/slide" Target="/ppt/slides/slide31.xml" Id="R8cea917b39f94983" /><Relationship Type="http://schemas.openxmlformats.org/officeDocument/2006/relationships/slide" Target="/ppt/slides/slide32.xml" Id="Rf651259991354690" /><Relationship Type="http://schemas.openxmlformats.org/officeDocument/2006/relationships/slide" Target="/ppt/slides/slide33.xml" Id="Rcc8eb716cc734a31" /><Relationship Type="http://schemas.openxmlformats.org/officeDocument/2006/relationships/slide" Target="/ppt/slides/slide34.xml" Id="R8295210eab8d41c8" /><Relationship Type="http://schemas.openxmlformats.org/officeDocument/2006/relationships/slide" Target="/ppt/slides/slide35.xml" Id="Rfafd0a28116a4cca" /><Relationship Type="http://schemas.openxmlformats.org/officeDocument/2006/relationships/slide" Target="/ppt/slides/slide36.xml" Id="R137ee20b45fb41b3" /><Relationship Type="http://schemas.openxmlformats.org/officeDocument/2006/relationships/slide" Target="/ppt/slides/slide37.xml" Id="Rfd9ff1605fca406b" /><Relationship Type="http://schemas.openxmlformats.org/officeDocument/2006/relationships/slide" Target="/ppt/slides/slide38.xml" Id="R601eb91cf38b4ad8" /><Relationship Type="http://schemas.openxmlformats.org/officeDocument/2006/relationships/slide" Target="/ppt/slides/slide39.xml" Id="R58488222d1f94dc4" /><Relationship Type="http://schemas.openxmlformats.org/officeDocument/2006/relationships/slide" Target="/ppt/slides/slide40.xml" Id="R639029585d094162" /><Relationship Type="http://schemas.openxmlformats.org/officeDocument/2006/relationships/slide" Target="/ppt/slides/slide41.xml" Id="R115cd9c7999b496e" /><Relationship Type="http://schemas.openxmlformats.org/officeDocument/2006/relationships/slide" Target="/ppt/slides/slide42.xml" Id="R5347ec1b4732458d" /><Relationship Type="http://schemas.openxmlformats.org/officeDocument/2006/relationships/slide" Target="/ppt/slides/slide43.xml" Id="Ra5dff162bcaf4dfb" /><Relationship Type="http://schemas.openxmlformats.org/officeDocument/2006/relationships/slide" Target="/ppt/slides/slide44.xml" Id="R37b5a0a58996490f" /><Relationship Type="http://schemas.openxmlformats.org/officeDocument/2006/relationships/slide" Target="/ppt/slides/slide45.xml" Id="Re679d8bbc17f402a" /><Relationship Type="http://schemas.openxmlformats.org/officeDocument/2006/relationships/slide" Target="/ppt/slides/slide46.xml" Id="Rb4bc6f7f1f604f50" /><Relationship Type="http://schemas.openxmlformats.org/officeDocument/2006/relationships/slide" Target="/ppt/slides/slide47.xml" Id="Rce75b4b952044579" /><Relationship Type="http://schemas.openxmlformats.org/officeDocument/2006/relationships/slide" Target="/ppt/slides/slide48.xml" Id="R8b48bb01e71a4bdf" /><Relationship Type="http://schemas.openxmlformats.org/officeDocument/2006/relationships/slide" Target="/ppt/slides/slide49.xml" Id="Rbe95317652f04b23" /><Relationship Type="http://schemas.openxmlformats.org/officeDocument/2006/relationships/slide" Target="/ppt/slides/slide50.xml" Id="R45919e1a48fa44ac" /><Relationship Type="http://schemas.openxmlformats.org/officeDocument/2006/relationships/slide" Target="/ppt/slides/slide51.xml" Id="Rdef40a2728cf45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a79ebf396449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eb1298b235495f" /><Relationship Type="http://schemas.openxmlformats.org/officeDocument/2006/relationships/notesMaster" Target="/ppt/notesMasters/notesMaster1.xml" Id="Ra21f3c8b6a484e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8c741882a1482f" /><Relationship Type="http://schemas.openxmlformats.org/officeDocument/2006/relationships/notesMaster" Target="/ppt/notesMasters/notesMaster1.xml" Id="R70237c2bea6941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cb3f1a46084615" /><Relationship Type="http://schemas.openxmlformats.org/officeDocument/2006/relationships/notesMaster" Target="/ppt/notesMasters/notesMaster1.xml" Id="Rcb289fb6731e44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5f7cc923864074" /><Relationship Type="http://schemas.openxmlformats.org/officeDocument/2006/relationships/notesMaster" Target="/ppt/notesMasters/notesMaster1.xml" Id="Rf67ee1af70b042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cb13ddaaee4265" /><Relationship Type="http://schemas.openxmlformats.org/officeDocument/2006/relationships/notesMaster" Target="/ppt/notesMasters/notesMaster1.xml" Id="R128d8787bead4f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785425189e4802" /><Relationship Type="http://schemas.openxmlformats.org/officeDocument/2006/relationships/notesMaster" Target="/ppt/notesMasters/notesMaster1.xml" Id="R74cb4c8b123d47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59206a015e4f7e" /><Relationship Type="http://schemas.openxmlformats.org/officeDocument/2006/relationships/notesMaster" Target="/ppt/notesMasters/notesMaster1.xml" Id="R07e8ca3c35a846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06eedc7c724938" /><Relationship Type="http://schemas.openxmlformats.org/officeDocument/2006/relationships/notesMaster" Target="/ppt/notesMasters/notesMaster1.xml" Id="Rbcf1faa7e2c946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c41fdd8eb745ef" /><Relationship Type="http://schemas.openxmlformats.org/officeDocument/2006/relationships/notesMaster" Target="/ppt/notesMasters/notesMaster1.xml" Id="R87208cc0d61d4a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1a2d67bef94b36" /><Relationship Type="http://schemas.openxmlformats.org/officeDocument/2006/relationships/notesMaster" Target="/ppt/notesMasters/notesMaster1.xml" Id="R3508374386ac40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ae88e54a594610" /><Relationship Type="http://schemas.openxmlformats.org/officeDocument/2006/relationships/notesMaster" Target="/ppt/notesMasters/notesMaster1.xml" Id="Ra28ec7ab06f94f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55256ea71942ba" /><Relationship Type="http://schemas.openxmlformats.org/officeDocument/2006/relationships/notesMaster" Target="/ppt/notesMasters/notesMaster1.xml" Id="R88c7de4288934a9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e3b217874d427a" /><Relationship Type="http://schemas.openxmlformats.org/officeDocument/2006/relationships/notesMaster" Target="/ppt/notesMasters/notesMaster1.xml" Id="Rf52c63efa6a64d5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d3e8787a734658" /><Relationship Type="http://schemas.openxmlformats.org/officeDocument/2006/relationships/notesMaster" Target="/ppt/notesMasters/notesMaster1.xml" Id="Rae3a5614820547d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4f11d81e5784946" /><Relationship Type="http://schemas.openxmlformats.org/officeDocument/2006/relationships/notesMaster" Target="/ppt/notesMasters/notesMaster1.xml" Id="Rfe02011ec93f4b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939a03f1394bbf" /><Relationship Type="http://schemas.openxmlformats.org/officeDocument/2006/relationships/notesMaster" Target="/ppt/notesMasters/notesMaster1.xml" Id="R5872181878d948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bd1550cb11412b" /><Relationship Type="http://schemas.openxmlformats.org/officeDocument/2006/relationships/notesMaster" Target="/ppt/notesMasters/notesMaster1.xml" Id="R662eedc141ab40c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d4b07734934ee6" /><Relationship Type="http://schemas.openxmlformats.org/officeDocument/2006/relationships/notesMaster" Target="/ppt/notesMasters/notesMaster1.xml" Id="Rf88b691522314d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02720f4c55c4553" /><Relationship Type="http://schemas.openxmlformats.org/officeDocument/2006/relationships/notesMaster" Target="/ppt/notesMasters/notesMaster1.xml" Id="R0bf66dca11f34d1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ddbf1d4830f4230" /><Relationship Type="http://schemas.openxmlformats.org/officeDocument/2006/relationships/notesMaster" Target="/ppt/notesMasters/notesMaster1.xml" Id="R2c6d897dc86f4ab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6b26d4ca6264e8c" /><Relationship Type="http://schemas.openxmlformats.org/officeDocument/2006/relationships/notesMaster" Target="/ppt/notesMasters/notesMaster1.xml" Id="R8769b3b78e4a4e4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e51196ef3ba49da" /><Relationship Type="http://schemas.openxmlformats.org/officeDocument/2006/relationships/notesMaster" Target="/ppt/notesMasters/notesMaster1.xml" Id="Rf3116216aebb44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5f0a1ac4df2497e" /><Relationship Type="http://schemas.openxmlformats.org/officeDocument/2006/relationships/notesMaster" Target="/ppt/notesMasters/notesMaster1.xml" Id="R8caced0fa83b47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b1564fda8742ef" /><Relationship Type="http://schemas.openxmlformats.org/officeDocument/2006/relationships/notesMaster" Target="/ppt/notesMasters/notesMaster1.xml" Id="R9cb625dbe5a8481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134a9090394645" /><Relationship Type="http://schemas.openxmlformats.org/officeDocument/2006/relationships/notesMaster" Target="/ppt/notesMasters/notesMaster1.xml" Id="Re99981375b314b6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211149a280b4fa7" /><Relationship Type="http://schemas.openxmlformats.org/officeDocument/2006/relationships/notesMaster" Target="/ppt/notesMasters/notesMaster1.xml" Id="R8800f87305cc4bd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49f1f9e83fc4058" /><Relationship Type="http://schemas.openxmlformats.org/officeDocument/2006/relationships/notesMaster" Target="/ppt/notesMasters/notesMaster1.xml" Id="R70d51c73642e41b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1b25b9a0beb4407" /><Relationship Type="http://schemas.openxmlformats.org/officeDocument/2006/relationships/notesMaster" Target="/ppt/notesMasters/notesMaster1.xml" Id="R8ca8438523254df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56bc855ba1d4801" /><Relationship Type="http://schemas.openxmlformats.org/officeDocument/2006/relationships/notesMaster" Target="/ppt/notesMasters/notesMaster1.xml" Id="Re6798449d0d2475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a246c5fd4fb463d" /><Relationship Type="http://schemas.openxmlformats.org/officeDocument/2006/relationships/notesMaster" Target="/ppt/notesMasters/notesMaster1.xml" Id="R7cfe8168db30418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d2fc17770d64567" /><Relationship Type="http://schemas.openxmlformats.org/officeDocument/2006/relationships/notesMaster" Target="/ppt/notesMasters/notesMaster1.xml" Id="R20cef43481134fe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ce02d9c109b40dd" /><Relationship Type="http://schemas.openxmlformats.org/officeDocument/2006/relationships/notesMaster" Target="/ppt/notesMasters/notesMaster1.xml" Id="R995a5d2b5e22496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2a42a9c1367480a" /><Relationship Type="http://schemas.openxmlformats.org/officeDocument/2006/relationships/notesMaster" Target="/ppt/notesMasters/notesMaster1.xml" Id="R35af96cd8c5044a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36c92e793d34992" /><Relationship Type="http://schemas.openxmlformats.org/officeDocument/2006/relationships/notesMaster" Target="/ppt/notesMasters/notesMaster1.xml" Id="Re6fa2305de514df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9ce4964e20d47c3" /><Relationship Type="http://schemas.openxmlformats.org/officeDocument/2006/relationships/notesMaster" Target="/ppt/notesMasters/notesMaster1.xml" Id="R7cc90504ab104c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4c3b652a4a449f0" /><Relationship Type="http://schemas.openxmlformats.org/officeDocument/2006/relationships/notesMaster" Target="/ppt/notesMasters/notesMaster1.xml" Id="Re96e6832d55b463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fbaeff48f0c432d" /><Relationship Type="http://schemas.openxmlformats.org/officeDocument/2006/relationships/notesMaster" Target="/ppt/notesMasters/notesMaster1.xml" Id="R5e7f7ee6cfcb48f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8f8c8601a8d4a49" /><Relationship Type="http://schemas.openxmlformats.org/officeDocument/2006/relationships/notesMaster" Target="/ppt/notesMasters/notesMaster1.xml" Id="Rdd7fb125e625439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01f129d78064d67" /><Relationship Type="http://schemas.openxmlformats.org/officeDocument/2006/relationships/notesMaster" Target="/ppt/notesMasters/notesMaster1.xml" Id="R0e40167972c04d0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a1a557ebf274609" /><Relationship Type="http://schemas.openxmlformats.org/officeDocument/2006/relationships/notesMaster" Target="/ppt/notesMasters/notesMaster1.xml" Id="R08ba4c2b448b4d4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8e7476ac6814db1" /><Relationship Type="http://schemas.openxmlformats.org/officeDocument/2006/relationships/notesMaster" Target="/ppt/notesMasters/notesMaster1.xml" Id="R723787a8e59f487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1595d3e7bad4d8a" /><Relationship Type="http://schemas.openxmlformats.org/officeDocument/2006/relationships/notesMaster" Target="/ppt/notesMasters/notesMaster1.xml" Id="R552b0fe23d714a8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cbbf4fb69394d63" /><Relationship Type="http://schemas.openxmlformats.org/officeDocument/2006/relationships/notesMaster" Target="/ppt/notesMasters/notesMaster1.xml" Id="Re344336289dd43f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b1f60e544154571" /><Relationship Type="http://schemas.openxmlformats.org/officeDocument/2006/relationships/notesMaster" Target="/ppt/notesMasters/notesMaster1.xml" Id="R22467f1664104da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6de631c32fd4dca" /><Relationship Type="http://schemas.openxmlformats.org/officeDocument/2006/relationships/notesMaster" Target="/ppt/notesMasters/notesMaster1.xml" Id="R145b5d64bbad4e7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a180e954f3547ad" /><Relationship Type="http://schemas.openxmlformats.org/officeDocument/2006/relationships/notesMaster" Target="/ppt/notesMasters/notesMaster1.xml" Id="Rbbe2ece6f453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bcefa96cd6e4a79" /><Relationship Type="http://schemas.openxmlformats.org/officeDocument/2006/relationships/notesMaster" Target="/ppt/notesMasters/notesMaster1.xml" Id="Rdc17bfe0e1974b9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1c44554233b41aa" /><Relationship Type="http://schemas.openxmlformats.org/officeDocument/2006/relationships/notesMaster" Target="/ppt/notesMasters/notesMaster1.xml" Id="R8fd1ba08ea5f4ea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4663805c6514a8f" /><Relationship Type="http://schemas.openxmlformats.org/officeDocument/2006/relationships/notesMaster" Target="/ppt/notesMasters/notesMaster1.xml" Id="R09c587fcf14446a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76e106c5016471b" /><Relationship Type="http://schemas.openxmlformats.org/officeDocument/2006/relationships/notesMaster" Target="/ppt/notesMasters/notesMaster1.xml" Id="Rd00f280bed2c441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66040c9955f04677" /><Relationship Type="http://schemas.openxmlformats.org/officeDocument/2006/relationships/notesMaster" Target="/ppt/notesMasters/notesMaster1.xml" Id="R1d55c6831c174a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4ca952df145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43907be414449c" /><Relationship Type="http://schemas.openxmlformats.org/officeDocument/2006/relationships/slideLayout" Target="/ppt/slideLayouts/slideLayout1.xml" Id="Rf4d473975d284e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d473975d284e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5e0e0e1194efe" /><Relationship Type="http://schemas.openxmlformats.org/officeDocument/2006/relationships/notesSlide" Target="/ppt/notesSlides/notesSlide1.xml" Id="R4744c3b19d2247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a02b7ba1e4fbe" /><Relationship Type="http://schemas.openxmlformats.org/officeDocument/2006/relationships/notesSlide" Target="/ppt/notesSlides/notesSlide2.xml" Id="Rc1e34541b98448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f79ee9054490f" /><Relationship Type="http://schemas.openxmlformats.org/officeDocument/2006/relationships/chart" Target="/ppt/slides/charts/chart1.xml" Id="R15b72893ec20410f" /><Relationship Type="http://schemas.openxmlformats.org/officeDocument/2006/relationships/notesSlide" Target="/ppt/notesSlides/notesSlide3.xml" Id="R88ae895bf2304b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a9e8f39d480a" /><Relationship Type="http://schemas.openxmlformats.org/officeDocument/2006/relationships/chart" Target="/ppt/slides/charts/chart2.xml" Id="Radcb7d4a22344b56" /><Relationship Type="http://schemas.openxmlformats.org/officeDocument/2006/relationships/chart" Target="/ppt/slides/charts/chart3.xml" Id="R2af774a6fb224986" /><Relationship Type="http://schemas.openxmlformats.org/officeDocument/2006/relationships/chart" Target="/ppt/slides/charts/chart4.xml" Id="Rd87c46b968a345e0" /><Relationship Type="http://schemas.openxmlformats.org/officeDocument/2006/relationships/notesSlide" Target="/ppt/notesSlides/notesSlide4.xml" Id="Rc0a866e02e1e48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0c16b1c8d42b9" /><Relationship Type="http://schemas.openxmlformats.org/officeDocument/2006/relationships/chart" Target="/ppt/slides/charts/chart5.xml" Id="Rd066c785753e41f4" /><Relationship Type="http://schemas.openxmlformats.org/officeDocument/2006/relationships/chart" Target="/ppt/slides/charts/chart6.xml" Id="R32b9f77149c940da" /><Relationship Type="http://schemas.openxmlformats.org/officeDocument/2006/relationships/chart" Target="/ppt/slides/charts/chart7.xml" Id="R2c574e780d2840b9" /><Relationship Type="http://schemas.openxmlformats.org/officeDocument/2006/relationships/chart" Target="/ppt/slides/charts/chart8.xml" Id="R3e5b78d4d4ac4f09" /><Relationship Type="http://schemas.openxmlformats.org/officeDocument/2006/relationships/notesSlide" Target="/ppt/notesSlides/notesSlide5.xml" Id="R145c891de75441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77a2227bc45b0" /><Relationship Type="http://schemas.openxmlformats.org/officeDocument/2006/relationships/chart" Target="/ppt/slides/charts/chart9.xml" Id="R6d55e51a4e8e4792" /><Relationship Type="http://schemas.openxmlformats.org/officeDocument/2006/relationships/chart" Target="/ppt/slides/charts/chart10.xml" Id="R726340a3b6fa4979" /><Relationship Type="http://schemas.openxmlformats.org/officeDocument/2006/relationships/notesSlide" Target="/ppt/notesSlides/notesSlide6.xml" Id="Rb671df186d6a49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a6b2ad2c344fa" /><Relationship Type="http://schemas.openxmlformats.org/officeDocument/2006/relationships/chart" Target="/ppt/slides/charts/chart11.xml" Id="Rb49030c1b56343c3" /><Relationship Type="http://schemas.openxmlformats.org/officeDocument/2006/relationships/chart" Target="/ppt/slides/charts/chart12.xml" Id="Rb4fd41cec4fa468a" /><Relationship Type="http://schemas.openxmlformats.org/officeDocument/2006/relationships/notesSlide" Target="/ppt/notesSlides/notesSlide7.xml" Id="R67c7d72d2f704f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747cc3bcc4954" /><Relationship Type="http://schemas.openxmlformats.org/officeDocument/2006/relationships/chart" Target="/ppt/slides/charts/chart13.xml" Id="Rd66c0422247b4a7c" /><Relationship Type="http://schemas.openxmlformats.org/officeDocument/2006/relationships/chart" Target="/ppt/slides/charts/chart14.xml" Id="Rdc71c8bbc4e74eb8" /><Relationship Type="http://schemas.openxmlformats.org/officeDocument/2006/relationships/notesSlide" Target="/ppt/notesSlides/notesSlide8.xml" Id="R5928a7d3958549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95a4b0b1948b8" /><Relationship Type="http://schemas.openxmlformats.org/officeDocument/2006/relationships/chart" Target="/ppt/slides/charts/chart15.xml" Id="R2265e3a43d644004" /><Relationship Type="http://schemas.openxmlformats.org/officeDocument/2006/relationships/notesSlide" Target="/ppt/notesSlides/notesSlide9.xml" Id="R61e853b7c7a646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176c8415c4862" /><Relationship Type="http://schemas.openxmlformats.org/officeDocument/2006/relationships/chart" Target="/ppt/slides/charts/chart16.xml" Id="Rb9ab19d329884207" /><Relationship Type="http://schemas.openxmlformats.org/officeDocument/2006/relationships/notesSlide" Target="/ppt/notesSlides/notesSlide10.xml" Id="Rd56f75468dd241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60cb6050547d7" /><Relationship Type="http://schemas.openxmlformats.org/officeDocument/2006/relationships/chart" Target="/ppt/slides/charts/chart17.xml" Id="R73a26764a4834cfd" /><Relationship Type="http://schemas.openxmlformats.org/officeDocument/2006/relationships/chart" Target="/ppt/slides/charts/chart18.xml" Id="R978946c012294c74" /><Relationship Type="http://schemas.openxmlformats.org/officeDocument/2006/relationships/notesSlide" Target="/ppt/notesSlides/notesSlide11.xml" Id="Rd0dabd8b127244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59d704c534da2" /><Relationship Type="http://schemas.openxmlformats.org/officeDocument/2006/relationships/chart" Target="/ppt/slides/charts/chart19.xml" Id="R43417d29a1d24136" /><Relationship Type="http://schemas.openxmlformats.org/officeDocument/2006/relationships/notesSlide" Target="/ppt/notesSlides/notesSlide12.xml" Id="Ra6a47488707146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16d527ebd44d7" /><Relationship Type="http://schemas.openxmlformats.org/officeDocument/2006/relationships/chart" Target="/ppt/slides/charts/chart20.xml" Id="Rf9f875cb40e34502" /><Relationship Type="http://schemas.openxmlformats.org/officeDocument/2006/relationships/notesSlide" Target="/ppt/notesSlides/notesSlide13.xml" Id="R9501a962aab54b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c10a2caf64cb9" /><Relationship Type="http://schemas.openxmlformats.org/officeDocument/2006/relationships/chart" Target="/ppt/slides/charts/chart21.xml" Id="R0208a2c67b5a49a7" /><Relationship Type="http://schemas.openxmlformats.org/officeDocument/2006/relationships/notesSlide" Target="/ppt/notesSlides/notesSlide14.xml" Id="Rf39a4f03d17c4d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eaeb702d145e9" /><Relationship Type="http://schemas.openxmlformats.org/officeDocument/2006/relationships/chart" Target="/ppt/slides/charts/chart22.xml" Id="Rdee0868aaf5d414b" /><Relationship Type="http://schemas.openxmlformats.org/officeDocument/2006/relationships/chart" Target="/ppt/slides/charts/chart23.xml" Id="Rc7840087b92c4c18" /><Relationship Type="http://schemas.openxmlformats.org/officeDocument/2006/relationships/chart" Target="/ppt/slides/charts/chart24.xml" Id="R96c189578d174cd5" /><Relationship Type="http://schemas.openxmlformats.org/officeDocument/2006/relationships/notesSlide" Target="/ppt/notesSlides/notesSlide15.xml" Id="Rd8907d6f9f1a42f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0ff9e90cc4174" /><Relationship Type="http://schemas.openxmlformats.org/officeDocument/2006/relationships/chart" Target="/ppt/slides/charts/chart25.xml" Id="R36e14f7622524a78" /><Relationship Type="http://schemas.openxmlformats.org/officeDocument/2006/relationships/chart" Target="/ppt/slides/charts/chart26.xml" Id="R4ef5874487e344e5" /><Relationship Type="http://schemas.openxmlformats.org/officeDocument/2006/relationships/chart" Target="/ppt/slides/charts/chart27.xml" Id="Rdd21499f89c24677" /><Relationship Type="http://schemas.openxmlformats.org/officeDocument/2006/relationships/notesSlide" Target="/ppt/notesSlides/notesSlide16.xml" Id="Rf01db090673c43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b23ea1fc54293" /><Relationship Type="http://schemas.openxmlformats.org/officeDocument/2006/relationships/chart" Target="/ppt/slides/charts/chart28.xml" Id="Recd6a0ef33eb4064" /><Relationship Type="http://schemas.openxmlformats.org/officeDocument/2006/relationships/notesSlide" Target="/ppt/notesSlides/notesSlide17.xml" Id="R61eab533c57d46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7934af6144ced" /><Relationship Type="http://schemas.openxmlformats.org/officeDocument/2006/relationships/chart" Target="/ppt/slides/charts/chart29.xml" Id="R91d85cd1359b4f0d" /><Relationship Type="http://schemas.openxmlformats.org/officeDocument/2006/relationships/chart" Target="/ppt/slides/charts/chart30.xml" Id="R62fa1efdd6604012" /><Relationship Type="http://schemas.openxmlformats.org/officeDocument/2006/relationships/notesSlide" Target="/ppt/notesSlides/notesSlide18.xml" Id="R3aae8d94e712481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379df666e4b22" /><Relationship Type="http://schemas.openxmlformats.org/officeDocument/2006/relationships/image" Target="/ppt/media/image.png" Id="R45df052c47e046d8" /><Relationship Type="http://schemas.openxmlformats.org/officeDocument/2006/relationships/notesSlide" Target="/ppt/notesSlides/notesSlide19.xml" Id="R648fd4d8884e45c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95958fb1b4cdf" /><Relationship Type="http://schemas.openxmlformats.org/officeDocument/2006/relationships/image" Target="/ppt/media/image2.png" Id="R527d1a044f5e4026" /><Relationship Type="http://schemas.openxmlformats.org/officeDocument/2006/relationships/notesSlide" Target="/ppt/notesSlides/notesSlide20.xml" Id="R624a4c7d3e834ef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fca17c30e42fa" /><Relationship Type="http://schemas.openxmlformats.org/officeDocument/2006/relationships/notesSlide" Target="/ppt/notesSlides/notesSlide21.xml" Id="R87d12319004044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f8f6dd31c4438" /><Relationship Type="http://schemas.openxmlformats.org/officeDocument/2006/relationships/notesSlide" Target="/ppt/notesSlides/notesSlide22.xml" Id="R5d354d7d936845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1175363cc4720" /><Relationship Type="http://schemas.openxmlformats.org/officeDocument/2006/relationships/chart" Target="/ppt/slides/charts/chart31.xml" Id="R3ff38db4a6594fbc" /><Relationship Type="http://schemas.openxmlformats.org/officeDocument/2006/relationships/notesSlide" Target="/ppt/notesSlides/notesSlide23.xml" Id="Rdab3c8503b46402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a3c173ea6405f" /><Relationship Type="http://schemas.openxmlformats.org/officeDocument/2006/relationships/notesSlide" Target="/ppt/notesSlides/notesSlide24.xml" Id="Re99851904b54414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4fa0734db484f" /><Relationship Type="http://schemas.openxmlformats.org/officeDocument/2006/relationships/chart" Target="/ppt/slides/charts/chart32.xml" Id="Rf3a0323cab0e4b88" /><Relationship Type="http://schemas.openxmlformats.org/officeDocument/2006/relationships/chart" Target="/ppt/slides/charts/chart33.xml" Id="R2add7f82dc5e4e49" /><Relationship Type="http://schemas.openxmlformats.org/officeDocument/2006/relationships/notesSlide" Target="/ppt/notesSlides/notesSlide25.xml" Id="R951e8dc1423041f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411613059454c" /><Relationship Type="http://schemas.openxmlformats.org/officeDocument/2006/relationships/chart" Target="/ppt/slides/charts/chart34.xml" Id="R03b6b5c78cf74d10" /><Relationship Type="http://schemas.openxmlformats.org/officeDocument/2006/relationships/notesSlide" Target="/ppt/notesSlides/notesSlide26.xml" Id="Rdb3e1e917c3e4d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f7132b0304d45" /><Relationship Type="http://schemas.openxmlformats.org/officeDocument/2006/relationships/notesSlide" Target="/ppt/notesSlides/notesSlide27.xml" Id="Rb7dd9cbacb914e4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6ce1cd4934fca" /><Relationship Type="http://schemas.openxmlformats.org/officeDocument/2006/relationships/chart" Target="/ppt/slides/charts/chart35.xml" Id="Rd5b16d0c8fe444cc" /><Relationship Type="http://schemas.openxmlformats.org/officeDocument/2006/relationships/notesSlide" Target="/ppt/notesSlides/notesSlide28.xml" Id="Re307671e5b4a4b7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31b2ad89d490c" /><Relationship Type="http://schemas.openxmlformats.org/officeDocument/2006/relationships/chart" Target="/ppt/slides/charts/chart36.xml" Id="R960670ba8deb465c" /><Relationship Type="http://schemas.openxmlformats.org/officeDocument/2006/relationships/notesSlide" Target="/ppt/notesSlides/notesSlide29.xml" Id="R791ad93a4ac14e9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650efdc024beb" /><Relationship Type="http://schemas.openxmlformats.org/officeDocument/2006/relationships/chart" Target="/ppt/slides/charts/chart37.xml" Id="Rb726484efbbc4d04" /><Relationship Type="http://schemas.openxmlformats.org/officeDocument/2006/relationships/notesSlide" Target="/ppt/notesSlides/notesSlide30.xml" Id="R414c60341c314f4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1984b5ef945d2" /><Relationship Type="http://schemas.openxmlformats.org/officeDocument/2006/relationships/notesSlide" Target="/ppt/notesSlides/notesSlide31.xml" Id="Rd3f64c65d001405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bff2ffa6d429c" /><Relationship Type="http://schemas.openxmlformats.org/officeDocument/2006/relationships/notesSlide" Target="/ppt/notesSlides/notesSlide32.xml" Id="Rb8a878a6301b469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e3831e3184c01" /><Relationship Type="http://schemas.openxmlformats.org/officeDocument/2006/relationships/notesSlide" Target="/ppt/notesSlides/notesSlide33.xml" Id="R0f6f76d5d7744c3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0fec46eb04c55" /><Relationship Type="http://schemas.openxmlformats.org/officeDocument/2006/relationships/notesSlide" Target="/ppt/notesSlides/notesSlide34.xml" Id="Re55e1c64fed2403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d2a9024064338" /><Relationship Type="http://schemas.openxmlformats.org/officeDocument/2006/relationships/notesSlide" Target="/ppt/notesSlides/notesSlide35.xml" Id="Re03f8b61817f481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b516923574a1c" /><Relationship Type="http://schemas.openxmlformats.org/officeDocument/2006/relationships/notesSlide" Target="/ppt/notesSlides/notesSlide36.xml" Id="Rbb6af1ece65348f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7a312212a41b4" /><Relationship Type="http://schemas.openxmlformats.org/officeDocument/2006/relationships/notesSlide" Target="/ppt/notesSlides/notesSlide37.xml" Id="R8d924797206f4d1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0cd48a24d489b" /><Relationship Type="http://schemas.openxmlformats.org/officeDocument/2006/relationships/notesSlide" Target="/ppt/notesSlides/notesSlide38.xml" Id="R448973c96543495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341800ffb4cf2" /><Relationship Type="http://schemas.openxmlformats.org/officeDocument/2006/relationships/notesSlide" Target="/ppt/notesSlides/notesSlide39.xml" Id="Ra5848460bf924b7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69f76892c406a" /><Relationship Type="http://schemas.openxmlformats.org/officeDocument/2006/relationships/notesSlide" Target="/ppt/notesSlides/notesSlide40.xml" Id="R59aad419ecb048e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57b6d4d8e449d" /><Relationship Type="http://schemas.openxmlformats.org/officeDocument/2006/relationships/notesSlide" Target="/ppt/notesSlides/notesSlide41.xml" Id="R88633034d753409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35f0bbf3143c6" /><Relationship Type="http://schemas.openxmlformats.org/officeDocument/2006/relationships/notesSlide" Target="/ppt/notesSlides/notesSlide42.xml" Id="R7336ddae4f5d4fa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5c99783544ae7" /><Relationship Type="http://schemas.openxmlformats.org/officeDocument/2006/relationships/notesSlide" Target="/ppt/notesSlides/notesSlide43.xml" Id="R1c40792346f3492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8227f24b3408a" /><Relationship Type="http://schemas.openxmlformats.org/officeDocument/2006/relationships/notesSlide" Target="/ppt/notesSlides/notesSlide44.xml" Id="Recfd6cb0383c423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0ac317ff6472f" /><Relationship Type="http://schemas.openxmlformats.org/officeDocument/2006/relationships/notesSlide" Target="/ppt/notesSlides/notesSlide45.xml" Id="Rae3189091de6411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082827c7043d3" /><Relationship Type="http://schemas.openxmlformats.org/officeDocument/2006/relationships/notesSlide" Target="/ppt/notesSlides/notesSlide46.xml" Id="Ra826bc1956904d5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6f4910d414750" /><Relationship Type="http://schemas.openxmlformats.org/officeDocument/2006/relationships/notesSlide" Target="/ppt/notesSlides/notesSlide47.xml" Id="Rb4d207de2bef490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ac3493cb34162" /><Relationship Type="http://schemas.openxmlformats.org/officeDocument/2006/relationships/notesSlide" Target="/ppt/notesSlides/notesSlide48.xml" Id="Rb8f346b6c9d1491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bfa9a418c4d28" /><Relationship Type="http://schemas.openxmlformats.org/officeDocument/2006/relationships/notesSlide" Target="/ppt/notesSlides/notesSlide49.xml" Id="R0389a36ad1084c5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e1b087579471b" /><Relationship Type="http://schemas.openxmlformats.org/officeDocument/2006/relationships/notesSlide" Target="/ppt/notesSlides/notesSlide50.xml" Id="R8fe4154f97114a3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160f31a5d496d" /><Relationship Type="http://schemas.openxmlformats.org/officeDocument/2006/relationships/notesSlide" Target="/ppt/notesSlides/notesSlide51.xml" Id="Rd20f204aa6c24fb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19.32467858927</c:v>
              </c:pt>
              <c:pt idx="3">
                <c:v>48.499678</c:v>
              </c:pt>
              <c:pt idx="4">
                <c:v>26.51274050049</c:v>
              </c:pt>
              <c:pt idx="5">
                <c:v>43.59514348399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332.9783642844</c:v>
              </c:pt>
              <c:pt idx="1">
                <c:v>113.13010920698</c:v>
              </c:pt>
              <c:pt idx="2">
                <c:v>84.18613848502001</c:v>
              </c:pt>
              <c:pt idx="3">
                <c:v>81.78142711743001</c:v>
              </c:pt>
              <c:pt idx="4">
                <c:v>78.85932230361</c:v>
              </c:pt>
              <c:pt idx="5">
                <c:v>71.78412923471</c:v>
              </c:pt>
              <c:pt idx="6">
                <c:v>44.85384452113</c:v>
              </c:pt>
              <c:pt idx="7">
                <c:v>29.479384406290002</c:v>
              </c:pt>
              <c:pt idx="8">
                <c:v>26.68073480255</c:v>
              </c:pt>
              <c:pt idx="9">
                <c:v>12.13921388159</c:v>
              </c:pt>
              <c:pt idx="10">
                <c:v>4.1245656075</c:v>
              </c:pt>
              <c:pt idx="11">
                <c:v>0.09306000437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0.041850383960998</c:v>
              </c:pt>
              <c:pt idx="3">
                <c:v>0.1050330610627478</c:v>
              </c:pt>
              <c:pt idx="4">
                <c:v>0.0574171707269634</c:v>
              </c:pt>
              <c:pt idx="5">
                <c:v>0.0944115828478938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0.3783456840839114</c:v>
              </c:pt>
              <c:pt idx="1">
                <c:v>0.1285437528362792</c:v>
              </c:pt>
              <c:pt idx="2">
                <c:v>0.0956562514923436</c:v>
              </c:pt>
              <c:pt idx="3">
                <c:v>0.0929239052951651</c:v>
              </c:pt>
              <c:pt idx="4">
                <c:v>0.0896036723210931</c:v>
              </c:pt>
              <c:pt idx="5">
                <c:v>0.0815645050693963</c:v>
              </c:pt>
              <c:pt idx="6">
                <c:v>0.0509650485118182</c:v>
              </c:pt>
              <c:pt idx="7">
                <c:v>0.0334958635632078</c:v>
              </c:pt>
              <c:pt idx="8">
                <c:v>0.0303159062073785</c:v>
              </c:pt>
              <c:pt idx="9">
                <c:v>0.0137931459605234</c:v>
              </c:pt>
              <c:pt idx="10">
                <c:v>0.0046865255034579</c:v>
              </c:pt>
              <c:pt idx="11">
                <c:v>0.0001057391554249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CBSF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20.284278257340002</c:v>
              </c:pt>
              <c:pt idx="1">
                <c:v>21.684726333900002</c:v>
              </c:pt>
              <c:pt idx="2">
                <c:v>22.191436059639997</c:v>
              </c:pt>
              <c:pt idx="3">
                <c:v>42.767335634320006</c:v>
              </c:pt>
              <c:pt idx="4">
                <c:v>55.848683708799996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A7ACB0"/>
              </a:solidFill>
            </c:spPr>
          </c:dPt>
          <c:dPt>
            <c:idx val="1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Integral Investimentos</c:v>
              </c:pt>
              <c:pt idx="1">
                <c:v>Solis Investimentos</c:v>
              </c:pt>
              <c:pt idx="2">
                <c:v>REAG</c:v>
              </c:pt>
              <c:pt idx="3">
                <c:v>CBSF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14.101509780250002</c:v>
              </c:pt>
              <c:pt idx="1">
                <c:v>15.72886361959</c:v>
              </c:pt>
              <c:pt idx="2">
                <c:v>18.82731708095</c:v>
              </c:pt>
              <c:pt idx="3">
                <c:v>20.98235935844</c:v>
              </c:pt>
              <c:pt idx="4">
                <c:v>22.01425002545</c:v>
              </c:pt>
              <c:pt idx="5">
                <c:v>34.007826304160005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BRL Trust</c:v>
              </c:pt>
              <c:pt idx="1">
                <c:v>Limine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21.739432960400002</c:v>
              </c:pt>
              <c:pt idx="1">
                <c:v>21.98342361947</c:v>
              </c:pt>
              <c:pt idx="2">
                <c:v>22.14372755424</c:v>
              </c:pt>
              <c:pt idx="3">
                <c:v>49.18187183748001</c:v>
              </c:pt>
              <c:pt idx="4">
                <c:v>72.34396085720999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26.269659124189996</c:v>
              </c:pt>
              <c:pt idx="3">
                <c:v>41.157753002499994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14.30340731856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13.01120255059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1.86220044155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0.05062752539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35,6 bi
345 · R$ 103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44,9 bi
581 · R$ 77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51,5 bi
554 · R$ 93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35.57797349489</c:v>
              </c:pt>
              <c:pt idx="1">
                <c:v>44.91558778326</c:v>
              </c:pt>
              <c:pt idx="2">
                <c:v>51.475115157089995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21.892220740010004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89.69350947167001</c:v>
              </c:pt>
              <c:pt idx="10">
                <c:v>100.41052553320002</c:v>
              </c:pt>
              <c:pt idx="11">
                <c:v>116.34831905477002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0.0</c:formatCode>
              <c:ptCount val="7"/>
              <c:pt idx="0">
                <c:v>8.41577811211</c:v>
              </c:pt>
              <c:pt idx="1">
                <c:v>15.82897604043</c:v>
              </c:pt>
              <c:pt idx="2">
                <c:v>27.56431584766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65.48811898355999</c:v>
              </c:pt>
              <c:pt idx="6">
                <c:v>69.58459083103999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30353A"/>
              </a:solidFill>
            </c:spPr>
          </c:dPt>
          <c:dPt>
            <c:idx val="17"/>
            <c:spPr>
              <a:solidFill xmlns:a="http://schemas.openxmlformats.org/drawingml/2006/main">
                <a:srgbClr val="30353A"/>
              </a:solidFill>
            </c:spPr>
          </c:dPt>
          <c:dPt>
            <c:idx val="18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9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Paraná Banco</c:v>
              </c:pt>
              <c:pt idx="4">
                <c:v>Verdecard</c:v>
              </c:pt>
              <c:pt idx="5">
                <c:v>Creditas</c:v>
              </c:pt>
              <c:pt idx="6">
                <c:v>MRV</c:v>
              </c:pt>
              <c:pt idx="7">
                <c:v>iFood</c:v>
              </c:pt>
              <c:pt idx="8">
                <c:v>Bayer</c:v>
              </c:pt>
              <c:pt idx="9">
                <c:v>Lavoro</c:v>
              </c:pt>
              <c:pt idx="10">
                <c:v>PagSeguro</c:v>
              </c:pt>
              <c:pt idx="11">
                <c:v>ICred</c:v>
              </c:pt>
              <c:pt idx="12">
                <c:v>PicPay</c:v>
              </c:pt>
              <c:pt idx="13">
                <c:v>Banco Pine</c:v>
              </c:pt>
              <c:pt idx="14">
                <c:v>Mercado Pago / Mercado Crédito</c:v>
              </c:pt>
              <c:pt idx="15">
                <c:v>Solfácil</c:v>
              </c:pt>
              <c:pt idx="16">
                <c:v>Banco Volkswagen</c:v>
              </c:pt>
              <c:pt idx="17">
                <c:v>Agibank</c:v>
              </c:pt>
              <c:pt idx="18">
                <c:v>CloudWalk</c:v>
              </c:pt>
            </c:strLit>
          </c:cat>
          <c:val>
            <c:numLit>
              <c:formatCode>0.00</c:formatCode>
              <c:ptCount val="19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0.3465</c:v>
              </c:pt>
              <c:pt idx="4">
                <c:v>0.45</c:v>
              </c:pt>
              <c:pt idx="5">
                <c:v>0.45</c:v>
              </c:pt>
              <c:pt idx="6">
                <c:v>0.57</c:v>
              </c:pt>
              <c:pt idx="7">
                <c:v>0.6</c:v>
              </c:pt>
              <c:pt idx="8">
                <c:v>0.7</c:v>
              </c:pt>
              <c:pt idx="9">
                <c:v>0.73</c:v>
              </c:pt>
              <c:pt idx="10">
                <c:v>1</c:v>
              </c:pt>
              <c:pt idx="11">
                <c:v>1.169268</c:v>
              </c:pt>
              <c:pt idx="12">
                <c:v>1.25</c:v>
              </c:pt>
              <c:pt idx="13">
                <c:v>1.25</c:v>
              </c:pt>
              <c:pt idx="14">
                <c:v>1.5</c:v>
              </c:pt>
              <c:pt idx="15">
                <c:v>1.5055</c:v>
              </c:pt>
              <c:pt idx="16">
                <c:v>2</c:v>
              </c:pt>
              <c:pt idx="17">
                <c:v>2.5</c:v>
              </c:pt>
              <c:pt idx="18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D4781-6B12-452D-8B88-BEDDB193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DFA15-240C-4E93-8491-9F19A4F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5780C-A1EF-43C7-A1A6-88ABC720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EC301-5A58-4B89-8922-3BB944EF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E0480-2880-43AE-A5D4-358000B3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23D01-A95D-4EFE-8E19-BE0AE41D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17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15285-66D0-4BF4-983B-A288C35F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7617318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C6ECB0-3DB6-499C-8F2D-D3C0D881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7DB98-A3DA-499E-812E-D5057E5D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F3753-FB7E-4170-A961-D2E9E07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2D4C3-475B-477D-8783-DE8BD1FC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FD658-A673-40F7-8E23-B200591C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FBD93-AB56-4A99-BAB9-9BA93A5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752F7-B714-4E10-8936-C147559B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568E9-5B07-4DBC-BD72-393F5A81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465A0-6913-4DE6-AED5-ACC04052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7DD7B-2ED1-45E0-A7EB-D803F43D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CA01C-A483-4BA0-A822-218B58D1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50A61-D4E9-4900-B10F-4F5A4ABA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F6AF8-E09C-4F88-8697-BD2B5149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A5C961-1002-4E3F-BAE9-1F405375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92FAC5-21DC-4C63-88F4-AD6F1353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C3C9A-FC1D-4EEA-B74B-8EA75397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0A2D1-7215-4787-9B2D-D11179AD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91683A-F17C-4111-869F-0E159FE2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96E348-FB97-47B0-BE73-F8BB7B9F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1A5839-4CBD-425C-A084-3744001D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9F712-697F-496D-8B2A-EB1F0A6C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2189532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4D74B-9ED6-46C5-8DBD-C19D12DB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17464-19C5-4791-B260-E39D938C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DAA6F-DEB6-4FE3-A7F4-E0FCBBE8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426B1-76EA-4D29-860A-180E7190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CD679-E045-4562-BAE0-1166670E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611C5-A81F-4C8B-9C26-81F9DC5C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b72893ec20410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8142B-984C-41BA-8241-30F56EC7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E6D5C-7C36-4E5E-8CAB-25CD8BCE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64101-DF19-4015-937E-3ACC89C8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047DF-8893-4DE1-84BA-EFB88BCD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7CCE7-4F5B-43FA-AE13-719657B5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3A564-9D79-4620-B139-C3EC18E6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EDBA6-973F-4351-A123-C90646D9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68FE-9911-465E-84ED-4C020603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7C207-EA9A-4590-AA37-A9F4D8A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563F7-C61B-4B62-9F11-E9D5D294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B3E62D-DDA9-455F-B46A-062D7CF2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1BD7BD-6F4F-40A9-81A5-CFA65B35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348B24-2D22-4AE6-85B3-FF680057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653CE-E8A3-4E02-BF01-860E5B7D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727847-3EFB-4832-B1EC-1E50BC44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A4D143-91CD-4B86-A4B5-4F65C962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4B288E-D6EE-4D29-8EA7-EA3EE4FE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D92412-7133-443A-974A-96D435A4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1627A8-1150-4303-9EB4-A07162BC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3B7EB-499D-4AF5-B625-DCB41BED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A3E96C-019F-4977-AE31-9C8333F9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EADF7C-ED8D-4627-8375-03692F5E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547492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638CD2-5F63-47B4-ADB8-600311AF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7E345-7644-4253-A92F-F2B07C88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58280-8933-415D-A5CB-C3EF560D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6E2A4-D033-4B69-AAB6-60C15B57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ADC53-4CA7-4DAD-AAC4-9C037A6C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9D196-E8D1-402F-A10A-8A45F00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0B460-F84B-4B1A-86BD-62BBB309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7F262-958F-4D8E-A224-E2E841E3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b7d4a22344b5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04BB-E772-4393-B34B-EF887C9C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A5F23-8C0E-422E-B698-B5B283B5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8BE80-310F-4475-B7DC-F8125DE1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20F47-40C5-4F1D-902A-954152D7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8A0FD-44DE-4E6D-8AB8-D915598B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C9F78-A074-45BA-AE89-452CE20F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D165E-C180-4FFC-9F40-848F3E1E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f774a6fb22498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EEDDE7-8A61-42D5-A62B-E7C8111E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8A2FA6-73AC-4CC8-A5CC-FA7C4B44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E1CC1-C656-4D6A-B7FB-CDE0E0E2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94E270-48E4-460B-94F0-035E5599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F2D4A-B2F7-4FC0-B97A-233BF436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9C7F6-2EB7-4E55-A883-187026D1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8CB90C-3001-4050-B485-B43EB9DD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7c46b968a345e0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4CD04A-D266-4B4F-9827-BC0A5AFA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8376542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49A9A-C397-48E0-90EA-B062E1C2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C21863-848A-4726-88CD-1F48ED9D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671DF-5B00-4D6F-B44B-0771D297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26DCC-8C87-48A5-980A-0129212E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B1018-F167-4722-828B-F86D895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552480-8CBA-4AC9-AD5C-08A27257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ED966-36A2-4BB3-BBC1-0591B870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13AAF-5097-4DA4-8ADD-CC043ABF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AEBDE-B59E-4296-9F0B-B6E9E263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9C6D0-28D2-438E-B5FD-F02A1AF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C634F-D9FE-4A89-B9C3-43D12582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0BD415-FB1E-48DF-B4DC-F203FFAB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66c785753e41f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2C6D4-6C13-48ED-9554-AA6CB996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28DA6D-D0FB-43F2-8CE4-CC20B4E0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b9f77149c940da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8E9DF3-6413-4FF8-B938-DF82EC70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B6AD55-4849-4246-B88D-4476E335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574e780d2840b9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7A34B5-EB36-4C50-82BD-842DA920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C4138-9035-4B5E-B295-2F09E0BF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C99E5F-89BA-4FEA-B1D8-9AC065D1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5b78d4d4ac4f09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D41B0A-205D-4D76-8392-370B0D14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9A0DC9-85BB-4AC0-A905-A1E1A06E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24630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57C9C6-6B65-4016-ACDA-3F851E2F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057C0-A4F6-48FE-BED2-05D8590A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E0438-0639-4629-8498-85394A76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16A54-FB9C-4E2B-923D-220071B2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86DBC-74B1-4CF5-B81D-1CFA2805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36344-100F-4158-9266-8DB3E599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C7925-AA08-472F-8AA5-D28C207C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ABEC1-6FD6-40EC-B574-52E1A7E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55e51a4e8e479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23E24-57AF-4161-BFE1-48090370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AE574-E67B-4B08-B766-9299D999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6340a3b6fa497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58766-ECC3-4535-B278-E52C54C0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0B01D-5B98-4385-B2B6-D2CF48D7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97135-162A-464E-A830-F461BD4C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3373599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375262-BBAA-45A1-9DE1-815E245D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E6624-36F6-4225-A293-7274C88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13 CNPJs selecionados formam Adquirência; R$ 71,8 bi e 8,2% do PL ex-FIC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D2098-B6F5-449B-80D7-958779D1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88FCE-2ABB-4517-9A75-E103318B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66991-A28E-46E1-846C-E11F158D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e FIDCs.xlsx. Reclassificação analítica restrita aos 13 CNPJs listados no workbook; a categoria original da CVM permanece preservada na base detalhada.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F906E7-75CD-4F45-97AC-333FCC25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D110A-781D-481C-BBC4-F521D042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5BA93-675D-4F8F-BBBC-3931D710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9030c1b56343c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38FC0-DD15-4040-B0E3-61F6C59A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9215A-4978-48E1-B1A1-9B08FC80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fd41cec4fa468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6C7AB-CF88-4D03-9DA0-AC10090E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45961-D42C-4725-8D0A-F7F2752F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C3DFF-05E8-4A21-A551-58FA96EB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84C19-A1A2-4794-991A-BFB2898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3DE2DE-294D-4035-A397-7D0BAF82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abertura altera somente os CNPJs indicados: oito estavam em Cartão e três em Comercial em mai/26; dois não tinham reporte ativo. Denominador e demais categorias permanecem idênticos ao mix CVM ex-FIC.</a:t>
            </a:r>
          </a:p>
        </p:txBody>
      </p:sp>
    </p:spTree>
    <p:extLst>
      <p:ext uri="{BB962C8B-B14F-4D97-AF65-F5344CB8AC3E}">
        <p14:creationId xmlns:p14="http://schemas.microsoft.com/office/powerpoint/2010/main" val="6843678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CC99AD-931F-4070-BAA2-DE11011F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06229-278E-4285-9F55-2E5B6B93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E7C2D-AED9-4226-90F3-9F7A938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EAB20-7485-4EDE-A184-8DE26E2E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C31EB-A7A1-4E31-9468-187EBCF5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FC695-A7B0-4CFA-A3DF-2731632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9A6FF1-B1EB-43B6-B5A8-E27A8DB5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D169F-D8EF-42F3-AADB-F820774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6c0422247b4a7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D456A6-AA18-496C-9DCE-3FA0820B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52C07-5458-41E1-9366-085CC65D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71c8bbc4e74eb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136CAA-37DA-4192-8EBC-36E540B2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94C946-FA80-4F02-A13E-74E1D907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4F7B5-887D-4EC2-861F-ACFDAFC6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8E997-BA0C-4BF7-8170-1F09648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A18E97-773B-4B58-A7B9-4B25959B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7FDC0-4F6D-4537-8ED3-1A12EC92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E0EA0-C857-425D-BEF5-43AA3722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387056-AEE1-4F40-B0A9-25AF3DA1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5B7B00-A839-4894-8C83-A05A78A4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27D10B-71EE-4DDA-8BEC-78F64025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6198153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8A32B3-FFCA-4A8A-9AE7-828215F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9E0EF-C6AF-45A0-8BB5-3C3B2444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4B0B8-43DC-4C87-8846-DBEF60AB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E26DE-BFC3-43F6-B897-84E67845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82F03-265C-4A9E-BE9D-331F6965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AD254-B354-491E-A07D-E53F03FF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B5ABA-C6D2-4C40-9D7E-FFDD60D5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04422-C8F5-423A-8E1A-6CDCA80E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65e3a43d6440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FB328-1A7A-4664-9F30-92DD7241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AB5C6-BB26-41D4-A14D-08128C61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F891E-B62F-4FEA-A79A-1E0BD788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2EC561-05EF-4259-A5E1-9B420E8D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61003-21E2-4F16-932E-DC266314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EABB-459C-4664-A95F-E25B3EF3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E04D5D-BF7B-4CBD-9103-FB6B36F2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7C816B-1FBB-4888-A5E0-2ED0D11E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4168AF-7F54-4A8C-BCE7-09B8771D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799FD-29B8-4535-B156-D0107FC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825EDA-0E04-4051-96CF-A74A9BB2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02D386-CD2F-4038-A001-53DF54D3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889DC4-C886-4F2F-A366-6E72416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14D8BB-8690-422F-8541-51305964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0D863-A710-4659-83F7-AFA85AF1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58369D-18B5-40A2-BDA7-37AA3E40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8D6BDD-C12D-41F7-97D8-E9F0BA4E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096009-2E52-4C51-BE9B-21A253D3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29563-8067-40B6-95C2-3AC2AB11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2294BF-D484-4A16-AE81-6A972095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B1AB4-1651-4B84-AF0F-64AD5392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577181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47862D-7513-4419-8347-956DF43E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80197-DCD7-4A7C-98DD-4CFB9FB9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68,6% do PL; Financeiro e Agro marcam 5,7% e 5,8%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5513D-69B7-44B0-A41E-A50F93BC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F85C5-23A1-4CCB-AECB-0DA3BD2D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BAC44-02AE-48D2-924C-BFF7CA3B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3007D-B403-4F6B-A730-243ACCF1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5E436-2175-4B86-86A0-563FD59C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BFD6F-5A2A-4379-A568-9CD6C4BE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ab19d32988420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99755-1BC5-450F-8926-0100D716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BF5C0-7BDD-44DE-9CE9-6E2C0D78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2267B-1FC5-4149-9BB6-12226F61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54917-4E9E-4FA5-A3FD-3133FAF8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31C49-2F24-4382-94B6-DFF47503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8C994-4048-45D2-8075-1CAC5368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A38816-5C2F-4976-B4E2-7345DC7C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59F71-235C-4052-9FC8-652EF044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22C45-007C-422C-AAF2-37A40D9A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2F0F6D-647E-40DE-9704-F7D22977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8C9D8-6FC5-4024-A866-1CF41E8E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73AB1-B262-495A-A12D-DD437F48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AFB00-8740-4374-814A-F1770AD2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DC030-E321-4E63-AC0F-CC63F802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3C19A-28DD-4644-8605-CC29001E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2.050 fundos e R$ 603,5 bi. Excluídos: 937 multiti­po (R$ 191,7 bi), 143 com inadimplência acima da carteira (R$ 8,5 bi) e 474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21F1AE-DA89-4C96-B138-E69AFEB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6117385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3E78DB-5E4B-4A46-AD2B-396CE07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3C705-EA53-41FE-8F8C-A0BCDBBF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66120-4704-4315-8526-32E2C68A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E277D-69B4-4708-A189-8DE84852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3E7DE-085A-4F5C-92B3-80037BF7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44B16-8CD6-463F-AC2B-2326181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20775-2903-49F7-A3E9-022AD10A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BF77B-2A7D-4A37-BC6D-A8AEF768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a26764a4834cf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DB8A1-CACE-4C63-ADB0-9913EBC7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CE675-0A36-43DB-ADF8-852F566D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7BAAB-26E4-40BB-BCA5-A147FE8C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8946c012294c7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2DABD-0345-46B9-AA91-C0F1AB96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8D6D7-16A3-442A-8EBF-1FEF3D1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846C93-C93F-4D68-807F-D0EFB2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F0DC7-4EE4-411C-8297-513DE28C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C76121-D7CD-43C6-829D-1A357E5C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9F83F-4567-43D1-B090-A418D4F0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55C41-A6E5-4225-A163-B6CC024C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6245429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D3EFA-1468-4E05-B47E-35414AB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9FB92-EA3B-4B89-A214-D4FBA292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88DCA-9379-442F-8847-E600E811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E65E2-0A06-4AC6-B0AF-EE44197F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AD138-3E23-4D47-8C0B-9FAC199D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5CE54-1DEC-47B8-8466-39192357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17d29a1d2413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36216-214E-4FAA-8A70-D612C1D6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900023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B6D4C-7874-41CD-B0EF-21628E75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BE6ED-97F1-4D8E-A504-3BFAB05F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9924B-5B88-405D-A9E4-42E2AFE8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A501F-EE5A-4802-A670-15B6730D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0FDDF-45E2-450A-BA1B-ED655896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16125-DC8E-47DC-8DE5-F13BE075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f875cb40e3450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2D7F7-2C2C-4AE3-BA0E-705CA4D9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0054666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7062A-1985-4937-885A-015AC10D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44618-47D0-4E61-A470-45D1DF82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B11FF-E527-4E3E-80AD-05AD43C2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38D71-1FAA-49BA-918F-1149C536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95928-B1D1-41CB-8FAB-9A2924F6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FA5EE-EB72-45CF-A9B7-FCA5769B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08a2c67b5a49a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92500-5CB3-401B-98C2-A4C55797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8174338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15DD1-F526-448E-B165-A4361E59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B3FE4-0043-400A-8B44-1F10619F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herdou a escala da Singulare; veículos controlados sustentam 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92149-7941-4512-9EAF-10FDFA41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7D668-A4BC-4255-8EB1-2E13F1E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93212-004D-406D-83C9-6243C89D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1T26. PL ex-FIC; Sistema Petrobras e TAPSO excluídos. Administração observada; gestão e 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F052-E5CA-4103-99DA-87E8276A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3B57D-25A2-4032-9789-29B83B91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512CC-6D9D-4464-AD65-5A05C4B7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0015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3AF07-0E50-4558-99DE-96E4A008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e0868aaf5d414b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CBA646-36FB-4CB0-800B-F0A24B3B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DF649-0E5A-4476-8D27-933F9C6D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E52BA-A942-47AA-A68C-FB7A968B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840087b92c4c18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8E604-4BA1-459A-A7BE-A55B8DD7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22721-8939-4EF9-9620-A5784E90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010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26028-580C-44B0-AD22-5C2795FA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c189578d174cd5"/>
          </a:graphicData>
        </a:graphic>
      </p:graphicFrame>
    </p:spTree>
    <p:extLst>
      <p:ext uri="{BB962C8B-B14F-4D97-AF65-F5344CB8AC3E}">
        <p14:creationId xmlns:p14="http://schemas.microsoft.com/office/powerpoint/2010/main" val="13686273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5AB67-CDEA-4E5A-8476-779CC1AE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D795A-495D-48EB-86B9-B76605F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R$ 122,5 bi e R$ 120,6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C1104-527E-459F-8ECC-A5FEB62D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1BA41-A521-4FF2-A946-C3D080F9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CF5BD-42D0-4031-8D60-2115D830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B969C-5A35-4B89-BD18-BE6DAF55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A14F84-2CA7-4624-B361-57AFB70B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5084C-2881-47DC-B2F3-5DD1F5E2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55,8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42,8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44A51-956D-41CF-8B4E-CF52546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e14f7622524a78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39D12-1783-490D-AC04-240EE454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9B408-F811-41A7-9A3D-DBBD31C2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C8572-071D-459D-87C6-CD41316C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f5874487e344e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F35DC2-60CA-41AB-B154-DE4CF84E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B03F1-A4CC-48AD-A314-F69A2502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7/19 · 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6/10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470ED8-7A32-4853-9F5D-1FA1246F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21499f89c24677"/>
          </a:graphicData>
        </a:graphic>
      </p:graphicFrame>
    </p:spTree>
    <p:extLst>
      <p:ext uri="{BB962C8B-B14F-4D97-AF65-F5344CB8AC3E}">
        <p14:creationId xmlns:p14="http://schemas.microsoft.com/office/powerpoint/2010/main" val="7492757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0E562-2814-4983-981B-29AFAB22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9BB7E-3134-48AF-94AD-245E7D81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coorte atual dos cinco bancos soma R$ 70,4 bi; BTG responde por R$ 41,2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A3304-0B79-421D-9A37-AA814B94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4476C-B654-4681-AF35-8EB53E52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5B118-67F2-48AF-A78E-FC42237A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FIDCs.xlsx. Coorte fixa das raízes de CNPJ hoje listadas para Itaú, Bradesco, Banco do Brasil, Santander e BTG; PL bruto por competência. Ausência de reporte permanece vazia.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FD112-61EE-471A-9AE4-986FCB9A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A63429-98E2-44F7-BD3E-FF4B9A75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4C060-0B32-4FD3-9115-F6B6D8D6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d6a0ef33eb40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E83E0A-97BE-4D13-98D2-C4F6CA05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RECONCILIAÇÃO POR GRUPO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058D4-2685-4B04-ACCB-523A9E3E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905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095375"/>
                <a:gridCol w="666750"/>
                <a:gridCol w="666750"/>
                <a:gridCol w="666750"/>
                <a:gridCol w="666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Grupo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391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85A3A-F6E9-4F20-B628-269DBB07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9530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70,4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729DF-F7FD-4937-9004-6755BDB6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37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em Mai/26. A leitura histórica mantém o conjunto atual de raízes de CNPJ; ela mede a evolução da coorte, sem reproduzir datas societárias de consolidação contábil.</a:t>
            </a:r>
          </a:p>
        </p:txBody>
      </p:sp>
    </p:spTree>
    <p:extLst>
      <p:ext uri="{BB962C8B-B14F-4D97-AF65-F5344CB8AC3E}">
        <p14:creationId xmlns:p14="http://schemas.microsoft.com/office/powerpoint/2010/main" val="5264581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943374-9C65-4FAC-B2D7-2405A9D7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0A481-83CE-4A1A-9912-16EAD3C0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43B59-59C7-434C-921B-095A5DAB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674C3-1C13-484A-9949-531CD839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FBFFB-17E4-4D58-BC70-CD536002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21610-552C-4B42-BF0F-7A656FC9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43824-3AF5-44D7-BC78-F3267FF2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D081A-F878-447F-B950-FC64068F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d85cd1359b4f0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102CC-ED10-49A8-A68B-FDFE796D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9E556-3F00-4C1C-A670-29E192E8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C53B4-48AA-4ADD-8929-A8B5CDCE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13F36-1F85-4E14-8763-90C00D71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fa1efdd6604012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51345-3F3A-4D4C-8338-300BD09E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BE9E1-A559-4A71-A5C2-08D29A66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84ED3-FEB7-42FB-85D5-DEAC9282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2583210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41FCE-E277-447E-A19D-9B4FB0AA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33892-1DB1-4F97-9047-1CF53FB1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0994C4-835F-4CDF-9AFC-31101E8C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FC319-5847-4787-92F1-6A2391EC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A791E-951C-4424-9BFD-570F3D73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5E2AE-00EA-4974-BB14-7E909746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f052c47e046d8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56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CF450-9B62-4D13-B846-3F0E225F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ROUBA-MONTE OBSERVADO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6249E-246D-4014-BAAA-6B95B68E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257 FIDCs trocaram de administrador; 7,2%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4D48C-1203-42BB-9F36-3FBA2E0E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16A81-257F-4E34-B8F9-E144CA75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20A33-76B8-44FB-8EA0-7A17489B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presentes em dez/24 e dez/25; largura = menor PL entre as duas datas. Ex-FIC e sem Sistema Petrobras/TAPSO. Gestão e custódia não são séries históricas observáveis.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8148E3-ADEA-46BE-99FE-8EE856D5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d1a044f5e4026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241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CF40E39-DAD5-432E-9C1E-C0E34F4A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784E1-BA19-4D22-80D6-7654D3A5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FB95C-77CE-4FD9-A193-C44D12F4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04753-7A9E-4C97-B336-FFABBF3A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9FB80-3E19-41E4-96D3-15047686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87072-1F67-4518-9598-FDE8FA11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A6EFE-77A7-46FB-ADBD-11320D38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D1EDA-3830-46C5-980F-AA0E0F57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3949C-ABE9-4C81-AB99-5B9FBA13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6DF28-B710-4858-BD61-D869F670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683DC-A75E-4806-89ED-BAA3EEFC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4AD222-C971-4C14-8F05-58CF0599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B1835-FCE2-4769-879D-F3D17A1C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D176B-941C-4433-8C13-7585ECFA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360BA-7088-4576-9DAE-F8529B5C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93192-FDC6-4498-8DC0-A085D1A4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2CB64-667E-49B3-961F-E4CBA90F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6C566-564B-403B-B946-8997B0D5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5A953-10F3-4443-85A0-421366D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A58340-C5F0-48F8-8927-1C0E8435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E87F04-DC64-49E1-BFF3-35A6E3A1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60125D-4E49-43FF-A7DC-80334DD5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B1BA7-9B8E-49E4-9813-13EABF98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73364B-3D02-4C72-BDF3-D542F71B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A43DE-9A55-42D3-BD25-B1434C5B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8F576F-44D1-415C-8409-44CBBB2D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F55B30-33FF-44BE-9FA1-0B20CCC5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0EDD79-9964-4E7F-94C8-A7687A72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061340-1CBC-42DE-9189-B549D282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4F8DC-CEAF-4F3F-A8B1-B0563B06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196704-0407-4C7D-BBB0-132C225C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BAD6A4-8C65-4D0B-9413-C71761FB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F3F02B-C73C-4167-9C56-6FE05CD1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F1EB02-155D-465D-9912-6FC1DE3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4AA8B8-2A58-4207-A31B-C3B7E780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BBDAE7-A8B6-43FE-BCFB-AA5D456D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663F4D-E095-4217-9377-F3C3ED7F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934D63-94C5-43AC-94EF-D2A1F55F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3C00C-91A6-428C-8FC1-3139885C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0157D2-95D3-47AE-ABD9-2E6FF113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04EA7-97D5-4D60-A6E7-DFC5833C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BDA8DB-ED32-4405-BBDF-92F691AA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0CA6AB-7860-4A53-8FDD-AFC5353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BC0BD2-EFF3-45BF-B614-EAF8F6B2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96757D-18A0-4851-9DF7-5D991B3B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D05B48-4163-4D55-95D5-FA9D4881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ADC2B2-CF41-4E25-9C61-681F47B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9CA456-0523-4D1D-9CDE-6EFABD22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7974B5-80E1-4B7E-A408-8DEF4FBA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AF044B-B745-4E4D-B7CC-81FF6ED4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29E372-424B-49D9-89B8-350662BB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B6E20D-DE0E-4490-A8AE-82315A1B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6D6081-A981-4E08-A44E-CAADA0AF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0ADEB7-2F15-4262-A33C-863BFCC4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86701F-A493-4191-82B4-C2CED4C0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D996F4-0823-48EC-BFF1-19086A85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D7DE6A-3084-4A08-99D2-C1FB28A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F4DD19-9EE8-4B18-9082-846ADB07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7E20C0-21B2-4070-9D9A-3615558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9871AC-9BFE-481F-B4D4-694DA246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21BF8B7-5048-434E-BEDC-8B8FF95E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B2B09D-5C2C-4F04-8F19-B4DFF64F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01F1587-02C5-4A0D-BDD4-B810EB3B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C98C566-049C-4E17-95F6-4BE21670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F429646-AD0A-412D-BA56-EFC3D33C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D6BA55-0117-40CF-936A-20841BB1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7D9703B-467A-4F92-8D35-629F5440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DE6829A-21B4-4AC4-A132-3B34ACF6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E73757-8CC3-4A7D-B1B2-3E83B501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D25F07-A208-4DD1-BF59-BA01F708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2392E4-8B6A-4E22-B56C-4392EA1B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BC8CA82-BAA3-4E72-B14C-3784387D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C42DF8-2A17-4F6F-A396-837D6A75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C71EFD2-3F49-46B6-884B-57E72C66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C882844-D390-4411-A25A-47D5992E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996A-5091-4240-9BA6-D53C831A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1F45109-4AAB-4AEC-8677-488D247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7EAC02F-70D8-477F-BE50-D5737683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4E53A90-D615-4DCC-8DA1-A5DFE783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B5BE200-4EBA-4D70-815B-A66583AC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E83DA9-9916-41C7-808A-06A286B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E6F3CAA-534D-4B42-ABBE-C30291E1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E6867D5-61EB-400D-B71F-8107C049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FE3220A-54C2-454D-A614-F0115EFF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E32B500-0CE1-45CC-84EB-95DFF3C3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3248DD-693E-4577-A93F-8800A67F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A4433F-1093-40DF-ABF7-44445E9C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16D16D8-6FC7-4ED0-9A7C-153D836D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C5E82FA-DB86-4C12-B5E1-CBC4C392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D6FB4BC-7C9A-4AF2-A148-E8C2ED5F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6905E61-F9E1-44F4-BEA0-082298B7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0102E7-C6EF-49EB-8456-8BA0BF54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E3B5A5B-BAC3-45CE-8FA6-F81C7817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4C84717-C649-4628-B7FC-E55E53F1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5FE321E-92A0-4377-82E8-6835E0B5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22FF858-6BE2-49CB-91FE-B289A54C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78EF4DA-0694-4BFC-ABFE-3A0BBC50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6BA99C2-1150-4D18-8F4E-444603DD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E0AD126-AE1C-48F9-A5A8-2EC81978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C6B4127-6DFE-4370-B12F-A48DDAC3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E664780-5AFC-4ABC-8549-2741D151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578A515-EB5E-473E-86E0-30A85D49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6921397-7161-40E3-A2A0-2E441353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165FEF5-F655-4DD7-ACFE-7627922F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40AFC96-17FF-4FA0-BCAF-47C944D8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8476C28-8B7F-4E18-88C9-9718B012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396D0A8-343A-4AC5-902F-13A336B6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4117BC7-77EB-4D2B-A179-BA15392F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C5D7783-CF8B-46F1-832F-D6E1AF60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84DF30C-20C3-46B6-B0DA-B9723987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CA6E0BD-34C1-4368-8B2B-0F3757F4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F49016B-57B3-4490-8A80-9609B493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528715C-3690-493C-8801-BAE67E38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CC181E4-CB23-4297-B80F-D30CEA64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39E7832-FB6C-4D51-B4BA-3861AEF0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E1C8E91-0291-4AF7-BAE6-8E065784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D9298E7-F076-4BC3-B87A-E5C148B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A61CB6A-4A39-440F-823F-15AE8F71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03F5274-D679-4EE1-A5BC-1DE5BB81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66D086B-AE25-499F-857C-0C9571DC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8C57E02-A8C1-4774-85BD-E43A7454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16DA13B-AAE7-4CC8-A0AC-18F562DE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83A3613-BA21-4AA0-80F1-26E8C36B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FD8071C-AC57-4595-9255-A79C8C05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27A14F2-4480-4156-B464-18FFA30E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1B4C19D-5815-499F-B81F-AE6ABA2E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5CB7733-0154-40F1-8498-45D8AC89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105265B-F88C-41D8-AE77-2960B4D5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25F6283-A0F3-45E1-BEFB-577717AD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BA1AEFB-35F8-44AA-8D29-637461F1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10F71D-0AEA-4888-8B67-61DE1BCF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93F647E-47AE-4AAB-8C17-02148CE5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35E4326-BC53-46E0-B4F7-8F2976FE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707BCFA-A01D-486F-B0BF-16269C95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E28F26C-092A-4BC2-8BE9-C18540C4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6E99CFD-D2A2-40ED-86CF-D245DB3C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F2FEE36-5CB2-4780-A477-075FE5BD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9473F04-1774-4787-A023-BCB12D65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5BC7320-E560-42B8-BA4A-86BDA897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8DF1AAB-4381-42DA-9382-B010A189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E36EFC2-DADB-4065-9D4F-EA55FEB4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CD642FA-217D-479F-8E70-8D99233C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AF19311-1FEF-4AD5-9EE8-F1495460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69790A-B79B-40B6-9B08-C903EEBE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A90E6E6-D10E-4659-8C90-8911A884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276D475-38CE-4124-B030-FDB19CDC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CCF84744-D132-474A-9FA1-0D6006A6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7A18E10-8BFB-4D2E-98D4-B4D1E6F9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5186856-62A9-4B74-82F0-C25D13BB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F2DB87E-5EA7-4346-9A18-D542CD6D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E5D0CC5-6253-4EF1-9CB1-4178A97C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DE241BB-7A41-446E-910F-4EABC518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80007F3-941E-4DD1-99F0-D857348C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A650D23-9AF8-4283-85B5-9199B739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8C472E5-79A8-45A9-8D7D-EEE7EE93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00608C6-D280-4695-B603-14AFD783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A2D76F1-672D-45BE-947B-77DC3512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A68801C-D8C0-4E26-810C-08CA78BE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19D16A3-B0B9-4B4A-8E40-2906B071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FB5A7A0-973E-4F69-AC2C-FB4E7313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6260F18-AAAF-41E3-8C55-8BB99E0E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6AE91DD-3939-42DF-A5DE-065CF2E3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A6501DB-8093-41F6-AAE3-21DABB83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5C68E61-7814-42CF-98E3-51A66143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4C10F4D-B39A-4E4F-AF94-C6F97E07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5B637B8-2225-47B3-A625-76CF49B2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3859645-38F4-4250-9A2B-DC84102C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435754C-3045-425E-982F-D123EE23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F02D58D2-1DB6-4C2E-9CA6-EEEFF164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BC9A8A4-4707-4123-A0E4-103BFF72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F74E207-F3D6-4565-8678-687757FA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9CB62E4-169E-46A8-94D8-9C0406F4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768647B-1E9E-454F-9518-BED12D99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D72733DD-734A-48CD-A20F-7C2780B2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B3AA30E-0436-46C0-8C10-AE793F3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44741BB-3A58-4389-8DBE-EAC7031C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AAD0E7D-7893-4AF6-BEF9-3281D728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3EB9147-B416-4E1C-BDF4-17DFB1DB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19A6A02-C27C-4E1F-9681-E0F98E84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259EAE1-28BE-47E4-A1F1-FB9FE792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4460430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C48902F-21E1-4523-B9E2-CD202048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997F0-79D3-498D-ACC7-4ABDA607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E4D2B0-34FD-4E81-8949-E6D793C5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0E5DC-3012-4F0F-87CA-169D85F4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884AC-9DA1-47E5-873F-C8484055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021AB-D77B-4E12-894E-AA798F4C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D21CD-D113-4632-9D79-8AFB07E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61B0E-B6D2-4598-855B-FC90B32F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59AB5-5A3E-430F-8812-672B6459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2E369-6A4B-457B-9A85-48593DA7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A70F9-F3B5-4194-B59C-947A417C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654F4-3FE4-4137-BDCF-467687CD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79505-E7CC-47BF-9617-08B239E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0EA94-A3D9-4FD1-9C77-1DEF7910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4BED7-9F91-4064-AEC6-3C785BA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BF2006-94EE-4441-B115-8F5212F2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1E56D-5424-44B9-81E8-63C4D8AA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CB3EE-BF17-4E0B-84F5-C0D86570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45608-1CC7-4F78-8EC9-8E4C06D3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5173C9-3349-42BF-B005-93EA5508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EAC2A-9638-415B-A7DF-6F09E6EF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960754-783C-4A77-8450-10C9FB3F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EF851-CCB1-4A41-B1A5-010DEAD4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1743B8-4F26-4206-9914-54C43016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2B99DB-488C-4019-9633-E0067984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996947-1726-4211-9299-EB48E36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EFB20-DB72-4056-BA1C-6060EBF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8E1E91-1653-4C9F-AF8B-68B5982C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F8AE06-F8AD-43C6-8198-6AB2C8DA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8EBD2-7AA3-46A0-903B-4D035219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98F9A1-5CEB-41DB-9F3D-DC1391F7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36BC0F-174E-4DD7-8B3D-161CA317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BBF7A6-C1F6-4022-8F02-59121566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3EF788-5CB8-49AF-BED2-2544AC08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DC213-6BD9-4157-9988-CB9C608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6D1E3-62C5-49AD-B1ED-E1C53A2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70F00A-AB4B-41D9-862B-505FF01C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BB3C3F-420B-4F6F-8DCC-2744BE13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E21C8E-DD33-4EA9-8917-877BBDA9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EBE67D-0683-4061-8C7C-000153F0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2A9B0A-9818-41A5-B972-4CDE53D1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B5E165-4203-4D1C-B0FB-E43D3EAA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7F26E1-908D-41CB-B6A2-B3258B0A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2907CC-A6EC-4DA9-89F8-407BD9DE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9FE4CC-E974-42B2-B2A7-C990E522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4DDBB8-7BD7-42D7-A3BB-D6F2879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8F7498-1204-4BCF-BC74-E1F3351D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424D86-686C-4969-BCC1-3C496E18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EE1141-6BB0-41FB-97DE-C3EDF253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A755C9-6AB7-46E7-9C4C-718651C5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EE01EF6-1D43-4F17-9444-5383834C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BC39CD-E720-4ADF-8368-78F52E38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11C3DE-3416-411A-A408-25D91165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78C224-A7D7-4F29-8E04-C111C11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BD602A-D6FB-4EAD-9EB3-EA352365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22E064-51EF-4E6E-B0BE-6857B10E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57141B-818B-421F-9E45-C9A3F5C8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A92625B-5486-4738-8D1D-8FEFEF5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9CFBCC-B0C5-44EE-85C0-4F0D0711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1C686B0-0F36-48DB-99BC-E638C138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B11BC3-3E29-46E7-80A8-E2F37656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BE1DA1-F343-48B7-87CA-FD6A37D2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21A16D-504F-40E5-888F-8F315BA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CF7CF0-23DB-4084-8FB4-76C02D08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4348E6B-2951-4A30-8A88-24C0C48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83D5AFF-3F3B-4767-9D5D-59EB5F49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A2E0D6-E371-4069-B7F8-ACD9A2F5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FE813BE-F1D4-46DC-8A19-53E780E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FE9EADE-A9B6-4E7C-BED7-4F011E65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DC9E8B9-0A99-4293-BA20-649BA088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6A9A68-1287-4BB0-A60D-A9AA7388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F880C8C-715B-4CDB-AA11-7E7BB0D8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82FFAD-D890-4741-B7FE-8ED1C2D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2FAEBA1-707A-4B0D-AB14-2CC372C4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C1B91F-6A75-48D2-9F82-3E58789F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6B688F5-ED2F-4493-9B66-56FDB650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6D09E7C-53F5-4C7C-9BD9-962BE22C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2E8329F-E38D-476D-8D3A-37C4DEB2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7B0295F-DD5A-4854-810C-23536A86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50F0CF4-0193-4F03-8C2C-A01D612A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9DFF4CE-5C3F-4A95-AA89-7F6497E6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7BD1CC9-D9D7-448B-A3E0-B735FE11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BB7B88A-7222-4974-BCF6-8821C94C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5DFFAA9-EE98-4063-A62E-5C006908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BA11CA5-3852-4213-8F6C-7AB2A7CC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D4581A1-8F8D-4DDD-B808-800AE938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6164D74-56C1-43B1-A69C-535CB0F9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442260D-F64D-48D1-810A-2FE2EA5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06483F2-B95A-4F37-ADCF-4C8DCF7B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379801-CB58-413E-92E2-23209B98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A0F33E-3216-4E64-BA41-A1030014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4E09B55-125F-48BA-A1D1-1E2C2D40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99B8816-81BA-478D-A22F-754822E4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9B7AFB2-768E-4698-B3FE-0199D38B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3A47503-1315-49BD-AA45-A6F83C82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CC5D083-CD16-4195-A297-E111AF7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087087A-5AAC-4AD0-B307-AFCE16F9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80631D-A596-45FF-B998-6C857617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EFF9795-8E0E-468F-961A-828E5316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C86340A-B05B-4B80-A579-DE9E288C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4760E08-BAF7-400B-ACD4-704105F2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B329F94-21EC-4B3B-B1DE-7F253F0B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4453FCC-CD65-483E-AE1D-8B617E6A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5AC422C-C69F-4471-8C10-7BC017D9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D9FD3F2-DB5A-4639-BA60-5BAE3693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1577937-8B0A-4760-ACBD-8E38E25F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4258426-F548-4392-9EC7-52CD6D7A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7CED8C6-CC05-4DFB-800E-4134EE0F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2B7BA10-1774-404C-BD0F-59B8E2FB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7CFD667-724C-44CF-A09C-1AABFEE8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706C2B5-46A6-4D94-A187-B2FF29BA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0ACC3AD-3B88-4199-A486-2C870594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60EC017-0914-41F6-9C14-4D6A5ADD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315A350-3D86-4ACD-8187-8CA1BB03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7DF6DE1-886A-4F60-A3BF-FDA3F659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8E36CE1-D970-49B2-9F94-D27817E8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906A3C0-C6A9-4F0D-8783-533120EA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145CD5C-7158-4A64-B99D-B847199D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09849E-4BBA-4E68-8F0E-F2BB03EE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F38369F-5591-4FE9-A64A-D2781D2F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27F547F-F831-49CD-89B1-ED3EEA73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EB54DBF-DDDD-4A69-9943-84D28FDD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89662D8-D857-40DE-8E3C-7CAD9EA5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1A5FA06-FB92-4117-B831-D89EA238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E64F772-04DE-4AD0-8722-3FC367A0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5C676A1-BD9F-4FF4-84EA-1CCC143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941D2D0-8A6E-46AC-BBE9-EBAA87D0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1B9C198-BA52-4F53-B69A-E12173AF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5348AAF-33F6-4183-A266-B04F09FC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A5FFF79-EC53-4F37-88DA-11B77ADD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7F1F13D-FE42-4D31-ADAC-A8A8814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93AA645-7E00-4F2D-ADFA-6D4DA8C9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0AF37CD-1824-48E9-AD73-DB11A332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CB84D35-1152-4506-BE2F-0B6D30CE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FBBAD1F-71E0-4757-97FF-34DF2925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CDA51FF7-638D-4810-98B6-7B333B11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733BD97-51A4-4E99-A2A1-1D94E160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369081C-9E0D-477D-A001-C58A7601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631177A-A1AA-4A94-8B44-7821AFE0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0A5344F-971D-4798-922C-939821A6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2D1785C-29BB-456D-9C74-7ACDA27C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36F9E3A-D127-49E0-9591-0D8A74E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BB4EFA7-0F7D-4E06-AA58-D8673545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3A32952-213B-47FB-8D9D-59D2E96A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B0B3F66-8437-4063-A42E-3DCA468D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9A3D1D0-2B73-40C8-A672-DC988759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A71F7D8-FD31-408B-A229-9A8EA8D7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D4F2C0F-79F5-434D-B6DC-9E7C2212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A3FE4E4-629F-4E4C-A4CC-2C659CED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ADD4539-3D2C-456E-8457-8020AFB1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726316E-3922-4037-9D3D-DED014FF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3D8EC3A-3CE1-4DB2-8835-4BC091DD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B816EE9-2E44-4656-A3A9-A1852EA9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80E63ED-329E-4523-A492-6A646E03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F04819F-D75A-42A1-848E-972C3DC8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4E9A73E-354E-4E1E-8883-42B0234D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832C596-EF1D-4DA2-AABA-E709892C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EAED00F-9893-43A9-BD2C-D47C004A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7B3A5B9-B02C-4606-8B12-6736B9C3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5CE3B46-3BCE-49AD-A2BC-C7A935D8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FBAFFC8-32CF-45CF-AB3D-118AA21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B2674E3-FDD9-4C1A-8F8C-A47CE22E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C72942B-3655-4839-B38D-E51060CD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A87B749-7804-4236-B445-30D7184E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E8346B7-A218-4E03-9454-592E615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23D864F-F495-4FBA-8463-063CD85F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D861C64-C9DF-4F84-A5DD-F69836C8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269E083-CCF4-4EC2-9D37-24EF7DA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7BB19B8-9555-4D99-8253-F88E6D9A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4B4643C-AAE0-4611-8B4D-CE0F5E5A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92F2B82-1A6B-47DB-89AB-EBCEDB1D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69750AB-7CCC-4AC4-B16C-7A94C7FE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AB53EE3-9D45-43AC-B659-1D2CBAF1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D8A57DA-46F3-49EB-87F3-1BB24F45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3E0F2BE-3032-48E2-A6A5-E5C82A94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1FB687E-CE9C-4DA8-9B03-1F4F3945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1ADF670-63A2-4EC7-B66E-5F35F947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F30D8A7-CC4A-4CF3-822C-B00E5E09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52EE444-44B9-49E1-AF58-712383A9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81E8D8F-B6D7-45A2-AC02-FF64F39B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2254777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2645E0-BFA4-42CE-8713-86D66D8A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AA7CD-EF86-477E-8CA4-BB6AF26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A9B54-E635-4BCD-A094-E83AD0E2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AB9DC-B19E-46BE-9528-8117BDAD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EF61AC-EEF2-45B6-9AD4-4E7D69A8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6E3D7-41BF-4E9A-A5F8-684616FA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f38db4a6594fb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B15DA-9BD4-4289-926A-91DB7880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36537-97DD-4398-8F35-833FFEC7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8A492-C4D6-4D27-B19A-D23C1ACA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B0055-2ED0-4764-8FD7-5B34AFED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79DF2-EAF4-4F12-8487-A534868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28FEE-3391-49FB-84F9-2A5CD8A6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F0A61-2A6E-49B4-BFED-183B94B4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45FF0-A2A1-4772-87AF-4F41AF0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D71A4C-CF91-4A36-A9C6-A2F6FA86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9F5F35-2F92-43F8-A832-92FEBC77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C13FC-8004-4FFC-86C4-02109D7C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0815F-AD4C-44E3-AD9D-C6E3B31C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98606-D9A8-42C3-B0B7-7F5789A2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556259-A919-4B7A-B141-E24E456A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B7C033-A267-4505-89FE-C12BA949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93F9B-3541-4591-9313-77D2A84B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73F8-96A8-4266-A1B9-D1CF3FA2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30C753-C9E1-4F31-A705-6A84C875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A33B85-BAEF-4720-B1D1-E2E07FE5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EF8DA2-4F86-474B-A2AD-5A7021B1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81376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6B40A6F-A4B4-461C-9B34-35C1140E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97314-D95F-4475-8E0F-5ED973A3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B00AF-B392-4949-BC2E-4F297651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9406E-F6BA-4820-9A94-A65FEC00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8ECBB-A328-4152-B1B8-62CD596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06671-B058-45BA-8957-A4C6DF71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5197F-EB7C-4700-80C7-BC78D06C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65916-05CE-49EE-B0AC-0DCE642C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BB459-CB5A-48CE-BDCB-507718CB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9F071-0F50-4055-B3F3-C96613D2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A94D4-A490-4F95-9A3E-AA59DABC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E58E5E-935C-475A-8CBB-C7C7B7A2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7E26A-9279-47D1-9C7E-12C16755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65BB8-476A-4736-BCCA-2C696B67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409A66-7195-4E8C-B803-D9F28919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EC295-BFB5-4CA4-AB36-A824C77A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8268A-9E94-4B22-AF7A-E9CCA585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A3CF2-3D12-410D-B6A7-93C25041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93EF5-12C9-43B4-B4A3-4DE61BE1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FA4D3A-2A45-4046-BD04-A976CF88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02967-4B2F-4532-B3FB-7C184480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BA7C40-BF28-4535-962C-33B215E0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2F34AD-6E61-4454-8603-FFFF4EB6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0C0A24-E41E-43DB-9828-0733FAD7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67FB1-7E7E-46C9-9ADA-248474B6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9CCC63-8487-4343-9BD2-BC3A395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2705C8-8800-4FEB-BCE3-2DD9E848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5F38D-F581-47EC-BA3C-90900866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91EA1-3C58-4853-B69B-3FEBBEA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829422-9C77-45E8-93BA-CB42CD7A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BF888E-3E67-4C4E-92DD-2688400D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B87AB8-1218-47A9-A47F-028E93C0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E38310-15F8-45E8-8892-4580278C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B970A-F21E-410B-ACE8-66674CCA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1A17EA-8B2A-4821-BCFA-32FEFC18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4030A8-E4BD-4246-882A-8C60F3BA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6CB650-84A6-4692-B95B-7AF881D3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F711FF-FD3C-4D30-9977-0B2D955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1EA0B9-BA4D-46DD-AD24-6B06069D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FC8613-0A2A-434A-A5DE-7C6FFDD0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A0D4E8-E837-44D3-9EA7-C06B857A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076585-2C40-42B4-AB6F-3FA9DDFE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92EE09-076B-4A1C-997C-4AB13C3D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8B69D3-7A20-44F8-AB9C-CFE4CB2F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430511-B761-4952-BE68-6DE2BA3E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D8146C-4779-4A6C-ACBC-DCF5ADC1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435C23-E308-4CC7-8EFB-91B5C6DF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4088DB-EFD4-4F65-BDCB-EA9755C4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789A2F-DF8A-4478-AE86-3D99D380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185833-5207-40F6-A8B2-261F226E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F5FA4F-2A29-4761-B764-4E76C899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C3614E-E832-4F2A-89F0-71D7B2D8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87C478-9CF3-4229-970A-F7109F9F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A62694-C67D-464A-BAC1-EBE6D08C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9EC1C7-044C-4059-A862-DA5E733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5563A7-E32D-4AFC-8F07-5DF415AB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C44D5F2-0DB8-4321-B995-7FC2385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44BAD7-CD84-4826-B4F4-F66EEA35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E5E150-C3A6-4844-A6BA-B113797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7A5D4C-81ED-4C9C-A982-FF7A2638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AFBF75-604B-4D5E-B0F0-4D0CC9CB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31A9FE2-39E5-46B4-84BA-3A803E29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7C3806B-BA61-4769-B788-71CFB6DA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3B3BD55-5B20-48EC-886D-4E04EE46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F1BC2F-5026-4C0C-886A-1878555C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494F26-8289-4AC8-86C0-44EC5D14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E8B2D88-5184-45A0-A12E-6ABF67B3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FCE99D8-8834-4D13-A740-88E50361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1A02715-CA47-4066-A273-98D28F73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491C10E-4848-4DF7-8A57-21DFC417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23B849A-083A-461D-858D-915CE928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F6CE035-9925-46F2-97BA-756E0B16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3633317-BC7B-4E19-AD87-72548A66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01B0F66-41CD-4AAC-8D26-2E7BA824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8304F2-CA7B-4710-8246-6E58000B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A8CAF8-0DF0-4029-B150-BDC9761E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989D6DE-1317-4E46-892D-79FED68B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4E15C4B-7F58-4E13-AA34-F4E84FA5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61752955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036E5A-F69E-46D4-85D6-E4CC2CD3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62076-702E-4D30-A5EB-B6FE6964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Em 2026, 841 ofertas encerradas somam R$ 69,6 bi; ticket médio de R$ 82,7 mi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E77AE-3006-4C17-A44C-672BE111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05428-9AC4-4DBD-850F-D4CE35F2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9113D-1A93-4A46-AEF0-376089FE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snapshot de 20/jul/26; encerramentos até 17/jul/26. Unidade = Número do Requerimento; cotas de FIDC, oferta primária, status Oferta Encerrada e valor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E0306-75CD-4A23-8DB2-DD9705B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B2E21-6A49-4497-AD22-C0C11E5C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JAN–MAI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8043E-B1C7-438E-957A-C9584035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a0323cab0e4b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62EFB-EE39-4E7F-82E8-3AB483DA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POR MÊS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33FEF-4EAA-4915-B310-E34F1B1D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dd7f82dc5e4e4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D0FBD-0877-407E-AA0D-E631E2D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24B79-2BCE-4816-AD3A-397EF946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7AFE7-7201-4B5B-944A-6179661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9AA89-1CF6-4B57-805F-6BE8D4DF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777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A4A7F-F32E-4493-9856-631E9ABB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586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189A0B-D0A9-4962-B9D9-B3CAFCEF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9395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Nov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BB173-35C5-44D3-B369-036CB50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30ABD1-3A85-41FA-9A03-8DE97CF7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4188DC-7763-4B04-8BF9-E890E2B4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046E0-441C-4D5A-963A-F8ED609B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4FE7A1-C73C-4AA0-B2C7-7E40765B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7650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A9B6FE-763B-4929-A147-B0D2EA74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875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54A311-574C-4430-9458-54C5AB30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5275" y="4000500"/>
            <a:ext cx="112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até 17/jul</a:t>
            </a:r>
          </a:p>
        </p:txBody>
      </p:sp>
      <p:graphicFrame>
        <p:nvGraphicFramePr>
          <p:cNvPr id="53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R$ 69,6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R$ 82,7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89435C-5707-4C30-B002-8CEDF30B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Pessoas físicas representam 4,2% do volume colocado estimado com cobertura de 97,2% do valor registrado. Ticket e público-alvo sustentam uma distribuição predominantemente profissional; presença de varejo permanece localizada.</a:t>
            </a:r>
          </a:p>
        </p:txBody>
      </p:sp>
    </p:spTree>
    <p:extLst>
      <p:ext uri="{BB962C8B-B14F-4D97-AF65-F5344CB8AC3E}">
        <p14:creationId xmlns:p14="http://schemas.microsoft.com/office/powerpoint/2010/main" val="16078872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04998-822A-4F6E-B621-5FACD773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15ECB-C5DB-428B-922C-1B978D25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 originadores identificados somam R$ 22,0 bi em 2026; cobertura nominal de 31,7%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34F51-4991-459B-9F47-A2A8FE39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EA61C-5452-4CC7-90D3-0C16FBC9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8E4C3-2AD2-4F0C-80C3-F2276D3F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17/jul/26. Origem = primeiro match nominal auditável em emissor, ativos-alvo, lastro ou devedores;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BD85D-D1F9-4238-ADCE-F7D2C496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07411-22AB-403C-BBCB-F2CB3FEB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1B55F-9026-4EA7-99B0-49CB0F65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b6b5c78cf74d1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E5A4F-C6B4-4F28-93B0-38C62887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4C3C9-08CB-425B-AFBC-B03912B8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Paraná 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2218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7555B9-97AC-4A0D-9702-FF75C315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DB74F-1B19-4D1A-991D-DED1EA1C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E3795-EB1C-4387-A8D2-373978CD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848F-87C5-4471-86D1-4DBB3711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CCD151-CF3C-4926-8A87-719A4222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Ofertas consultadas em 20/jul/26.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C6220-8B9D-4A35-8B03-36EA1E4D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1B80B-1060-4E25-8A63-3D46A9E5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460CB-3D17-41AB-AC11-9849EA77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ECF066-6D0E-47C7-94BD-699AD98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3536D1-82CE-4DBA-B4E4-E909C332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5BC01-A497-4493-80D5-654BBBA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117ED9-4695-4605-8C7B-8B488432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2370B-85E4-4BD5-BC55-599417DC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764A5-5AEE-4E3B-A83B-80A24FA8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3EDFB-17B3-430A-B332-B64B4795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A0830-73F1-4E5B-9325-E22C7285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4387C3-B2FA-49D1-8F36-28BECB74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D03DB0-9524-4707-931E-0C5AEF67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15961-C15C-4F51-ABF2-C9002B2D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93166-7CA3-4CBE-81CC-B7FE71C2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54BDBB-37CB-4CDD-8975-29B6B860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880CE-7502-4796-97A0-04AF6D27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59F9C5-C1AE-4B48-AC5A-356C9832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F357B2-892D-40C5-87AF-6CDB2D57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F54A4E-2EA1-4CF6-9183-FE2F39E6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145E57-32BC-4418-872B-13820602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35E734-44AD-4D19-A184-286049F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65E667-7B24-49C9-85AC-549F643C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98DBE-1023-4610-82DC-DD00444F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9DC4E6-7D5A-475D-ABAE-E447FAE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437307-942A-42DC-824D-1A8DE5E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D220D9-A517-449F-8B10-CE9AB6F7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3D1FAD-F1E7-4576-A99D-217C054A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795D56-7C7B-4403-980D-652C7033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E40184-7015-4E7C-98B6-A99E598C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9D2411-B9D4-492F-B265-AF342DD9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420337-5C1B-406D-A95B-DE104C89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5CEDD8-C445-4840-B81C-655C277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3099F-1309-482B-B255-93F339BC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17/jul/26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A65E19-1531-48A5-AB85-78D6BE2D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9686083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90ADF-BCD8-4E0A-A1E9-FA65A5DD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E14CE-61A0-4DC5-9C03-F08EF1CA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6DCA2-FE3E-42CC-9A90-DD5F0A5D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4CB67-A068-40CD-9A35-2C91160A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8C6E0-A635-4248-B011-9998F7D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FECB0-38E5-41AC-B833-5E89E819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b16d0c8fe444c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6323B-F0ED-48FE-AFEC-2A1B0433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456D6-F52B-440B-A91E-0E2D1F5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38538130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ED9C2-B1BE-4190-9D12-4D66AC5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51A94-154F-4EC2-A58F-B3177A0A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1893E-5691-4F4B-9C2E-86838E7E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E3999-1DBA-49EF-8326-8BCDC8FD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09D6E-2016-4CFE-B8ED-858E0865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4E59B-0843-4066-A8EE-26D960C6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0670ba8deb465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FD3B1-7BA9-43ED-B6EB-A2F767F5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5B6FB-409E-437B-AE52-FA6AB512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3142030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826342-0C73-4F6C-8FFE-F7E79ACB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F8E35-239A-4F44-92DA-91B6DB28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41F41-2F57-43B6-8DB7-E93CB43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4DC33-B9B9-4089-8AB7-65D8AE4A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067DD-4B6C-4B6D-8751-6A49F546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89538-F3B5-4BAD-9513-9D6F35F6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26484efbbc4d0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FF086-3638-42F6-B46F-D3F1384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12E2A-EECF-409E-A4C3-B75EB66B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42732843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FD82FA-A6CD-4ABA-A59A-563EE3FF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90B21-AD1B-44FA-B4C6-81281034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D75A2-346F-4BA0-8FA2-925B86A4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53DD1-F1D6-4788-AD30-EA8443B7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E2EFD-382D-4D37-BB5C-75DF06DF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CBABD-8AE4-4965-816D-BA058F3A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3D75E-3932-4808-AA32-42422FBB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80306-A15F-478D-B2BF-78F0A424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6BAB8-1E57-4993-A6CF-5CE6F878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91721-7557-4903-8FC5-DC57B5B8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99929-8097-4F78-B99C-FF698598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43201-AF16-421A-84DD-4F40DB4B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97FBA-0866-4995-B497-D17A4823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D6FBD2-3421-4276-8939-D118A1C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60727F-B8FB-4E1D-B8D0-A9427F5B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57FCC-FB4F-44C2-8FEC-0D2D4BA9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04344-D963-4D3F-B366-7F8F9D88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F116A-3363-4F28-8EAC-4CCC3FC2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1B75B-75CC-45EB-860C-8F548983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244751-2FA1-4C2F-884C-CD21E7A0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BC432A-9382-474C-851C-22E7BB6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906CA-BDFB-44C8-8F8D-54F357F3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C4CC2B-3C0B-44C9-915F-2BA9B8CD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816BF9-706D-4335-A05D-4684B36C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726B35-C6F8-4C1A-BEC2-A5D53CDF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222117-5CD4-4405-A7B4-93D1AE19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29E956-06B1-4936-A250-B890D68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E14384-CB87-495C-BF40-5D25EFF1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A19410-BC5D-4E26-A2EE-22DC4C8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2273603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C11F1B-8BEF-47BA-8CBF-198C0F42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62E38-FC47-4939-AC87-D49A0A45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114C4-085A-4D7B-A42A-80DB70AB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26E17-F095-49C8-A853-2C3041A3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8904A-7F88-4A97-882E-F3D2B828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5A24-A9DD-4D47-BAA3-3717E0C9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FE49E-C653-4851-BA43-51E344CB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95BDA-5DBC-4CD1-956B-B28BC018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0202D-7873-416B-891A-09A82F49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C4AC8-E7B4-4656-963C-F2B45C50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59A8B-8D02-4263-9216-9A986950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527DD-59FB-43B2-A307-18C2F42A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952F1-2F0B-41F1-8BCF-8584E3AC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F6020-B861-42CF-83B5-FAA9667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F3575-8FC7-4057-8922-5B8FADEA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464ED-F5DC-450D-8814-CFB7CF4E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D2552-71C5-44CF-8A3C-C9269F49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C660-4DF4-43D1-AB85-B61D05AF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EA6BB2-5A50-4824-ABAF-3DD67AEA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BA027C-27DF-48EE-B899-BD27E02D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0B9BCF-8F3A-42B4-A434-83E89E38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DF811F-CD5F-4D98-9240-EAFB2D03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0590C-AF72-4E42-8292-66AAEBEA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C7ADF-8E1C-4EA2-A7E8-64C45DDE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5631BD-E9FF-4E34-99FC-26FAAF34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45D099-401E-4844-BA4E-B1BBE725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ABFA97-086A-4607-80B6-FDF7C27A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713BE0-87DB-4434-99D5-96DAB633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B503EA-70FF-4177-A4A1-0ED78D06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37122497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4C763-49C3-467D-9A20-CE153220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93DF7-C3D8-4766-BB35-8697B42B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9C331-14D7-41D5-B571-7BF5B172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CC4C7-43E2-4CAF-8270-6773F174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18DAF-82FC-418B-BD83-FB2E50DD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0F31D-3FD4-4ADF-85FF-565EDC32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7A766-3F9F-4940-B4D9-BA3D0D3F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20BB6-C855-4C1E-A473-A63692F1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0E8A79-0ED4-4E75-BE67-F603B1F2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ECE33-1C03-450E-9931-D9208A8A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CCC3B-13F8-4EEA-A151-2B63CAF3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B3B41-6915-4B78-9A5E-AA762A6B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B83D7-B683-4EEE-A188-25A8A8FA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1B122-4A5F-4AB8-9B00-B51C5E45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F0B6B-74E6-4377-BE1C-B861BB63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E999AF-773E-436D-B326-5D29DE6C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48212-B189-433B-83BA-C090EFD2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803C09-22C2-40BD-B149-6E92028E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0B5F5C-E17D-4E63-8264-8F804380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7F498-880F-4222-8681-D659F9EE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FCB22-69BF-4760-859C-4AC3B545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16C41-0AEC-4D7C-B284-FCC79D26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01912-0BB4-443D-B075-B8CA359E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DE73BF-C25D-4FE4-8C35-22FE91C0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4B31BA-50BD-461F-A0BD-1969BAC2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A414D9-F801-4BB9-8FE4-9B9CCB57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0C41DB-648F-4030-996E-19B8C5B0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5CF974-68DE-40C5-853B-9CEA648E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9E1782-CFC1-4702-A3CB-93BB304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8764038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821FC5-BF81-49CC-963D-B0069967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CA6E8-8B06-4406-804B-60DF411C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BD046-3F71-4601-9EEF-5326792A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F875C-EAF6-4BAB-BDF8-7ED242D1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1AAB8-31F0-49D4-B99C-5FC6A682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7FA39-5ED9-4CF5-9E29-60F291E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9FD32-E798-483D-B877-F0F0E238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614A9-A147-4249-A113-ADEA736B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2C634-C924-4E99-BB90-FB6A99CB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5DD3F-1267-4F3E-8CCA-20DFC40C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378CA-E1B5-4F59-A63A-12FBFEF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10A99-1C16-423D-909C-59A9B611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0B263-BEA8-4E3A-BE92-43D7F594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AB0E8-EBFC-4EC0-8871-309C2259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74BA33-55E1-4CFA-9292-8F43D87E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9B129-2E60-455A-A653-8F08CF15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DC3D4-8FC8-42DD-A180-5F85733D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CE639-099E-49B6-9D32-164DD347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DB99ED-4A70-4C23-98F8-A3F02E3A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D4E99A-E571-4AC4-980B-4B846419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0F6B3-AAA9-404D-9926-5ECC1ABD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B5579-D770-4FC7-B40B-CF594C17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3F9455-AB20-4470-884F-3D261A1B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0A8518-2B3B-438D-A4FA-CA8F56BA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6C94AE-ACB2-44EA-BEEB-A63DC98B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6C26F-4FF8-417A-A23B-CFD64D01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D1E37-E0EC-416E-9C84-D0C5992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20BA62-9756-40B4-AA51-FF499CC0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AE96BB-C3D0-4CB3-8C63-AAF1FDDC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9764058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DA87BC-2D76-47F6-9421-B85B380C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0BD1D-ED1B-4F28-9F48-65FDC1F2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0EA45-A46E-48ED-A353-E1DD887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C4236-1894-4921-BF9B-DD67743B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EBE60-6612-4CF5-8953-74B5220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FF358-5799-49DF-9326-410C2693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3449D-CF6B-430F-8AC4-7C5DDCC3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998AB6-DEA1-4EF2-BE62-EBB26229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45B57-31B1-4753-B1BA-2B10CD0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3915F-841E-4923-870F-7C1492E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A0A2F-FD58-4F9B-85FE-00647087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88992-A95A-40A3-AEAD-6903BBE1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F5CA3-454D-44B2-A829-48F06C3D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4D0EA-6C33-4A68-AE36-4EA5D20B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EAF54-9275-49D4-B8C5-9A209FCF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49DA4-F73C-4327-8002-F634D9F1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F57FD-315F-47C5-8674-8072C540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15C1F-00E5-4C20-88C2-13CA0BB1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9BD61-BE2B-477E-9E5A-61192CE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A792D-1494-4EA4-B00D-DC013323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F187AB-A0D4-441C-BA05-719CE4E3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FDC59-15DE-4137-9777-B95FF40F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AD07F-1F5B-4F60-8642-9621283E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F04239-4017-41E0-998A-52B798E2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289BC5-F90E-463E-A1E5-82473927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86DF39-B65F-45E3-A496-C07623A3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4F100-52F3-4929-ABB1-A3107DFE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3AC33B-5FDE-439D-89E5-5CC6662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47FCC1-892A-4A8F-AEA7-AAD0E19E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6279581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4A3BBA-A333-40F0-8A34-A87B2437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9AB89-C2EB-439B-B0A0-21B1C358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F04A1-444C-480A-8891-BF6EF3B7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E3925-B9F9-410B-8829-6D78E1D2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655F6-A14D-44D0-ABD6-88E09D05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999BD-6405-47A4-AECE-4D31414C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A1C6-F9D3-4959-B17E-A0E4C547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6E801-0986-4F21-A56F-F50907C1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70BDF-721B-47F0-AC6F-B7EEDCAE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0097F-D3B9-4899-9889-932E02C4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08C201-F630-4244-ABF6-D8D36451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F4AB1-B784-4058-B672-B2E8A0C4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F5771-9480-40AF-A505-DE9FF8E0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A2E3F-37A0-4971-B650-59D8A296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BF0B1-27F7-4009-91F7-09A48DA3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15558D-D2D2-46A5-B971-BE2F54DF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CC3B5-AD48-46D8-B243-7B6E4D0B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86D3B-8AFE-44E9-A225-ABCF3287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C0E931-BE92-4A54-97B0-C54FA2C5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0D6A6-CDA1-40EC-B962-712636EF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7CD18F-BC6D-448C-966C-BBDC612A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CA143-CB46-46CF-ADCB-362ABC6C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C7B66-3E8C-4458-AE35-2485274A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27393-2F35-4CB0-AB5C-39E0460D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348E8-41E0-44A6-B5A5-3303714F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8375C-127B-44F5-845E-9FCF2B8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C03073-8A4D-4B3A-B1B3-2925B17C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3BB708-AC94-4F7C-A3AD-19541E9B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B60C2C-1FBD-4900-8CB3-1F292E34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0450765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ED9C27-A06D-4B03-A9B2-FD26FE08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4480A-3999-4E21-ACFB-F0FCB8E6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80815-9B92-4956-8AD5-FC819753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97234-2C5B-48A1-B95F-A44C935B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25492-97FC-475C-8205-E2F184F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BF04D-1331-4BCF-A654-12EA80DA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2B510-78C5-4D5A-B7EF-EE5C5B38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4646E-7178-4C33-AEC5-6A350ECC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AD2CE-495A-4D48-9DB0-B4570528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D305D-9536-4C67-886E-2017BBC0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CF3D1-8DCE-4C3D-9B74-09D6BB6A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6DFA7-EED6-40B9-8CC5-455BB572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2C664-CA71-4269-BAAE-397396BB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E9535D-B1E3-49EE-B23E-0B4B7B6D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67694-293C-4DB5-8C47-BC5E9FAA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21CB7-357B-467B-8FB1-C4B4FD09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27CCE8-78A6-4CC0-8C6E-11505920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F708D-489B-4C87-9734-D6781F78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96A92-0C18-47F1-8296-F119E871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AE50A4-8DA4-4230-A467-3E85EDE0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34E57-3720-4684-BD50-7B75387D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6FEA7-E445-4493-BAA1-4597D881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FB21A8-E85B-4AD1-997C-7C9BDECE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C3632-DA14-4D5E-8F45-C747757A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B7AC90-C29E-40DE-BFBA-0B3BFAE8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3215F-EB55-4789-B335-CA5B72CE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F87424-453E-4773-89E2-BDB95DEC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8B1780-07E3-4FC6-81AB-816ADFFC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9F7899-C4F1-4B86-827F-0DE70EF3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46656241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2486D8-3267-46D7-9CCE-D79953A1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0EBED-7CDF-4721-976E-1D94FD0E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414EB-2562-47C3-8F9F-3D858326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9C576-5584-40F3-8B1E-3EEBECFD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9C46B-C4E4-4D22-8AAD-476BD35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6159C-3227-48BB-A38A-27908CF8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D1466-CDB8-4453-B1D1-B442F16D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F4627-4031-4260-AE7F-071EFF8F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781F4-F70C-437A-82F6-BDA22C94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90DB9-19FF-4D60-B7F1-F3542F26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BE328-C007-48BD-869B-6049AC31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1BB64-F647-4D7D-9D32-8D653F77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8740E-0039-442C-8F32-2F1D284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F9C89-27BD-40E6-AEBC-B318F2BB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6713B-6C1B-43CA-BEF2-4EB3524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2C9B0-DC72-4D4A-90AC-2DD953FC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13DF9-35EF-4921-8761-60DD27E7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AE363-D456-4D31-9F42-576DECF8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931F34-1AD9-4F87-8A48-6250A094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0061A-AAD6-4238-816A-B9D966E5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34C27B-3CAC-498C-BA95-3131F5DA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F793F-D505-42EF-82E6-4DD0074D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F778CA-2099-4942-B522-246E76FF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E5566-354F-4C9D-82D4-EF46D4A4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78FD3-1934-41FA-9BB1-E475A96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0D9F6B-A107-41D8-92DC-ECDAAF3B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A2F2E9-B8AB-4A11-B485-091AED19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0EF229-A2DD-4EB4-97F0-1CB02523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8F70E8-AE89-476E-9E38-9FB06BDB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11053551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5B531E-B877-4B84-AC9E-E285A8E6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649B8-9256-44A3-A9AD-6E9CD139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0E03D-23A2-4C7B-8D20-EB502FA3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B68FD-5232-46E4-BFD8-2AC1C6C7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E287A-EDBF-439C-9DA2-5A924C57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4A982-F4D6-4C88-BD32-E37589A7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366BB-B3F9-47A5-BBC2-959EE4C7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5EE9F-5A5B-4709-8A8F-9C408CF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B376E-F80F-4540-AC41-65A051BB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ECCF6-272C-4EB3-83F3-FFEEA95D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03A3E-DE0B-4456-8741-0345187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03DD2-08F0-4E36-AB16-106B0297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6156D-04B3-491A-A99C-85D2D712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8A673-71D5-4961-BE46-9AA14ECF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42D5B-AAFE-495E-A9A6-6E00EBDF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D25B61-4B78-4582-BCED-4A14F717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1DB0F-383E-4827-8266-09E6DF26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BED8E7-E11D-4135-A2FE-13120D07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986D0D-3468-4C56-91AE-6B872277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B1802-AAA7-480C-A2AF-D8DEE26C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03E6FD-E8F9-4C56-8CA9-C4329FE6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E75435-2591-484A-AEE0-05356534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1C385E-2DDE-4C8E-BE27-2FD018F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431E82-232D-4918-89C3-536DCA20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DAB93F-8086-4DA9-B893-91C20218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A2D469-D686-442C-B877-416310C9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E93341-BAC4-45AA-843F-D0713F52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8188A-DD04-4D7A-BE64-BA4AF489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743DB4-B01C-4F2C-B6CE-B97EB6AD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32695841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697FD-55F9-46FC-9EC1-CA39D5D7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561CE-60FF-43A9-AEAC-62E9C145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A98CB-88A7-4AEA-BADF-A67EB31E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E9DA6-992F-44B1-9561-5E4715B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C9736-FFE9-42AA-8CD1-62285A13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21C10-5AFE-4462-81B8-192DE6AC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97E59-63D2-4080-ACB6-9B4FFEDA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273B6-705C-4FFC-9C53-3599FD9F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BB4DC-B147-41CD-98B1-982E1B45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0AD77-D99C-4525-AF35-34C68050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374DF-4911-4D89-BD0D-881F23A6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6A533B-D3C1-4477-8E79-C3404DE9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70BA75-1784-4379-94BF-D06C4EDB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6D4C5-E33E-4764-8A91-6DCCB7A9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10F62-2B3F-4378-93F7-10516A8D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9A40D-4A88-4EE3-B1E4-DDB2115D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77EA6-8ED6-4E81-BC4C-6ECF2AC8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CDD09-4A57-473E-A9B5-992252BD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4DC70-8146-49D4-8A2D-76949CA8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5938CF-427B-4BE8-B5C9-5E014757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CF3D7F-CA9D-4501-B600-788DF318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DB04D-42CD-4EC1-8BFF-C19BBABE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DE79A3-BB2F-40B9-A9F1-9EB9300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496B2B-582B-4ABD-8469-E27D63E9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32FAEE-859F-4ADC-9739-BACBC52D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B826CB-787B-4E17-9942-59A90269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E9B81-6669-4508-B3CF-CFBF6FB0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2E4E9C-428D-4BF5-9F31-CE8AC38C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90377A-E6B3-44C0-8757-5511DB54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4583378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B5C44B-3A08-4B73-8FC7-829FE1CB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1177-7A0F-4E2E-B19C-8D9270C2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C66A4-FC47-4D4E-888E-CFEBE81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D5A8B-9600-41D4-A569-C9A644F3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3D02F-1395-4CA6-B623-AA9A53AF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B6081-1CF1-4E7C-A376-A5B7B808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A59E0-EDF1-4D18-886D-D71DB9A2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393E3-8E45-4BA2-997D-169A2D92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5A4AE-00EE-4B34-8C30-641543C9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1B93A-FB50-498E-9927-6036D2AD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0124B-D715-4038-A2FF-0EF2FE3B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AD3D8-C983-40D2-907B-BDEC5D3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F880B0-B8BF-4F8F-A579-A5B4F0B2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2AC0A7-6CC6-4F63-909F-791EB23F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E64E1-C52A-4858-9230-5383428E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749B30-731B-4AC0-81E4-E8C3A555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5369F-318E-496C-A3AC-66F79C03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9E61A-F48A-4EA5-A8DD-E03B116B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61CBA-14F6-4C1B-858F-71524B33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822E6E-7968-4467-ABC4-E71E21F0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CB6E6-B000-4EEC-A72B-D54ADA94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315161-2DC4-4927-B092-4A14AB66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560B50-21E2-43E1-A0A4-A3E61F98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27534F-8EA0-4066-BD85-3A8947EC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32C4C1-C382-432E-BCDD-1F06CE6A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E3C471-6ED4-429D-AF88-364BC031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C55FE0-EB30-4169-9249-D172346B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755498-650B-418F-95A6-45FE4BFC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39D17-5229-4888-833C-0302C94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4499870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2258D-EB84-466F-BD18-BFAE8008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FF766-7AB0-45E3-915C-7E14D777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FAA06-55C7-485D-ABF1-1F643B5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6E0C3-D1D4-464F-96D4-7D624438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4468E-6C51-40A8-881E-7D23A2BF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1CD8C-12A9-4EAF-BDE8-BD8D1C45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FA110-7EB2-486E-935E-1DA9B8EB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6BF44-C970-4E11-9667-58CDCA38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D9ADE-9B75-4891-BBA0-58B2EE3C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49F8D-3303-4455-8EA2-D6755E1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58516-83FE-4B96-8D49-C1A022B6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24B7B-A408-43DE-A7B4-AD998094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D53EDE-C507-42F5-9E8F-0523C32F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FABB4-3694-4E44-8966-BAC17B38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9130D-F59D-4D04-8974-5F987EF3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DEA294-1C17-42DD-88B6-8F5E70DA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17D6F-B5A7-466E-AFC8-36BFA80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CDAC5-6251-45F6-BE65-42D99A1B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8BED3-2329-4CE9-9878-43A20429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B3FD33-BBEB-4290-B8FF-EBB91C6C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DC541A-7692-47C9-BB62-774D7858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A0017D-0B84-4D26-932C-4B3A594F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521838-FA5E-449A-8C01-46C97434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3D8FF8-F645-4D4C-8C19-4A3857F7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5D11A-0887-4507-BD4F-2950D9BB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361CF2-E1A1-4B4A-BCB3-BFC94CD5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198BBF-1C68-45C6-B037-E82FA555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A2AA55-1A77-48AC-8097-BFBF7F6D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E60F54-D871-4142-BD57-027B153E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1828874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D0D14-7E57-41BC-9948-1FE79025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6FF8A-BF47-4C36-BB3D-11E41E78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F7F38-1673-4D51-A0D8-FC9AD2A0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F8C673-6239-4C52-AC6E-CB820668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FEC76-619E-49AD-9B86-89514BFE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F56A7-10CC-44D6-B37A-953AE47A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7D623-094D-4E98-9A0E-87423E24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3DCE2-27CE-47B9-A799-CF902F3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EDED6-3E2F-46E1-88EE-59D5E74C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A607D-F8EC-4564-A063-F64717B0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D0C6F-3E89-4525-A051-C7CEADC7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FF925-DF73-46F1-86AC-767691D2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75B1C-FCE7-43F2-A447-C9045944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1234C-707A-498C-8BDC-CA5F99B6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1681A-E29B-44C3-BBB1-799B1C72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B84F2-BF2B-4980-8204-48156C27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91E44-3BDB-452D-A925-0354CA45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AB87E-9D99-47E3-BFC0-07C93EEA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AC1C80-5AC7-418B-93FD-E7CCC262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3BC10-152E-41D0-AE0F-F96A0681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E7A40-E6D8-4FCE-AAB0-A9E90A7B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986F02-C0EA-4744-90AA-772B9DB0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7C3FFD-A425-4574-BD02-E81C896F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46FDF1-2384-4E48-9EA5-B4B5352F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DB910B-6DC9-4F26-B633-376C50A8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34FFC-D74C-4E9F-B616-FCEB3A19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FF9371-6A9E-4FB9-9EC8-2E1A5711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23AA10-1A2D-4AC0-92CC-F8C422C9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CD9CE1-DF6D-4DB9-9139-8C1C3E79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09608006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1EE7A3-66E5-42D7-B1D5-B21ACC1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ACD83-B8CE-45DA-9020-DE2B7C7D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2C486-5E76-43C9-BD0B-18AD591D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74A99-3138-42CF-AFB3-A913B3BA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22AB9-1F3B-4516-81B8-88CBA53B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48671-CD6C-408D-82B5-E7EE9FD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D9AF0-9916-469A-B411-20EB6261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8C806-C2E4-46F0-87CB-E2FFBF1D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61D04-EBDD-4C8C-B9A0-DD411139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2861B-C2D0-4959-89BC-D9ECE963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8CA9E-07AC-4E05-89F9-86D748CA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7E381D-496D-4AB0-8474-5B12310A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9D289A-3433-4228-BF5F-DA8B05C4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99516-9B78-4395-8259-4747F08C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AC5FD-5CFD-4606-A195-2A18383A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784E3-1181-4181-8B12-4AB7F92B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E3671-2FD2-408F-A6F3-771CF1E6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59B51-CE64-4EC2-A29F-B58F9021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D36FD-9D23-4934-A9E0-C8D81746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49F4B2-5508-47EE-A1C9-B2B47F03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AC33EB-680A-427E-B180-5B856B46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206B5-D2C6-4F01-B639-9DDB49FB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ABCF50-47B1-4372-8CBC-70244660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CD2BB-BB9C-48E7-82A7-3B34A184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040AA0-4016-4D07-A123-87E9CAB9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AA2A9-DD1A-4E23-8877-CF312655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41E254-9C74-48CB-8296-5AF59356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BB73C4-18AB-4D9D-A237-A1B784D7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55DD30-7CAD-4803-84D1-10AF3783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51217139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A7ECF0-8CB2-43F9-9357-AFB9007B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15FE1-00FB-453E-9A45-2F352ECB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B908B-C1B0-4D3E-86C6-E3448D7C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57D6A-2B32-47D0-8F82-F360FD54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FFD18-106B-4734-95C0-D80960AA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525A7-E917-49A5-AB83-10A56FB8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AD0D9-E135-4519-80AA-5884F706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8D052-9F2F-450C-AD15-CFDF3FDD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83DFE-8362-494F-98F5-F78DEEA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BAB43-4B6E-43C3-9DBE-73A065A0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C750E-0E00-4724-ACBB-ACC28E46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84814-5CB4-4A36-9E02-9AE94B7B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8166D-2B51-4B45-B746-06434599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158B2-B600-4512-80CC-6EAAD366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9C042-7B88-438B-95B0-BEC9F7CB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4AA67-EB20-4F0D-93A5-DAA7687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414F0-9E9C-449A-A29A-38D2BD3B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985B9-C7FA-4A98-A6C9-6175543B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CE09E-67FF-4169-BF92-51D0B2D5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9B57CD-BDF3-40EF-AF07-DFF530DA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1400E4-A74B-4799-B05E-44ACA8BC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572CF8-D185-4342-9D4D-E1593CF8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1830A1-D28C-4A81-80CB-FC1760F8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F6348A-5AD3-449F-92D2-BA454D83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F8BF16-1CDD-4EB9-AB70-58DA062C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F194ED-88CB-4FB9-B475-53696044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502B1-0561-4980-B1C2-681CE2B0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3E0E13-F008-4DEF-A807-F6D47BB2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0B28CD-4F6F-419C-9679-5E3E5D6A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4551517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DFB915-AC38-4159-A729-1C042D11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9760E-4B95-4602-BEB2-B6D1034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CE18C-654D-4A16-9A99-0B35979B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14804-974A-4CDD-971F-75EA8285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D274-85F0-474D-8D09-94A76F9E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63DD2A-7A19-48F8-ACCA-FE860338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56A9C-540D-42E4-9936-FA5AA966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AC7F7-7B33-4E01-8495-D4E38662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4AD8C-EE28-4FF5-B5C1-9BFF78D9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93018-551D-486B-9B5F-99E08DDF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61528-E4D8-4D47-92F0-EB576A58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F69B1-0B5E-4B2C-B6FC-97E0702C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C2299A-AFCC-4B71-A9D6-1661F5A6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8E731-C34C-448E-A23C-06563723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356791-2635-4AC3-B3F2-B7747F2C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D3856-A2F7-4A88-A153-6F2D65EE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66DD3-4B6C-4B3F-9893-E346CBB2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C249C-6F3D-4A8E-BF81-2130F172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56354D-D54D-4CA4-AE04-A16294E7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EFC15-DE94-4515-A331-1899659A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23B1F-C136-4BF9-A721-97D13EB5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E76670-133A-4C74-B0FF-B852FDE6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AC7B45-8401-4E26-8909-79D4A76F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59210-42B8-49B7-A01E-8CB39486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4396C-001C-489D-9C68-5B55D269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507B28-B142-4AF2-B56E-275ED915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CCB424-198A-4231-91D1-E40AB062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6ABAD9-E2BA-4AAF-A369-EC49B69C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8AA64-D80B-4BE8-B814-A7FC3361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1398894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D2CA54-378E-4BFC-AC10-B89762EE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D7696-3D0E-4591-9CDE-5DE5A21E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720A4-B2B6-42FA-965E-16D40450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6EC97-2363-4400-9968-5CB73DC3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8D972-AFA4-470D-9559-C96D9EAA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08FE4-E608-47F3-BB2D-E8DC8BF7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240C5-9B8F-4DF9-996F-F9C15161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AB3E9-EED2-43D9-B1B7-237569E8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42F42-48D9-41D4-8AB6-AC6FCD9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47606-1F2C-454F-80D0-1C1B9D5C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8262A-3D06-4A45-BEFA-BE5C65FB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60F8D-4DA7-4B00-8F6E-8F2C1591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4F5AF-0985-4971-AF26-C9319127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946B-06B7-425F-A62A-D1DCDE34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DC579B-6906-4526-AFCC-C534FFE9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E0483-B3D2-4071-BE61-B10E74F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D7599B-CAA8-44F7-A828-0FF4FFC2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F9575-E843-4EEF-8EF1-CF269EAC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84AAA0-80CF-4229-A029-AAD1E8C7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C9633-6E74-4C2D-B255-96A24703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75446-4CF9-4554-A8F9-F6612A17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1239FE-A199-47A4-85BF-8C398A15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C6D0DB-FC23-48CC-8923-5E2D9974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9E931-CC8B-4E9B-A704-5D96E3D8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710FFB-889C-4009-9060-46CBACAE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0CF709-4675-4AD2-894C-EA9C1681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3207C1-1D4F-4D15-8234-0E7C1E8B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E69C25-BFBE-4093-92DD-19EFD42F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5A4E45-D502-4A69-9844-9091C510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8237579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EEEFE2-2A5F-4E7A-876B-7D3FD4A9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29BC4-B45B-4063-959C-0B1DE26D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2CE4C-36E2-4A2E-BA72-9D350296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627EE-CB27-4F4E-89E6-AEE5B870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478F5-DC37-49DC-9E03-E6F549FA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D0D88-A2B3-4FA3-A0C0-D9B35066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B018BF-C4A6-42EC-9971-8DE896E7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7BAEA-F1B3-4B5F-BA35-9747A771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9B210-ABD5-4BD7-B32A-919CBD36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62901-379D-4A06-9695-791A32DC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3875E-6A73-4E9E-A1CF-25B57BC8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C78D4-D972-4EBD-80A1-B710CAC0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55E3B-B39C-4DE1-8E05-8622FAE6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FBB02-1042-49E3-84D6-B997C59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411C0-C8C7-4E07-96A7-A0B9C2F1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58B3E-F46B-4960-9439-7A3EA788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5DA47-FCFC-4C66-B3B3-22549CEA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9DE677-78EA-4AEB-94AC-9E936C7A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30BE9-9B76-40DB-B175-FB257AB7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191F6E-975C-4C73-A1C5-220E130E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71ECE-3D41-479F-931E-F5B2349A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911AA-60CD-49A1-9397-B29F1F1E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5B791-E020-49CD-B9D9-581836E5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190558-882B-4172-969A-BA15092D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3090B-7265-47EC-B07F-7EA82F77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F2756-9DEA-4CD5-B9E7-FAACAF7D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F9B091-26E9-4AF1-912D-A0DC16D2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4C26C4-8FC7-455D-8C14-63F5BA2C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AA930E-6604-47AF-A536-DA111387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7963400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6EBED-25F2-4788-9F42-545C68CB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8F7B8-B74B-439F-9720-4BEC6030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08F64-4967-49B4-A228-52BBE428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52EC2-BB4E-4DEE-9759-6BDC2333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155D11-C3D4-43FE-A30F-89BB6E47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61AD4D-938D-48E8-AC06-4CCACCC6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02DFB-D7E2-4360-B8A4-13FC00B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8324A-4484-4EEB-8985-C006FDAB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D7EC7-5A8D-4A92-AC7C-6236DCB7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A09FA-D195-408F-BCE3-745A9088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10958-64C5-461C-AB80-591D558E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F2EB0-26FE-42A7-9400-49F279DD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998CD-08A5-4AFC-AAAC-B26B6B5E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F1A176-F3D5-48C6-AD7E-D22938DA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672A9-796F-412D-8B54-3CE056EC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99993444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F6EB50-DA50-4B30-A36D-C8BC080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4BFCE-92B2-47B2-90E6-1A566172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0CF43-ECF4-48C0-BE94-6912938D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4F686-6D48-4C1B-A021-4AE2386F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3A8F2-3F9D-453D-8E2E-12E786DF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F436D-F512-44A5-9B26-AC8FC0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8246B-5B52-44F5-9F0C-9B41E069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4A78D-6FAA-44C3-8AF1-1F28CCF8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8BBFA-D530-4869-9A9C-DE3CE900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67267-79AC-473C-9BC7-17385090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6CC08-9B36-4784-AD40-3B83FBC7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4B5D2-004A-4E70-97BB-6954567C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EA845-B56E-429F-BC0E-49E4B4D2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F64303-E99F-4F32-AEE2-2A77115E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66C897-BA42-4C4A-A408-9EA31527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6B20F-CD68-4B84-958F-E30B0BAC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6469F-51CA-438D-A29A-6B64CA58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1A718-E7C0-4A87-A270-89FFBE64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3C1AAE-82DD-4CF5-B267-2F1D8716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33A92B-84A6-4E53-9F7B-CC96D758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55B3ED-8C87-4CCF-AE98-841B1F8F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C16AE-9CF7-4538-B656-9A20CDE1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4B5D0-78E4-4620-A9EE-857590AD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BE0B6D-E663-4C0A-A8EE-1EFEECC8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E6227-F37D-454C-8143-F90F853A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3F991-87C3-49E8-BD32-8B4A781E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B716B-9C58-4BD1-82D0-A11DC7AA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DE8D5-EBD6-4DE7-9376-0318E377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DA7FE-BEEE-45E9-B1ED-71F8DBAB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58371408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7A79C31-D0C3-474D-AE74-247FCE70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42D45-C909-4360-A882-9F03E0F7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9BF43-9C56-4EE6-86AD-5DA59E7D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AA7AD-AAE4-4DB8-95E5-AE3586C2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7A9A4-C670-44C2-A034-47A99C2C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66EF1-7CD3-4142-BF14-B2D5A832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BA00E-764A-4BC2-88DD-5D0E16D0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E78F0-239A-4DD1-BF9D-4D29223F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658B5-5EED-4D30-ADA6-4247AA9C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AE3C4-FFA7-48C1-895B-0F9F8517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A2901-8E69-4760-8969-17BC26F5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6774B-3EA1-41CF-A8C7-1EE32FF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FB3BC-41D0-40DD-A960-D72B5BB7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644C4-5292-4706-9676-449EB754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435428-2033-471E-8898-FA7BBCF3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ADD02-5145-4ACB-8DDB-F3D44A56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FA441-04FF-4045-8FDA-4130DB24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49B965-3D5A-4911-9D52-3F1577C2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DE4D7-14B6-4371-9005-08E6312E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90BADD-205D-4EF0-9D6B-3A461C1A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B3483A-5BF4-456F-9EB7-9C18ABB5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5FAB6-A75D-411B-9062-07C0F227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F75D98-D465-4746-8C43-29F425E1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ECD499-880C-4B78-A0BD-F4D7F186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C42F1A-83DB-4101-BBDD-5DC4B6E1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59DD8-65B2-4536-AEC3-B6A6DF0C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4A67B6-52F6-4504-A683-C7B1D79A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5C5BF-B38E-457B-8582-4594AE02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10DC89-4EAF-43E0-9D03-447229A7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4C4046-0E69-47B4-B0EC-F4BC7552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F8A1DC-5EE1-4EBD-8933-287A084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435275-CC0D-435A-AAB7-3BA40F41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005EFC-8C76-44DE-A819-BA905E87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45F9B3-584D-4B60-9B64-2AE2AAC7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1E828-7BF6-4110-AF13-DA43BF56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8B9C29-84E0-49D0-AC28-37CEEDEC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F72623-363E-49BE-B2CE-5DFB87A0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6EE8EC-FCB0-488A-BD62-27F44F24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B657CE-706B-473A-A01C-C6F12714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18F96D-C825-4E6E-AA2E-B31FDB40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5AB1AC-0931-4DE1-ADF4-4990E5D3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0E4EB2-91DC-4931-A788-31BCB345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860C21-BF60-40C7-961B-3904686C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9115C1-AD0A-4CAE-9605-A0E3BBD9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E2D72F-EE81-4870-9435-9CF06AAD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7F5B61-FB7A-40D4-96B5-2D587A55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70F7CD-73FC-4445-B4B2-AC2CA271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626867-FA7E-4E57-8748-E1CD254B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87184E-CD89-43EB-BA48-3C7794D5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328275-C9EB-4A5A-8511-D4B19FB3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6A8F3E-FED5-4AC9-8717-10BB2E36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14B73C-1E2F-4712-A1B0-BA52248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9781D6-BED9-486A-9361-997CB528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B2E976-E4A9-4CE2-8440-BAF72ADA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589678196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2026-07-20T22:35:55.8720000Z</dcterms:created>
  <dcterms:modified xsi:type="dcterms:W3CDTF">2026-07-20T22:35:55.8720000Z</dcterms:modified>
</coreProperties>
</file>