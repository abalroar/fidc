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2,87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6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(RCVM 160), cotas de FIDC, primária, status Oferta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valor total registrado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sem inferência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4048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840480"/>
            <a:ext cx="8092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42569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425696"/>
            <a:ext cx="8092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em todas as 54 ofertas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1091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Fundos sem oferta registrada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5010912"/>
            <a:ext cx="8092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Ordens 4, 6, 7, 9, 10, 13 não têm oferta pública primária encerrada na base da CVM. O volume cedido informado na planilha de entrada não é tamanho de emissão e não foi usado nessa coluna.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96127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596127"/>
            <a:ext cx="8092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