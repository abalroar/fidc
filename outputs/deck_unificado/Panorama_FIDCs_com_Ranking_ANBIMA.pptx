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21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069080" cy="43845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640080"/>
                <a:gridCol w="64008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Responsabilida…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 Corporat…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Agro / Revenda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1 de 18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069080" cy="3794760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640080"/>
                <a:gridCol w="64008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Universitário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Cap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Financeiro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069080" cy="3346704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640080"/>
                <a:gridCol w="64008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Esportivos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Risco Corporativo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069080" cy="3108960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640080"/>
                <a:gridCol w="64008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8A6410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Adquirência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069080" cy="3108960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640080"/>
                <a:gridCol w="64008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Consignado INSS e FGTS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Factoring | os 4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069080" cy="12070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640080"/>
                <a:gridCol w="64008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Factoring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PAGA…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 S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 S.A. SO…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SOCIEDADE DE CREDITO DIRET…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PAGAMENT…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AGRO…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 S.A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SOCIEDADE DE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 L…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 EM…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COOPERAT…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 SOCIEDADE DE CREDITO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