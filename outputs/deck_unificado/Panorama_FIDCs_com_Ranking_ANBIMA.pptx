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e1e877b5f0a45d8" Type="http://schemas.openxmlformats.org/officeDocument/2006/relationships/officeDocument" Target="ppt/presentation.xml"/><Relationship Id="R515923a372a64395" Type="http://schemas.openxmlformats.org/officeDocument/2006/relationships/extended-properties" Target="docProps/app.xml"/><Relationship Id="R8562c14d68314407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cc18c634374c92"/>
  </p:sldMasterIdLst>
  <p:notesMasterIdLst>
    <p:notesMasterId xmlns:r="http://schemas.openxmlformats.org/officeDocument/2006/relationships" r:id="R25ec85f69a8e4955"/>
  </p:notesMasterIdLst>
  <p:sldIdLst>
    <p:sldId xmlns:r="http://schemas.openxmlformats.org/officeDocument/2006/relationships" id="256" r:id="Ra11b8778471d4f61"/>
    <p:sldId xmlns:r="http://schemas.openxmlformats.org/officeDocument/2006/relationships" id="257" r:id="R4903db8b57ae4e88"/>
    <p:sldId xmlns:r="http://schemas.openxmlformats.org/officeDocument/2006/relationships" id="258" r:id="R077dd59ea42e42c0"/>
    <p:sldId xmlns:r="http://schemas.openxmlformats.org/officeDocument/2006/relationships" id="259" r:id="R06e612c1c3044cc0"/>
    <p:sldId xmlns:r="http://schemas.openxmlformats.org/officeDocument/2006/relationships" id="260" r:id="Rc7efdd0c211e48e1"/>
    <p:sldId xmlns:r="http://schemas.openxmlformats.org/officeDocument/2006/relationships" id="261" r:id="Rd6a82abe8f0649cc"/>
    <p:sldId xmlns:r="http://schemas.openxmlformats.org/officeDocument/2006/relationships" id="262" r:id="R36c55c42fdca41be"/>
    <p:sldId xmlns:r="http://schemas.openxmlformats.org/officeDocument/2006/relationships" id="263" r:id="R192c3c5d9f524706"/>
    <p:sldId xmlns:r="http://schemas.openxmlformats.org/officeDocument/2006/relationships" id="264" r:id="R5fb0a44115d24624"/>
    <p:sldId xmlns:r="http://schemas.openxmlformats.org/officeDocument/2006/relationships" id="265" r:id="Ra1f2436fe3744f67"/>
    <p:sldId xmlns:r="http://schemas.openxmlformats.org/officeDocument/2006/relationships" id="266" r:id="R24a8e74834a04539"/>
    <p:sldId xmlns:r="http://schemas.openxmlformats.org/officeDocument/2006/relationships" id="267" r:id="R7a7afa70ac0d4341"/>
    <p:sldId xmlns:r="http://schemas.openxmlformats.org/officeDocument/2006/relationships" id="268" r:id="Rdcbb9a85eaa3480a"/>
    <p:sldId xmlns:r="http://schemas.openxmlformats.org/officeDocument/2006/relationships" id="269" r:id="R5aa7d0979f7b4044"/>
    <p:sldId xmlns:r="http://schemas.openxmlformats.org/officeDocument/2006/relationships" id="270" r:id="R4c8b795137214b47"/>
    <p:sldId xmlns:r="http://schemas.openxmlformats.org/officeDocument/2006/relationships" id="271" r:id="Rfaee3be04017466b"/>
    <p:sldId xmlns:r="http://schemas.openxmlformats.org/officeDocument/2006/relationships" id="272" r:id="R8e9505e9a57849e2"/>
    <p:sldId xmlns:r="http://schemas.openxmlformats.org/officeDocument/2006/relationships" id="273" r:id="R38524558136d4da2"/>
    <p:sldId xmlns:r="http://schemas.openxmlformats.org/officeDocument/2006/relationships" id="274" r:id="R8993760de19d49fd"/>
    <p:sldId xmlns:r="http://schemas.openxmlformats.org/officeDocument/2006/relationships" id="275" r:id="Rc96d9eb253ed42f9"/>
    <p:sldId xmlns:r="http://schemas.openxmlformats.org/officeDocument/2006/relationships" id="276" r:id="Rae76d31bd20c4bdb"/>
    <p:sldId xmlns:r="http://schemas.openxmlformats.org/officeDocument/2006/relationships" id="277" r:id="R4bc8ce2855c94cda"/>
    <p:sldId xmlns:r="http://schemas.openxmlformats.org/officeDocument/2006/relationships" id="278" r:id="Rfc15e2ff63334c0f"/>
    <p:sldId xmlns:r="http://schemas.openxmlformats.org/officeDocument/2006/relationships" id="279" r:id="R737830e5f82a4369"/>
    <p:sldId xmlns:r="http://schemas.openxmlformats.org/officeDocument/2006/relationships" id="280" r:id="Rb481cd08e8484cba"/>
    <p:sldId xmlns:r="http://schemas.openxmlformats.org/officeDocument/2006/relationships" id="281" r:id="R69d444bfa1b145b0"/>
    <p:sldId xmlns:r="http://schemas.openxmlformats.org/officeDocument/2006/relationships" id="282" r:id="Rb5a89272286147a0"/>
    <p:sldId xmlns:r="http://schemas.openxmlformats.org/officeDocument/2006/relationships" id="283" r:id="Rb48ec49904a447a2"/>
    <p:sldId xmlns:r="http://schemas.openxmlformats.org/officeDocument/2006/relationships" id="284" r:id="Rd22afb42e451415f"/>
    <p:sldId xmlns:r="http://schemas.openxmlformats.org/officeDocument/2006/relationships" id="285" r:id="R4097a106aaf64ad0"/>
    <p:sldId xmlns:r="http://schemas.openxmlformats.org/officeDocument/2006/relationships" id="286" r:id="R711337106bdd4080"/>
    <p:sldId xmlns:r="http://schemas.openxmlformats.org/officeDocument/2006/relationships" id="287" r:id="R4825bcdae142416e"/>
    <p:sldId xmlns:r="http://schemas.openxmlformats.org/officeDocument/2006/relationships" id="288" r:id="R114cf5d8a4484394"/>
    <p:sldId xmlns:r="http://schemas.openxmlformats.org/officeDocument/2006/relationships" id="289" r:id="Ra72d26139c5e4f3f"/>
    <p:sldId xmlns:r="http://schemas.openxmlformats.org/officeDocument/2006/relationships" id="290" r:id="Rdf7d9b46d44e472d"/>
    <p:sldId xmlns:r="http://schemas.openxmlformats.org/officeDocument/2006/relationships" id="291" r:id="R856bd92193384880"/>
    <p:sldId xmlns:r="http://schemas.openxmlformats.org/officeDocument/2006/relationships" id="292" r:id="Rd9507bca465642b9"/>
    <p:sldId xmlns:r="http://schemas.openxmlformats.org/officeDocument/2006/relationships" id="293" r:id="rId43"/>
    <p:sldId xmlns:r="http://schemas.openxmlformats.org/officeDocument/2006/relationships" id="294" r:id="rId44"/>
    <p:sldId xmlns:r="http://schemas.openxmlformats.org/officeDocument/2006/relationships" id="295" r:id="rId45"/>
    <p:sldId xmlns:r="http://schemas.openxmlformats.org/officeDocument/2006/relationships" id="296" r:id="rId46"/>
    <p:sldId xmlns:r="http://schemas.openxmlformats.org/officeDocument/2006/relationships" id="297" r:id="rId47"/>
    <p:sldId xmlns:r="http://schemas.openxmlformats.org/officeDocument/2006/relationships" id="298" r:id="rId48"/>
    <p:sldId xmlns:r="http://schemas.openxmlformats.org/officeDocument/2006/relationships" id="299" r:id="rId49"/>
    <p:sldId xmlns:r="http://schemas.openxmlformats.org/officeDocument/2006/relationships" id="300" r:id="rId50"/>
    <p:sldId xmlns:r="http://schemas.openxmlformats.org/officeDocument/2006/relationships" id="301" r:id="rId51"/>
    <p:sldId xmlns:r="http://schemas.openxmlformats.org/officeDocument/2006/relationships" id="302" r:id="rId52"/>
    <p:sldId xmlns:r="http://schemas.openxmlformats.org/officeDocument/2006/relationships" id="303" r:id="rId53"/>
    <p:sldId xmlns:r="http://schemas.openxmlformats.org/officeDocument/2006/relationships" id="304" r:id="rId54"/>
    <p:sldId xmlns:r="http://schemas.openxmlformats.org/officeDocument/2006/relationships" id="305" r:id="rId55"/>
    <p:sldId xmlns:r="http://schemas.openxmlformats.org/officeDocument/2006/relationships" id="306" r:id="rId56"/>
    <p:sldId xmlns:r="http://schemas.openxmlformats.org/officeDocument/2006/relationships" id="307" r:id="rId57"/>
    <p:sldId xmlns:r="http://schemas.openxmlformats.org/officeDocument/2006/relationships" id="308" r:id="rId58"/>
    <p:sldId xmlns:r="http://schemas.openxmlformats.org/officeDocument/2006/relationships" id="309" r:id="rId59"/>
    <p:sldId xmlns:r="http://schemas.openxmlformats.org/officeDocument/2006/relationships" id="310" r:id="rId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e612c1c3044cc0" Type="http://schemas.openxmlformats.org/officeDocument/2006/relationships/slide" Target="slides/slide4.xml"/><Relationship Id="R077dd59ea42e42c0" Type="http://schemas.openxmlformats.org/officeDocument/2006/relationships/slide" Target="slides/slide3.xml"/><Relationship Id="R114cf5d8a4484394" Type="http://schemas.openxmlformats.org/officeDocument/2006/relationships/slide" Target="slides/slide33.xml"/><Relationship Id="R14e5772a8ddf4946" Type="http://schemas.openxmlformats.org/officeDocument/2006/relationships/theme" Target="theme/theme1.xml"/><Relationship Id="R192c3c5d9f524706" Type="http://schemas.openxmlformats.org/officeDocument/2006/relationships/slide" Target="slides/slide8.xml"/><Relationship Id="R24a8e74834a04539" Type="http://schemas.openxmlformats.org/officeDocument/2006/relationships/slide" Target="slides/slide11.xml"/><Relationship Id="R25ec85f69a8e4955" Type="http://schemas.openxmlformats.org/officeDocument/2006/relationships/notesMaster" Target="notesMasters/notesMaster1.xml"/><Relationship Id="R36c55c42fdca41be" Type="http://schemas.openxmlformats.org/officeDocument/2006/relationships/slide" Target="slides/slide7.xml"/><Relationship Id="R38524558136d4da2" Type="http://schemas.openxmlformats.org/officeDocument/2006/relationships/slide" Target="slides/slide18.xml"/><Relationship Id="R4097a106aaf64ad0" Type="http://schemas.openxmlformats.org/officeDocument/2006/relationships/slide" Target="slides/slide30.xml"/><Relationship Id="R4825bcdae142416e" Type="http://schemas.openxmlformats.org/officeDocument/2006/relationships/slide" Target="slides/slide32.xml"/><Relationship Id="R4903db8b57ae4e88" Type="http://schemas.openxmlformats.org/officeDocument/2006/relationships/slide" Target="slides/slide2.xml"/><Relationship Id="R4bc8ce2855c94cda" Type="http://schemas.openxmlformats.org/officeDocument/2006/relationships/slide" Target="slides/slide22.xml"/><Relationship Id="R4c8b795137214b47" Type="http://schemas.openxmlformats.org/officeDocument/2006/relationships/slide" Target="slides/slide15.xml"/><Relationship Id="R5aa7d0979f7b4044" Type="http://schemas.openxmlformats.org/officeDocument/2006/relationships/slide" Target="slides/slide14.xml"/><Relationship Id="R5fb0a44115d24624" Type="http://schemas.openxmlformats.org/officeDocument/2006/relationships/slide" Target="slides/slide9.xml"/><Relationship Id="R69d444bfa1b145b0" Type="http://schemas.openxmlformats.org/officeDocument/2006/relationships/slide" Target="slides/slide26.xml"/><Relationship Id="R711337106bdd4080" Type="http://schemas.openxmlformats.org/officeDocument/2006/relationships/slide" Target="slides/slide31.xml"/><Relationship Id="R737830e5f82a4369" Type="http://schemas.openxmlformats.org/officeDocument/2006/relationships/slide" Target="slides/slide24.xml"/><Relationship Id="R7a7afa70ac0d4341" Type="http://schemas.openxmlformats.org/officeDocument/2006/relationships/slide" Target="slides/slide12.xml"/><Relationship Id="R856bd92193384880" Type="http://schemas.openxmlformats.org/officeDocument/2006/relationships/slide" Target="slides/slide36.xml"/><Relationship Id="R8993760de19d49fd" Type="http://schemas.openxmlformats.org/officeDocument/2006/relationships/slide" Target="slides/slide19.xml"/><Relationship Id="R8e9505e9a57849e2" Type="http://schemas.openxmlformats.org/officeDocument/2006/relationships/slide" Target="slides/slide17.xml"/><Relationship Id="Ra11b8778471d4f61" Type="http://schemas.openxmlformats.org/officeDocument/2006/relationships/slide" Target="slides/slide1.xml"/><Relationship Id="Ra1f2436fe3744f67" Type="http://schemas.openxmlformats.org/officeDocument/2006/relationships/slide" Target="slides/slide10.xml"/><Relationship Id="Ra72d26139c5e4f3f" Type="http://schemas.openxmlformats.org/officeDocument/2006/relationships/slide" Target="slides/slide34.xml"/><Relationship Id="Rae76d31bd20c4bdb" Type="http://schemas.openxmlformats.org/officeDocument/2006/relationships/slide" Target="slides/slide21.xml"/><Relationship Id="Rb481cd08e8484cba" Type="http://schemas.openxmlformats.org/officeDocument/2006/relationships/slide" Target="slides/slide25.xml"/><Relationship Id="Rb48ec49904a447a2" Type="http://schemas.openxmlformats.org/officeDocument/2006/relationships/slide" Target="slides/slide28.xml"/><Relationship Id="Rb5a89272286147a0" Type="http://schemas.openxmlformats.org/officeDocument/2006/relationships/slide" Target="slides/slide27.xml"/><Relationship Id="Rbb932ed9d9444e5b" Type="http://schemas.openxmlformats.org/officeDocument/2006/relationships/tableStyles" Target="tableStyles.xml"/><Relationship Id="Rc7efdd0c211e48e1" Type="http://schemas.openxmlformats.org/officeDocument/2006/relationships/slide" Target="slides/slide5.xml"/><Relationship Id="Rc96d9eb253ed42f9" Type="http://schemas.openxmlformats.org/officeDocument/2006/relationships/slide" Target="slides/slide20.xml"/><Relationship Id="Rd22afb42e451415f" Type="http://schemas.openxmlformats.org/officeDocument/2006/relationships/slide" Target="slides/slide29.xml"/><Relationship Id="Rd6a82abe8f0649cc" Type="http://schemas.openxmlformats.org/officeDocument/2006/relationships/slide" Target="slides/slide6.xml"/><Relationship Id="Rd9507bca465642b9" Type="http://schemas.openxmlformats.org/officeDocument/2006/relationships/slide" Target="slides/slide37.xml"/><Relationship Id="Rdacc18c634374c92" Type="http://schemas.openxmlformats.org/officeDocument/2006/relationships/slideMaster" Target="slideMasters/slideMaster1.xml"/><Relationship Id="Rdcbb9a85eaa3480a" Type="http://schemas.openxmlformats.org/officeDocument/2006/relationships/slide" Target="slides/slide13.xml"/><Relationship Id="Rdf7d9b46d44e472d" Type="http://schemas.openxmlformats.org/officeDocument/2006/relationships/slide" Target="slides/slide35.xml"/><Relationship Id="Rfaee3be04017466b" Type="http://schemas.openxmlformats.org/officeDocument/2006/relationships/slide" Target="slides/slide16.xml"/><Relationship Id="Rfc15e2ff63334c0f" Type="http://schemas.openxmlformats.org/officeDocument/2006/relationships/slide" Target="slides/slide23.xml"/><Relationship Id="Rfd7694c37d514055" Type="http://schemas.openxmlformats.org/officeDocument/2006/relationships/presProps" Target="presProps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14315C"/>
              </a:solidFill>
              <a:ln>
                <a:noFill/>
              </a:ln>
            </c:spPr>
          </c:dPt>
          <c:dPt>
            <c:idx val="5"/>
            <c:spPr>
              <a:solidFill>
                <a:srgbClr val="8D9399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XP Investimentos</c:v>
                </c:pt>
                <c:pt idx="2">
                  <c:v>4º  Santander</c:v>
                </c:pt>
                <c:pt idx="3">
                  <c:v>3º  BTG Pactual</c:v>
                </c:pt>
                <c:pt idx="4">
                  <c:v>2º  Itaú BBA</c:v>
                </c:pt>
                <c:pt idx="5">
                  <c:v>1º  Bradesco BBI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0.07040879184</c:v>
                </c:pt>
                <c:pt idx="1">
                  <c:v>0.07825892098</c:v>
                </c:pt>
                <c:pt idx="2">
                  <c:v>0.09456496776</c:v>
                </c:pt>
                <c:pt idx="3">
                  <c:v>0.09952460536</c:v>
                </c:pt>
                <c:pt idx="4">
                  <c:v>0.2286817511</c:v>
                </c:pt>
                <c:pt idx="5">
                  <c:v>0.27789560251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55706371212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0.07451209379</c:v>
                </c:pt>
                <c:pt idx="1">
                  <c:v>0.08883897779</c:v>
                </c:pt>
                <c:pt idx="2">
                  <c:v>0.09451906615</c:v>
                </c:pt>
                <c:pt idx="3">
                  <c:v>0.10418540682</c:v>
                </c:pt>
                <c:pt idx="4">
                  <c:v>0.20545717664</c:v>
                </c:pt>
                <c:pt idx="5">
                  <c:v>0.25024393331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203122346368000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0.05618662601</c:v>
                </c:pt>
                <c:pt idx="1">
                  <c:v>0.07146291134</c:v>
                </c:pt>
                <c:pt idx="2">
                  <c:v>0.07350064594</c:v>
                </c:pt>
                <c:pt idx="3">
                  <c:v>0.15507438227</c:v>
                </c:pt>
                <c:pt idx="4">
                  <c:v>0.17869834915</c:v>
                </c:pt>
                <c:pt idx="5">
                  <c:v>0.26599103078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404685193984000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0.06424275488</c:v>
                </c:pt>
                <c:pt idx="1">
                  <c:v>0.0789632087</c:v>
                </c:pt>
                <c:pt idx="2">
                  <c:v>0.08384054545</c:v>
                </c:pt>
                <c:pt idx="3">
                  <c:v>0.16031117313</c:v>
                </c:pt>
                <c:pt idx="4">
                  <c:v>0.16255878564</c:v>
                </c:pt>
                <c:pt idx="5">
                  <c:v>0.24625711518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152091074304000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f9d229b9684346b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4fad049a5046be" Type="http://schemas.openxmlformats.org/officeDocument/2006/relationships/notesMaster" Target="../notesMasters/notesMaster1.xml"/><Relationship Id="R7ddbd333aff14c53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2432d22daaff425a" Type="http://schemas.openxmlformats.org/officeDocument/2006/relationships/slide" Target="../slides/slide2.xml"/><Relationship Id="R6ee97e27cf604819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a687b3bbbd9644f4" Type="http://schemas.openxmlformats.org/officeDocument/2006/relationships/slide" Target="../slides/slide3.xml"/><Relationship Id="Rc0f608ab6daf407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622c498bf3b4754" Type="http://schemas.openxmlformats.org/officeDocument/2006/relationships/notesMaster" Target="../notesMasters/notesMaster1.xml"/><Relationship Id="Rf7c15ea12bff407c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39678b8120f4558" Type="http://schemas.openxmlformats.org/officeDocument/2006/relationships/slide" Target="../slides/slide5.xml"/><Relationship Id="Rdd76277c9c4540e8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b135f57b65a4ccf" Type="http://schemas.openxmlformats.org/officeDocument/2006/relationships/notesMaster" Target="../notesMasters/notesMaster1.xml"/><Relationship Id="Reb38ffde5bf44ab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5ba0593524964b22" Type="http://schemas.openxmlformats.org/officeDocument/2006/relationships/notesMaster" Target="../notesMasters/notesMaster1.xml"/><Relationship Id="R8b349ab51b8d45da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4c8d17d64352471e" Type="http://schemas.openxmlformats.org/officeDocument/2006/relationships/notesMaster" Target="../notesMasters/notesMaster1.xml"/><Relationship Id="Reddc6ad4114d47f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89d855c72284fc2" Type="http://schemas.openxmlformats.org/officeDocument/2006/relationships/notesMaster" Target="../notesMasters/notesMaster1.xml"/><Relationship Id="Rd768f03fdcb84a9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b86ae61907d4d90" Type="http://schemas.openxmlformats.org/officeDocument/2006/relationships/slide" Target="../slides/slide10.xml"/><Relationship Id="Rc8534c0f4d814c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8ecf55f63144cc0" Type="http://schemas.openxmlformats.org/officeDocument/2006/relationships/notesMaster" Target="../notesMasters/notesMaster1.xml"/><Relationship Id="R1de258ddcc954c5e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fa05fca21b0416e" Type="http://schemas.openxmlformats.org/officeDocument/2006/relationships/notesMaster" Target="../notesMasters/notesMaster1.xml"/><Relationship Id="R510984736b84450b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2f3bc8ea187849b9" Type="http://schemas.openxmlformats.org/officeDocument/2006/relationships/notesMaster" Target="../notesMasters/notesMaster1.xml"/><Relationship Id="R36d44952f5fe4b59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7606eb569ea54245" Type="http://schemas.openxmlformats.org/officeDocument/2006/relationships/slide" Target="../slides/slide14.xml"/><Relationship Id="Rd3ce143240d348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ddef56d12a54d0d" Type="http://schemas.openxmlformats.org/officeDocument/2006/relationships/slide" Target="../slides/slide15.xml"/><Relationship Id="Rcdf83077788546ae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448f53e4e2754013" Type="http://schemas.openxmlformats.org/officeDocument/2006/relationships/notesMaster" Target="../notesMasters/notesMaster1.xml"/><Relationship Id="Ra81356cf40b04386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b4deb4cbb0a74123" Type="http://schemas.openxmlformats.org/officeDocument/2006/relationships/notesMaster" Target="../notesMasters/notesMaster1.xml"/><Relationship Id="Re87c2cbd724b4cf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4b041d7104f34547" Type="http://schemas.openxmlformats.org/officeDocument/2006/relationships/notesMaster" Target="../notesMasters/notesMaster1.xml"/><Relationship Id="R6ca56e0857f44bc9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2c5f6b72a3324562" Type="http://schemas.openxmlformats.org/officeDocument/2006/relationships/slide" Target="../slides/slide19.xml"/><Relationship Id="Re0a7f690fc724550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531343eabfb14d98" Type="http://schemas.openxmlformats.org/officeDocument/2006/relationships/notesMaster" Target="../notesMasters/notesMaster1.xml"/><Relationship Id="Rc5d0d2d5a93b4d60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5779ec6691064e4d" Type="http://schemas.openxmlformats.org/officeDocument/2006/relationships/notesMaster" Target="../notesMasters/notesMaster1.xml"/><Relationship Id="R967056e6b4db483b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a2b9cea9b21e4186" Type="http://schemas.openxmlformats.org/officeDocument/2006/relationships/slide" Target="../slides/slide22.xml"/><Relationship Id="Rdf65c99033e245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09356f612480497e" Type="http://schemas.openxmlformats.org/officeDocument/2006/relationships/notesMaster" Target="../notesMasters/notesMaster1.xml"/><Relationship Id="Rebf3b4bc6a7b4b50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6e32d226c11f4870" Type="http://schemas.openxmlformats.org/officeDocument/2006/relationships/notesMaster" Target="../notesMasters/notesMaster1.xml"/><Relationship Id="R9f2d741ee5a0474d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16ba1270b8164059" Type="http://schemas.openxmlformats.org/officeDocument/2006/relationships/slide" Target="../slides/slide25.xml"/><Relationship Id="R26b95481888c4fe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4fcca307773b4138" Type="http://schemas.openxmlformats.org/officeDocument/2006/relationships/slide" Target="../slides/slide26.xml"/><Relationship Id="Rdc40f4317860425d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3d30815729cb4e3f" Type="http://schemas.openxmlformats.org/officeDocument/2006/relationships/slide" Target="../slides/slide27.xml"/><Relationship Id="R87e389b3f82443cf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36775e4d8d3d4e16" Type="http://schemas.openxmlformats.org/officeDocument/2006/relationships/notesMaster" Target="../notesMasters/notesMaster1.xml"/><Relationship Id="Rc553fa8b991c4e45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41068032656c4d1e" Type="http://schemas.openxmlformats.org/officeDocument/2006/relationships/slide" Target="../slides/slide29.xml"/><Relationship Id="Rda429f7fa75042d9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b9addcf5e59a4501" Type="http://schemas.openxmlformats.org/officeDocument/2006/relationships/notesMaster" Target="../notesMasters/notesMaster1.xml"/><Relationship Id="Rc512e29059734d53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8b69e523a6964808" Type="http://schemas.openxmlformats.org/officeDocument/2006/relationships/notesMaster" Target="../notesMasters/notesMaster1.xml"/><Relationship Id="Rb0c03422784f458a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1029e7ba730f419d" Type="http://schemas.openxmlformats.org/officeDocument/2006/relationships/notesMaster" Target="../notesMasters/notesMaster1.xml"/><Relationship Id="Rdfb9ef0480c84a69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883e0fb01f794793" Type="http://schemas.openxmlformats.org/officeDocument/2006/relationships/slide" Target="../slides/slide33.xml"/><Relationship Id="Rbff0557b5ab34a54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3cfdf7534d894742" Type="http://schemas.openxmlformats.org/officeDocument/2006/relationships/notesMaster" Target="../notesMasters/notesMaster1.xml"/><Relationship Id="Rffc243a582014bc3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7fdbb22c70e148a3" Type="http://schemas.openxmlformats.org/officeDocument/2006/relationships/notesMaster" Target="../notesMasters/notesMaster1.xml"/><Relationship Id="Rc7ae7708119e4a4f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18f5c974123449ed" Type="http://schemas.openxmlformats.org/officeDocument/2006/relationships/slide" Target="../slides/slide36.xml"/><Relationship Id="Re79940b4841446fe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2bce745e06254444" Type="http://schemas.openxmlformats.org/officeDocument/2006/relationships/slide" Target="../slides/slide37.xml"/><Relationship Id="Rf0529eb9e3164ef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b15f01a206064ea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3da187cf3e4e93" Type="http://schemas.openxmlformats.org/officeDocument/2006/relationships/slideLayout" Target="../slideLayouts/slideLayout1.xml"/><Relationship Id="R51d249fd5a924267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3da187cf3e4e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ed5862616cc5453d" Type="http://schemas.openxmlformats.org/officeDocument/2006/relationships/slideLayout" Target="../slideLayouts/slideLayout1.xml"/><Relationship Id="Rf79a43c26a004ee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4cc1d978c2c403e" Type="http://schemas.openxmlformats.org/officeDocument/2006/relationships/notesSlide" Target="../notesSlides/notesSlide2.xml"/><Relationship Id="R17d9e8e2d6034c65" Type="http://schemas.openxmlformats.org/officeDocument/2006/relationships/slideLayout" Target="../slideLayouts/slideLayout1.xml"/><Relationship Id="R9bbd8d63d1f14a39" Type="http://schemas.openxmlformats.org/officeDocument/2006/relationships/chart" Target="charts/chart3.xml"/><Relationship Id="Rcf28984a8fa54463" Type="http://schemas.openxmlformats.org/officeDocument/2006/relationships/chart" Target="charts/chart2.xml"/><Relationship Id="Rf7fb35d6675d4bf4" Type="http://schemas.openxmlformats.org/officeDocument/2006/relationships/chart" Target="charts/chart1.xml"/></Relationships>
</file>

<file path=ppt/slides/_rels/slide3.xml.rels><?xml version='1.0' encoding='UTF-8' standalone='yes'?>
<Relationships xmlns="http://schemas.openxmlformats.org/package/2006/relationships"><Relationship Id="R3971de29bf4743f6" Type="http://schemas.openxmlformats.org/officeDocument/2006/relationships/notesSlide" Target="../notesSlides/notesSlide3.xml"/><Relationship Id="R450fd2a79b294333" Type="http://schemas.openxmlformats.org/officeDocument/2006/relationships/slideLayout" Target="../slideLayouts/slideLayout1.xml"/><Relationship Id="R59da0429267e42a8" Type="http://schemas.openxmlformats.org/officeDocument/2006/relationships/chart" Target="charts/chart5.xml"/><Relationship Id="Rb596d219b9e94bc6" Type="http://schemas.openxmlformats.org/officeDocument/2006/relationships/chart" Target="charts/chart4.xml"/></Relationships>
</file>

<file path=ppt/slides/_rels/slide4.xml.rels><?xml version='1.0' encoding='UTF-8' standalone='yes'?>
<Relationships xmlns="http://schemas.openxmlformats.org/package/2006/relationships"><Relationship Id="Rb9252dbf719a4fe7" Type="http://schemas.openxmlformats.org/officeDocument/2006/relationships/chart" Target="charts/chart8.xml"/><Relationship Id="Rca010b9a29294777" Type="http://schemas.openxmlformats.org/officeDocument/2006/relationships/chart" Target="charts/chart6.xml"/><Relationship Id="Rcba0f187e8d74939" Type="http://schemas.openxmlformats.org/officeDocument/2006/relationships/chart" Target="charts/chart9.xml"/><Relationship Id="Rd3e552fbe7a04637" Type="http://schemas.openxmlformats.org/officeDocument/2006/relationships/notesSlide" Target="../notesSlides/notesSlide4.xml"/><Relationship Id="Rdb123d2539774918" Type="http://schemas.openxmlformats.org/officeDocument/2006/relationships/slideLayout" Target="../slideLayouts/slideLayout1.xml"/><Relationship Id="Re9f440d117524c06" Type="http://schemas.openxmlformats.org/officeDocument/2006/relationships/chart" Target="charts/chart7.xml"/></Relationships>
</file>

<file path=ppt/slides/_rels/slide5.xml.rels><?xml version='1.0' encoding='UTF-8' standalone='yes'?>
<Relationships xmlns="http://schemas.openxmlformats.org/package/2006/relationships"><Relationship Id="R2707a94e79ef4cc2" Type="http://schemas.openxmlformats.org/officeDocument/2006/relationships/chart" Target="charts/chart11.xml"/><Relationship Id="R57a8b5772b1344a5" Type="http://schemas.openxmlformats.org/officeDocument/2006/relationships/chart" Target="charts/chart10.xml"/><Relationship Id="Rb07209394d1940d1" Type="http://schemas.openxmlformats.org/officeDocument/2006/relationships/notesSlide" Target="../notesSlides/notesSlide5.xml"/><Relationship Id="Re62be3fa3dcc49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60e29ed963d14c78" Type="http://schemas.openxmlformats.org/officeDocument/2006/relationships/slideLayout" Target="../slideLayouts/slideLayout1.xml"/><Relationship Id="R8a739ecb992f4b28" Type="http://schemas.openxmlformats.org/officeDocument/2006/relationships/chart" Target="charts/chart12.xml"/><Relationship Id="Rb31bf135a1334215" Type="http://schemas.openxmlformats.org/officeDocument/2006/relationships/chart" Target="charts/chart13.xml"/><Relationship Id="Rb3eb0461e70a4af0" Type="http://schemas.openxmlformats.org/officeDocument/2006/relationships/chart" Target="charts/chart14.xml"/><Relationship Id="Rdc3f06679442476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4bf9a31a0af4b55" Type="http://schemas.openxmlformats.org/officeDocument/2006/relationships/slideLayout" Target="../slideLayouts/slideLayout1.xml"/><Relationship Id="R5459b167ee194e7c" Type="http://schemas.openxmlformats.org/officeDocument/2006/relationships/notesSlide" Target="../notesSlides/notesSlide7.xml"/><Relationship Id="R88260993e592431d" Type="http://schemas.openxmlformats.org/officeDocument/2006/relationships/chart" Target="charts/chart17.xml"/><Relationship Id="R9eb7af9f178b4ce1" Type="http://schemas.openxmlformats.org/officeDocument/2006/relationships/chart" Target="charts/chart15.xml"/><Relationship Id="Rb44160be6a1843be" Type="http://schemas.openxmlformats.org/officeDocument/2006/relationships/chart" Target="charts/chart16.xml"/></Relationships>
</file>

<file path=ppt/slides/_rels/slide8.xml.rels><?xml version='1.0' encoding='UTF-8' standalone='yes'?>
<Relationships xmlns="http://schemas.openxmlformats.org/package/2006/relationships"><Relationship Id="R24e078dfd4d04cfa" Type="http://schemas.openxmlformats.org/officeDocument/2006/relationships/chart" Target="charts/chart20.xml"/><Relationship Id="R2cc822ee833941bf" Type="http://schemas.openxmlformats.org/officeDocument/2006/relationships/notesSlide" Target="../notesSlides/notesSlide8.xml"/><Relationship Id="R7a08196cb71648f1" Type="http://schemas.openxmlformats.org/officeDocument/2006/relationships/chart" Target="charts/chart18.xml"/><Relationship Id="Rc2a18bced65842b7" Type="http://schemas.openxmlformats.org/officeDocument/2006/relationships/slideLayout" Target="../slideLayouts/slideLayout1.xml"/><Relationship Id="Rdffd8ef8a16c4feb" Type="http://schemas.openxmlformats.org/officeDocument/2006/relationships/chart" Target="charts/chart19.xml"/></Relationships>
</file>

<file path=ppt/slides/_rels/slide9.xml.rels><?xml version='1.0' encoding='UTF-8' standalone='yes'?>
<Relationships xmlns="http://schemas.openxmlformats.org/package/2006/relationships"><Relationship Id="Rc7d4436450184359" Type="http://schemas.openxmlformats.org/officeDocument/2006/relationships/notesSlide" Target="../notesSlides/notesSlide9.xml"/><Relationship Id="Refa4ba7824b84a86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44a076cf0b3046cf" Type="http://schemas.openxmlformats.org/officeDocument/2006/relationships/slideLayout" Target="../slideLayouts/slideLayout1.xml"/><Relationship Id="Rec9ccc8357a849a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444fb42c7fd488f" Type="http://schemas.openxmlformats.org/officeDocument/2006/relationships/slideLayout" Target="../slideLayouts/slideLayout1.xml"/><Relationship Id="R9e438c3747114c7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40fcde26b5df4163" Type="http://schemas.openxmlformats.org/officeDocument/2006/relationships/notesSlide" Target="../notesSlides/notesSlide12.xml"/><Relationship Id="Rca65143da8384f6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4f8ca845296a41e3" Type="http://schemas.openxmlformats.org/officeDocument/2006/relationships/slideLayout" Target="../slideLayouts/slideLayout1.xml"/><Relationship Id="Rabe55cf186cf403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780cd8539c3b4560" Type="http://schemas.openxmlformats.org/officeDocument/2006/relationships/notesSlide" Target="../notesSlides/notesSlide14.xml"/><Relationship Id="Rc225b2daea324aa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1ac0cf6f90244fd" Type="http://schemas.openxmlformats.org/officeDocument/2006/relationships/slideLayout" Target="../slideLayouts/slideLayout1.xml"/><Relationship Id="Re3f4c2bcf743478f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3c5940fc8983491e" Type="http://schemas.openxmlformats.org/officeDocument/2006/relationships/slideLayout" Target="../slideLayouts/slideLayout1.xml"/><Relationship Id="R74cdb73e2ac1449f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f526a4a0d2b542d1" Type="http://schemas.openxmlformats.org/officeDocument/2006/relationships/slideLayout" Target="../slideLayouts/slideLayout1.xml"/><Relationship Id="Rfed9b6d280ba4e0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1d2e852b31f64a62" Type="http://schemas.openxmlformats.org/officeDocument/2006/relationships/notesSlide" Target="../notesSlides/notesSlide18.xml"/><Relationship Id="R609d082ddcce4a46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95d7763c3abd453d" Type="http://schemas.openxmlformats.org/officeDocument/2006/relationships/notesSlide" Target="../notesSlides/notesSlide19.xml"/><Relationship Id="Rf9624a6dcf5d4373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31f3be28db69479e" Type="http://schemas.openxmlformats.org/officeDocument/2006/relationships/notesSlide" Target="../notesSlides/notesSlide20.xml"/><Relationship Id="Rfc7a120542174f1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1051dc7d6f2741ed" Type="http://schemas.openxmlformats.org/officeDocument/2006/relationships/slideLayout" Target="../slideLayouts/slideLayout1.xml"/><Relationship Id="R95b85fbad8ad4417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41e1b0d77f7a4265" Type="http://schemas.openxmlformats.org/officeDocument/2006/relationships/notesSlide" Target="../notesSlides/notesSlide22.xml"/><Relationship Id="R76579450ab344ae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44a35123656416a" Type="http://schemas.openxmlformats.org/officeDocument/2006/relationships/slideLayout" Target="../slideLayouts/slideLayout1.xml"/><Relationship Id="Rfdfcf02418d648e7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2e7efaecba504971" Type="http://schemas.openxmlformats.org/officeDocument/2006/relationships/chart" Target="charts/chart21.xml"/><Relationship Id="R3093c66bfd384d7a" Type="http://schemas.openxmlformats.org/officeDocument/2006/relationships/chart" Target="charts/chart22.xml"/><Relationship Id="R6605758c7b30403d" Type="http://schemas.openxmlformats.org/officeDocument/2006/relationships/slideLayout" Target="../slideLayouts/slideLayout1.xml"/><Relationship Id="Rb782611374ea418a" Type="http://schemas.openxmlformats.org/officeDocument/2006/relationships/notesSlide" Target="../notesSlides/notesSlide24.xml"/><Relationship Id="Rc663421e703d4c38" Type="http://schemas.openxmlformats.org/officeDocument/2006/relationships/chart" Target="charts/chart23.xml"/></Relationships>
</file>

<file path=ppt/slides/_rels/slide25.xml.rels><?xml version='1.0' encoding='UTF-8' standalone='yes'?>
<Relationships xmlns="http://schemas.openxmlformats.org/package/2006/relationships"><Relationship Id="R51e1b8ce558c4ddc" Type="http://schemas.openxmlformats.org/officeDocument/2006/relationships/chart" Target="charts/chart26.xml"/><Relationship Id="R66e602b87a824a18" Type="http://schemas.openxmlformats.org/officeDocument/2006/relationships/slideLayout" Target="../slideLayouts/slideLayout1.xml"/><Relationship Id="R8871fa4b18804346" Type="http://schemas.openxmlformats.org/officeDocument/2006/relationships/chart" Target="charts/chart24.xml"/><Relationship Id="R9efe9c1153394317" Type="http://schemas.openxmlformats.org/officeDocument/2006/relationships/chart" Target="charts/chart27.xml"/><Relationship Id="Rd792596b42554360" Type="http://schemas.openxmlformats.org/officeDocument/2006/relationships/chart" Target="charts/chart25.xml"/><Relationship Id="Re19e9c86be974b4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5034bb7ac6c347bf" Type="http://schemas.openxmlformats.org/officeDocument/2006/relationships/chart" Target="charts/chart28.xml"/><Relationship Id="Rc343e35522144569" Type="http://schemas.openxmlformats.org/officeDocument/2006/relationships/notesSlide" Target="../notesSlides/notesSlide26.xml"/><Relationship Id="Rcd0de7e14bcf49b2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5fb27ab2650c40cb" Type="http://schemas.openxmlformats.org/officeDocument/2006/relationships/notesSlide" Target="../notesSlides/notesSlide27.xml"/><Relationship Id="Rcff3aa7e5710497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08a8adc8fb64c40" Type="http://schemas.openxmlformats.org/officeDocument/2006/relationships/slideLayout" Target="../slideLayouts/slideLayout1.xml"/><Relationship Id="R18fb25b2254644bd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1859154e05144af7" Type="http://schemas.openxmlformats.org/officeDocument/2006/relationships/notesSlide" Target="../notesSlides/notesSlide29.xml"/><Relationship Id="R5f1ba77406094a43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539251213e004e54" Type="http://schemas.openxmlformats.org/officeDocument/2006/relationships/slideLayout" Target="../slideLayouts/slideLayout1.xml"/><Relationship Id="Rd5229e8b72af411d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19d58849b0884cd6" Type="http://schemas.openxmlformats.org/officeDocument/2006/relationships/slideLayout" Target="../slideLayouts/slideLayout1.xml"/><Relationship Id="R968c590457aa433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34eb636265f246ff" Type="http://schemas.openxmlformats.org/officeDocument/2006/relationships/slideLayout" Target="../slideLayouts/slideLayout1.xml"/><Relationship Id="R4a37d76b39ec4109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17dab3fdcf974cd1" Type="http://schemas.openxmlformats.org/officeDocument/2006/relationships/slideLayout" Target="../slideLayouts/slideLayout1.xml"/><Relationship Id="R57faf6e402e94fb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10430ebead4c4bd4" Type="http://schemas.openxmlformats.org/officeDocument/2006/relationships/notesSlide" Target="../notesSlides/notesSlide34.xml"/><Relationship Id="R6a56502751df4109" Type="http://schemas.openxmlformats.org/officeDocument/2006/relationships/slideLayout" Target="../slideLayouts/slideLayout1.xml"/><Relationship Id="R6bf460c9126a40cf" Type="http://schemas.openxmlformats.org/officeDocument/2006/relationships/chart" Target="charts/chart35.xml"/><Relationship Id="R852075e6d914409a" Type="http://schemas.openxmlformats.org/officeDocument/2006/relationships/chart" Target="charts/chart29.xml"/><Relationship Id="R9d6dcf24a2d742b5" Type="http://schemas.openxmlformats.org/officeDocument/2006/relationships/chart" Target="charts/chart32.xml"/><Relationship Id="Rbd369a90bba7455e" Type="http://schemas.openxmlformats.org/officeDocument/2006/relationships/chart" Target="charts/chart33.xml"/><Relationship Id="Rca5c6651ec28455c" Type="http://schemas.openxmlformats.org/officeDocument/2006/relationships/chart" Target="charts/chart31.xml"/><Relationship Id="Rebd8029c164e4301" Type="http://schemas.openxmlformats.org/officeDocument/2006/relationships/chart" Target="charts/chart30.xml"/><Relationship Id="Rf1d40f7378474a7c" Type="http://schemas.openxmlformats.org/officeDocument/2006/relationships/chart" Target="charts/chart34.xml"/></Relationships>
</file>

<file path=ppt/slides/_rels/slide35.xml.rels><?xml version='1.0' encoding='UTF-8' standalone='yes'?>
<Relationships xmlns="http://schemas.openxmlformats.org/package/2006/relationships"><Relationship Id="R13fa905a0a4641a5" Type="http://schemas.openxmlformats.org/officeDocument/2006/relationships/notesSlide" Target="../notesSlides/notesSlide35.xml"/><Relationship Id="R1d16443e22394e73" Type="http://schemas.openxmlformats.org/officeDocument/2006/relationships/chart" Target="charts/chart36.xml"/><Relationship Id="R2c341abfdf084838" Type="http://schemas.openxmlformats.org/officeDocument/2006/relationships/slideLayout" Target="../slideLayouts/slideLayout1.xml"/><Relationship Id="Rf91a5d7fc42d4adf" Type="http://schemas.openxmlformats.org/officeDocument/2006/relationships/chart" Target="charts/chart37.xml"/></Relationships>
</file>

<file path=ppt/slides/_rels/slide36.xml.rels><?xml version='1.0' encoding='UTF-8' standalone='yes'?>
<Relationships xmlns="http://schemas.openxmlformats.org/package/2006/relationships"><Relationship Id="R0b9f29451a4d40a2" Type="http://schemas.openxmlformats.org/officeDocument/2006/relationships/slideLayout" Target="../slideLayouts/slideLayout1.xml"/><Relationship Id="R0d861ba8c7824ec1" Type="http://schemas.openxmlformats.org/officeDocument/2006/relationships/notesSlide" Target="../notesSlides/notesSlide36.xml"/><Relationship Id="R4a3e6e5ba8c540ac" Type="http://schemas.openxmlformats.org/officeDocument/2006/relationships/chart" Target="charts/chart38.xml"/><Relationship Id="Rb8e06c3ccefb41b6" Type="http://schemas.openxmlformats.org/officeDocument/2006/relationships/chart" Target="charts/chart39.xml"/><Relationship Id="Rc1e30c045c8e4903" Type="http://schemas.openxmlformats.org/officeDocument/2006/relationships/chart" Target="charts/chart40.xml"/></Relationships>
</file>

<file path=ppt/slides/_rels/slide37.xml.rels><?xml version='1.0' encoding='UTF-8' standalone='yes'?>
<Relationships xmlns="http://schemas.openxmlformats.org/package/2006/relationships"><Relationship Id="R1c0f152ab2d14d5f" Type="http://schemas.openxmlformats.org/officeDocument/2006/relationships/chart" Target="charts/chart41.xml"/><Relationship Id="R2d87f03eabf34e6e" Type="http://schemas.openxmlformats.org/officeDocument/2006/relationships/notesSlide" Target="../notesSlides/notesSlide37.xml"/><Relationship Id="R2edcd0786e08447b" Type="http://schemas.openxmlformats.org/officeDocument/2006/relationships/chart" Target="charts/chart43.xml"/><Relationship Id="R7cc4ac48d1574a09" Type="http://schemas.openxmlformats.org/officeDocument/2006/relationships/chart" Target="charts/chart45.xml"/><Relationship Id="Ra917b235108b4498" Type="http://schemas.openxmlformats.org/officeDocument/2006/relationships/slideLayout" Target="../slideLayouts/slideLayout1.xml"/><Relationship Id="Re701762cebc54e02" Type="http://schemas.openxmlformats.org/officeDocument/2006/relationships/chart" Target="charts/chart42.xml"/><Relationship Id="Rf053f2fca9ed4cf0" Type="http://schemas.openxmlformats.org/officeDocument/2006/relationships/chart" Target="charts/chart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0A3B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A302FE5-BB8B-4D5D-892F-65A031347655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F912790C-C098-4727-9C02-FCDA1BFE8FD0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7AEB158-419A-4B36-9160-03D323DC21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53C0E87-0F22-464A-BDEA-3ED8214D09A0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0248A6F-5686-45C6-BC03-D9D00566BFEB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A616B95-20DB-4CC0-A566-F98793F963CF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72280412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A4172240-DDA3-43B8-86C3-203D56637AF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0D1A5B0-4069-4381-83B3-4F940332626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117E9E1-461D-4D83-8A71-73D2E7F92C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12AB0C4-FF53-4460-ABC6-D815623E0D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E7D035-41D2-4992-AB34-5CD0CA245E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521330-2A42-4D96-B622-0ED7F349472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93E509-16FB-45E2-A9E9-10C83FE638A2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03112D2-6AD3-437A-B403-C882A097CC4A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f7fb35d6675d4bf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4F3100-2EFD-420E-B36B-09187F53E75A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D639267-1A74-4763-8B9B-D97F9415293F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8C28C16-7BA3-4D10-9FAD-B90796D40555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cf28984a8fa54463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9bbd8d63d1f14a3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A5CE4A6C-9654-431C-B83D-E24ED324EF97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562B59D-26C9-41FC-BCEF-8EA9B678F754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1895FC7-3EC2-4156-B7C6-AF203C2FE276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966689058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ED333F4-9B51-45DC-9DC6-48D9DC072F4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991225-85F8-47A5-938A-0D0B9CF38FD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5EC2D7-5E89-40EE-A050-038876EC29D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6130B36-6420-46E1-81FD-DFFD69B9F2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550EF51-102E-4583-8552-8BF70FB9E57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7A2E035-85F4-43DC-825F-F332793761A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2F3CAA-F66B-46E7-88FB-9DD5291539DB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B8E44D7-EE2C-4575-B870-6298EAC221CF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b596d219b9e94bc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C496229-2245-4594-81AB-D72E8F547993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B1CA7DE-7E05-45BF-99A8-5E931C9269B6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59da0429267e42a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A031C354-78A6-4228-9C24-CFA9DDE32BC8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B669D05-BC7F-4AE0-9E64-949DE8A3A053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10693104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9061E9AB-3AAB-4D60-A962-0359578B5CD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1D8600-051A-44EB-A9B1-A9516BD22D9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92B04F4-6FA2-421A-9C8A-6868027C75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8063DC9-A567-4D7D-8C16-93DFA0A1604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2EFA90E-CFF1-47F3-BE28-1F26255E538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8893FC-6A38-45B2-9CDC-85DDAE61453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D9A593-2060-4D9A-9ED7-7335A4F8B67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5176576-5E4C-4742-80B6-5AF9ED4B7B6B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ca010b9a2929477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3A45B6F-20C4-49D6-9BC3-5A08A9664237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D39082C-861F-45DD-83A8-65F6FBDBF3C0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9f440d117524c0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6A61F68-14C2-42D0-B53D-006B46FD6452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29FBE62-BD10-4639-B789-B1FD47680C01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80D87BE-32AB-4612-B3E5-E0C2CC50074E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43A7B0F-BD5F-4803-96B6-EB1A7027765D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F40C4AB-E80B-419B-ABEB-BBD76BA6CA79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F39078F1-5E06-47BD-AE40-CC0BC454A89D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BEAED78-5235-4223-A570-3669391C1E19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8721392-2C47-427A-9F53-8C9A249540D5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DBE602E-0B58-437A-A3DA-BE9D600F5677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7030A0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BA5063EB-9E03-4318-9F56-22CEBDC166BF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DBD86D3-B894-4005-BAD6-19F0FBEBFF55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FD7763B-CD4E-488C-8F18-459E63FAD5D4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656C7A7-6C8D-494B-BE67-899C8D224498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1B8378BB-CD34-4835-9D88-6C8E74D12BD5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1635A71-6306-4A65-A146-C1F77DC65F98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3E147FD-66EE-4C7C-BEB8-AFC7FC59EEE0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b9252dbf719a4fe7"/>
          </a:graphicData>
        </a:graphic>
      </ns0:graphicFrame>
      <ns0:sp>
        <ns0:nvSpPr>
          <ns0:cNvPr id="30" name="">
            <a:extLst>
              <a:ext uri="{FF2B5EF4-FFF2-40B4-BE49-F238E27FC236}">
                <ns2:creationId id="{92AE2C19-A79F-4F3D-9BCA-DB4B4969C3DC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ED0FD437-ED88-4E7C-A48E-39E4EEB91EF0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cba0f187e8d74939"/>
          </a:graphicData>
        </a:graphic>
      </ns0:graphicFrame>
    </ns0:spTree>
    <ns0:extLst>
      <ns0:ext uri="{BB962C8B-B14F-4D97-AF65-F5344CB8AC3E}">
        <ns5:creationId val="948990028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FF62EA3B-7A86-4D48-9D99-62CAE42E64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015D2C7-503D-4633-9F20-41677F31250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2077521-05DA-4BA6-B486-2F4212258F5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972B750-955B-4530-A00A-1761BB8DB4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FABD34E-5762-4587-B040-5439D1D24D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9277E6-7D2A-41A0-8983-DA52E6F7D1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80EF326-DDA2-4670-B7B9-772767F811B3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C33C13-4A5F-401B-9D4B-722C83E21C21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57a8b5772b1344a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3402148-8AD4-4902-BF93-C1C58AB987F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6C6F6A0-8024-4B30-8581-10D1F28ACB0C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707a94e79ef4cc2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1074BF-B3CA-44B7-A102-58AD84039E86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0A09905-DBC4-4464-8132-317C0AC9A72B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E8487728-7880-4166-B27D-0F3C5D567FDA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B56AD8A5-395E-4CA7-A78D-7D531609EEFF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793646194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111A4CD-7953-411E-B38F-87B6D9A395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4FC7551-676A-4BA6-8A9B-3268939ED31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D90392-E887-49D6-B78B-F97196AF98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ECCD366-A081-4A0C-8744-0702D6D049B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9F981E7-20BC-46C8-B106-B1CFB5A15FB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DF20B-3693-43CD-B2B3-20EF7E66E8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BB0A5D-F366-41BD-BB8F-840DC880F6D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D02A2D-8B60-4B2E-8BB7-73B32FCEE6EE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a739ecb992f4b2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06E966C-90A1-4B2C-ADD9-72D8F25F8126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E561D7D-92AA-48F1-9537-12314A2F6CE4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b31bf135a1334215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b3eb0461e70a4af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BD7B953-1C3C-4356-B72E-FF3B861BE7C3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7D71E68-8363-4785-A8E5-59F94F8277AE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521510672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0E56E8CA-222B-4C07-8E62-CA4D2C11ED5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571A19-44B7-44D9-9F3E-C196A3D412C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E53BC9C-D776-4083-B4D1-636D1705AB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C0A059-C011-450E-9894-0321DA938B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D7CE9BD-71CD-47F4-B5EE-B644671B6C2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EEE8B31-3EF3-41FB-9508-CE860D5F46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5B2445A-E133-43C4-8C5B-66DCAD47B5E5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B4500F-E15E-4BDE-9287-43CBEDCA0A21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eb7af9f178b4ce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2EBB07-1CC9-42C3-BEFB-8936A759D779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3CDD542-AD8C-44A3-AF88-83BD4918152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b44160be6a1843be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88260993e592431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D4E422E-7847-4281-A82A-FEDB4EC78C4A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053181468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4795EF6-D473-44ED-94A4-896601C1D4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D774BE7-F485-4249-8758-28770AA6D19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125623-58E4-4871-8F61-05040DB27E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221E649-B5A0-4D1E-BC74-BD7B85F33E1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8B011A0-E01D-45D5-B48D-0C18EE067F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37CFAC-6B55-4D53-A3EC-69FFEF0FE10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4642261-83C7-45A1-98BD-8A3C31B573BD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2778257-C720-41D8-9903-F1F725A0B952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7a08196cb71648f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1D565DE-D1C1-45B9-B3C6-226DF1E5EEAB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03C89CD-333E-4080-A9F0-3CC27C59C2F7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dffd8ef8a16c4fe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A0CAF52-8F93-45E7-A3EE-B5C386D1ABBB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2FC1019-2EAF-495D-980E-F799FFA6DAC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24e078dfd4d04cfa"/>
          </a:graphicData>
        </a:graphic>
      </ns0:graphicFrame>
    </ns0:spTree>
    <ns0:extLst>
      <ns0:ext uri="{BB962C8B-B14F-4D97-AF65-F5344CB8AC3E}">
        <ns5:creationId val="102485931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489462D-05C6-4D0F-B0A7-8AC5BC19E1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B19639-5693-42A1-B4CD-2B8A23A0939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FA571B-EF63-498C-A251-EB28479F416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0C4C89F-87A5-4C85-8859-8B16A12B69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5B5CCC4-E6D9-44E1-B07F-8F03D44C9D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E10B0-39F6-4078-BD30-B798F535E68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8F416090-9BBA-4212-B618-D2367369B484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434029107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4D4C252E-F477-4CBC-AF7D-3434D6C5871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8986AEE-3E69-4A14-B9BD-10C6C4DCEAD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B2BA02F-DD2C-459A-B984-CCC7A81E11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CD4D25E-1AA0-48CB-9E90-875128083B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E07A8A0-2E29-49AA-838D-DCAC87BC237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661F7E7-F6AF-458F-B0EA-4BF79434775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C13C46A-0BC8-433C-A3C1-094A5372AD7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9D1DB28-6E90-4F43-A687-CC005BF8C93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1519DCE-7BBC-416D-B6D2-EC866FE3EB08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F87B9CBB-5BFD-43DD-A698-89A9132D8C4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9A98A06-E885-49EC-86CA-240F5EC5251A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9EA576C-745A-4BEE-81B7-68CE640F2D3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391968102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E63126A1-AB90-4ED6-BB9E-7E4D17EDE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342C0CD-E950-4E78-8283-E370440CAC5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4D93AE-46CD-49F7-B624-ED13C8C230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B275145-CF70-407E-A1D5-F33C09210D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67799A0-B8A9-4167-BBE7-A9A87472AD3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9377BE-D45A-48E8-80A5-77AE41AEC7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EAB0DB4-E33D-4993-8BA6-767C9290AC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1E2A893-2077-4CDA-AAD9-E720EA941A5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0C2D678-9C00-4356-98DF-324E01284006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FE0FA01-AD6E-43A5-AFAF-0A68323848B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0240ADF-FE33-412B-81ED-66EC00B14879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4D501C0-DAEC-4F4F-B416-ED1ED9F2FF5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408584634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D211E89-9E54-48FE-A349-266A6690D1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BC89A3-F861-4D00-A112-39B1E077B4D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F1A2A0-3B94-4DFE-B926-967B20E655B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3D6356F-EEEE-4EB2-8EC6-93AA4B6C7EE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59479D0-C927-47B1-B4CE-9086F3D202F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8AC6A1-57E2-4FFB-9A12-DA86A1FB9B2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7B18B4-98FE-4A8F-8FE7-300BCDA4A6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EAC9DBF-33CF-4523-8C69-D67EA5E79DD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F51CC8C-FADA-4FD6-AA84-7255172941C0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40623736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A5CE2A6-DC7B-4BF3-A3FA-293F9BDE4BA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537D3F-B347-4B80-9AF9-CA55CCBE8FA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DB75BDE-13F5-4573-B216-A435AA2A9FA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635A8E8-C80B-4C4A-9D74-35F5510156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7E43032-A64D-41C1-A9F2-05C27DC152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D612D0-13BA-4000-86DE-0B225DD09C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6B00B7-4FDD-4986-BFDB-697973CF1F0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FF77AE0-B0D2-4187-A626-3D2836BEDF6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4D98BE6-6E63-4197-8CD4-1E9E7E3C9DE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894286965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17530CA-D8E5-45CA-954C-E433D7557C6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98D54A8-C1A5-4AF7-96C6-85E78F1042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038464-D9B2-4DEE-94F5-13CE6CC40F5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5CD2492-0841-47FB-888D-884216B5BA4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4603B4A-BCC4-4189-A784-E9703676B8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A6FC8B-F5F4-48F2-B175-7446FE701B0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4F3FB3-BDB2-4CF3-A75F-8903807F974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CD756F-090C-4ED3-8C72-945D12A1819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DD32229-F32E-46F1-94FF-FB0617AA740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2052944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F7D5151-4E64-454A-9574-E3EFED6E59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258DC94-987D-4235-AEA6-4BE28F50D42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44B3FB-EDC8-4036-AEC4-93A05A4D4ED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09223B6-2D6D-4101-83C9-D9EEE190A6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90D7F1-239E-4286-B995-0E6464B684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DD5212-BB3B-4728-871D-03B31C4E408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110801-A7ED-4710-A329-E590E14F7B1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D4343A-0FBC-445C-89EC-D96D9FD99FE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DAA66E4-25C1-40E3-B7CC-C785557B07B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92997644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2524769-FE0E-4956-A66B-242554928E8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9901222-9105-4A24-AEE7-0BE31376E60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96B1092-4E77-4AB4-8C64-510ECDE703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4CF558E-6E5F-4C40-A1CA-578D3AC5CA6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07CB5B-736F-42D7-9269-D8A47FF638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464C7F6-00C2-4125-B507-1F5A9A5E6C6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6DBB9E-4EA4-4349-A771-FDEA30DD20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97CD45-AAF5-479A-B4AD-2F4898EC85A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ED8741D-534D-448E-A030-D63961CFB686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087832542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B669DF8-8853-4CAC-87CE-0F372AE3B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DC1C67-79CB-4F1C-B341-ADAE8E171D2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0D704B-3DFA-4DC4-A855-6405E01F36C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1E87336-9C7E-4C0F-A934-4A5DA4FD12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47A8C9E-12A3-46AC-8C08-0043E2ADCD9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7AB56C1-2B4D-4423-991E-CCF5AD486A1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0167EB-2574-4C38-8180-0BF92A6E270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12C49A-3337-4871-A276-6D03594332D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18C1354-2D49-405B-9A06-3F44E3737FB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69098029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Agro / Revenda | 3 de 20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2.494,2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1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+0,3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482,9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CD Cash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291,8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Opea Agro Sumitomo Chemic…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Vixtra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Cerealis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64134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Mcpo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Crédito…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Maqnelson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-0,8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Sales Finance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II Segmento Crédito…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Farm Tech Ibba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+80,0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Taló 1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18</a:t>
            </a:r>
          </a:p>
        </ns0:txBody>
      </ns0:sp>
    </ns0:spTree>
    <ns0:extLst>
      <ns0:ext uri="{BB962C8B-B14F-4D97-AF65-F5344CB8AC3E}">
        <ns3:creationId val="459627869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Financeiro | os 17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1.759,6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+0,6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Investcred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Natura 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1.009,3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+26,5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Galleria Home Equity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437,4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Residence Club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+19,1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Pravaler Crédito Universi…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392,9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Sol Agora Green Esg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1612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Cartão de Compra Supplier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Inclusão Crediária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+39,5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Cap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+30,1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19</a:t>
            </a:r>
          </a:p>
        </ns0:txBody>
      </ns0:sp>
    </ns0:spTree>
    <ns0:extLst>
      <ns0:ext uri="{BB962C8B-B14F-4D97-AF65-F5344CB8AC3E}">
        <ns3:creationId val="801741699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Adquirência | 1 de 16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3.656,4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2.004,5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-0,5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1.702,4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378,1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+0,9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20</a:t>
            </a:r>
          </a:p>
        </ns0:txBody>
      </ns0:sp>
    </ns0:spTree>
    <ns0:extLst>
      <ns0:ext uri="{BB962C8B-B14F-4D97-AF65-F5344CB8AC3E}">
        <ns3:creationId val="1987295364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Risco Corporativo | 2 de 13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+0,5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Volkswagen Tera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1.085,9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+0,2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Clientes BRF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974,0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Tradepay Varejo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702,1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+18,3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+0,4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Sotreq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-1,4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Fornecedores Madeira Made…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-0,7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52120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Altomax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89,9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Inova Credtech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21</a:t>
            </a:r>
          </a:p>
        </ns0:txBody>
      </ns0:sp>
    </ns0:spTree>
    <ns0:extLst>
      <ns0:ext uri="{BB962C8B-B14F-4D97-AF65-F5344CB8AC3E}">
        <ns3:creationId val="474124683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Consignado INSS e FGTS | os 12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Icred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664,8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Quatá FDC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+ag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3611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22</a:t>
            </a:r>
          </a:p>
        </ns0:txBody>
      </ns0:sp>
    </ns0:spTree>
    <ns0:extLst>
      <ns0:ext uri="{BB962C8B-B14F-4D97-AF65-F5344CB8AC3E}">
        <ns3:creationId val="170884713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Fomento Mercantil | os 5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Atlanta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+29,7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Gavea Sul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562,0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Valorem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Rectangle 6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8" name="TextBox 7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9" name="TextBox 8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23</a:t>
            </a:r>
          </a:p>
        </ns0:txBody>
      </ns0:sp>
    </ns0:spTree>
    <ns0:extLst>
      <ns0:ext uri="{BB962C8B-B14F-4D97-AF65-F5344CB8AC3E}">
        <ns3:creationId val="1453228381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2DA35FAA-362A-461F-8585-1210FF9550B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B7DE7B6-FB49-487A-9474-203FDCC0712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21BBE51-6548-420D-A831-4D294861FDC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F31DD6-A17D-4371-9B08-5DC66916E2C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8864D60-1450-4DD1-BDBE-34814CA1FCD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D11032-EA65-4209-ABFF-03DB5053A93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F9A098-F884-4909-808C-37D6EBDB20E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6F7C26-2D36-4851-AE82-2BC89680ADF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2e7efaecba50497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8614F27-CAA5-4607-A4B8-FE6AF40D396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9D6B698-F59E-4393-97C1-A0E23412B543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3093c66bfd384d7a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663421e703d4c3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4B1CD74-6825-4FF9-86A2-549A05F06A7B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8BD46C5D-6397-4C8F-917D-44F26EC46DFE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470676830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048BE547-F3FB-4A79-9A34-1A32A091E8E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9C4CA5-4093-4467-8A0D-4ECA844BB7E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94E41C5-C5B7-45CF-A3DD-D6818604AAE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B2EFF3C-8BA5-40DE-A806-0513558D1CC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177721B-5685-41C6-A9F7-9187B7F88D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39987-5A15-4746-BB44-EDC5BAE8D34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42526D-C5D0-4B03-A5B7-3BC5DFF1E63F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82BFB3F-05D3-4499-BD2D-B6405580000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8871fa4b1880434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38C3579-3850-476A-831A-1FCA6252778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4D28D7F-3FE2-4B90-82F1-AE7BF1060A45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d792596b42554360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9894E98-AEF3-47EA-A93B-C82286AB82EA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C2AAD74-8CFD-4B5A-AB93-FCDB7AB59538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51e1b8ce558c4ddc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efe9c1153394317"/>
          </a:graphicData>
        </a:graphic>
      </ns0:graphicFrame>
      <ns0:sp>
        <ns0:nvSpPr>
          <ns0:cNvPr id="17" name="">
            <a:extLst>
              <a:ext uri="{FF2B5EF4-FFF2-40B4-BE49-F238E27FC236}">
                <ns2:creationId id="{7688C66E-6370-4215-9422-8F86090F9A12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9CD474-B742-4279-B8D5-B8838D0920EE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5D411DC-7CDB-4F2A-89B9-5AF0CB4F1F10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02D7DDB-6A1A-4C2B-92A8-4A8BC4FAD4AA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FFDB5519-165C-4273-B077-2BEB25F1D708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F9406DC-2702-4F74-931D-A6A16320C4B5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0D74F10-1703-4344-B0AC-AB3CBCC026DA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9A505F39-69A8-4A8D-95E3-F5252BB2D0F1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0A521DA-FAEE-44A7-B3CB-A2A03DD7F450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622796254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F38B117-7528-475C-8C71-F3AF669E07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41A382E-2DA6-4BCE-8E3B-64AB4ECBD08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205BFB-8325-4292-8F7C-5A38489CB8B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418A93A-1F5B-4070-8BFC-5294ED7098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A92CD9D-3182-4A2A-829D-F59E0AFAD8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33C2152-D20C-4E70-AF38-5E331CE88AC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7E941CE-69A3-464B-8F29-CD3CA5068328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888F6D-6786-4D0D-B764-CAC0835AA018}"/>
              </a:ext>
            </a:extLst>
          </ns0:cNvPr>
          <ns0:cNvSpPr>
            <a:spLocks noGrp="1"/>
          </ns0:cNvSpPr>
          <ns0:nvPr/>
        </ns0:nvSpPr>
        <ns0:spPr>
          <a:xfrm>
            <a:off x="4333875" y="172402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8A445BD0-6A88-49C1-9C4B-B96AD12D2841}"/>
              </a:ext>
            </a:extLst>
          </ns0:cNvPr>
          <ns0:cNvSpPr>
            <a:spLocks noGrp="1"/>
          </ns0:cNvSpPr>
          <ns0:nvPr/>
        </ns0:nvSpPr>
        <ns0:spPr>
          <a:xfrm>
            <a:off x="44577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6D2DB65-9391-4903-87AA-0EA51F0D6C36}"/>
              </a:ext>
            </a:extLst>
          </ns0:cNvPr>
          <ns0:cNvSpPr>
            <a:spLocks noGrp="1"/>
          </ns0:cNvSpPr>
          <ns0:nvPr/>
        </ns0:nvSpPr>
        <ns0:spPr>
          <a:xfrm>
            <a:off x="5508625" y="172402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1E75B57-19C8-48A3-A636-F3AF24DAB72C}"/>
              </a:ext>
            </a:extLst>
          </ns0:cNvPr>
          <ns0:cNvSpPr>
            <a:spLocks noGrp="1"/>
          </ns0:cNvSpPr>
          <ns0:nvPr/>
        </ns0:nvSpPr>
        <ns0:spPr>
          <a:xfrm>
            <a:off x="563245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2450C15-4820-4166-AAEC-51C9F380692A}"/>
              </a:ext>
            </a:extLst>
          </ns0:cNvPr>
          <ns0:cNvSpPr>
            <a:spLocks noGrp="1"/>
          </ns0:cNvSpPr>
          <ns0:nvPr/>
        </ns0:nvSpPr>
        <ns0:spPr>
          <a:xfrm>
            <a:off x="6683375" y="17240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829A0A6A-694E-4356-AA55-2611906CE111}"/>
              </a:ext>
            </a:extLst>
          </ns0:cNvPr>
          <ns0:cNvSpPr>
            <a:spLocks noGrp="1"/>
          </ns0:cNvSpPr>
          <ns0:nvPr/>
        </ns0:nvSpPr>
        <ns0:spPr>
          <a:xfrm>
            <a:off x="68072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28071EB-3B97-4DEB-9C22-B15B1A1F824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2072942-A70E-4DC9-BFFE-01001E6ABFD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952625"/>
          <a:ext cx="11049000" cy="4048125"/>
        </ns0:xfrm>
        <a:graphic>
          <a:graphicData uri="http://schemas.openxmlformats.org/drawingml/2006/chart">
            <c:chart ns4:id="R5034bb7ac6c347bf"/>
          </a:graphicData>
        </a:graphic>
      </ns0:graphicFrame>
    </ns0:spTree>
    <ns0:extLst>
      <ns0:ext uri="{BB962C8B-B14F-4D97-AF65-F5344CB8AC3E}">
        <ns5:creationId val="1309624045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F859F74-56C2-4EBB-9D31-DEAE228A618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03758C7-FD55-4290-82DF-79FB541A60E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697C029-09F3-4B8D-AE14-5DC6082721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B66861B-7071-4ACC-8212-9922511977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7F73FDF-14CC-429C-B097-4E99B16025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63798E-FCBA-4D65-A423-F219066DBB9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A37C9BC-D51D-4333-9C86-25C3D742949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E43037-64C9-4B75-9552-71665F4BAE4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CDC363B-0BE4-4944-B48F-AA884BF59C1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23873707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5BB2A4-3347-4611-8082-80A8F7284A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1B31329-7159-48F3-983B-720E146A5D4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C0E05AA-882E-495F-ACBC-B942626CB91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7A62483-0572-4A45-927A-049F212D712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A8B5015-BEAA-4FA2-8F1D-766D66D73BC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BA920AB-FCD0-4DBD-9912-4ED59B2963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EF5DED6-47FE-4722-A5DB-96BDDFBA6BB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4437AA0-90AE-4C7E-8196-67564D759B7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8BB2D58-EACB-4BE1-A969-E3D2ED1E52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706439468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EB0EB7-CBA6-450D-8936-E447B670794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E4C9A21-0B48-4A14-80C4-9B03F91CC8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D28D8E-6FEE-4FF2-A711-FB7AAEC088B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BB0D68D-7CDE-493B-93DE-284A440D46D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ADEC742-7FB2-44CC-80CA-69F708145D4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F0D29E-0DA0-4615-A91D-D05D576DB0D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F26EE25-5DEE-4ED0-955C-8EC8D2AD757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2D851C1-71AD-442C-BC61-BF3507D042D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7B25467-843C-4CC6-AB98-C673798FFA7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816967529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E25AF27-BCC7-4608-8E45-E81B3D9828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038FDC4-BC19-4E07-9534-0F19333D2A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0B69BC9-CB2C-45B9-929F-E3AC561E777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E7974D4-6D51-409B-B525-0473FEE3E2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17E3726-6253-4B5A-BBF5-D8288B291D4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07586F-59EE-4C22-9135-34D5BDD1F1A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321471E-DA0B-47EE-9EBD-3C3603DFF8F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EA02186-F66F-40FD-8380-6F6F3270C8C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C7802B2-81AD-4A04-9027-975826D34508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852999029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4620B2A-48E6-4FC5-8A9A-7798110405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9FF7FA7-6685-4B15-A56A-ECF542E3B80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94987F-E673-4FD8-9016-05355C1B38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B425DC5-6AB4-4503-B152-4DDBF1C9EC6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02DCA85-F10F-4D32-89BA-83DC96850A1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A38A596-1B96-4078-A388-D61F6926F0F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1BEB5E-2B69-4FC0-AEFF-C1453996F9E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FDC7A52-AF4F-4013-9B73-13C8C79DCA1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3524FAD-04BE-4991-A5A1-422E9B63D9B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672271596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B878012-AD9A-48A5-9056-A48A2411859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612B6DD-8E82-496D-9351-2DA9D7A9B2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13BBD39-4A00-4198-A43A-4C7FC61BCB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FC6435B-6E9F-4BC8-B567-BBE17A0002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F34A24D-4256-494F-8CF0-C1F4FCD31C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5013A-404F-4FD6-8D0A-DD312050F73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B13BE4-DB09-4CF3-B138-7E004088B83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4F5621B-4B0B-42D8-87E1-BBF84B2D335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74501C7-D4A1-461E-8920-6FC547B95D7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818940396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464B9CB6-55D0-48CF-A17C-EC2047E351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FE700E8-3361-4C05-83A6-B1B5DE4B97A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229A0D-3665-4FC9-8953-1054EB2012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D1981-E498-40F0-974F-1BA6B8204C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E5E3422-EF1E-419B-9ACB-AAE0551421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E17C69-4A95-4CC0-939D-F0F5D03C966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BA6C11C-061B-456F-9184-B87A8E99E4F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C8A103D-819A-4639-B660-05260459FA99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B53F50D-C0D5-4F96-B35A-951BF0371B40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650A1CE-9B45-407B-949C-8F90AF3C5130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05D0E1A-0273-407A-94C5-41D6D1B81F01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287FA37-04BE-4D20-B2F0-B37AAFE9FC49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1848CC92-A3D6-42AF-BA7C-76B0E0E13F15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DA8DDD7-E86F-4D26-BEAC-7B9CBB302770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7767C29-07D1-4997-BE7F-B6A65D834948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8EBA557-363E-4A68-9726-320677A8B9FF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0BB7DE0-0F3D-463D-A958-F2C70D7B24F3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3A2318A-AB8C-4D91-BB92-9EEC3D0F250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7A284B1D-F449-41DE-819A-B4FDB4645E7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7457A20-7B90-429B-B2BD-3B945DF790E6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F2CDE9C-1D47-4E9F-8C5B-816641CAE209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AB7927A8-7835-4338-99D1-72F1304553B9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4892CE6-196F-4521-B284-78C886F2FDE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15F4DE1-94EB-4486-947D-D5BC95D1B77B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84F5C0B-0ECB-4407-88DA-D4BC2B2DF5C0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466084D-0EB0-4A1E-BAF1-AEE9C53CE2BE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CB89769-8B63-4BF2-B23C-03629BA47CA8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518339645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A67BE0B2-82F1-46AC-8B0C-3B4DB0C28A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22E9EE8-D19D-4759-92FE-F8E2982A90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8CEAC6-5C19-4B02-A092-12CBEB4EC9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280984D-5593-4680-A252-9134170FA8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C5FFF56-0E51-4961-9E91-B2E283A688C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C6F0A0E-F496-4C18-8FC2-C71ED2933EC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852075e6d914409a"/>
          </a:graphicData>
        </a:graphic>
      </ns0:graphicFrame>
      <ns0:sp>
        <ns0:nvSpPr>
          <ns0:cNvPr id="8" name="">
            <a:extLst>
              <a:ext uri="{FF2B5EF4-FFF2-40B4-BE49-F238E27FC236}">
                <ns2:creationId id="{5D5E7FDF-3CCF-4A8D-A229-F008BF3D70B3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F08E78B-B77B-4CFB-8675-D25ABE494FB4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C404795-4DA9-475E-A82E-FD304DE8682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ebd8029c164e4301"/>
          </a:graphicData>
        </a:graphic>
      </ns0:graphicFrame>
      <ns0:sp>
        <ns0:nvSpPr>
          <ns0:cNvPr id="12" name="">
            <a:extLst>
              <a:ext uri="{FF2B5EF4-FFF2-40B4-BE49-F238E27FC236}">
                <ns2:creationId id="{05F90D32-68FB-45D6-AD2B-97D48142B808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a5c6651ec28455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C98255B-6CFA-44E4-A5E4-D5BEED30203E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9d6dcf24a2d742b5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446CE80-C243-4112-822C-10A1EA6609CB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bd369a90bba7455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CDF51A5-29E1-4ACD-965A-8D3E316F0980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f1d40f7378474a7c"/>
          </a:graphicData>
        </a:graphic>
      </ns0:graphicFrame>
      <ns0:sp>
        <ns0:nvSpPr>
          <ns0:cNvPr id="20" name="">
            <a:extLst>
              <a:ext uri="{FF2B5EF4-FFF2-40B4-BE49-F238E27FC236}">
                <ns2:creationId id="{72FEAD2D-C806-47D0-B279-4637EB44142B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6bf460c9126a40cf"/>
          </a:graphicData>
        </a:graphic>
      </ns0:graphicFrame>
    </ns0:spTree>
    <ns0:extLst>
      <ns0:ext uri="{BB962C8B-B14F-4D97-AF65-F5344CB8AC3E}">
        <ns5:creationId val="1669681322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44037A4E-57ED-4BEE-9B3F-EB4F1483B49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9714CED-D956-4032-BEF9-51D33A990F4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334F1E9-16D8-4E42-A14B-40E2ED901CD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CD4EBC5-F596-4E5A-AD7F-5FEB513219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7880BC5-8FD0-4F71-9F1D-516AE36DB4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A49FED-15D1-4B58-BFD8-C73C3CB9BC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4D86154-AA24-43D6-B2D7-3C88BB6A94CC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F61EA82-62A0-4F81-8732-52CD82438024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1d16443e22394e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8AAAAE-4DA5-4961-9E62-8AD84353EF8F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E428E07-EB9C-472B-8432-656B7FF92C82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F5D7017-DF58-4691-9A81-FC479CF63F40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f91a5d7fc42d4ad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EB9A7EC-ED95-4045-B937-33B23490F7BB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1C4A28FE-6528-4701-A33C-1E57549AB95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BD95DAD8-7CBF-4723-9A9F-645A65E2AF34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873BC58-7893-49C9-BE79-D86A55C2AE18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730701FB-A0D7-4C59-98C5-070BAC79B413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FA2F10B-1813-4F26-8177-3BAD37424B6A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0CCEAAD-936D-430A-8F50-2E2575C8EAFA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435807809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3207E02-174B-40D2-B4FB-FA9F25E5B4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535537-A637-41FC-9D4A-D2EC0DEFAFA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115413B-7723-4E16-899A-D474D724C60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C5BA3B5-E661-46F7-88D0-8AD50003905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289B02-6848-430B-AF77-A065EB0F69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2CD381-A1EE-4458-AA54-416A40088F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E99A10E-89C7-445C-8CB9-CBC765D239B9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41DE6B-1C46-4225-87FA-E8C574F7F173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4a3e6e5ba8c540a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60F473D-67E0-48EF-BC8E-9E17E9ADB533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4B39B37-FE49-4D68-AA05-2D1266AFF38E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b8e06c3ccefb41b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50DE85F-DE2D-436F-96F5-B1E38D4CF2E2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E7F3BBE-5488-4B26-8835-708D12EF92E5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c1e30c045c8e4903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132E490-F48D-4DDD-8611-6A5C1CA04F08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052848520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C3106BBD-E422-44D9-A48C-F85373E08E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4468E9-3DA8-408A-8F56-6CB8B9374A2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B03E86D-A59D-4C9D-87F8-337432A9BFA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FBB28-5685-491C-A081-1D2DCF63DC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CF8A594-1932-465C-B54D-EA449170B6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BE50A7-8A39-4D2B-B6AB-55B7C1FF92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c0f152ab2d14d5f"/>
          </a:graphicData>
        </a:graphic>
      </ns0:graphicFrame>
      <ns0:sp>
        <ns0:nvSpPr>
          <ns0:cNvPr id="8" name="">
            <a:extLst>
              <a:ext uri="{FF2B5EF4-FFF2-40B4-BE49-F238E27FC236}">
                <ns2:creationId id="{E08FABB6-0B2F-43CD-9880-04C9F93CA46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BB86F27-D026-46D6-B0D6-678300EE634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e701762cebc54e02"/>
          </a:graphicData>
        </a:graphic>
      </ns0:graphicFrame>
      <ns0:sp>
        <ns0:nvSpPr>
          <ns0:cNvPr id="11" name="">
            <a:extLst>
              <a:ext uri="{FF2B5EF4-FFF2-40B4-BE49-F238E27FC236}">
                <ns2:creationId id="{3AFF4EA8-1775-4060-AEE1-A527BDBEFE85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B8DF1A6-CD01-4787-B6B4-09458E8AE46A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2edcd0786e08447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EE229A3-04A1-4A18-9504-678F77AA0073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51C8547-1F42-4E4C-AECB-1C71530E254F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f053f2fca9ed4cf0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664B37F-5774-472A-93DA-B76CF459EB9E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367B2AD-3EE1-4FBC-B44C-5C6746542353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ABC4834-CD9E-472C-86D9-4E6173033EE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7cc4ac48d1574a09"/>
          </a:graphicData>
        </a:graphic>
      </ns0:graphicFrame>
      <ns0:sp>
        <ns0:nvSpPr>
          <ns0:cNvPr id="21" name="">
            <a:extLst>
              <a:ext uri="{FF2B5EF4-FFF2-40B4-BE49-F238E27FC236}">
                <ns2:creationId id="{398957AC-C720-4F20-A154-2C0D6A0641BB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B0D25C7-5F55-4411-82C6-B9A9F78B1491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936999079"/>
      </ns0:ext>
    </ns0:extLst>
  </ns0:cSld>
</ns0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48256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5059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competitiva do Itaú BBA em renda fixa e híbridos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5526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Originação e distribuição · acumulado de 2026 e últimos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Ranking ANBIMA de Renda Fixa e Híbridos — referência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Sumário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44168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3911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34055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88335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28999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79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23943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3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18887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7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51383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R$ 21,9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26,6%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Visão por produto: mercado, posição e participação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0744200" cy="3474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7433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79"/>
            <a:ext cx="11018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2542032"/>
          <a:ext cx="11018520" cy="25968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5376672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As maiores operações do período e a presença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35844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02352"/>
            <a:ext cx="11018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| jan–jun/26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16 POR VOLUME CEDIDO NO PERÍODO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35024"/>
          <a:ext cx="11018519" cy="43434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74320"/>
                <a:gridCol w="1874519"/>
                <a:gridCol w="1783080"/>
                <a:gridCol w="1234440"/>
                <a:gridCol w="1737360"/>
                <a:gridCol w="548640"/>
                <a:gridCol w="1371600"/>
                <a:gridCol w="822960"/>
                <a:gridCol w="64008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Originador¹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Recebível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Bookamos?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Risco IBBA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FIDC 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Afinity MF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Crefaz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 S/A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For-Te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Consignado Privado Paketá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Cash Flow Multissegmentos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Agro/Ind.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Monee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Financiamento de Veículos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XPCE Infra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Arapua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Jefer Banking NP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Kyklos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Latasa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Multiplica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Red Real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HRH Fortaleza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 – IBBA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Roqdeal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Ventisol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0,02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(R$ bi)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3,01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1S26 (% emissões FIDC CVM)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806440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¹ A coluna Originador reproduz o cedente informado na planilha de entrada. A confirmação de que o cedente é também o originador dos direitos creditórios exige leitura do regulamento e dos documentos da oferta — ver nota técnica no slide seguinte.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62472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Subtotal em R$ bi soma as ofertas de referência mostradas; o percentual usa apenas as encerradas no 1S26, sobre o universo CVM de cotas de FIDC do semestre (R$ 65,5 bi). Bookamos? e Risco IBBA em branco por instrução. 4 fundos não têm oferta pública encerrada registrada na CVM e aparecem como n/d em R$ bi e “Não identificado” nas colunas dependentes da oferta.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CVM, Oferta Pública de Distribuição — RCVM 160 e legado ICVM 400/476, primária, encerrada · ANBIMA, Fundos 175 características 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— nota técnica de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22128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4206240"/>
                <a:gridCol w="4617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Coluna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Fonte utilizada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Situação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/ CNPJ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Planilha de entrada curada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conferidos contra o cadastro ANBIMA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Originador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Não confirmado: exige regulamento e documentos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Tipo e Recebível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ANBIMA, Fundos 175 características público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classificados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R$ 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ofertas RCVM 160 e legado ICVM 400/476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 com oferta encerrada identificada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Nome_Lider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16; a CVM publica apenas o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Regime_distribuicao (só RCVM 160)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16; o legado não traz o campo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Bookamos? / Risco IBBA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Em branco por instrução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6758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Oferta de referência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3675887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Quando o fundo tem oferta encerrada no 1S26, ela é a referência (4 fundos). Sem oferta no semestre, usa-se a mais recente encerrada, e a data consta no CSV resolvido. As demais colunas vêm sempre da mesma oferta.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18795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Por que o Originador ficou aberto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4187952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Nem o arquivo de ofertas da CVM nem o cadastro ANBIMA declaram o originador dos direitos creditórios. Os campos Descricao_lastro e Identificacao_devedores_coobrigados estão vazios nas 64 ofertas encerradas destes fundos. Fechar a coluna exige o regulamento vigente e os documentos da oferta no FundosNet, fundo a fundo.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001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Ritos consultados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4700016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Foram lidos os dois arquivos da CVM: o de ofertas automáticas RCVM 160 e o legado, com ICVM 400 e ICVM 476. As ICVM 476 são ofertas com esforços restritos e chegam rotuladas como “Cotas de fundos de investimento fechados”, sem indicar o tipo do fundo; entram aqui porque o CNPJ emissor já é um FIDC conhecido. Ordens 7, 9, 10, 13 seguem sem oferta encerrada em qualquer 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2120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Itaú BBA em ofertas anteriores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212080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O banco liderou ofertas passadas de Cobuccio, LF III, Residence Club. No LF III liderou três emissões entre 2023 e 2024, e a oferta de referência de 2026 saiu com o UBS BB — histórico que a coluna IBBA Coord?, restrita à oferta de referência, não mostra. O CSV resolvido traz as datas.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241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Ranking ANBIMA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5724144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Apenas o LF III aparece no anexo do ranking ANBIMA de junho/2026, coordenado pelo UBS BB. Os demais 15 não entram no ranking, que é declaratório.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 consultadas: CVM Ofertas Públicas de Distribuição · ANBIMA Fundos 175 características público · ANBIMA Anexo ao Ranking de Renda Fixa e Híbridos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interpretar o ranking ANBIMA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Originação ×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ranking mede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As duas janelas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Uma operação, vários coordenadores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“Percentual Coordenado” define a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Participação formal sem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Empresas ligadas saem do Tipo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Coordenador com 10% ou mais do capital da emissora, cedente ou originadora vai para o Tipo 3, apurado à parte.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Premissas, limitações 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Escopo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Toda a análise vem exclusivamente das duas planilhas oficiais da ANBIMA de junho/2026. Nenhum dado externo foi acrescentado.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Chave de 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matriz usa o registro CVM como chave. Séries da mesma emissão com registros distintos permanecem em linhas separadas.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Consistência verificada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Os market shares somam 100,0% em cada ranking. Em 689 dos 696 registros o percentual coordenado soma exatamente 100%.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Registros sem valor econômico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5 operações têm valor total zero, com participantes formais e sem crédito de valor. Estão sinalizadas na matriz e não elevam market share.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Consolidação de entidades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ANBIMA consolida cada conglomerado sob um rótulo único e não segrega as entidades jurídicas do grupo.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Cobertura do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 ranking é declaratório e exclui operações de empresas ligadas do Tipo 1. Ele não equivale ao total emitido no 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Arquivos-fonte (SHA-256): Ranking 5e6173ca8f6d · Anexo 9adb22cac2af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ANBIMA Data — Ranking de Renda Fixa e Híbridos, referência Junho/2026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1º a 20º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Bela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62.393.679/0001-83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10.011,0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Instituicao De Pa…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28.169.275/0001-72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62.393.829/0001-59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Cargill Agricola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 · Indústria de tra…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62.588.266/0001-54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2.850,0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65.976.848/0001-04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 Auto XII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59.929.098/0001-09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2.207,6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42.154.687/0001-60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Driver Brasil Six 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50.114.948/0001-46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1.934,8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 Privado Paketá de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53.841.740/0001-17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Seller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63.572.282/0001-11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1.876,1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LP II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56.924.942/0001-10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1.798,8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Verdecard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26.722.650/0001-34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1.610,7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 Return I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53.036.495/0001-75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1.314,3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62.310.468/0001-30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1.535,2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1.347,9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BV Auto III Segmento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66.929.956/0001-80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Bach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39.669.950/0001-49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Sabemi Seguradora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65.839.682/0001-76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1.420,6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Bank - Banco Multiplo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Angico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57.325.251/0001-63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1.391,1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31.739.396/0001-17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Listo Instituicao De Pagame…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61.267.293/0001-62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1.202,3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 Fundo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21º a 40º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63.546.406/0001-94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Pine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Kinea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60.431.592/0001-28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Icred Inss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63.733.796/0001-01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Longo Prazo Fundo de Investimento em Cota…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49.916.151/0001-83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1.099,4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Iox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19.388.423/0001-59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Citi-bayer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44.302.112/0001-72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Terra Do Brasil Produtos Ag…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 · Comércio e repar…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Crédito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23.956.882/0001-69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Carmel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Credito Fundo De Investi…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60.871.638/0001-20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D413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66.226.355/0001-01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Bmg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61.288.838/0001-17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44.516.049/0001-77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 Tecnologia &amp; Servicos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50.491.214/0001-86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 Fundo De Investimento…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47.117.855/0001-60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Erythrina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65.505.678/0001-71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 Green Solfacil VII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63.505.455/0001-89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Inss Solis Iter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55.581.400/0001-20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Atena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65.411.764/0001-15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Coamo Agroindustrial Cooper…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Multissetorial ONE7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08.654.210/0001-05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MCP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62.682.486/0001-42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Oslo / 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Socinal S.A. - Credito, Fin…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CLT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62.390.922/0001-00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41º a 60º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Salvador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62.705.336/0001-07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Happy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58.152.340/0001-18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62.627.291/0001-08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Pagamentos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Telcobank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43.721.652/0001-28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Mvg Tecnologia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Jeitto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61.157.943/0001-17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Mova Sociedade De Emprestim…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Consignados IX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59.086.325/0001-81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64.118.207/0001-48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60.742.201/0001-96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Grupo Casas Bahia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61.385.893/0001-25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Nova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41.778.453/0001-20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62.015.452/0001-02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 Fundo De Investim…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63.657.457/0001-93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Manserv Montagem E Manutenc…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Instalação e manuten…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42.404.659/0001-53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- Associacao Assiste…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Atividades associati…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MRV Pró Soluto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62.790.827/0001-01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Crédito e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47.085.633/0001-03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Sequoia Logistica E Transpo…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Transporte rodoviári…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52.994.887/0001-84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 Solucoes De Credito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Correspondentes de 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Direcional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62.729.814/0001-19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249,0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Eucalipto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66.358.370/0001-03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Fs Florestal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Holdings de institui…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Root Capital Ficus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64.299.705/0001-34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Vega Sicilia Assistencia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63.845.478/0001-32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Kovr Previdencia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61º a 80º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Citi-syngenta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46.073.195/0001-09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Syngenta Protecao De Cultiv…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 · Indústria de tra…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64.330.030/0001-49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 Special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66.745.267/0001-16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Guardian Multi Consignado XIV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62.363.602/0001-60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Agora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65.473.122/0001-40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 Fundo 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De Infraestrutura Allocation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64.756.178/0001-40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Necton Investimentos S.A.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Corretoras de título…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62.160.076/0001-31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 (v…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63.912.733/0001-12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63.934.300/0001-68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Sirius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58.321.970/0001-79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Limine / 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Bmg Foods Importacao E Expo…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 · Comércio e repar…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Gonn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62.222.488/0001-59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Segue Ártico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58.215.693/0001-10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Lift I Cartao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62.543.802/0001-03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Pine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Bancos múltiplos,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63.931.003/0001-69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S/A Sociedade De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63.679.792/0001-92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Spark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39.663.988/0001-04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62.604.155/0001-94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Iorq Frederic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63.032.712/0001-02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Agropecuaria Vista Alegre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Não classificado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Maris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62.107.005/0001-75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43.866.327/0001-53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Uy3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81º a 100º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Neo Crédito Special Situations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61.374.410/0001-97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NTZ Empreendimentos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62.935.248/0001-00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 / Terra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Nexus Organizacoes E Negoci…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Incorporação de empr…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Chimera Alternative Assets XIII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63.503.400/0001-30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Caique Castro Sociedade Ind…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63.679.105/0001-39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51.554.551/0001-38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Companhia Nitro Quimica Bra…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Fabricação de outros…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Sosu Opportunities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61.753.072/0001-02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Credito Nitro Agro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62.313.140/0001-77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Companhia Nitro Quimica Bra…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Fabricação de outros…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Estaleirinho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63.218.738/0001-40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Estanho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64.156.218/0001-12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Finvest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Algarve Gama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63.565.094/0001-66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Lavoro Fornecedores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61.669.748/0001-76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Parana Banco Consignado Inss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66.888.399/0001-05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Stellantis Mobility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66.146.197/0001-80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Medici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62.144.964/0001-60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Augme Xpce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66.573.323/0001-82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B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62.717.254/0001-82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CP Master Fundo de Investimento em Cotas de F…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68.008.670/0001-98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Financeiros Omni Veiculos XI de Resp Limtada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66.801.915/0001-04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 Fic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60.761.394/0001-22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A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62.715.592/0001-85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2026-08-05T00:32:44.0470000Z</dcterms:created>
  <dcterms:modified xsi:type="dcterms:W3CDTF">2026-08-05T00:32:44.0470000Z</dcterms:modified>
</coreProperties>
</file>