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2 de 20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6413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974,0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5212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508760"/>
                <a:gridCol w="7772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mm)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3.014,6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mm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mm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Sabemi Seguradora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Happy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Grupo Casas Bahia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Manserv Montagem E Manutenc…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Instalação e manuten…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- Associacao Assiste…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Atividades associati…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Sequoia Logistica E Transpo…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Transporte rodoviári…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Solucoes De Credito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Correspondentes de 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Fs Florestal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Holdings de institui…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Kovr Previdencia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Necton Investimentos S.A.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Corretoras de título…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Bmg Foods Importacao E Expo…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Bancos múltiplos,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S/A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Agropecuaria Vista Alegre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Uy3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Nexus Organizacoes E Negoci…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Incorporação de empr…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Caique Castro Sociedade Ind…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