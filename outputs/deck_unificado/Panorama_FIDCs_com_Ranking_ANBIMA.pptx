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Carteira 101 | subordinação atual contra o mínimo do regulamento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Agro, Indústria e Comércio | 3 de 30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2 de 27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Não classificado | 2 de 11 veículos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6 veículos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RISCO ESTRUTURAL · CARTEIRA 101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Outros | os 6 veículos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64240" cy="4663440"/>
          </a:xfrm>
          <a:prstGeom prst="rect">
            <a:avLst/>
          </a:prstGeom>
        </ns0:spPr>
      </ns0:pic>
      <ns0:sp>
        <ns0:nvSpPr>
          <ns0:cNvPr id="6" name="Rectangle 5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7" name="TextBox 6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Fontes: CVM, Informe Mensal FIDC (competência mais recente de cada fundo); regulamentos na FundosNet/B3. Mínimos conforme curadoria documental.</a:t>
            </a:r>
          </a:p>
        </ns0:txBody>
      </ns0:sp>
      <ns0:sp>
        <ns0:nvSpPr>
          <ns0:cNvPr id="8" name="TextBox 7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