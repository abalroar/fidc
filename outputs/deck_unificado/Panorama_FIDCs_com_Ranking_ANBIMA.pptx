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3 de 21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8013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1 de 18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3213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5212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Factoring | os 4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8412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PAGA…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 S 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SOCIEDADE DE CREDITO…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 S.A. SO…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SOCIEDADE DE CREDITO DIRET…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PAGAMENT…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AGRO…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 S.A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SOCIEDADE DE CREDI…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 L…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 EM…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COOPERAT…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 SOCIEDADE DE CREDITO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 SOCIEDADE DE CREDITO…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